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77" r:id="rId1"/>
    <p:sldMasterId id="2147483678" r:id="rId2"/>
  </p:sldMasterIdLst>
  <p:notesMasterIdLst>
    <p:notesMasterId r:id="rId47"/>
  </p:notes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 id="293" r:id="rId40"/>
    <p:sldId id="294" r:id="rId41"/>
    <p:sldId id="295" r:id="rId42"/>
    <p:sldId id="296" r:id="rId43"/>
    <p:sldId id="297" r:id="rId44"/>
    <p:sldId id="298" r:id="rId45"/>
    <p:sldId id="299" r:id="rId46"/>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38792AC1-6181-4D2F-80AC-E30DC4CC68D7}">
  <a:tblStyle styleId="{38792AC1-6181-4D2F-80AC-E30DC4CC68D7}"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5FF9E02A-7BB1-4865-A130-EC70E85E6E22}" styleName="Table_1">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1685" autoAdjust="0"/>
  </p:normalViewPr>
  <p:slideViewPr>
    <p:cSldViewPr snapToGrid="0">
      <p:cViewPr varScale="1">
        <p:scale>
          <a:sx n="127" d="100"/>
          <a:sy n="127" d="100"/>
        </p:scale>
        <p:origin x="132" y="474"/>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notesMaster" Target="notesMasters/notesMaster1.xml"/><Relationship Id="rId50" Type="http://schemas.openxmlformats.org/officeDocument/2006/relationships/theme" Target="theme/theme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viewProps" Target="viewProp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slide" Target="slides/slide42.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presProps" Target="presProps.xml"/><Relationship Id="rId8" Type="http://schemas.openxmlformats.org/officeDocument/2006/relationships/slide" Target="slides/slide6.xml"/><Relationship Id="rId51" Type="http://schemas.openxmlformats.org/officeDocument/2006/relationships/tableStyles" Target="tableStyles.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20" Type="http://schemas.openxmlformats.org/officeDocument/2006/relationships/slide" Target="slides/slide18.xml"/><Relationship Id="rId41" Type="http://schemas.openxmlformats.org/officeDocument/2006/relationships/slide" Target="slides/slide39.xml"/><Relationship Id="rId1" Type="http://schemas.openxmlformats.org/officeDocument/2006/relationships/slideMaster" Target="slideMasters/slideMaster1.xml"/><Relationship Id="rId6"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4"/>
        <p:cNvGrpSpPr/>
        <p:nvPr/>
      </p:nvGrpSpPr>
      <p:grpSpPr>
        <a:xfrm>
          <a:off x="0" y="0"/>
          <a:ext cx="0" cy="0"/>
          <a:chOff x="0" y="0"/>
          <a:chExt cx="0" cy="0"/>
        </a:xfrm>
      </p:grpSpPr>
      <p:sp>
        <p:nvSpPr>
          <p:cNvPr id="225" name="Google Shape;225;p:notes"/>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6" name="Google Shape;226;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cd1135e90b_0_2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cd1135e90b_0_2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2"/>
        <p:cNvGrpSpPr/>
        <p:nvPr/>
      </p:nvGrpSpPr>
      <p:grpSpPr>
        <a:xfrm>
          <a:off x="0" y="0"/>
          <a:ext cx="0" cy="0"/>
          <a:chOff x="0" y="0"/>
          <a:chExt cx="0" cy="0"/>
        </a:xfrm>
      </p:grpSpPr>
      <p:sp>
        <p:nvSpPr>
          <p:cNvPr id="243" name="Google Shape;243;gce414f90c7_0_0:notes"/>
          <p:cNvSpPr>
            <a:spLocks noGrp="1" noRot="1" noChangeAspect="1"/>
          </p:cNvSpPr>
          <p:nvPr>
            <p:ph type="sldImg" idx="2"/>
          </p:nvPr>
        </p:nvSpPr>
        <p:spPr>
          <a:xfrm>
            <a:off x="136525" y="217488"/>
            <a:ext cx="6584950" cy="370522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44" name="Google Shape;244;gce414f90c7_0_0:notes"/>
          <p:cNvSpPr txBox="1">
            <a:spLocks noGrp="1"/>
          </p:cNvSpPr>
          <p:nvPr>
            <p:ph type="body" idx="1"/>
          </p:nvPr>
        </p:nvSpPr>
        <p:spPr>
          <a:xfrm>
            <a:off x="412750" y="4201079"/>
            <a:ext cx="5961000" cy="4485000"/>
          </a:xfrm>
          <a:prstGeom prst="rect">
            <a:avLst/>
          </a:prstGeom>
          <a:noFill/>
          <a:ln>
            <a:noFill/>
          </a:ln>
        </p:spPr>
        <p:txBody>
          <a:bodyPr spcFirstLastPara="1" wrap="square" lIns="86175" tIns="43075" rIns="86175" bIns="4307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4"/>
        <p:cNvGrpSpPr/>
        <p:nvPr/>
      </p:nvGrpSpPr>
      <p:grpSpPr>
        <a:xfrm>
          <a:off x="0" y="0"/>
          <a:ext cx="0" cy="0"/>
          <a:chOff x="0" y="0"/>
          <a:chExt cx="0" cy="0"/>
        </a:xfrm>
      </p:grpSpPr>
      <p:sp>
        <p:nvSpPr>
          <p:cNvPr id="255" name="Google Shape;255;gce414f90c7_0_52:notes"/>
          <p:cNvSpPr txBox="1">
            <a:spLocks noGrp="1"/>
          </p:cNvSpPr>
          <p:nvPr>
            <p:ph type="body" idx="1"/>
          </p:nvPr>
        </p:nvSpPr>
        <p:spPr>
          <a:xfrm>
            <a:off x="412750" y="4201079"/>
            <a:ext cx="5961000" cy="4485000"/>
          </a:xfrm>
          <a:prstGeom prst="rect">
            <a:avLst/>
          </a:prstGeom>
          <a:noFill/>
          <a:ln>
            <a:noFill/>
          </a:ln>
        </p:spPr>
        <p:txBody>
          <a:bodyPr spcFirstLastPara="1" wrap="square" lIns="86175" tIns="43075" rIns="86175" bIns="43075" anchor="t" anchorCtr="0">
            <a:noAutofit/>
          </a:bodyPr>
          <a:lstStyle/>
          <a:p>
            <a:pPr marL="0" lvl="0" indent="0" algn="l" rtl="0">
              <a:spcBef>
                <a:spcPts val="0"/>
              </a:spcBef>
              <a:spcAft>
                <a:spcPts val="0"/>
              </a:spcAft>
              <a:buNone/>
            </a:pPr>
            <a:r>
              <a:rPr lang="en" dirty="0"/>
              <a:t>We all use networking every day, the Internet. This week we'll touch on some of the fundamentals needed to utilize that resource in your code.</a:t>
            </a:r>
          </a:p>
          <a:p>
            <a:pPr marL="0" lvl="0" indent="0" algn="l" rtl="0">
              <a:spcBef>
                <a:spcPts val="0"/>
              </a:spcBef>
              <a:spcAft>
                <a:spcPts val="0"/>
              </a:spcAft>
              <a:buNone/>
            </a:pPr>
            <a:endParaRPr lang="en" dirty="0"/>
          </a:p>
          <a:p>
            <a:pPr marL="0" lvl="0" indent="0" algn="l" rtl="0">
              <a:spcBef>
                <a:spcPts val="0"/>
              </a:spcBef>
              <a:spcAft>
                <a:spcPts val="0"/>
              </a:spcAft>
              <a:buNone/>
            </a:pPr>
            <a:r>
              <a:rPr lang="en" dirty="0"/>
              <a:t>Listening &amp; Connecting </a:t>
            </a:r>
            <a:r>
              <a:rPr lang="en" dirty="0">
                <a:sym typeface="Wingdings" panose="05000000000000000000" pitchFamily="2" charset="2"/>
              </a:rPr>
              <a:t> MyCourses, Students connect</a:t>
            </a:r>
          </a:p>
          <a:p>
            <a:pPr marL="0" lvl="0" indent="0" algn="l" rtl="0">
              <a:spcBef>
                <a:spcPts val="0"/>
              </a:spcBef>
              <a:spcAft>
                <a:spcPts val="0"/>
              </a:spcAft>
              <a:buNone/>
            </a:pPr>
            <a:endParaRPr lang="en" dirty="0">
              <a:sym typeface="Wingdings" panose="05000000000000000000" pitchFamily="2" charset="2"/>
            </a:endParaRPr>
          </a:p>
          <a:p>
            <a:pPr marL="0" lvl="0" indent="0" algn="l" rtl="0">
              <a:spcBef>
                <a:spcPts val="0"/>
              </a:spcBef>
              <a:spcAft>
                <a:spcPts val="0"/>
              </a:spcAft>
              <a:buNone/>
            </a:pPr>
            <a:endParaRPr dirty="0"/>
          </a:p>
          <a:p>
            <a:pPr marL="0" lvl="0" indent="0" algn="l" rtl="0">
              <a:spcBef>
                <a:spcPts val="0"/>
              </a:spcBef>
              <a:spcAft>
                <a:spcPts val="0"/>
              </a:spcAft>
              <a:buNone/>
            </a:pPr>
            <a:endParaRPr dirty="0"/>
          </a:p>
        </p:txBody>
      </p:sp>
      <p:sp>
        <p:nvSpPr>
          <p:cNvPr id="256" name="Google Shape;256;gce414f90c7_0_52:notes"/>
          <p:cNvSpPr>
            <a:spLocks noGrp="1" noRot="1" noChangeAspect="1"/>
          </p:cNvSpPr>
          <p:nvPr>
            <p:ph type="sldImg" idx="2"/>
          </p:nvPr>
        </p:nvSpPr>
        <p:spPr>
          <a:xfrm>
            <a:off x="136525" y="217488"/>
            <a:ext cx="6584950" cy="370522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5"/>
        <p:cNvGrpSpPr/>
        <p:nvPr/>
      </p:nvGrpSpPr>
      <p:grpSpPr>
        <a:xfrm>
          <a:off x="0" y="0"/>
          <a:ext cx="0" cy="0"/>
          <a:chOff x="0" y="0"/>
          <a:chExt cx="0" cy="0"/>
        </a:xfrm>
      </p:grpSpPr>
      <p:sp>
        <p:nvSpPr>
          <p:cNvPr id="266" name="Google Shape;266;gce414f90c7_0_103:notes"/>
          <p:cNvSpPr>
            <a:spLocks noGrp="1" noRot="1" noChangeAspect="1"/>
          </p:cNvSpPr>
          <p:nvPr>
            <p:ph type="sldImg" idx="2"/>
          </p:nvPr>
        </p:nvSpPr>
        <p:spPr>
          <a:xfrm>
            <a:off x="136525" y="217488"/>
            <a:ext cx="6584950" cy="370522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67" name="Google Shape;267;gce414f90c7_0_103:notes"/>
          <p:cNvSpPr txBox="1">
            <a:spLocks noGrp="1"/>
          </p:cNvSpPr>
          <p:nvPr>
            <p:ph type="body" idx="1"/>
          </p:nvPr>
        </p:nvSpPr>
        <p:spPr>
          <a:xfrm>
            <a:off x="412750" y="4201079"/>
            <a:ext cx="5961000" cy="4485000"/>
          </a:xfrm>
          <a:prstGeom prst="rect">
            <a:avLst/>
          </a:prstGeom>
          <a:noFill/>
          <a:ln>
            <a:noFill/>
          </a:ln>
        </p:spPr>
        <p:txBody>
          <a:bodyPr spcFirstLastPara="1" wrap="square" lIns="86175" tIns="43075" rIns="86175" bIns="43075" anchor="t" anchorCtr="0">
            <a:noAutofit/>
          </a:bodyPr>
          <a:lstStyle/>
          <a:p>
            <a:r>
              <a:rPr lang="en-US" dirty="0"/>
              <a:t>Here is the </a:t>
            </a:r>
            <a:r>
              <a:rPr lang="en-US" b="1" dirty="0"/>
              <a:t>purpose of each OSI protocol layer in one sentence</a:t>
            </a:r>
            <a:r>
              <a:rPr lang="en-US" dirty="0"/>
              <a:t>:</a:t>
            </a:r>
          </a:p>
          <a:p>
            <a:r>
              <a:rPr lang="en-US" b="1" dirty="0"/>
              <a:t>Application Layer</a:t>
            </a:r>
            <a:r>
              <a:rPr lang="en-US" dirty="0"/>
              <a:t> – Provides network services directly to end-user applications and associated communication method (such as web browsers (HTTP), email clients (SMTP), and file transfer programs(FTP).</a:t>
            </a:r>
          </a:p>
          <a:p>
            <a:r>
              <a:rPr lang="en-US" b="1" dirty="0"/>
              <a:t>Presentation Layer</a:t>
            </a:r>
            <a:r>
              <a:rPr lang="en-US" dirty="0"/>
              <a:t> – Translates, </a:t>
            </a:r>
            <a:r>
              <a:rPr lang="en-US" dirty="0">
                <a:highlight>
                  <a:srgbClr val="FFFF00"/>
                </a:highlight>
              </a:rPr>
              <a:t>encrypts, and compresses data </a:t>
            </a:r>
            <a:r>
              <a:rPr lang="en-US" dirty="0"/>
              <a:t>so it can be understood by the receiving system.</a:t>
            </a:r>
          </a:p>
          <a:p>
            <a:r>
              <a:rPr lang="en-US" b="1" dirty="0"/>
              <a:t>Session Layer</a:t>
            </a:r>
            <a:r>
              <a:rPr lang="en-US" dirty="0"/>
              <a:t> – Establishes, manages, and terminates communication sessions between applications on different devices.</a:t>
            </a:r>
          </a:p>
          <a:p>
            <a:r>
              <a:rPr lang="en-US" b="1" dirty="0"/>
              <a:t>Transport Layer</a:t>
            </a:r>
            <a:r>
              <a:rPr lang="en-US" dirty="0"/>
              <a:t> – </a:t>
            </a:r>
            <a:r>
              <a:rPr lang="en-US" b="1" dirty="0"/>
              <a:t>Ensures </a:t>
            </a:r>
            <a:r>
              <a:rPr lang="en-US" b="1" dirty="0">
                <a:highlight>
                  <a:srgbClr val="FFFF00"/>
                </a:highlight>
              </a:rPr>
              <a:t>reliable or efficient delivery of data between devices by controlling segmentation, error recovery, and flow control.</a:t>
            </a:r>
          </a:p>
          <a:p>
            <a:r>
              <a:rPr lang="en-US" b="1" dirty="0"/>
              <a:t>Network Layer</a:t>
            </a:r>
            <a:r>
              <a:rPr lang="en-US" dirty="0"/>
              <a:t> – Determines the best path for data to travel across networks and handles logical addressing (such as IP addresses).</a:t>
            </a:r>
          </a:p>
          <a:p>
            <a:r>
              <a:rPr lang="en-US" b="1" dirty="0"/>
              <a:t>Data Link Layer</a:t>
            </a:r>
            <a:r>
              <a:rPr lang="en-US" dirty="0"/>
              <a:t> – Provides reliable data transfer between two directly connected devices and handles physical addressing (MAC addresses) and error detection.</a:t>
            </a:r>
          </a:p>
          <a:p>
            <a:r>
              <a:rPr lang="en-US" b="1" dirty="0"/>
              <a:t>Network Access Layer (Physical + Data Link in TCP/IP)</a:t>
            </a:r>
            <a:r>
              <a:rPr lang="en-US" dirty="0"/>
              <a:t> – Handles the physical transmission of bits over the network hardware such as cables, switches, and network interfaces.</a:t>
            </a:r>
          </a:p>
          <a:p>
            <a:pPr marL="0" lvl="0" indent="0" algn="l" rtl="0">
              <a:spcBef>
                <a:spcPts val="0"/>
              </a:spcBef>
              <a:spcAft>
                <a:spcPts val="0"/>
              </a:spcAft>
              <a:buNone/>
            </a:pPr>
            <a:endParaRPr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9"/>
        <p:cNvGrpSpPr/>
        <p:nvPr/>
      </p:nvGrpSpPr>
      <p:grpSpPr>
        <a:xfrm>
          <a:off x="0" y="0"/>
          <a:ext cx="0" cy="0"/>
          <a:chOff x="0" y="0"/>
          <a:chExt cx="0" cy="0"/>
        </a:xfrm>
      </p:grpSpPr>
      <p:sp>
        <p:nvSpPr>
          <p:cNvPr id="280" name="Google Shape;280;gce414f90c7_0_157:notes"/>
          <p:cNvSpPr>
            <a:spLocks noGrp="1" noRot="1" noChangeAspect="1"/>
          </p:cNvSpPr>
          <p:nvPr>
            <p:ph type="sldImg" idx="2"/>
          </p:nvPr>
        </p:nvSpPr>
        <p:spPr>
          <a:xfrm>
            <a:off x="136525" y="217488"/>
            <a:ext cx="6584950" cy="370522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81" name="Google Shape;281;gce414f90c7_0_157:notes"/>
          <p:cNvSpPr txBox="1">
            <a:spLocks noGrp="1"/>
          </p:cNvSpPr>
          <p:nvPr>
            <p:ph type="body" idx="1"/>
          </p:nvPr>
        </p:nvSpPr>
        <p:spPr>
          <a:xfrm>
            <a:off x="412750" y="4201079"/>
            <a:ext cx="5961000" cy="4485000"/>
          </a:xfrm>
          <a:prstGeom prst="rect">
            <a:avLst/>
          </a:prstGeom>
          <a:noFill/>
          <a:ln>
            <a:noFill/>
          </a:ln>
        </p:spPr>
        <p:txBody>
          <a:bodyPr spcFirstLastPara="1" wrap="square" lIns="86175" tIns="43075" rIns="86175" bIns="43075" anchor="t" anchorCtr="0">
            <a:noAutofit/>
          </a:bodyPr>
          <a:lstStyle/>
          <a:p>
            <a:r>
              <a:rPr lang="en-US" dirty="0"/>
              <a:t>Here is the </a:t>
            </a:r>
            <a:r>
              <a:rPr lang="en-US" b="1" dirty="0"/>
              <a:t>purpose of each OSI protocol layer in one sentence</a:t>
            </a:r>
            <a:r>
              <a:rPr lang="en-US" dirty="0"/>
              <a:t>:</a:t>
            </a:r>
          </a:p>
          <a:p>
            <a:r>
              <a:rPr lang="en-US" b="1" dirty="0"/>
              <a:t>Application Layer</a:t>
            </a:r>
            <a:r>
              <a:rPr lang="en-US" dirty="0"/>
              <a:t> – Provides network services directly to end-user applications and associated communication method (such as web browsers (HTTP), email clients (SMTP), and file transfer programs(FTP).</a:t>
            </a:r>
          </a:p>
          <a:p>
            <a:r>
              <a:rPr lang="en-US" b="1" dirty="0"/>
              <a:t>Presentation Layer</a:t>
            </a:r>
            <a:r>
              <a:rPr lang="en-US" dirty="0"/>
              <a:t> – Translates, </a:t>
            </a:r>
            <a:r>
              <a:rPr lang="en-US" dirty="0">
                <a:highlight>
                  <a:srgbClr val="FFFF00"/>
                </a:highlight>
              </a:rPr>
              <a:t>encrypts, and compresses data </a:t>
            </a:r>
            <a:r>
              <a:rPr lang="en-US" dirty="0"/>
              <a:t>so it can be understood by the receiving system.</a:t>
            </a:r>
          </a:p>
          <a:p>
            <a:r>
              <a:rPr lang="en-US" b="1" dirty="0"/>
              <a:t>Session Layer</a:t>
            </a:r>
            <a:r>
              <a:rPr lang="en-US" dirty="0"/>
              <a:t> – Establishes, manages, and terminates communication sessions between applications on different devices.</a:t>
            </a:r>
          </a:p>
          <a:p>
            <a:r>
              <a:rPr lang="en-US" b="1" dirty="0"/>
              <a:t>Transport Layer</a:t>
            </a:r>
            <a:r>
              <a:rPr lang="en-US" dirty="0"/>
              <a:t> – </a:t>
            </a:r>
            <a:r>
              <a:rPr lang="en-US" b="1" dirty="0"/>
              <a:t>Ensures </a:t>
            </a:r>
            <a:r>
              <a:rPr lang="en-US" b="1" dirty="0">
                <a:highlight>
                  <a:srgbClr val="FFFF00"/>
                </a:highlight>
              </a:rPr>
              <a:t>reliable or efficient delivery of data between devices by controlling segmentation, error recovery, and flow control.</a:t>
            </a:r>
          </a:p>
          <a:p>
            <a:r>
              <a:rPr lang="en-US" b="1" dirty="0"/>
              <a:t>Network Layer</a:t>
            </a:r>
            <a:r>
              <a:rPr lang="en-US" dirty="0"/>
              <a:t> – Determines the best path for data to travel across networks and handles logical addressing (such as IP addresses). [</a:t>
            </a:r>
            <a:r>
              <a:rPr lang="en-US" sz="1100" b="0" i="0" u="none" strike="noStrike" cap="none" dirty="0">
                <a:solidFill>
                  <a:srgbClr val="000000"/>
                </a:solidFill>
                <a:effectLst/>
                <a:latin typeface="Arial"/>
                <a:ea typeface="Arial"/>
                <a:cs typeface="Arial"/>
                <a:sym typeface="Arial"/>
              </a:rPr>
              <a:t>routing, forwarding, and addressing]</a:t>
            </a:r>
            <a:endParaRPr lang="en-US" dirty="0"/>
          </a:p>
          <a:p>
            <a:r>
              <a:rPr lang="en-US" b="1" dirty="0"/>
              <a:t>Data Link Layer</a:t>
            </a:r>
            <a:r>
              <a:rPr lang="en-US" dirty="0"/>
              <a:t> – Provides reliable data transfer between two directly connected devices and handles physical addressing (MAC addresses) and error detection. </a:t>
            </a:r>
            <a:r>
              <a:rPr lang="en-US" sz="1100" b="0" i="0" u="none" strike="noStrike" cap="none" dirty="0">
                <a:solidFill>
                  <a:srgbClr val="000000"/>
                </a:solidFill>
                <a:effectLst/>
                <a:latin typeface="Arial"/>
                <a:ea typeface="Arial"/>
                <a:cs typeface="Arial"/>
                <a:sym typeface="Arial"/>
              </a:rPr>
              <a:t>It manages data frames, which are digital signals encapsulated into data packets. Flow control and error control of data are often key focuses of the data link layer. </a:t>
            </a:r>
            <a:endParaRPr lang="en-US" dirty="0"/>
          </a:p>
          <a:p>
            <a:r>
              <a:rPr lang="en-US" b="1" dirty="0"/>
              <a:t>Network Access Layer (Physical + Data Link in TCP/IP)</a:t>
            </a:r>
            <a:r>
              <a:rPr lang="en-US" dirty="0"/>
              <a:t> – Handles the physical transmission of bits over the network hardware such as cables, switches, and network interfaces. </a:t>
            </a:r>
            <a:r>
              <a:rPr lang="en-US" sz="1100" b="0" i="0" u="none" strike="noStrike" cap="none" dirty="0">
                <a:solidFill>
                  <a:srgbClr val="000000"/>
                </a:solidFill>
                <a:effectLst/>
                <a:latin typeface="Arial"/>
                <a:ea typeface="Arial"/>
                <a:cs typeface="Arial"/>
                <a:sym typeface="Arial"/>
              </a:rPr>
              <a:t>At its core, data communication is the transfer of digital and electronic signals through various physical channels like fiber-optic cables, copper cabling, and air. </a:t>
            </a:r>
            <a:endParaRPr lang="en-US" dirty="0"/>
          </a:p>
          <a:p>
            <a:pPr marL="0" lvl="0" indent="0" algn="l" rtl="0">
              <a:spcBef>
                <a:spcPts val="0"/>
              </a:spcBef>
              <a:spcAft>
                <a:spcPts val="0"/>
              </a:spcAft>
              <a:buNone/>
            </a:pPr>
            <a:endParaRPr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7"/>
        <p:cNvGrpSpPr/>
        <p:nvPr/>
      </p:nvGrpSpPr>
      <p:grpSpPr>
        <a:xfrm>
          <a:off x="0" y="0"/>
          <a:ext cx="0" cy="0"/>
          <a:chOff x="0" y="0"/>
          <a:chExt cx="0" cy="0"/>
        </a:xfrm>
      </p:grpSpPr>
      <p:sp>
        <p:nvSpPr>
          <p:cNvPr id="308" name="Google Shape;308;gce414f90c7_0_225:notes"/>
          <p:cNvSpPr>
            <a:spLocks noGrp="1" noRot="1" noChangeAspect="1"/>
          </p:cNvSpPr>
          <p:nvPr>
            <p:ph type="sldImg" idx="2"/>
          </p:nvPr>
        </p:nvSpPr>
        <p:spPr>
          <a:xfrm>
            <a:off x="136525" y="217488"/>
            <a:ext cx="6584950" cy="370522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09" name="Google Shape;309;gce414f90c7_0_225:notes"/>
          <p:cNvSpPr txBox="1">
            <a:spLocks noGrp="1"/>
          </p:cNvSpPr>
          <p:nvPr>
            <p:ph type="body" idx="1"/>
          </p:nvPr>
        </p:nvSpPr>
        <p:spPr>
          <a:xfrm>
            <a:off x="412750" y="4201079"/>
            <a:ext cx="5961000" cy="4485000"/>
          </a:xfrm>
          <a:prstGeom prst="rect">
            <a:avLst/>
          </a:prstGeom>
          <a:noFill/>
          <a:ln>
            <a:noFill/>
          </a:ln>
        </p:spPr>
        <p:txBody>
          <a:bodyPr spcFirstLastPara="1" wrap="square" lIns="86175" tIns="43075" rIns="86175" bIns="43075" anchor="t" anchorCtr="0">
            <a:noAutofit/>
          </a:bodyPr>
          <a:lstStyle/>
          <a:p>
            <a:pPr marL="457200" lvl="0" indent="0" algn="l" rtl="0">
              <a:spcBef>
                <a:spcPts val="0"/>
              </a:spcBef>
              <a:spcAft>
                <a:spcPts val="0"/>
              </a:spcAft>
              <a:buNone/>
            </a:pPr>
            <a:r>
              <a:rPr lang="en-US" dirty="0"/>
              <a:t>Ipconfig /all</a:t>
            </a:r>
          </a:p>
          <a:p>
            <a:pPr marL="457200" lvl="0" indent="0" algn="l" rtl="0">
              <a:spcBef>
                <a:spcPts val="0"/>
              </a:spcBef>
              <a:spcAft>
                <a:spcPts val="0"/>
              </a:spcAft>
              <a:buNone/>
            </a:pPr>
            <a:r>
              <a:rPr lang="en-US" dirty="0" err="1"/>
              <a:t>Nslookup</a:t>
            </a:r>
            <a:r>
              <a:rPr lang="en-US" dirty="0"/>
              <a:t> </a:t>
            </a:r>
            <a:r>
              <a:rPr lang="en-US" dirty="0">
                <a:sym typeface="Wingdings" panose="05000000000000000000" pitchFamily="2" charset="2"/>
              </a:rPr>
              <a:t> DNS lookup</a:t>
            </a:r>
            <a:endParaRPr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7"/>
        <p:cNvGrpSpPr/>
        <p:nvPr/>
      </p:nvGrpSpPr>
      <p:grpSpPr>
        <a:xfrm>
          <a:off x="0" y="0"/>
          <a:ext cx="0" cy="0"/>
          <a:chOff x="0" y="0"/>
          <a:chExt cx="0" cy="0"/>
        </a:xfrm>
      </p:grpSpPr>
      <p:sp>
        <p:nvSpPr>
          <p:cNvPr id="338" name="Google Shape;338;gce414f90c7_0_295:notes"/>
          <p:cNvSpPr>
            <a:spLocks noGrp="1" noRot="1" noChangeAspect="1"/>
          </p:cNvSpPr>
          <p:nvPr>
            <p:ph type="sldImg" idx="2"/>
          </p:nvPr>
        </p:nvSpPr>
        <p:spPr>
          <a:xfrm>
            <a:off x="136525" y="217488"/>
            <a:ext cx="6584950" cy="370522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mc:AlternateContent xmlns:mc="http://schemas.openxmlformats.org/markup-compatibility/2006" xmlns:a14="http://schemas.microsoft.com/office/drawing/2010/main">
        <mc:Choice Requires="a14">
          <p:sp>
            <p:nvSpPr>
              <p:cNvPr id="339" name="Google Shape;339;gce414f90c7_0_295:notes"/>
              <p:cNvSpPr txBox="1">
                <a:spLocks noGrp="1"/>
              </p:cNvSpPr>
              <p:nvPr>
                <p:ph type="body" idx="1"/>
              </p:nvPr>
            </p:nvSpPr>
            <p:spPr>
              <a:xfrm>
                <a:off x="412750" y="4201079"/>
                <a:ext cx="5961000" cy="4485000"/>
              </a:xfrm>
              <a:prstGeom prst="rect">
                <a:avLst/>
              </a:prstGeom>
              <a:noFill/>
              <a:ln>
                <a:noFill/>
              </a:ln>
            </p:spPr>
            <p:txBody>
              <a:bodyPr spcFirstLastPara="1" wrap="square" lIns="86175" tIns="43075" rIns="86175" bIns="43075" anchor="t" anchorCtr="0">
                <a:noAutofit/>
              </a:bodyPr>
              <a:lstStyle/>
              <a:p>
                <a:pPr marL="0" lvl="0" indent="0" algn="l" rtl="0">
                  <a:spcBef>
                    <a:spcPts val="0"/>
                  </a:spcBef>
                  <a:spcAft>
                    <a:spcPts val="0"/>
                  </a:spcAft>
                  <a:buNone/>
                </a:pPr>
                <a:r>
                  <a:rPr lang="en-US" dirty="0"/>
                  <a:t>Ipconfig /all</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Total IPv4 Address space : 4,294,967,296</a:t>
                </a:r>
              </a:p>
              <a:p>
                <a:pPr marL="0" lvl="0" indent="0" algn="l" rtl="0">
                  <a:spcBef>
                    <a:spcPts val="0"/>
                  </a:spcBef>
                  <a:spcAft>
                    <a:spcPts val="0"/>
                  </a:spcAft>
                  <a:buNone/>
                </a:pPr>
                <a:endParaRPr lang="en-US" dirty="0"/>
              </a:p>
              <a:p>
                <a:r>
                  <a:rPr lang="en-US" b="1" dirty="0"/>
                  <a:t>Size of IPv6 Address</a:t>
                </a:r>
              </a:p>
              <a:p>
                <a:r>
                  <a:rPr lang="en-US" dirty="0"/>
                  <a:t>An </a:t>
                </a:r>
                <a:r>
                  <a:rPr lang="en-US" b="1" dirty="0"/>
                  <a:t>IPv6 address is 128 bits long</a:t>
                </a:r>
                <a:r>
                  <a:rPr lang="en-US" dirty="0"/>
                  <a:t>.</a:t>
                </a:r>
              </a:p>
              <a:p>
                <a:r>
                  <a:rPr lang="en-US" dirty="0"/>
                  <a:t>Total possible addresses:</a:t>
                </a:r>
              </a:p>
              <a:p>
                <a14:m>
                  <m:oMath xmlns:m="http://schemas.openxmlformats.org/officeDocument/2006/math">
                    <m:sSup>
                      <m:sSupPr>
                        <m:ctrlPr>
                          <a:rPr lang="ar-AE" sz="1100" b="0" i="1" u="none" strike="noStrike" cap="none">
                            <a:solidFill>
                              <a:srgbClr val="000000"/>
                            </a:solidFill>
                            <a:latin typeface="Cambria Math" panose="02040503050406030204" pitchFamily="18" charset="0"/>
                            <a:ea typeface="Arial"/>
                            <a:cs typeface="Arial"/>
                            <a:sym typeface="Arial"/>
                          </a:rPr>
                        </m:ctrlPr>
                      </m:sSupPr>
                      <m:e>
                        <m:r>
                          <a:rPr lang="ar-AE" sz="1100" b="0" i="0" u="none" strike="noStrike" cap="none">
                            <a:solidFill>
                              <a:srgbClr val="000000"/>
                            </a:solidFill>
                            <a:latin typeface="Cambria Math" panose="02040503050406030204" pitchFamily="18" charset="0"/>
                            <a:ea typeface="Arial"/>
                            <a:cs typeface="Arial"/>
                            <a:sym typeface="Arial"/>
                          </a:rPr>
                          <m:t>2</m:t>
                        </m:r>
                      </m:e>
                      <m:sup>
                        <m:r>
                          <a:rPr lang="ar-AE" sz="1100" b="0" i="0" u="none" strike="noStrike" cap="none">
                            <a:solidFill>
                              <a:srgbClr val="000000"/>
                            </a:solidFill>
                            <a:latin typeface="Cambria Math" panose="02040503050406030204" pitchFamily="18" charset="0"/>
                            <a:ea typeface="Arial"/>
                            <a:cs typeface="Arial"/>
                            <a:sym typeface="Arial"/>
                          </a:rPr>
                          <m:t>128</m:t>
                        </m:r>
                      </m:sup>
                    </m:sSup>
                  </m:oMath>
                </a14:m>
                <a:endParaRPr lang="ar-AE" dirty="0"/>
              </a:p>
              <a:p>
                <a:r>
                  <a:rPr lang="en-US" b="1" dirty="0"/>
                  <a:t>Total IPv6 Address Space</a:t>
                </a:r>
              </a:p>
              <a:p>
                <a14:m>
                  <m:oMath xmlns:m="http://schemas.openxmlformats.org/officeDocument/2006/math">
                    <m:sSup>
                      <m:sSupPr>
                        <m:ctrlPr>
                          <a:rPr lang="ar-AE" sz="1100" b="0" i="1" u="none" strike="noStrike" cap="none">
                            <a:solidFill>
                              <a:srgbClr val="000000"/>
                            </a:solidFill>
                            <a:latin typeface="Cambria Math" panose="02040503050406030204" pitchFamily="18" charset="0"/>
                            <a:ea typeface="Arial"/>
                            <a:cs typeface="Arial"/>
                            <a:sym typeface="Arial"/>
                          </a:rPr>
                        </m:ctrlPr>
                      </m:sSupPr>
                      <m:e>
                        <m:r>
                          <a:rPr lang="ar-AE" sz="1100" b="0" i="0" u="none" strike="noStrike" cap="none">
                            <a:solidFill>
                              <a:srgbClr val="000000"/>
                            </a:solidFill>
                            <a:latin typeface="Cambria Math" panose="02040503050406030204" pitchFamily="18" charset="0"/>
                            <a:ea typeface="Arial"/>
                            <a:cs typeface="Arial"/>
                            <a:sym typeface="Arial"/>
                          </a:rPr>
                          <m:t>2</m:t>
                        </m:r>
                      </m:e>
                      <m:sup>
                        <m:r>
                          <a:rPr lang="ar-AE" sz="1100" b="0" i="0" u="none" strike="noStrike" cap="none">
                            <a:solidFill>
                              <a:srgbClr val="000000"/>
                            </a:solidFill>
                            <a:latin typeface="Cambria Math" panose="02040503050406030204" pitchFamily="18" charset="0"/>
                            <a:ea typeface="Arial"/>
                            <a:cs typeface="Arial"/>
                            <a:sym typeface="Arial"/>
                          </a:rPr>
                          <m:t>128</m:t>
                        </m:r>
                      </m:sup>
                    </m:sSup>
                    <m:r>
                      <a:rPr lang="ar-AE" sz="1100" b="0" i="0" u="none" strike="noStrike" cap="none">
                        <a:solidFill>
                          <a:srgbClr val="000000"/>
                        </a:solidFill>
                        <a:latin typeface="Cambria Math" panose="02040503050406030204" pitchFamily="18" charset="0"/>
                        <a:ea typeface="Arial"/>
                        <a:cs typeface="Arial"/>
                        <a:sym typeface="Arial"/>
                      </a:rPr>
                      <m:t>=</m:t>
                    </m:r>
                    <m:r>
                      <a:rPr lang="ar-AE" sz="1100" b="0" i="0" u="none" strike="noStrike" cap="none">
                        <a:solidFill>
                          <a:srgbClr val="000000"/>
                        </a:solidFill>
                        <a:latin typeface="Cambria Math" panose="02040503050406030204" pitchFamily="18" charset="0"/>
                        <a:ea typeface="Arial"/>
                        <a:cs typeface="Arial"/>
                        <a:sym typeface="Arial"/>
                      </a:rPr>
                      <m:t>340</m:t>
                    </m:r>
                    <m:r>
                      <a:rPr lang="ar-AE" sz="1100" b="0" i="0" u="none" strike="noStrike" cap="none">
                        <a:solidFill>
                          <a:srgbClr val="000000"/>
                        </a:solidFill>
                        <a:latin typeface="Cambria Math" panose="02040503050406030204" pitchFamily="18" charset="0"/>
                        <a:ea typeface="Arial"/>
                        <a:cs typeface="Arial"/>
                        <a:sym typeface="Arial"/>
                      </a:rPr>
                      <m:t>,</m:t>
                    </m:r>
                    <m:r>
                      <a:rPr lang="ar-AE" sz="1100" b="0" i="0" u="none" strike="noStrike" cap="none">
                        <a:solidFill>
                          <a:srgbClr val="000000"/>
                        </a:solidFill>
                        <a:latin typeface="Cambria Math" panose="02040503050406030204" pitchFamily="18" charset="0"/>
                        <a:ea typeface="Arial"/>
                        <a:cs typeface="Arial"/>
                        <a:sym typeface="Arial"/>
                      </a:rPr>
                      <m:t>282</m:t>
                    </m:r>
                    <m:r>
                      <a:rPr lang="ar-AE" sz="1100" b="0" i="0" u="none" strike="noStrike" cap="none">
                        <a:solidFill>
                          <a:srgbClr val="000000"/>
                        </a:solidFill>
                        <a:latin typeface="Cambria Math" panose="02040503050406030204" pitchFamily="18" charset="0"/>
                        <a:ea typeface="Arial"/>
                        <a:cs typeface="Arial"/>
                        <a:sym typeface="Arial"/>
                      </a:rPr>
                      <m:t>,</m:t>
                    </m:r>
                    <m:r>
                      <a:rPr lang="ar-AE" sz="1100" b="0" i="0" u="none" strike="noStrike" cap="none">
                        <a:solidFill>
                          <a:srgbClr val="000000"/>
                        </a:solidFill>
                        <a:latin typeface="Cambria Math" panose="02040503050406030204" pitchFamily="18" charset="0"/>
                        <a:ea typeface="Arial"/>
                        <a:cs typeface="Arial"/>
                        <a:sym typeface="Arial"/>
                      </a:rPr>
                      <m:t>366</m:t>
                    </m:r>
                    <m:r>
                      <a:rPr lang="ar-AE" sz="1100" b="0" i="0" u="none" strike="noStrike" cap="none">
                        <a:solidFill>
                          <a:srgbClr val="000000"/>
                        </a:solidFill>
                        <a:latin typeface="Cambria Math" panose="02040503050406030204" pitchFamily="18" charset="0"/>
                        <a:ea typeface="Arial"/>
                        <a:cs typeface="Arial"/>
                        <a:sym typeface="Arial"/>
                      </a:rPr>
                      <m:t>,</m:t>
                    </m:r>
                    <m:r>
                      <a:rPr lang="ar-AE" sz="1100" b="0" i="0" u="none" strike="noStrike" cap="none">
                        <a:solidFill>
                          <a:srgbClr val="000000"/>
                        </a:solidFill>
                        <a:latin typeface="Cambria Math" panose="02040503050406030204" pitchFamily="18" charset="0"/>
                        <a:ea typeface="Arial"/>
                        <a:cs typeface="Arial"/>
                        <a:sym typeface="Arial"/>
                      </a:rPr>
                      <m:t>920</m:t>
                    </m:r>
                    <m:r>
                      <a:rPr lang="ar-AE" sz="1100" b="0" i="0" u="none" strike="noStrike" cap="none">
                        <a:solidFill>
                          <a:srgbClr val="000000"/>
                        </a:solidFill>
                        <a:latin typeface="Cambria Math" panose="02040503050406030204" pitchFamily="18" charset="0"/>
                        <a:ea typeface="Arial"/>
                        <a:cs typeface="Arial"/>
                        <a:sym typeface="Arial"/>
                      </a:rPr>
                      <m:t>,</m:t>
                    </m:r>
                    <m:r>
                      <a:rPr lang="ar-AE" sz="1100" b="0" i="0" u="none" strike="noStrike" cap="none">
                        <a:solidFill>
                          <a:srgbClr val="000000"/>
                        </a:solidFill>
                        <a:latin typeface="Cambria Math" panose="02040503050406030204" pitchFamily="18" charset="0"/>
                        <a:ea typeface="Arial"/>
                        <a:cs typeface="Arial"/>
                        <a:sym typeface="Arial"/>
                      </a:rPr>
                      <m:t>938</m:t>
                    </m:r>
                    <m:r>
                      <a:rPr lang="ar-AE" sz="1100" b="0" i="0" u="none" strike="noStrike" cap="none">
                        <a:solidFill>
                          <a:srgbClr val="000000"/>
                        </a:solidFill>
                        <a:latin typeface="Cambria Math" panose="02040503050406030204" pitchFamily="18" charset="0"/>
                        <a:ea typeface="Arial"/>
                        <a:cs typeface="Arial"/>
                        <a:sym typeface="Arial"/>
                      </a:rPr>
                      <m:t>,</m:t>
                    </m:r>
                    <m:r>
                      <a:rPr lang="ar-AE" sz="1100" b="0" i="0" u="none" strike="noStrike" cap="none">
                        <a:solidFill>
                          <a:srgbClr val="000000"/>
                        </a:solidFill>
                        <a:latin typeface="Cambria Math" panose="02040503050406030204" pitchFamily="18" charset="0"/>
                        <a:ea typeface="Arial"/>
                        <a:cs typeface="Arial"/>
                        <a:sym typeface="Arial"/>
                      </a:rPr>
                      <m:t>463</m:t>
                    </m:r>
                    <m:r>
                      <a:rPr lang="ar-AE" sz="1100" b="0" i="0" u="none" strike="noStrike" cap="none">
                        <a:solidFill>
                          <a:srgbClr val="000000"/>
                        </a:solidFill>
                        <a:latin typeface="Cambria Math" panose="02040503050406030204" pitchFamily="18" charset="0"/>
                        <a:ea typeface="Arial"/>
                        <a:cs typeface="Arial"/>
                        <a:sym typeface="Arial"/>
                      </a:rPr>
                      <m:t>,</m:t>
                    </m:r>
                    <m:r>
                      <a:rPr lang="ar-AE" sz="1100" b="0" i="0" u="none" strike="noStrike" cap="none">
                        <a:solidFill>
                          <a:srgbClr val="000000"/>
                        </a:solidFill>
                        <a:latin typeface="Cambria Math" panose="02040503050406030204" pitchFamily="18" charset="0"/>
                        <a:ea typeface="Arial"/>
                        <a:cs typeface="Arial"/>
                        <a:sym typeface="Arial"/>
                      </a:rPr>
                      <m:t>463</m:t>
                    </m:r>
                    <m:r>
                      <a:rPr lang="ar-AE" sz="1100" b="0" i="0" u="none" strike="noStrike" cap="none">
                        <a:solidFill>
                          <a:srgbClr val="000000"/>
                        </a:solidFill>
                        <a:latin typeface="Cambria Math" panose="02040503050406030204" pitchFamily="18" charset="0"/>
                        <a:ea typeface="Arial"/>
                        <a:cs typeface="Arial"/>
                        <a:sym typeface="Arial"/>
                      </a:rPr>
                      <m:t>,</m:t>
                    </m:r>
                    <m:r>
                      <a:rPr lang="ar-AE" sz="1100" b="0" i="0" u="none" strike="noStrike" cap="none">
                        <a:solidFill>
                          <a:srgbClr val="000000"/>
                        </a:solidFill>
                        <a:latin typeface="Cambria Math" panose="02040503050406030204" pitchFamily="18" charset="0"/>
                        <a:ea typeface="Arial"/>
                        <a:cs typeface="Arial"/>
                        <a:sym typeface="Arial"/>
                      </a:rPr>
                      <m:t>374</m:t>
                    </m:r>
                    <m:r>
                      <a:rPr lang="ar-AE" sz="1100" b="0" i="0" u="none" strike="noStrike" cap="none">
                        <a:solidFill>
                          <a:srgbClr val="000000"/>
                        </a:solidFill>
                        <a:latin typeface="Cambria Math" panose="02040503050406030204" pitchFamily="18" charset="0"/>
                        <a:ea typeface="Arial"/>
                        <a:cs typeface="Arial"/>
                        <a:sym typeface="Arial"/>
                      </a:rPr>
                      <m:t>,</m:t>
                    </m:r>
                    <m:r>
                      <a:rPr lang="ar-AE" sz="1100" b="0" i="0" u="none" strike="noStrike" cap="none">
                        <a:solidFill>
                          <a:srgbClr val="000000"/>
                        </a:solidFill>
                        <a:latin typeface="Cambria Math" panose="02040503050406030204" pitchFamily="18" charset="0"/>
                        <a:ea typeface="Arial"/>
                        <a:cs typeface="Arial"/>
                        <a:sym typeface="Arial"/>
                      </a:rPr>
                      <m:t>607</m:t>
                    </m:r>
                    <m:r>
                      <a:rPr lang="ar-AE" sz="1100" b="0" i="0" u="none" strike="noStrike" cap="none">
                        <a:solidFill>
                          <a:srgbClr val="000000"/>
                        </a:solidFill>
                        <a:latin typeface="Cambria Math" panose="02040503050406030204" pitchFamily="18" charset="0"/>
                        <a:ea typeface="Arial"/>
                        <a:cs typeface="Arial"/>
                        <a:sym typeface="Arial"/>
                      </a:rPr>
                      <m:t>,</m:t>
                    </m:r>
                    <m:r>
                      <a:rPr lang="ar-AE" sz="1100" b="0" i="0" u="none" strike="noStrike" cap="none">
                        <a:solidFill>
                          <a:srgbClr val="000000"/>
                        </a:solidFill>
                        <a:latin typeface="Cambria Math" panose="02040503050406030204" pitchFamily="18" charset="0"/>
                        <a:ea typeface="Arial"/>
                        <a:cs typeface="Arial"/>
                        <a:sym typeface="Arial"/>
                      </a:rPr>
                      <m:t>431</m:t>
                    </m:r>
                    <m:r>
                      <a:rPr lang="ar-AE" sz="1100" b="0" i="0" u="none" strike="noStrike" cap="none">
                        <a:solidFill>
                          <a:srgbClr val="000000"/>
                        </a:solidFill>
                        <a:latin typeface="Cambria Math" panose="02040503050406030204" pitchFamily="18" charset="0"/>
                        <a:ea typeface="Arial"/>
                        <a:cs typeface="Arial"/>
                        <a:sym typeface="Arial"/>
                      </a:rPr>
                      <m:t>,</m:t>
                    </m:r>
                    <m:r>
                      <a:rPr lang="ar-AE" sz="1100" b="0" i="0" u="none" strike="noStrike" cap="none">
                        <a:solidFill>
                          <a:srgbClr val="000000"/>
                        </a:solidFill>
                        <a:latin typeface="Cambria Math" panose="02040503050406030204" pitchFamily="18" charset="0"/>
                        <a:ea typeface="Arial"/>
                        <a:cs typeface="Arial"/>
                        <a:sym typeface="Arial"/>
                      </a:rPr>
                      <m:t>768</m:t>
                    </m:r>
                    <m:r>
                      <a:rPr lang="ar-AE" sz="1100" b="0" i="0" u="none" strike="noStrike" cap="none">
                        <a:solidFill>
                          <a:srgbClr val="000000"/>
                        </a:solidFill>
                        <a:latin typeface="Cambria Math" panose="02040503050406030204" pitchFamily="18" charset="0"/>
                        <a:ea typeface="Arial"/>
                        <a:cs typeface="Arial"/>
                        <a:sym typeface="Arial"/>
                      </a:rPr>
                      <m:t>,</m:t>
                    </m:r>
                    <m:r>
                      <a:rPr lang="ar-AE" sz="1100" b="0" i="0" u="none" strike="noStrike" cap="none">
                        <a:solidFill>
                          <a:srgbClr val="000000"/>
                        </a:solidFill>
                        <a:latin typeface="Cambria Math" panose="02040503050406030204" pitchFamily="18" charset="0"/>
                        <a:ea typeface="Arial"/>
                        <a:cs typeface="Arial"/>
                        <a:sym typeface="Arial"/>
                      </a:rPr>
                      <m:t>211</m:t>
                    </m:r>
                    <m:r>
                      <a:rPr lang="ar-AE" sz="1100" b="0" i="0" u="none" strike="noStrike" cap="none">
                        <a:solidFill>
                          <a:srgbClr val="000000"/>
                        </a:solidFill>
                        <a:latin typeface="Cambria Math" panose="02040503050406030204" pitchFamily="18" charset="0"/>
                        <a:ea typeface="Arial"/>
                        <a:cs typeface="Arial"/>
                        <a:sym typeface="Arial"/>
                      </a:rPr>
                      <m:t>,</m:t>
                    </m:r>
                    <m:r>
                      <a:rPr lang="ar-AE" sz="1100" b="0" i="0" u="none" strike="noStrike" cap="none">
                        <a:solidFill>
                          <a:srgbClr val="000000"/>
                        </a:solidFill>
                        <a:latin typeface="Cambria Math" panose="02040503050406030204" pitchFamily="18" charset="0"/>
                        <a:ea typeface="Arial"/>
                        <a:cs typeface="Arial"/>
                        <a:sym typeface="Arial"/>
                      </a:rPr>
                      <m:t>456</m:t>
                    </m:r>
                  </m:oMath>
                </a14:m>
                <a:endParaRPr lang="ar-AE" dirty="0"/>
              </a:p>
              <a:p>
                <a:r>
                  <a:rPr lang="en-US" dirty="0"/>
                  <a:t>That is approximately:</a:t>
                </a:r>
              </a:p>
              <a:p>
                <a:r>
                  <a:rPr lang="en-US" b="1" dirty="0"/>
                  <a:t>340 undecillion addresses</a:t>
                </a:r>
                <a:br>
                  <a:rPr lang="en-US" dirty="0"/>
                </a:br>
                <a:r>
                  <a:rPr lang="en-US" dirty="0"/>
                  <a:t>or</a:t>
                </a:r>
                <a:br>
                  <a:rPr lang="en-US" dirty="0"/>
                </a:br>
                <a:r>
                  <a:rPr lang="en-US" b="1" dirty="0"/>
                  <a:t>3.4 × 10³⁸ addresses</a:t>
                </a:r>
                <a:endParaRPr lang="en-US" dirty="0"/>
              </a:p>
              <a:p>
                <a:r>
                  <a:rPr lang="en-US" b="1" dirty="0"/>
                  <a:t>Example IPv6 Address</a:t>
                </a:r>
              </a:p>
              <a:p>
                <a:pPr rtl="0"/>
                <a:r>
                  <a:rPr lang="en-US" sz="1100" b="0" i="0" u="none" strike="noStrike" cap="none" dirty="0">
                    <a:solidFill>
                      <a:srgbClr val="000000"/>
                    </a:solidFill>
                    <a:latin typeface="Arial"/>
                    <a:ea typeface="Arial"/>
                    <a:cs typeface="Arial"/>
                    <a:sym typeface="Arial"/>
                  </a:rPr>
                  <a:t>2001:0db8:85a3:0000:0000:8a2e:0370:7334</a:t>
                </a:r>
              </a:p>
              <a:p>
                <a:pPr rtl="0"/>
                <a:endParaRPr lang="en-US" sz="1100" b="0" i="0" u="none" strike="noStrike" cap="none" dirty="0">
                  <a:solidFill>
                    <a:srgbClr val="000000"/>
                  </a:solidFill>
                  <a:latin typeface="Arial"/>
                  <a:ea typeface="Arial"/>
                  <a:cs typeface="Arial"/>
                  <a:sym typeface="Arial"/>
                </a:endParaRPr>
              </a:p>
              <a:p>
                <a:r>
                  <a:rPr lang="en-US" sz="1100" b="1" i="0" u="none" strike="noStrike" cap="none" dirty="0">
                    <a:solidFill>
                      <a:srgbClr val="000000"/>
                    </a:solidFill>
                    <a:effectLst/>
                    <a:latin typeface="Arial"/>
                    <a:ea typeface="Arial"/>
                    <a:cs typeface="Arial"/>
                    <a:sym typeface="Arial"/>
                  </a:rPr>
                  <a:t>Class</a:t>
                </a:r>
                <a:endParaRPr lang="en-US" sz="1100" b="0" i="0" u="none" strike="noStrike" cap="none" dirty="0">
                  <a:solidFill>
                    <a:srgbClr val="000000"/>
                  </a:solidFill>
                  <a:effectLst/>
                  <a:latin typeface="Arial"/>
                  <a:ea typeface="Arial"/>
                  <a:cs typeface="Arial"/>
                  <a:sym typeface="Arial"/>
                </a:endParaRPr>
              </a:p>
              <a:p>
                <a:r>
                  <a:rPr lang="en-US" sz="1100" b="1" i="0" u="none" strike="noStrike" cap="none" dirty="0">
                    <a:solidFill>
                      <a:srgbClr val="000000"/>
                    </a:solidFill>
                    <a:effectLst/>
                    <a:latin typeface="Arial"/>
                    <a:ea typeface="Arial"/>
                    <a:cs typeface="Arial"/>
                    <a:sym typeface="Arial"/>
                  </a:rPr>
                  <a:t>First Octet Range</a:t>
                </a:r>
                <a:endParaRPr lang="en-US" sz="1100" b="0" i="0" u="none" strike="noStrike" cap="none" dirty="0">
                  <a:solidFill>
                    <a:srgbClr val="000000"/>
                  </a:solidFill>
                  <a:effectLst/>
                  <a:latin typeface="Arial"/>
                  <a:ea typeface="Arial"/>
                  <a:cs typeface="Arial"/>
                  <a:sym typeface="Arial"/>
                </a:endParaRPr>
              </a:p>
              <a:p>
                <a:r>
                  <a:rPr lang="en-US" sz="1100" b="1" i="0" u="none" strike="noStrike" cap="none" dirty="0">
                    <a:solidFill>
                      <a:srgbClr val="000000"/>
                    </a:solidFill>
                    <a:effectLst/>
                    <a:latin typeface="Arial"/>
                    <a:ea typeface="Arial"/>
                    <a:cs typeface="Arial"/>
                    <a:sym typeface="Arial"/>
                  </a:rPr>
                  <a:t>Default Mask</a:t>
                </a:r>
                <a:endParaRPr lang="en-US" sz="1100" b="0" i="0" u="none" strike="noStrike" cap="none" dirty="0">
                  <a:solidFill>
                    <a:srgbClr val="000000"/>
                  </a:solidFill>
                  <a:effectLst/>
                  <a:latin typeface="Arial"/>
                  <a:ea typeface="Arial"/>
                  <a:cs typeface="Arial"/>
                  <a:sym typeface="Arial"/>
                </a:endParaRPr>
              </a:p>
              <a:p>
                <a:r>
                  <a:rPr lang="en-US" sz="1100" b="1" i="0" u="none" strike="noStrike" cap="none" dirty="0">
                    <a:solidFill>
                      <a:srgbClr val="000000"/>
                    </a:solidFill>
                    <a:effectLst/>
                    <a:latin typeface="Arial"/>
                    <a:ea typeface="Arial"/>
                    <a:cs typeface="Arial"/>
                    <a:sym typeface="Arial"/>
                  </a:rPr>
                  <a:t>Networks</a:t>
                </a:r>
                <a:endParaRPr lang="en-US" sz="1100" b="0" i="0" u="none" strike="noStrike" cap="none" dirty="0">
                  <a:solidFill>
                    <a:srgbClr val="000000"/>
                  </a:solidFill>
                  <a:effectLst/>
                  <a:latin typeface="Arial"/>
                  <a:ea typeface="Arial"/>
                  <a:cs typeface="Arial"/>
                  <a:sym typeface="Arial"/>
                </a:endParaRPr>
              </a:p>
              <a:p>
                <a:r>
                  <a:rPr lang="en-US" sz="1100" b="1" i="0" u="none" strike="noStrike" cap="none" dirty="0">
                    <a:solidFill>
                      <a:srgbClr val="000000"/>
                    </a:solidFill>
                    <a:effectLst/>
                    <a:latin typeface="Arial"/>
                    <a:ea typeface="Arial"/>
                    <a:cs typeface="Arial"/>
                    <a:sym typeface="Arial"/>
                  </a:rPr>
                  <a:t>Hosts per Network</a:t>
                </a:r>
                <a:endParaRPr lang="en-US" sz="1100" b="0" i="0" u="none" strike="noStrike" cap="none" dirty="0">
                  <a:solidFill>
                    <a:srgbClr val="000000"/>
                  </a:solidFill>
                  <a:effectLst/>
                  <a:latin typeface="Arial"/>
                  <a:ea typeface="Arial"/>
                  <a:cs typeface="Arial"/>
                  <a:sym typeface="Arial"/>
                </a:endParaRPr>
              </a:p>
              <a:p>
                <a:r>
                  <a:rPr lang="en-US" sz="1100" b="1" i="0" u="none" strike="noStrike" cap="none" dirty="0">
                    <a:solidFill>
                      <a:srgbClr val="000000"/>
                    </a:solidFill>
                    <a:effectLst/>
                    <a:latin typeface="Arial"/>
                    <a:ea typeface="Arial"/>
                    <a:cs typeface="Arial"/>
                    <a:sym typeface="Arial"/>
                  </a:rPr>
                  <a:t>A</a:t>
                </a:r>
                <a:endParaRPr lang="en-US" sz="1100" b="0" i="0" u="none" strike="noStrike" cap="none" dirty="0">
                  <a:solidFill>
                    <a:srgbClr val="000000"/>
                  </a:solidFill>
                  <a:effectLst/>
                  <a:latin typeface="Arial"/>
                  <a:ea typeface="Arial"/>
                  <a:cs typeface="Arial"/>
                  <a:sym typeface="Arial"/>
                </a:endParaRPr>
              </a:p>
              <a:p>
                <a:r>
                  <a:rPr lang="en-US" sz="1100" b="0" i="0" u="none" strike="noStrike" cap="none" dirty="0">
                    <a:solidFill>
                      <a:srgbClr val="000000"/>
                    </a:solidFill>
                    <a:effectLst/>
                    <a:latin typeface="Arial"/>
                    <a:ea typeface="Arial"/>
                    <a:cs typeface="Arial"/>
                    <a:sym typeface="Arial"/>
                  </a:rPr>
                  <a:t>1–126</a:t>
                </a:r>
              </a:p>
              <a:p>
                <a:r>
                  <a:rPr lang="en-US" sz="1100" b="0" i="0" u="none" strike="noStrike" cap="none" dirty="0">
                    <a:solidFill>
                      <a:srgbClr val="000000"/>
                    </a:solidFill>
                    <a:effectLst/>
                    <a:latin typeface="Arial"/>
                    <a:ea typeface="Arial"/>
                    <a:cs typeface="Arial"/>
                    <a:sym typeface="Arial"/>
                  </a:rPr>
                  <a:t>255.0.0.0</a:t>
                </a:r>
              </a:p>
              <a:p>
                <a:r>
                  <a:rPr lang="en-US" sz="1100" b="0" i="0" u="none" strike="noStrike" cap="none" dirty="0">
                    <a:solidFill>
                      <a:srgbClr val="000000"/>
                    </a:solidFill>
                    <a:effectLst/>
                    <a:latin typeface="Arial"/>
                    <a:ea typeface="Arial"/>
                    <a:cs typeface="Arial"/>
                    <a:sym typeface="Arial"/>
                  </a:rPr>
                  <a:t>126</a:t>
                </a:r>
              </a:p>
              <a:p>
                <a:r>
                  <a:rPr lang="en-US" sz="1100" b="0" i="0" u="none" strike="noStrike" cap="none" dirty="0">
                    <a:solidFill>
                      <a:srgbClr val="000000"/>
                    </a:solidFill>
                    <a:effectLst/>
                    <a:latin typeface="Arial"/>
                    <a:ea typeface="Arial"/>
                    <a:cs typeface="Arial"/>
                    <a:sym typeface="Arial"/>
                  </a:rPr>
                  <a:t>16,777,214</a:t>
                </a:r>
              </a:p>
              <a:p>
                <a:r>
                  <a:rPr lang="en-US" sz="1100" b="1" i="0" u="none" strike="noStrike" cap="none" dirty="0">
                    <a:solidFill>
                      <a:srgbClr val="000000"/>
                    </a:solidFill>
                    <a:effectLst/>
                    <a:latin typeface="Arial"/>
                    <a:ea typeface="Arial"/>
                    <a:cs typeface="Arial"/>
                    <a:sym typeface="Arial"/>
                  </a:rPr>
                  <a:t>B</a:t>
                </a:r>
                <a:endParaRPr lang="en-US" sz="1100" b="0" i="0" u="none" strike="noStrike" cap="none" dirty="0">
                  <a:solidFill>
                    <a:srgbClr val="000000"/>
                  </a:solidFill>
                  <a:effectLst/>
                  <a:latin typeface="Arial"/>
                  <a:ea typeface="Arial"/>
                  <a:cs typeface="Arial"/>
                  <a:sym typeface="Arial"/>
                </a:endParaRPr>
              </a:p>
              <a:p>
                <a:r>
                  <a:rPr lang="en-US" sz="1100" b="0" i="0" u="none" strike="noStrike" cap="none" dirty="0">
                    <a:solidFill>
                      <a:srgbClr val="000000"/>
                    </a:solidFill>
                    <a:effectLst/>
                    <a:latin typeface="Arial"/>
                    <a:ea typeface="Arial"/>
                    <a:cs typeface="Arial"/>
                    <a:sym typeface="Arial"/>
                  </a:rPr>
                  <a:t>128–191</a:t>
                </a:r>
              </a:p>
              <a:p>
                <a:r>
                  <a:rPr lang="en-US" sz="1100" b="0" i="0" u="none" strike="noStrike" cap="none" dirty="0">
                    <a:solidFill>
                      <a:srgbClr val="000000"/>
                    </a:solidFill>
                    <a:effectLst/>
                    <a:latin typeface="Arial"/>
                    <a:ea typeface="Arial"/>
                    <a:cs typeface="Arial"/>
                    <a:sym typeface="Arial"/>
                  </a:rPr>
                  <a:t>255.255.0.0</a:t>
                </a:r>
              </a:p>
              <a:p>
                <a:r>
                  <a:rPr lang="en-US" sz="1100" b="0" i="0" u="none" strike="noStrike" cap="none" dirty="0">
                    <a:solidFill>
                      <a:srgbClr val="000000"/>
                    </a:solidFill>
                    <a:effectLst/>
                    <a:latin typeface="Arial"/>
                    <a:ea typeface="Arial"/>
                    <a:cs typeface="Arial"/>
                    <a:sym typeface="Arial"/>
                  </a:rPr>
                  <a:t>16,384</a:t>
                </a:r>
              </a:p>
              <a:p>
                <a:r>
                  <a:rPr lang="en-US" sz="1100" b="0" i="0" u="none" strike="noStrike" cap="none" dirty="0">
                    <a:solidFill>
                      <a:srgbClr val="000000"/>
                    </a:solidFill>
                    <a:effectLst/>
                    <a:latin typeface="Arial"/>
                    <a:ea typeface="Arial"/>
                    <a:cs typeface="Arial"/>
                    <a:sym typeface="Arial"/>
                  </a:rPr>
                  <a:t>65,534</a:t>
                </a:r>
              </a:p>
              <a:p>
                <a:r>
                  <a:rPr lang="en-US" sz="1100" b="1" i="0" u="none" strike="noStrike" cap="none" dirty="0">
                    <a:solidFill>
                      <a:srgbClr val="000000"/>
                    </a:solidFill>
                    <a:effectLst/>
                    <a:latin typeface="Arial"/>
                    <a:ea typeface="Arial"/>
                    <a:cs typeface="Arial"/>
                    <a:sym typeface="Arial"/>
                  </a:rPr>
                  <a:t>C</a:t>
                </a:r>
                <a:endParaRPr lang="en-US" sz="1100" b="0" i="0" u="none" strike="noStrike" cap="none" dirty="0">
                  <a:solidFill>
                    <a:srgbClr val="000000"/>
                  </a:solidFill>
                  <a:effectLst/>
                  <a:latin typeface="Arial"/>
                  <a:ea typeface="Arial"/>
                  <a:cs typeface="Arial"/>
                  <a:sym typeface="Arial"/>
                </a:endParaRPr>
              </a:p>
              <a:p>
                <a:r>
                  <a:rPr lang="en-US" sz="1100" b="0" i="0" u="none" strike="noStrike" cap="none" dirty="0">
                    <a:solidFill>
                      <a:srgbClr val="000000"/>
                    </a:solidFill>
                    <a:effectLst/>
                    <a:latin typeface="Arial"/>
                    <a:ea typeface="Arial"/>
                    <a:cs typeface="Arial"/>
                    <a:sym typeface="Arial"/>
                  </a:rPr>
                  <a:t>192–223</a:t>
                </a:r>
              </a:p>
              <a:p>
                <a:r>
                  <a:rPr lang="en-US" sz="1100" b="0" i="0" u="none" strike="noStrike" cap="none" dirty="0">
                    <a:solidFill>
                      <a:srgbClr val="000000"/>
                    </a:solidFill>
                    <a:effectLst/>
                    <a:latin typeface="Arial"/>
                    <a:ea typeface="Arial"/>
                    <a:cs typeface="Arial"/>
                    <a:sym typeface="Arial"/>
                  </a:rPr>
                  <a:t>255.255.255.0</a:t>
                </a:r>
              </a:p>
              <a:p>
                <a:r>
                  <a:rPr lang="en-US" sz="1100" b="0" i="0" u="none" strike="noStrike" cap="none" dirty="0">
                    <a:solidFill>
                      <a:srgbClr val="000000"/>
                    </a:solidFill>
                    <a:effectLst/>
                    <a:latin typeface="Arial"/>
                    <a:ea typeface="Arial"/>
                    <a:cs typeface="Arial"/>
                    <a:sym typeface="Arial"/>
                  </a:rPr>
                  <a:t>2,097,152</a:t>
                </a:r>
              </a:p>
              <a:p>
                <a:r>
                  <a:rPr lang="en-US" sz="1100" b="0" i="0" u="none" strike="noStrike" cap="none" dirty="0">
                    <a:solidFill>
                      <a:srgbClr val="000000"/>
                    </a:solidFill>
                    <a:effectLst/>
                    <a:latin typeface="Arial"/>
                    <a:ea typeface="Arial"/>
                    <a:cs typeface="Arial"/>
                    <a:sym typeface="Arial"/>
                  </a:rPr>
                  <a:t>254</a:t>
                </a:r>
              </a:p>
              <a:p>
                <a:pPr rtl="0"/>
                <a:endParaRPr lang="en-US" sz="1100" b="0" i="0" u="none" strike="noStrike" cap="none" dirty="0">
                  <a:solidFill>
                    <a:srgbClr val="000000"/>
                  </a:solidFill>
                  <a:latin typeface="Arial"/>
                  <a:ea typeface="Arial"/>
                  <a:cs typeface="Arial"/>
                  <a:sym typeface="Arial"/>
                </a:endParaRPr>
              </a:p>
              <a:p>
                <a:pPr marL="0" lvl="0" indent="0" algn="l" rtl="0">
                  <a:spcBef>
                    <a:spcPts val="0"/>
                  </a:spcBef>
                  <a:spcAft>
                    <a:spcPts val="0"/>
                  </a:spcAft>
                  <a:buNone/>
                </a:pPr>
                <a:endParaRPr lang="en-US" dirty="0"/>
              </a:p>
              <a:p>
                <a:pPr marL="0" lvl="0" indent="0" algn="l" rtl="0">
                  <a:spcBef>
                    <a:spcPts val="0"/>
                  </a:spcBef>
                  <a:spcAft>
                    <a:spcPts val="0"/>
                  </a:spcAft>
                  <a:buNone/>
                </a:pPr>
                <a:endParaRPr dirty="0"/>
              </a:p>
            </p:txBody>
          </p:sp>
        </mc:Choice>
        <mc:Fallback xmlns="">
          <p:sp>
            <p:nvSpPr>
              <p:cNvPr id="339" name="Google Shape;339;gce414f90c7_0_295:notes"/>
              <p:cNvSpPr txBox="1">
                <a:spLocks noGrp="1"/>
              </p:cNvSpPr>
              <p:nvPr>
                <p:ph type="body" idx="1"/>
              </p:nvPr>
            </p:nvSpPr>
            <p:spPr>
              <a:xfrm>
                <a:off x="412750" y="4201079"/>
                <a:ext cx="5961000" cy="4485000"/>
              </a:xfrm>
              <a:prstGeom prst="rect">
                <a:avLst/>
              </a:prstGeom>
              <a:noFill/>
              <a:ln>
                <a:noFill/>
              </a:ln>
            </p:spPr>
            <p:txBody>
              <a:bodyPr spcFirstLastPara="1" wrap="square" lIns="86175" tIns="43075" rIns="86175" bIns="43075" anchor="t" anchorCtr="0">
                <a:noAutofit/>
              </a:bodyPr>
              <a:lstStyle/>
              <a:p>
                <a:pPr marL="0" lvl="0" indent="0" algn="l" rtl="0">
                  <a:spcBef>
                    <a:spcPts val="0"/>
                  </a:spcBef>
                  <a:spcAft>
                    <a:spcPts val="0"/>
                  </a:spcAft>
                  <a:buNone/>
                </a:pPr>
                <a:r>
                  <a:rPr lang="en-US" dirty="0"/>
                  <a:t>Ipconfig /all</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Total IPv4 Address space : 4,294,967,296</a:t>
                </a:r>
              </a:p>
              <a:p>
                <a:pPr marL="0" lvl="0" indent="0" algn="l" rtl="0">
                  <a:spcBef>
                    <a:spcPts val="0"/>
                  </a:spcBef>
                  <a:spcAft>
                    <a:spcPts val="0"/>
                  </a:spcAft>
                  <a:buNone/>
                </a:pPr>
                <a:endParaRPr lang="en-US" dirty="0"/>
              </a:p>
              <a:p>
                <a:r>
                  <a:rPr lang="en-US" b="1" dirty="0"/>
                  <a:t>Size of IPv6 Address</a:t>
                </a:r>
              </a:p>
              <a:p>
                <a:r>
                  <a:rPr lang="en-US" dirty="0"/>
                  <a:t>An </a:t>
                </a:r>
                <a:r>
                  <a:rPr lang="en-US" b="1" dirty="0"/>
                  <a:t>IPv6 address is 128 bits long</a:t>
                </a:r>
                <a:r>
                  <a:rPr lang="en-US" dirty="0"/>
                  <a:t>.</a:t>
                </a:r>
              </a:p>
              <a:p>
                <a:r>
                  <a:rPr lang="en-US" dirty="0"/>
                  <a:t>Total possible addresses:</a:t>
                </a:r>
              </a:p>
              <a:p>
                <a:r>
                  <a:rPr lang="ar-AE" sz="1100" b="0" i="0" u="none" strike="noStrike" cap="none">
                    <a:solidFill>
                      <a:srgbClr val="000000"/>
                    </a:solidFill>
                    <a:latin typeface="Arial"/>
                    <a:ea typeface="Arial"/>
                    <a:cs typeface="Arial"/>
                    <a:sym typeface="Arial"/>
                  </a:rPr>
                  <a:t>2^128</a:t>
                </a:r>
                <a:endParaRPr lang="ar-AE" dirty="0"/>
              </a:p>
              <a:p>
                <a:r>
                  <a:rPr lang="en-US" b="1" dirty="0"/>
                  <a:t>Total IPv6 Address Space</a:t>
                </a:r>
              </a:p>
              <a:p>
                <a:r>
                  <a:rPr lang="ar-AE" sz="1100" b="0" i="0" u="none" strike="noStrike" cap="none">
                    <a:solidFill>
                      <a:srgbClr val="000000"/>
                    </a:solidFill>
                    <a:latin typeface="Arial"/>
                    <a:ea typeface="Arial"/>
                    <a:cs typeface="Arial"/>
                    <a:sym typeface="Arial"/>
                  </a:rPr>
                  <a:t>2^128=340,282,366,920,938,463,463,374,607,431,768,211,456</a:t>
                </a:r>
                <a:endParaRPr lang="ar-AE" dirty="0"/>
              </a:p>
              <a:p>
                <a:r>
                  <a:rPr lang="en-US" dirty="0"/>
                  <a:t>That is approximately:</a:t>
                </a:r>
              </a:p>
              <a:p>
                <a:r>
                  <a:rPr lang="en-US" b="1" dirty="0"/>
                  <a:t>340 undecillion addresses</a:t>
                </a:r>
                <a:br>
                  <a:rPr lang="en-US" dirty="0"/>
                </a:br>
                <a:r>
                  <a:rPr lang="en-US" dirty="0"/>
                  <a:t>or</a:t>
                </a:r>
                <a:br>
                  <a:rPr lang="en-US" dirty="0"/>
                </a:br>
                <a:r>
                  <a:rPr lang="en-US" b="1" dirty="0"/>
                  <a:t>3.4 × 10³⁸ addresses</a:t>
                </a:r>
                <a:endParaRPr lang="en-US" dirty="0"/>
              </a:p>
              <a:p>
                <a:r>
                  <a:rPr lang="en-US" b="1" dirty="0"/>
                  <a:t>Example IPv6 Address</a:t>
                </a:r>
              </a:p>
              <a:p>
                <a:pPr rtl="0"/>
                <a:r>
                  <a:rPr lang="en-US" sz="1100" b="0" i="0" u="none" strike="noStrike" cap="none" dirty="0">
                    <a:solidFill>
                      <a:srgbClr val="000000"/>
                    </a:solidFill>
                    <a:latin typeface="Arial"/>
                    <a:ea typeface="Arial"/>
                    <a:cs typeface="Arial"/>
                    <a:sym typeface="Arial"/>
                  </a:rPr>
                  <a:t>2001:0db8:85a3:0000:0000:8a2e:0370:7334</a:t>
                </a:r>
              </a:p>
              <a:p>
                <a:pPr marL="0" lvl="0" indent="0" algn="l" rtl="0">
                  <a:spcBef>
                    <a:spcPts val="0"/>
                  </a:spcBef>
                  <a:spcAft>
                    <a:spcPts val="0"/>
                  </a:spcAft>
                  <a:buNone/>
                </a:pPr>
                <a:endParaRPr lang="en-US" dirty="0"/>
              </a:p>
              <a:p>
                <a:pPr marL="0" lvl="0" indent="0" algn="l" rtl="0">
                  <a:spcBef>
                    <a:spcPts val="0"/>
                  </a:spcBef>
                  <a:spcAft>
                    <a:spcPts val="0"/>
                  </a:spcAft>
                  <a:buNone/>
                </a:pPr>
                <a:endParaRPr dirty="0"/>
              </a:p>
            </p:txBody>
          </p:sp>
        </mc:Fallback>
      </mc:AlternateContent>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3"/>
        <p:cNvGrpSpPr/>
        <p:nvPr/>
      </p:nvGrpSpPr>
      <p:grpSpPr>
        <a:xfrm>
          <a:off x="0" y="0"/>
          <a:ext cx="0" cy="0"/>
          <a:chOff x="0" y="0"/>
          <a:chExt cx="0" cy="0"/>
        </a:xfrm>
      </p:grpSpPr>
      <p:sp>
        <p:nvSpPr>
          <p:cNvPr id="364" name="Google Shape;364;gce414f90c7_0_360:notes"/>
          <p:cNvSpPr>
            <a:spLocks noGrp="1" noRot="1" noChangeAspect="1"/>
          </p:cNvSpPr>
          <p:nvPr>
            <p:ph type="sldImg" idx="2"/>
          </p:nvPr>
        </p:nvSpPr>
        <p:spPr>
          <a:xfrm>
            <a:off x="136525" y="217488"/>
            <a:ext cx="6584950" cy="370522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5" name="Google Shape;365;gce414f90c7_0_360:notes"/>
          <p:cNvSpPr txBox="1">
            <a:spLocks noGrp="1"/>
          </p:cNvSpPr>
          <p:nvPr>
            <p:ph type="body" idx="1"/>
          </p:nvPr>
        </p:nvSpPr>
        <p:spPr>
          <a:xfrm>
            <a:off x="412750" y="4201079"/>
            <a:ext cx="5961000" cy="4485000"/>
          </a:xfrm>
          <a:prstGeom prst="rect">
            <a:avLst/>
          </a:prstGeom>
          <a:noFill/>
          <a:ln>
            <a:noFill/>
          </a:ln>
        </p:spPr>
        <p:txBody>
          <a:bodyPr spcFirstLastPara="1" wrap="square" lIns="86175" tIns="43075" rIns="86175" bIns="43075" anchor="t" anchorCtr="0">
            <a:noAutofit/>
          </a:bodyPr>
          <a:lstStyle/>
          <a:p>
            <a:pPr marL="0" lvl="0" indent="0" algn="l" rtl="0">
              <a:spcBef>
                <a:spcPts val="0"/>
              </a:spcBef>
              <a:spcAft>
                <a:spcPts val="0"/>
              </a:spcAft>
              <a:buNone/>
            </a:pPr>
            <a:r>
              <a:rPr lang="en-US" dirty="0" err="1"/>
              <a:t>Nslookup</a:t>
            </a:r>
            <a:r>
              <a:rPr lang="en-US" dirty="0"/>
              <a:t> </a:t>
            </a:r>
            <a:r>
              <a:rPr lang="en-US" dirty="0">
                <a:sym typeface="Wingdings" panose="05000000000000000000" pitchFamily="2" charset="2"/>
              </a:rPr>
              <a:t> mycourses.rit.edu</a:t>
            </a:r>
          </a:p>
          <a:p>
            <a:pPr marL="0" lvl="0" indent="0" algn="l" rtl="0">
              <a:spcBef>
                <a:spcPts val="0"/>
              </a:spcBef>
              <a:spcAft>
                <a:spcPts val="0"/>
              </a:spcAft>
              <a:buNone/>
            </a:pPr>
            <a:r>
              <a:rPr lang="en-US" dirty="0">
                <a:sym typeface="Wingdings" panose="05000000000000000000" pitchFamily="2" charset="2"/>
              </a:rPr>
              <a:t>Se.rit.edu</a:t>
            </a:r>
          </a:p>
          <a:p>
            <a:pPr marL="0" lvl="0" indent="0" algn="l" rtl="0">
              <a:spcBef>
                <a:spcPts val="0"/>
              </a:spcBef>
              <a:spcAft>
                <a:spcPts val="0"/>
              </a:spcAft>
              <a:buNone/>
            </a:pPr>
            <a:endParaRPr lang="en-US" dirty="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dirty="0"/>
              <a:t>ipconfig /</a:t>
            </a:r>
            <a:r>
              <a:rPr lang="en-US" dirty="0" err="1"/>
              <a:t>displaydns</a:t>
            </a:r>
            <a:endParaRPr lang="en-US" dirty="0"/>
          </a:p>
          <a:p>
            <a:pPr marL="0" lvl="0" indent="0" algn="l" rtl="0">
              <a:spcBef>
                <a:spcPts val="0"/>
              </a:spcBef>
              <a:spcAft>
                <a:spcPts val="0"/>
              </a:spcAft>
              <a:buNone/>
            </a:pPr>
            <a:r>
              <a:rPr lang="en-US" dirty="0"/>
              <a:t>Ipconfig /</a:t>
            </a:r>
            <a:r>
              <a:rPr lang="en-US" dirty="0" err="1"/>
              <a:t>flushdns</a:t>
            </a:r>
            <a:endParaRPr dirty="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2"/>
        <p:cNvGrpSpPr/>
        <p:nvPr/>
      </p:nvGrpSpPr>
      <p:grpSpPr>
        <a:xfrm>
          <a:off x="0" y="0"/>
          <a:ext cx="0" cy="0"/>
          <a:chOff x="0" y="0"/>
          <a:chExt cx="0" cy="0"/>
        </a:xfrm>
      </p:grpSpPr>
      <p:sp>
        <p:nvSpPr>
          <p:cNvPr id="373" name="Google Shape;373;gce414f90c7_0_409:notes"/>
          <p:cNvSpPr>
            <a:spLocks noGrp="1" noRot="1" noChangeAspect="1"/>
          </p:cNvSpPr>
          <p:nvPr>
            <p:ph type="sldImg" idx="2"/>
          </p:nvPr>
        </p:nvSpPr>
        <p:spPr>
          <a:xfrm>
            <a:off x="187523" y="217714"/>
            <a:ext cx="6482700" cy="3705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74" name="Google Shape;374;gce414f90c7_0_409:notes"/>
          <p:cNvSpPr txBox="1">
            <a:spLocks noGrp="1"/>
          </p:cNvSpPr>
          <p:nvPr>
            <p:ph type="body" idx="1"/>
          </p:nvPr>
        </p:nvSpPr>
        <p:spPr>
          <a:xfrm>
            <a:off x="412750" y="4201079"/>
            <a:ext cx="5961000" cy="4485000"/>
          </a:xfrm>
          <a:prstGeom prst="rect">
            <a:avLst/>
          </a:prstGeom>
          <a:noFill/>
          <a:ln>
            <a:noFill/>
          </a:ln>
        </p:spPr>
        <p:txBody>
          <a:bodyPr spcFirstLastPara="1" wrap="square" lIns="86175" tIns="43075" rIns="86175" bIns="4307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5"/>
        <p:cNvGrpSpPr/>
        <p:nvPr/>
      </p:nvGrpSpPr>
      <p:grpSpPr>
        <a:xfrm>
          <a:off x="0" y="0"/>
          <a:ext cx="0" cy="0"/>
          <a:chOff x="0" y="0"/>
          <a:chExt cx="0" cy="0"/>
        </a:xfrm>
      </p:grpSpPr>
      <p:sp>
        <p:nvSpPr>
          <p:cNvPr id="386" name="Google Shape;386;gce414f90c7_0_462:notes"/>
          <p:cNvSpPr txBox="1">
            <a:spLocks noGrp="1"/>
          </p:cNvSpPr>
          <p:nvPr>
            <p:ph type="body" idx="1"/>
          </p:nvPr>
        </p:nvSpPr>
        <p:spPr>
          <a:xfrm>
            <a:off x="412750" y="4201079"/>
            <a:ext cx="5961000" cy="4485000"/>
          </a:xfrm>
          <a:prstGeom prst="rect">
            <a:avLst/>
          </a:prstGeom>
          <a:noFill/>
          <a:ln>
            <a:noFill/>
          </a:ln>
        </p:spPr>
        <p:txBody>
          <a:bodyPr spcFirstLastPara="1" wrap="square" lIns="86175" tIns="43075" rIns="86175" bIns="43075" anchor="t" anchorCtr="0">
            <a:noAutofit/>
          </a:bodyPr>
          <a:lstStyle/>
          <a:p>
            <a:pPr marL="0" lvl="0" indent="0" algn="l" rtl="0">
              <a:spcBef>
                <a:spcPts val="0"/>
              </a:spcBef>
              <a:spcAft>
                <a:spcPts val="0"/>
              </a:spcAft>
              <a:buNone/>
            </a:pPr>
            <a:endParaRPr/>
          </a:p>
        </p:txBody>
      </p:sp>
      <p:sp>
        <p:nvSpPr>
          <p:cNvPr id="387" name="Google Shape;387;gce414f90c7_0_462:notes"/>
          <p:cNvSpPr>
            <a:spLocks noGrp="1" noRot="1" noChangeAspect="1"/>
          </p:cNvSpPr>
          <p:nvPr>
            <p:ph type="sldImg" idx="2"/>
          </p:nvPr>
        </p:nvSpPr>
        <p:spPr>
          <a:xfrm>
            <a:off x="187523" y="217714"/>
            <a:ext cx="6482700" cy="3705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6"/>
        <p:cNvGrpSpPr/>
        <p:nvPr/>
      </p:nvGrpSpPr>
      <p:grpSpPr>
        <a:xfrm>
          <a:off x="0" y="0"/>
          <a:ext cx="0" cy="0"/>
          <a:chOff x="0" y="0"/>
          <a:chExt cx="0" cy="0"/>
        </a:xfrm>
      </p:grpSpPr>
      <p:sp>
        <p:nvSpPr>
          <p:cNvPr id="397" name="Google Shape;397;gcd1135e90b_0_244:notes"/>
          <p:cNvSpPr txBox="1">
            <a:spLocks noGrp="1"/>
          </p:cNvSpPr>
          <p:nvPr>
            <p:ph type="body" idx="1"/>
          </p:nvPr>
        </p:nvSpPr>
        <p:spPr>
          <a:xfrm>
            <a:off x="412750" y="4201079"/>
            <a:ext cx="5961000" cy="4485000"/>
          </a:xfrm>
          <a:prstGeom prst="rect">
            <a:avLst/>
          </a:prstGeom>
          <a:noFill/>
          <a:ln>
            <a:noFill/>
          </a:ln>
        </p:spPr>
        <p:txBody>
          <a:bodyPr spcFirstLastPara="1" wrap="square" lIns="86175" tIns="43075" rIns="86175" bIns="43075" anchor="t" anchorCtr="0">
            <a:noAutofit/>
          </a:bodyPr>
          <a:lstStyle/>
          <a:p>
            <a:pPr marL="0" lvl="0" indent="0" algn="l" rtl="0">
              <a:spcBef>
                <a:spcPts val="0"/>
              </a:spcBef>
              <a:spcAft>
                <a:spcPts val="0"/>
              </a:spcAft>
              <a:buNone/>
            </a:pPr>
            <a:endParaRPr/>
          </a:p>
        </p:txBody>
      </p:sp>
      <p:sp>
        <p:nvSpPr>
          <p:cNvPr id="398" name="Google Shape;398;gcd1135e90b_0_244:notes"/>
          <p:cNvSpPr>
            <a:spLocks noGrp="1" noRot="1" noChangeAspect="1"/>
          </p:cNvSpPr>
          <p:nvPr>
            <p:ph type="sldImg" idx="2"/>
          </p:nvPr>
        </p:nvSpPr>
        <p:spPr>
          <a:xfrm>
            <a:off x="136525" y="217488"/>
            <a:ext cx="6584950" cy="370522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5"/>
        <p:cNvGrpSpPr/>
        <p:nvPr/>
      </p:nvGrpSpPr>
      <p:grpSpPr>
        <a:xfrm>
          <a:off x="0" y="0"/>
          <a:ext cx="0" cy="0"/>
          <a:chOff x="0" y="0"/>
          <a:chExt cx="0" cy="0"/>
        </a:xfrm>
      </p:grpSpPr>
      <p:sp>
        <p:nvSpPr>
          <p:cNvPr id="406" name="Google Shape;406;g230bdc7f68c_0_1491:notes"/>
          <p:cNvSpPr txBox="1">
            <a:spLocks noGrp="1"/>
          </p:cNvSpPr>
          <p:nvPr>
            <p:ph type="body" idx="1"/>
          </p:nvPr>
        </p:nvSpPr>
        <p:spPr>
          <a:xfrm>
            <a:off x="412750" y="4201079"/>
            <a:ext cx="5961000" cy="4485000"/>
          </a:xfrm>
          <a:prstGeom prst="rect">
            <a:avLst/>
          </a:prstGeom>
          <a:noFill/>
          <a:ln>
            <a:noFill/>
          </a:ln>
        </p:spPr>
        <p:txBody>
          <a:bodyPr spcFirstLastPara="1" wrap="square" lIns="86175" tIns="43075" rIns="86175" bIns="43075" anchor="t" anchorCtr="0">
            <a:noAutofit/>
          </a:bodyPr>
          <a:lstStyle/>
          <a:p>
            <a:pPr marL="0" lvl="0" indent="0" algn="l" rtl="0">
              <a:spcBef>
                <a:spcPts val="0"/>
              </a:spcBef>
              <a:spcAft>
                <a:spcPts val="0"/>
              </a:spcAft>
              <a:buNone/>
            </a:pPr>
            <a:endParaRPr/>
          </a:p>
        </p:txBody>
      </p:sp>
      <p:sp>
        <p:nvSpPr>
          <p:cNvPr id="407" name="Google Shape;407;g230bdc7f68c_0_1491:notes"/>
          <p:cNvSpPr>
            <a:spLocks noGrp="1" noRot="1" noChangeAspect="1"/>
          </p:cNvSpPr>
          <p:nvPr>
            <p:ph type="sldImg" idx="2"/>
          </p:nvPr>
        </p:nvSpPr>
        <p:spPr>
          <a:xfrm>
            <a:off x="136525" y="217488"/>
            <a:ext cx="6584950" cy="370522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4"/>
        <p:cNvGrpSpPr/>
        <p:nvPr/>
      </p:nvGrpSpPr>
      <p:grpSpPr>
        <a:xfrm>
          <a:off x="0" y="0"/>
          <a:ext cx="0" cy="0"/>
          <a:chOff x="0" y="0"/>
          <a:chExt cx="0" cy="0"/>
        </a:xfrm>
      </p:grpSpPr>
      <p:sp>
        <p:nvSpPr>
          <p:cNvPr id="425" name="Google Shape;425;gce414f90c7_0_516:notes"/>
          <p:cNvSpPr>
            <a:spLocks noGrp="1" noRot="1" noChangeAspect="1"/>
          </p:cNvSpPr>
          <p:nvPr>
            <p:ph type="sldImg" idx="2"/>
          </p:nvPr>
        </p:nvSpPr>
        <p:spPr>
          <a:xfrm>
            <a:off x="136525" y="217488"/>
            <a:ext cx="6584950" cy="370522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26" name="Google Shape;426;gce414f90c7_0_516:notes"/>
          <p:cNvSpPr txBox="1">
            <a:spLocks noGrp="1"/>
          </p:cNvSpPr>
          <p:nvPr>
            <p:ph type="body" idx="1"/>
          </p:nvPr>
        </p:nvSpPr>
        <p:spPr>
          <a:xfrm>
            <a:off x="412750" y="4201079"/>
            <a:ext cx="5961000" cy="4485000"/>
          </a:xfrm>
          <a:prstGeom prst="rect">
            <a:avLst/>
          </a:prstGeom>
          <a:noFill/>
          <a:ln>
            <a:noFill/>
          </a:ln>
        </p:spPr>
        <p:txBody>
          <a:bodyPr spcFirstLastPara="1" wrap="square" lIns="86175" tIns="43075" rIns="86175" bIns="43075" anchor="t" anchorCtr="0">
            <a:noAutofit/>
          </a:bodyPr>
          <a:lstStyle/>
          <a:p>
            <a:pPr marL="0" lvl="0" indent="0" algn="l" rtl="0">
              <a:spcBef>
                <a:spcPts val="0"/>
              </a:spcBef>
              <a:spcAft>
                <a:spcPts val="0"/>
              </a:spcAft>
              <a:buNone/>
            </a:pPr>
            <a:r>
              <a:rPr lang="en-US" dirty="0"/>
              <a:t>MyCourses as an example.</a:t>
            </a:r>
            <a:endParaRPr dirty="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4"/>
        <p:cNvGrpSpPr/>
        <p:nvPr/>
      </p:nvGrpSpPr>
      <p:grpSpPr>
        <a:xfrm>
          <a:off x="0" y="0"/>
          <a:ext cx="0" cy="0"/>
          <a:chOff x="0" y="0"/>
          <a:chExt cx="0" cy="0"/>
        </a:xfrm>
      </p:grpSpPr>
      <p:sp>
        <p:nvSpPr>
          <p:cNvPr id="435" name="Google Shape;435;gce414f90c7_0_566:notes"/>
          <p:cNvSpPr>
            <a:spLocks noGrp="1" noRot="1" noChangeAspect="1"/>
          </p:cNvSpPr>
          <p:nvPr>
            <p:ph type="sldImg" idx="2"/>
          </p:nvPr>
        </p:nvSpPr>
        <p:spPr>
          <a:xfrm>
            <a:off x="136525" y="217488"/>
            <a:ext cx="6584950" cy="370522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36" name="Google Shape;436;gce414f90c7_0_566:notes"/>
          <p:cNvSpPr txBox="1">
            <a:spLocks noGrp="1"/>
          </p:cNvSpPr>
          <p:nvPr>
            <p:ph type="body" idx="1"/>
          </p:nvPr>
        </p:nvSpPr>
        <p:spPr>
          <a:xfrm>
            <a:off x="412750" y="4201079"/>
            <a:ext cx="5961000" cy="4485000"/>
          </a:xfrm>
          <a:prstGeom prst="rect">
            <a:avLst/>
          </a:prstGeom>
          <a:noFill/>
          <a:ln>
            <a:noFill/>
          </a:ln>
        </p:spPr>
        <p:txBody>
          <a:bodyPr spcFirstLastPara="1" wrap="square" lIns="86175" tIns="43075" rIns="86175" bIns="43075" anchor="t" anchorCtr="0">
            <a:noAutofit/>
          </a:bodyPr>
          <a:lstStyle/>
          <a:p>
            <a:pPr marL="0" lvl="0" indent="0" algn="l" rtl="0">
              <a:spcBef>
                <a:spcPts val="0"/>
              </a:spcBef>
              <a:spcAft>
                <a:spcPts val="0"/>
              </a:spcAft>
              <a:buNone/>
            </a:pPr>
            <a:r>
              <a:rPr lang="en-US" dirty="0"/>
              <a:t>Default http : 80, https: 443</a:t>
            </a:r>
          </a:p>
          <a:p>
            <a:pPr marL="0" lvl="0" indent="0" algn="l" rtl="0">
              <a:spcBef>
                <a:spcPts val="0"/>
              </a:spcBef>
              <a:spcAft>
                <a:spcPts val="0"/>
              </a:spcAft>
              <a:buNone/>
            </a:pPr>
            <a:r>
              <a:rPr lang="en-US" dirty="0"/>
              <a:t>In HTTP protocol, Addressing is by using URL</a:t>
            </a:r>
            <a:endParaRPr dirty="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4"/>
        <p:cNvGrpSpPr/>
        <p:nvPr/>
      </p:nvGrpSpPr>
      <p:grpSpPr>
        <a:xfrm>
          <a:off x="0" y="0"/>
          <a:ext cx="0" cy="0"/>
          <a:chOff x="0" y="0"/>
          <a:chExt cx="0" cy="0"/>
        </a:xfrm>
      </p:grpSpPr>
      <p:sp>
        <p:nvSpPr>
          <p:cNvPr id="455" name="Google Shape;455;gce414f90c7_0_626:notes"/>
          <p:cNvSpPr>
            <a:spLocks noGrp="1" noRot="1" noChangeAspect="1"/>
          </p:cNvSpPr>
          <p:nvPr>
            <p:ph type="sldImg" idx="2"/>
          </p:nvPr>
        </p:nvSpPr>
        <p:spPr>
          <a:xfrm>
            <a:off x="136525" y="217488"/>
            <a:ext cx="6584950" cy="370522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56" name="Google Shape;456;gce414f90c7_0_626:notes"/>
          <p:cNvSpPr txBox="1">
            <a:spLocks noGrp="1"/>
          </p:cNvSpPr>
          <p:nvPr>
            <p:ph type="body" idx="1"/>
          </p:nvPr>
        </p:nvSpPr>
        <p:spPr>
          <a:xfrm>
            <a:off x="412750" y="4201079"/>
            <a:ext cx="5961000" cy="4485000"/>
          </a:xfrm>
          <a:prstGeom prst="rect">
            <a:avLst/>
          </a:prstGeom>
          <a:noFill/>
          <a:ln>
            <a:noFill/>
          </a:ln>
        </p:spPr>
        <p:txBody>
          <a:bodyPr spcFirstLastPara="1" wrap="square" lIns="86175" tIns="43075" rIns="86175" bIns="4307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4"/>
        <p:cNvGrpSpPr/>
        <p:nvPr/>
      </p:nvGrpSpPr>
      <p:grpSpPr>
        <a:xfrm>
          <a:off x="0" y="0"/>
          <a:ext cx="0" cy="0"/>
          <a:chOff x="0" y="0"/>
          <a:chExt cx="0" cy="0"/>
        </a:xfrm>
      </p:grpSpPr>
      <p:sp>
        <p:nvSpPr>
          <p:cNvPr id="465" name="Google Shape;465;g230bdc7f68c_0_150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6" name="Google Shape;466;g230bdc7f68c_0_150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1"/>
        <p:cNvGrpSpPr/>
        <p:nvPr/>
      </p:nvGrpSpPr>
      <p:grpSpPr>
        <a:xfrm>
          <a:off x="0" y="0"/>
          <a:ext cx="0" cy="0"/>
          <a:chOff x="0" y="0"/>
          <a:chExt cx="0" cy="0"/>
        </a:xfrm>
      </p:grpSpPr>
      <p:sp>
        <p:nvSpPr>
          <p:cNvPr id="472" name="Google Shape;472;g1e18892d896_1_1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3" name="Google Shape;473;g1e18892d896_1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4"/>
        <p:cNvGrpSpPr/>
        <p:nvPr/>
      </p:nvGrpSpPr>
      <p:grpSpPr>
        <a:xfrm>
          <a:off x="0" y="0"/>
          <a:ext cx="0" cy="0"/>
          <a:chOff x="0" y="0"/>
          <a:chExt cx="0" cy="0"/>
        </a:xfrm>
      </p:grpSpPr>
      <p:sp>
        <p:nvSpPr>
          <p:cNvPr id="495" name="Google Shape;495;gce414f90c7_0_676:notes"/>
          <p:cNvSpPr txBox="1">
            <a:spLocks noGrp="1"/>
          </p:cNvSpPr>
          <p:nvPr>
            <p:ph type="body" idx="1"/>
          </p:nvPr>
        </p:nvSpPr>
        <p:spPr>
          <a:xfrm>
            <a:off x="412750" y="4201079"/>
            <a:ext cx="5961000" cy="4485000"/>
          </a:xfrm>
          <a:prstGeom prst="rect">
            <a:avLst/>
          </a:prstGeom>
          <a:noFill/>
          <a:ln>
            <a:noFill/>
          </a:ln>
        </p:spPr>
        <p:txBody>
          <a:bodyPr spcFirstLastPara="1" wrap="square" lIns="86175" tIns="43075" rIns="86175" bIns="43075" anchor="t" anchorCtr="0">
            <a:noAutofit/>
          </a:bodyPr>
          <a:lstStyle/>
          <a:p>
            <a:pPr marL="0" lvl="0" indent="0" algn="l" rtl="0">
              <a:spcBef>
                <a:spcPts val="0"/>
              </a:spcBef>
              <a:spcAft>
                <a:spcPts val="0"/>
              </a:spcAft>
              <a:buNone/>
            </a:pPr>
            <a:endParaRPr/>
          </a:p>
        </p:txBody>
      </p:sp>
      <p:sp>
        <p:nvSpPr>
          <p:cNvPr id="496" name="Google Shape;496;gce414f90c7_0_676:notes"/>
          <p:cNvSpPr>
            <a:spLocks noGrp="1" noRot="1" noChangeAspect="1"/>
          </p:cNvSpPr>
          <p:nvPr>
            <p:ph type="sldImg" idx="2"/>
          </p:nvPr>
        </p:nvSpPr>
        <p:spPr>
          <a:xfrm>
            <a:off x="187523" y="217714"/>
            <a:ext cx="6482700" cy="3705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4"/>
        <p:cNvGrpSpPr/>
        <p:nvPr/>
      </p:nvGrpSpPr>
      <p:grpSpPr>
        <a:xfrm>
          <a:off x="0" y="0"/>
          <a:ext cx="0" cy="0"/>
          <a:chOff x="0" y="0"/>
          <a:chExt cx="0" cy="0"/>
        </a:xfrm>
      </p:grpSpPr>
      <p:sp>
        <p:nvSpPr>
          <p:cNvPr id="505" name="Google Shape;505;gcd1135e90b_0_9:notes"/>
          <p:cNvSpPr>
            <a:spLocks noGrp="1" noRot="1" noChangeAspect="1"/>
          </p:cNvSpPr>
          <p:nvPr>
            <p:ph type="sldImg" idx="2"/>
          </p:nvPr>
        </p:nvSpPr>
        <p:spPr>
          <a:xfrm>
            <a:off x="136525" y="217488"/>
            <a:ext cx="6584950" cy="370522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06" name="Google Shape;506;gcd1135e90b_0_9:notes"/>
          <p:cNvSpPr txBox="1">
            <a:spLocks noGrp="1"/>
          </p:cNvSpPr>
          <p:nvPr>
            <p:ph type="body" idx="1"/>
          </p:nvPr>
        </p:nvSpPr>
        <p:spPr>
          <a:xfrm>
            <a:off x="412750" y="4201079"/>
            <a:ext cx="5961000" cy="4485000"/>
          </a:xfrm>
          <a:prstGeom prst="rect">
            <a:avLst/>
          </a:prstGeom>
          <a:noFill/>
          <a:ln>
            <a:noFill/>
          </a:ln>
        </p:spPr>
        <p:txBody>
          <a:bodyPr spcFirstLastPara="1" wrap="square" lIns="86175" tIns="43075" rIns="86175" bIns="4307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5"/>
        <p:cNvGrpSpPr/>
        <p:nvPr/>
      </p:nvGrpSpPr>
      <p:grpSpPr>
        <a:xfrm>
          <a:off x="0" y="0"/>
          <a:ext cx="0" cy="0"/>
          <a:chOff x="0" y="0"/>
          <a:chExt cx="0" cy="0"/>
        </a:xfrm>
      </p:grpSpPr>
      <p:sp>
        <p:nvSpPr>
          <p:cNvPr id="516" name="Google Shape;516;gcd1135e90b_0_19:notes"/>
          <p:cNvSpPr txBox="1">
            <a:spLocks noGrp="1"/>
          </p:cNvSpPr>
          <p:nvPr>
            <p:ph type="body" idx="1"/>
          </p:nvPr>
        </p:nvSpPr>
        <p:spPr>
          <a:xfrm>
            <a:off x="412750" y="4201079"/>
            <a:ext cx="5961000" cy="4485000"/>
          </a:xfrm>
          <a:prstGeom prst="rect">
            <a:avLst/>
          </a:prstGeom>
          <a:noFill/>
          <a:ln>
            <a:noFill/>
          </a:ln>
        </p:spPr>
        <p:txBody>
          <a:bodyPr spcFirstLastPara="1" wrap="square" lIns="86175" tIns="43075" rIns="86175" bIns="4307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dirty="0">
                <a:solidFill>
                  <a:schemeClr val="dk1"/>
                </a:solidFill>
              </a:rPr>
              <a:t>What will happen if a computer with that name doesn’t exist? </a:t>
            </a:r>
            <a:r>
              <a:rPr lang="en-US" dirty="0">
                <a:solidFill>
                  <a:schemeClr val="dk1"/>
                </a:solidFill>
                <a:sym typeface="Wingdings" panose="05000000000000000000" pitchFamily="2" charset="2"/>
              </a:rPr>
              <a:t> You will get error.</a:t>
            </a:r>
            <a:endParaRPr lang="en-US" dirty="0">
              <a:solidFill>
                <a:schemeClr val="dk1"/>
              </a:solidFill>
            </a:endParaRPr>
          </a:p>
          <a:p>
            <a:pPr marL="0" lvl="0" indent="0" algn="l" rtl="0">
              <a:spcBef>
                <a:spcPts val="0"/>
              </a:spcBef>
              <a:spcAft>
                <a:spcPts val="0"/>
              </a:spcAft>
              <a:buNone/>
            </a:pPr>
            <a:endParaRPr b="1" dirty="0"/>
          </a:p>
        </p:txBody>
      </p:sp>
      <p:sp>
        <p:nvSpPr>
          <p:cNvPr id="517" name="Google Shape;517;gcd1135e90b_0_19:notes"/>
          <p:cNvSpPr>
            <a:spLocks noGrp="1" noRot="1" noChangeAspect="1"/>
          </p:cNvSpPr>
          <p:nvPr>
            <p:ph type="sldImg" idx="2"/>
          </p:nvPr>
        </p:nvSpPr>
        <p:spPr>
          <a:xfrm>
            <a:off x="136525" y="217488"/>
            <a:ext cx="6584950" cy="370522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7"/>
        <p:cNvGrpSpPr/>
        <p:nvPr/>
      </p:nvGrpSpPr>
      <p:grpSpPr>
        <a:xfrm>
          <a:off x="0" y="0"/>
          <a:ext cx="0" cy="0"/>
          <a:chOff x="0" y="0"/>
          <a:chExt cx="0" cy="0"/>
        </a:xfrm>
      </p:grpSpPr>
      <p:sp>
        <p:nvSpPr>
          <p:cNvPr id="528" name="Google Shape;528;gcd1135e90b_0_48:notes"/>
          <p:cNvSpPr>
            <a:spLocks noGrp="1" noRot="1" noChangeAspect="1"/>
          </p:cNvSpPr>
          <p:nvPr>
            <p:ph type="sldImg" idx="2"/>
          </p:nvPr>
        </p:nvSpPr>
        <p:spPr>
          <a:xfrm>
            <a:off x="136525" y="217488"/>
            <a:ext cx="6584950" cy="370522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29" name="Google Shape;529;gcd1135e90b_0_48:notes"/>
          <p:cNvSpPr txBox="1">
            <a:spLocks noGrp="1"/>
          </p:cNvSpPr>
          <p:nvPr>
            <p:ph type="body" idx="1"/>
          </p:nvPr>
        </p:nvSpPr>
        <p:spPr>
          <a:xfrm>
            <a:off x="412750" y="4201079"/>
            <a:ext cx="5961000" cy="4485000"/>
          </a:xfrm>
          <a:prstGeom prst="rect">
            <a:avLst/>
          </a:prstGeom>
          <a:noFill/>
          <a:ln>
            <a:noFill/>
          </a:ln>
        </p:spPr>
        <p:txBody>
          <a:bodyPr spcFirstLastPara="1" wrap="square" lIns="86175" tIns="43075" rIns="86175" bIns="4307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2"/>
        <p:cNvGrpSpPr/>
        <p:nvPr/>
      </p:nvGrpSpPr>
      <p:grpSpPr>
        <a:xfrm>
          <a:off x="0" y="0"/>
          <a:ext cx="0" cy="0"/>
          <a:chOff x="0" y="0"/>
          <a:chExt cx="0" cy="0"/>
        </a:xfrm>
      </p:grpSpPr>
      <p:sp>
        <p:nvSpPr>
          <p:cNvPr id="543" name="Google Shape;543;g1e18892d896_1_4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44" name="Google Shape;544;g1e18892d896_1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9"/>
        <p:cNvGrpSpPr/>
        <p:nvPr/>
      </p:nvGrpSpPr>
      <p:grpSpPr>
        <a:xfrm>
          <a:off x="0" y="0"/>
          <a:ext cx="0" cy="0"/>
          <a:chOff x="0" y="0"/>
          <a:chExt cx="0" cy="0"/>
        </a:xfrm>
      </p:grpSpPr>
      <p:sp>
        <p:nvSpPr>
          <p:cNvPr id="550" name="Google Shape;550;g1e18892d896_1_6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51" name="Google Shape;551;g1e18892d896_1_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6"/>
        <p:cNvGrpSpPr/>
        <p:nvPr/>
      </p:nvGrpSpPr>
      <p:grpSpPr>
        <a:xfrm>
          <a:off x="0" y="0"/>
          <a:ext cx="0" cy="0"/>
          <a:chOff x="0" y="0"/>
          <a:chExt cx="0" cy="0"/>
        </a:xfrm>
      </p:grpSpPr>
      <p:sp>
        <p:nvSpPr>
          <p:cNvPr id="567" name="Google Shape;567;gcd1135e90b_0_62:notes"/>
          <p:cNvSpPr txBox="1">
            <a:spLocks noGrp="1"/>
          </p:cNvSpPr>
          <p:nvPr>
            <p:ph type="body" idx="1"/>
          </p:nvPr>
        </p:nvSpPr>
        <p:spPr>
          <a:xfrm>
            <a:off x="412750" y="4201079"/>
            <a:ext cx="5961000" cy="4485000"/>
          </a:xfrm>
          <a:prstGeom prst="rect">
            <a:avLst/>
          </a:prstGeom>
          <a:noFill/>
          <a:ln>
            <a:noFill/>
          </a:ln>
        </p:spPr>
        <p:txBody>
          <a:bodyPr spcFirstLastPara="1" wrap="square" lIns="86175" tIns="43075" rIns="86175" bIns="43075" anchor="t" anchorCtr="0">
            <a:noAutofit/>
          </a:bodyPr>
          <a:lstStyle/>
          <a:p>
            <a:pPr marL="0" lvl="0" indent="0" algn="l" rtl="0">
              <a:spcBef>
                <a:spcPts val="0"/>
              </a:spcBef>
              <a:spcAft>
                <a:spcPts val="0"/>
              </a:spcAft>
              <a:buNone/>
            </a:pPr>
            <a:endParaRPr/>
          </a:p>
        </p:txBody>
      </p:sp>
      <p:sp>
        <p:nvSpPr>
          <p:cNvPr id="568" name="Google Shape;568;gcd1135e90b_0_62:notes"/>
          <p:cNvSpPr>
            <a:spLocks noGrp="1" noRot="1" noChangeAspect="1"/>
          </p:cNvSpPr>
          <p:nvPr>
            <p:ph type="sldImg" idx="2"/>
          </p:nvPr>
        </p:nvSpPr>
        <p:spPr>
          <a:xfrm>
            <a:off x="136525" y="217488"/>
            <a:ext cx="6584950" cy="370522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0"/>
        <p:cNvGrpSpPr/>
        <p:nvPr/>
      </p:nvGrpSpPr>
      <p:grpSpPr>
        <a:xfrm>
          <a:off x="0" y="0"/>
          <a:ext cx="0" cy="0"/>
          <a:chOff x="0" y="0"/>
          <a:chExt cx="0" cy="0"/>
        </a:xfrm>
      </p:grpSpPr>
      <p:sp>
        <p:nvSpPr>
          <p:cNvPr id="581" name="Google Shape;581;gcd1135e90b_0_70:notes"/>
          <p:cNvSpPr>
            <a:spLocks noGrp="1" noRot="1" noChangeAspect="1"/>
          </p:cNvSpPr>
          <p:nvPr>
            <p:ph type="sldImg" idx="2"/>
          </p:nvPr>
        </p:nvSpPr>
        <p:spPr>
          <a:xfrm>
            <a:off x="136525" y="217488"/>
            <a:ext cx="6584950" cy="370522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82" name="Google Shape;582;gcd1135e90b_0_70:notes"/>
          <p:cNvSpPr txBox="1">
            <a:spLocks noGrp="1"/>
          </p:cNvSpPr>
          <p:nvPr>
            <p:ph type="body" idx="1"/>
          </p:nvPr>
        </p:nvSpPr>
        <p:spPr>
          <a:xfrm>
            <a:off x="412750" y="4201079"/>
            <a:ext cx="5961000" cy="4485000"/>
          </a:xfrm>
          <a:prstGeom prst="rect">
            <a:avLst/>
          </a:prstGeom>
          <a:noFill/>
          <a:ln>
            <a:noFill/>
          </a:ln>
        </p:spPr>
        <p:txBody>
          <a:bodyPr spcFirstLastPara="1" wrap="square" lIns="86175" tIns="43075" rIns="86175" bIns="4307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5"/>
        <p:cNvGrpSpPr/>
        <p:nvPr/>
      </p:nvGrpSpPr>
      <p:grpSpPr>
        <a:xfrm>
          <a:off x="0" y="0"/>
          <a:ext cx="0" cy="0"/>
          <a:chOff x="0" y="0"/>
          <a:chExt cx="0" cy="0"/>
        </a:xfrm>
      </p:grpSpPr>
      <p:sp>
        <p:nvSpPr>
          <p:cNvPr id="596" name="Google Shape;596;g1e18892d896_1_8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97" name="Google Shape;597;g1e18892d896_1_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2"/>
        <p:cNvGrpSpPr/>
        <p:nvPr/>
      </p:nvGrpSpPr>
      <p:grpSpPr>
        <a:xfrm>
          <a:off x="0" y="0"/>
          <a:ext cx="0" cy="0"/>
          <a:chOff x="0" y="0"/>
          <a:chExt cx="0" cy="0"/>
        </a:xfrm>
      </p:grpSpPr>
      <p:sp>
        <p:nvSpPr>
          <p:cNvPr id="603" name="Google Shape;603;g1e18892d896_1_10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4" name="Google Shape;604;g1e18892d896_1_1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8"/>
        <p:cNvGrpSpPr/>
        <p:nvPr/>
      </p:nvGrpSpPr>
      <p:grpSpPr>
        <a:xfrm>
          <a:off x="0" y="0"/>
          <a:ext cx="0" cy="0"/>
          <a:chOff x="0" y="0"/>
          <a:chExt cx="0" cy="0"/>
        </a:xfrm>
      </p:grpSpPr>
      <p:sp>
        <p:nvSpPr>
          <p:cNvPr id="619" name="Google Shape;619;g3b2789d1945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0" name="Google Shape;620;g3b2789d1945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1"/>
        <p:cNvGrpSpPr/>
        <p:nvPr/>
      </p:nvGrpSpPr>
      <p:grpSpPr>
        <a:xfrm>
          <a:off x="0" y="0"/>
          <a:ext cx="0" cy="0"/>
          <a:chOff x="0" y="0"/>
          <a:chExt cx="0" cy="0"/>
        </a:xfrm>
      </p:grpSpPr>
      <p:sp>
        <p:nvSpPr>
          <p:cNvPr id="632" name="Google Shape;632;g3b2789d1945_0_1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3" name="Google Shape;633;g3b2789d1945_0_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6"/>
        <p:cNvGrpSpPr/>
        <p:nvPr/>
      </p:nvGrpSpPr>
      <p:grpSpPr>
        <a:xfrm>
          <a:off x="0" y="0"/>
          <a:ext cx="0" cy="0"/>
          <a:chOff x="0" y="0"/>
          <a:chExt cx="0" cy="0"/>
        </a:xfrm>
      </p:grpSpPr>
      <p:sp>
        <p:nvSpPr>
          <p:cNvPr id="647" name="Google Shape;647;gcd1135e90b_0_84:notes"/>
          <p:cNvSpPr txBox="1">
            <a:spLocks noGrp="1"/>
          </p:cNvSpPr>
          <p:nvPr>
            <p:ph type="body" idx="1"/>
          </p:nvPr>
        </p:nvSpPr>
        <p:spPr>
          <a:xfrm>
            <a:off x="412750" y="4201079"/>
            <a:ext cx="5961000" cy="4485000"/>
          </a:xfrm>
          <a:prstGeom prst="rect">
            <a:avLst/>
          </a:prstGeom>
          <a:noFill/>
          <a:ln>
            <a:noFill/>
          </a:ln>
        </p:spPr>
        <p:txBody>
          <a:bodyPr spcFirstLastPara="1" wrap="square" lIns="86175" tIns="43075" rIns="86175" bIns="43075" anchor="t" anchorCtr="0">
            <a:noAutofit/>
          </a:bodyPr>
          <a:lstStyle/>
          <a:p>
            <a:pPr marL="0" lvl="0" indent="0" algn="l" rtl="0">
              <a:spcBef>
                <a:spcPts val="0"/>
              </a:spcBef>
              <a:spcAft>
                <a:spcPts val="0"/>
              </a:spcAft>
              <a:buNone/>
            </a:pPr>
            <a:endParaRPr/>
          </a:p>
        </p:txBody>
      </p:sp>
      <p:sp>
        <p:nvSpPr>
          <p:cNvPr id="648" name="Google Shape;648;gcd1135e90b_0_84:notes"/>
          <p:cNvSpPr>
            <a:spLocks noGrp="1" noRot="1" noChangeAspect="1"/>
          </p:cNvSpPr>
          <p:nvPr>
            <p:ph type="sldImg" idx="2"/>
          </p:nvPr>
        </p:nvSpPr>
        <p:spPr>
          <a:xfrm>
            <a:off x="187523" y="217714"/>
            <a:ext cx="6482700" cy="3705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8"/>
        <p:cNvGrpSpPr/>
        <p:nvPr/>
      </p:nvGrpSpPr>
      <p:grpSpPr>
        <a:xfrm>
          <a:off x="0" y="0"/>
          <a:ext cx="0" cy="0"/>
          <a:chOff x="0" y="0"/>
          <a:chExt cx="0" cy="0"/>
        </a:xfrm>
      </p:grpSpPr>
      <p:sp>
        <p:nvSpPr>
          <p:cNvPr id="659" name="Google Shape;659;g230bdc7f68c_0_726:notes"/>
          <p:cNvSpPr>
            <a:spLocks noGrp="1" noRot="1" noChangeAspect="1"/>
          </p:cNvSpPr>
          <p:nvPr>
            <p:ph type="sldImg" idx="2"/>
          </p:nvPr>
        </p:nvSpPr>
        <p:spPr>
          <a:xfrm>
            <a:off x="187523" y="217714"/>
            <a:ext cx="6482700" cy="3705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60" name="Google Shape;660;g230bdc7f68c_0_726:notes"/>
          <p:cNvSpPr txBox="1">
            <a:spLocks noGrp="1"/>
          </p:cNvSpPr>
          <p:nvPr>
            <p:ph type="body" idx="1"/>
          </p:nvPr>
        </p:nvSpPr>
        <p:spPr>
          <a:xfrm>
            <a:off x="412750" y="4201079"/>
            <a:ext cx="5961000" cy="4485000"/>
          </a:xfrm>
          <a:prstGeom prst="rect">
            <a:avLst/>
          </a:prstGeom>
          <a:noFill/>
          <a:ln>
            <a:noFill/>
          </a:ln>
        </p:spPr>
        <p:txBody>
          <a:bodyPr spcFirstLastPara="1" wrap="square" lIns="86175" tIns="43075" rIns="86175" bIns="4307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9"/>
        <p:cNvGrpSpPr/>
        <p:nvPr/>
      </p:nvGrpSpPr>
      <p:grpSpPr>
        <a:xfrm>
          <a:off x="0" y="0"/>
          <a:ext cx="0" cy="0"/>
          <a:chOff x="0" y="0"/>
          <a:chExt cx="0" cy="0"/>
        </a:xfrm>
      </p:grpSpPr>
      <p:sp>
        <p:nvSpPr>
          <p:cNvPr id="670" name="Google Shape;670;g230bdc7f68c_0_736:notes"/>
          <p:cNvSpPr>
            <a:spLocks noGrp="1" noRot="1" noChangeAspect="1"/>
          </p:cNvSpPr>
          <p:nvPr>
            <p:ph type="sldImg" idx="2"/>
          </p:nvPr>
        </p:nvSpPr>
        <p:spPr>
          <a:xfrm>
            <a:off x="187523" y="217714"/>
            <a:ext cx="6482700" cy="3705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71" name="Google Shape;671;g230bdc7f68c_0_736:notes"/>
          <p:cNvSpPr txBox="1">
            <a:spLocks noGrp="1"/>
          </p:cNvSpPr>
          <p:nvPr>
            <p:ph type="body" idx="1"/>
          </p:nvPr>
        </p:nvSpPr>
        <p:spPr>
          <a:xfrm>
            <a:off x="412750" y="4201079"/>
            <a:ext cx="5961000" cy="4485000"/>
          </a:xfrm>
          <a:prstGeom prst="rect">
            <a:avLst/>
          </a:prstGeom>
          <a:noFill/>
          <a:ln>
            <a:noFill/>
          </a:ln>
        </p:spPr>
        <p:txBody>
          <a:bodyPr spcFirstLastPara="1" wrap="square" lIns="86175" tIns="43075" rIns="86175" bIns="4307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0"/>
        <p:cNvGrpSpPr/>
        <p:nvPr/>
      </p:nvGrpSpPr>
      <p:grpSpPr>
        <a:xfrm>
          <a:off x="0" y="0"/>
          <a:ext cx="0" cy="0"/>
          <a:chOff x="0" y="0"/>
          <a:chExt cx="0" cy="0"/>
        </a:xfrm>
      </p:grpSpPr>
      <p:sp>
        <p:nvSpPr>
          <p:cNvPr id="681" name="Google Shape;681;g230bdc7f68c_0_746:notes"/>
          <p:cNvSpPr txBox="1">
            <a:spLocks noGrp="1"/>
          </p:cNvSpPr>
          <p:nvPr>
            <p:ph type="body" idx="1"/>
          </p:nvPr>
        </p:nvSpPr>
        <p:spPr>
          <a:xfrm>
            <a:off x="412750" y="4201079"/>
            <a:ext cx="5961000" cy="4485000"/>
          </a:xfrm>
          <a:prstGeom prst="rect">
            <a:avLst/>
          </a:prstGeom>
          <a:noFill/>
          <a:ln>
            <a:noFill/>
          </a:ln>
        </p:spPr>
        <p:txBody>
          <a:bodyPr spcFirstLastPara="1" wrap="square" lIns="86175" tIns="43075" rIns="86175" bIns="43075" anchor="t" anchorCtr="0">
            <a:noAutofit/>
          </a:bodyPr>
          <a:lstStyle/>
          <a:p>
            <a:pPr marL="0" lvl="0" indent="0" algn="l" rtl="0">
              <a:spcBef>
                <a:spcPts val="0"/>
              </a:spcBef>
              <a:spcAft>
                <a:spcPts val="0"/>
              </a:spcAft>
              <a:buNone/>
            </a:pPr>
            <a:endParaRPr/>
          </a:p>
        </p:txBody>
      </p:sp>
      <p:sp>
        <p:nvSpPr>
          <p:cNvPr id="682" name="Google Shape;682;g230bdc7f68c_0_746:notes"/>
          <p:cNvSpPr>
            <a:spLocks noGrp="1" noRot="1" noChangeAspect="1"/>
          </p:cNvSpPr>
          <p:nvPr>
            <p:ph type="sldImg" idx="2"/>
          </p:nvPr>
        </p:nvSpPr>
        <p:spPr>
          <a:xfrm>
            <a:off x="187523" y="217714"/>
            <a:ext cx="6482700" cy="3705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2"/>
        <p:cNvGrpSpPr/>
        <p:nvPr/>
      </p:nvGrpSpPr>
      <p:grpSpPr>
        <a:xfrm>
          <a:off x="0" y="0"/>
          <a:ext cx="0" cy="0"/>
          <a:chOff x="0" y="0"/>
          <a:chExt cx="0" cy="0"/>
        </a:xfrm>
      </p:grpSpPr>
      <p:sp>
        <p:nvSpPr>
          <p:cNvPr id="693" name="Google Shape;693;g230bdc7f68c_0_759:notes"/>
          <p:cNvSpPr>
            <a:spLocks noGrp="1" noRot="1" noChangeAspect="1"/>
          </p:cNvSpPr>
          <p:nvPr>
            <p:ph type="sldImg" idx="2"/>
          </p:nvPr>
        </p:nvSpPr>
        <p:spPr>
          <a:xfrm>
            <a:off x="187523" y="217714"/>
            <a:ext cx="6482700" cy="3705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94" name="Google Shape;694;g230bdc7f68c_0_759:notes"/>
          <p:cNvSpPr txBox="1">
            <a:spLocks noGrp="1"/>
          </p:cNvSpPr>
          <p:nvPr>
            <p:ph type="body" idx="1"/>
          </p:nvPr>
        </p:nvSpPr>
        <p:spPr>
          <a:xfrm>
            <a:off x="412750" y="4201079"/>
            <a:ext cx="5961000" cy="4485000"/>
          </a:xfrm>
          <a:prstGeom prst="rect">
            <a:avLst/>
          </a:prstGeom>
          <a:noFill/>
          <a:ln>
            <a:noFill/>
          </a:ln>
        </p:spPr>
        <p:txBody>
          <a:bodyPr spcFirstLastPara="1" wrap="square" lIns="86175" tIns="43075" rIns="86175" bIns="4307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7"/>
        <p:cNvGrpSpPr/>
        <p:nvPr/>
      </p:nvGrpSpPr>
      <p:grpSpPr>
        <a:xfrm>
          <a:off x="0" y="0"/>
          <a:ext cx="0" cy="0"/>
          <a:chOff x="0" y="0"/>
          <a:chExt cx="0" cy="0"/>
        </a:xfrm>
      </p:grpSpPr>
      <p:sp>
        <p:nvSpPr>
          <p:cNvPr id="708" name="Google Shape;708;g230bdc7f68c_0_773:notes"/>
          <p:cNvSpPr txBox="1">
            <a:spLocks noGrp="1"/>
          </p:cNvSpPr>
          <p:nvPr>
            <p:ph type="body" idx="1"/>
          </p:nvPr>
        </p:nvSpPr>
        <p:spPr>
          <a:xfrm>
            <a:off x="412750" y="4201079"/>
            <a:ext cx="5961000" cy="4485000"/>
          </a:xfrm>
          <a:prstGeom prst="rect">
            <a:avLst/>
          </a:prstGeom>
          <a:noFill/>
          <a:ln>
            <a:noFill/>
          </a:ln>
        </p:spPr>
        <p:txBody>
          <a:bodyPr spcFirstLastPara="1" wrap="square" lIns="86175" tIns="43075" rIns="86175" bIns="43075" anchor="t" anchorCtr="0">
            <a:noAutofit/>
          </a:bodyPr>
          <a:lstStyle/>
          <a:p>
            <a:pPr marL="0" lvl="0" indent="0" algn="l" rtl="0">
              <a:spcBef>
                <a:spcPts val="0"/>
              </a:spcBef>
              <a:spcAft>
                <a:spcPts val="0"/>
              </a:spcAft>
              <a:buNone/>
            </a:pPr>
            <a:endParaRPr/>
          </a:p>
        </p:txBody>
      </p:sp>
      <p:sp>
        <p:nvSpPr>
          <p:cNvPr id="709" name="Google Shape;709;g230bdc7f68c_0_773:notes"/>
          <p:cNvSpPr>
            <a:spLocks noGrp="1" noRot="1" noChangeAspect="1"/>
          </p:cNvSpPr>
          <p:nvPr>
            <p:ph type="sldImg" idx="2"/>
          </p:nvPr>
        </p:nvSpPr>
        <p:spPr>
          <a:xfrm>
            <a:off x="187523" y="217714"/>
            <a:ext cx="6482700" cy="3705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8"/>
        <p:cNvGrpSpPr/>
        <p:nvPr/>
      </p:nvGrpSpPr>
      <p:grpSpPr>
        <a:xfrm>
          <a:off x="0" y="0"/>
          <a:ext cx="0" cy="0"/>
          <a:chOff x="0" y="0"/>
          <a:chExt cx="0" cy="0"/>
        </a:xfrm>
      </p:grpSpPr>
      <p:sp>
        <p:nvSpPr>
          <p:cNvPr id="719" name="Google Shape;719;g230bdc7f68c_0_783:notes"/>
          <p:cNvSpPr>
            <a:spLocks noGrp="1" noRot="1" noChangeAspect="1"/>
          </p:cNvSpPr>
          <p:nvPr>
            <p:ph type="sldImg" idx="2"/>
          </p:nvPr>
        </p:nvSpPr>
        <p:spPr>
          <a:xfrm>
            <a:off x="136525" y="217488"/>
            <a:ext cx="6584950" cy="370522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20" name="Google Shape;720;g230bdc7f68c_0_783:notes"/>
          <p:cNvSpPr txBox="1">
            <a:spLocks noGrp="1"/>
          </p:cNvSpPr>
          <p:nvPr>
            <p:ph type="body" idx="1"/>
          </p:nvPr>
        </p:nvSpPr>
        <p:spPr>
          <a:xfrm>
            <a:off x="412750" y="4201079"/>
            <a:ext cx="5961000" cy="4485000"/>
          </a:xfrm>
          <a:prstGeom prst="rect">
            <a:avLst/>
          </a:prstGeom>
          <a:noFill/>
          <a:ln>
            <a:noFill/>
          </a:ln>
        </p:spPr>
        <p:txBody>
          <a:bodyPr spcFirstLastPara="1" wrap="square" lIns="86175" tIns="43075" rIns="86175" bIns="4307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3"/>
        <p:cNvGrpSpPr/>
        <p:nvPr/>
      </p:nvGrpSpPr>
      <p:grpSpPr>
        <a:xfrm>
          <a:off x="0" y="0"/>
          <a:ext cx="0" cy="0"/>
          <a:chOff x="0" y="0"/>
          <a:chExt cx="0" cy="0"/>
        </a:xfrm>
      </p:grpSpPr>
      <p:sp>
        <p:nvSpPr>
          <p:cNvPr id="734" name="Google Shape;734;g230bdc7f68c_0_797:notes"/>
          <p:cNvSpPr txBox="1">
            <a:spLocks noGrp="1"/>
          </p:cNvSpPr>
          <p:nvPr>
            <p:ph type="body" idx="1"/>
          </p:nvPr>
        </p:nvSpPr>
        <p:spPr>
          <a:xfrm>
            <a:off x="412750" y="4201079"/>
            <a:ext cx="5961000" cy="4485000"/>
          </a:xfrm>
          <a:prstGeom prst="rect">
            <a:avLst/>
          </a:prstGeom>
          <a:noFill/>
          <a:ln>
            <a:noFill/>
          </a:ln>
        </p:spPr>
        <p:txBody>
          <a:bodyPr spcFirstLastPara="1" wrap="square" lIns="86175" tIns="43075" rIns="86175" bIns="43075" anchor="t" anchorCtr="0">
            <a:noAutofit/>
          </a:bodyPr>
          <a:lstStyle/>
          <a:p>
            <a:pPr marL="0" lvl="0" indent="0" algn="l" rtl="0">
              <a:spcBef>
                <a:spcPts val="0"/>
              </a:spcBef>
              <a:spcAft>
                <a:spcPts val="0"/>
              </a:spcAft>
              <a:buNone/>
            </a:pPr>
            <a:endParaRPr/>
          </a:p>
        </p:txBody>
      </p:sp>
      <p:sp>
        <p:nvSpPr>
          <p:cNvPr id="735" name="Google Shape;735;g230bdc7f68c_0_797:notes"/>
          <p:cNvSpPr>
            <a:spLocks noGrp="1" noRot="1" noChangeAspect="1"/>
          </p:cNvSpPr>
          <p:nvPr>
            <p:ph type="sldImg" idx="2"/>
          </p:nvPr>
        </p:nvSpPr>
        <p:spPr>
          <a:xfrm>
            <a:off x="187523" y="217714"/>
            <a:ext cx="6482700" cy="3705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4"/>
        <p:cNvGrpSpPr/>
        <p:nvPr/>
      </p:nvGrpSpPr>
      <p:grpSpPr>
        <a:xfrm>
          <a:off x="0" y="0"/>
          <a:ext cx="0" cy="0"/>
          <a:chOff x="0" y="0"/>
          <a:chExt cx="0" cy="0"/>
        </a:xfrm>
      </p:grpSpPr>
      <p:sp>
        <p:nvSpPr>
          <p:cNvPr id="745" name="Google Shape;745;g230bdc7f68c_0_810:notes"/>
          <p:cNvSpPr txBox="1">
            <a:spLocks noGrp="1"/>
          </p:cNvSpPr>
          <p:nvPr>
            <p:ph type="body" idx="1"/>
          </p:nvPr>
        </p:nvSpPr>
        <p:spPr>
          <a:xfrm>
            <a:off x="412750" y="4201079"/>
            <a:ext cx="5961000" cy="4485000"/>
          </a:xfrm>
          <a:prstGeom prst="rect">
            <a:avLst/>
          </a:prstGeom>
          <a:noFill/>
          <a:ln>
            <a:noFill/>
          </a:ln>
        </p:spPr>
        <p:txBody>
          <a:bodyPr spcFirstLastPara="1" wrap="square" lIns="86175" tIns="43075" rIns="86175" bIns="43075" anchor="t" anchorCtr="0">
            <a:noAutofit/>
          </a:bodyPr>
          <a:lstStyle/>
          <a:p>
            <a:pPr marL="0" lvl="0" indent="0" algn="l" rtl="0">
              <a:spcBef>
                <a:spcPts val="0"/>
              </a:spcBef>
              <a:spcAft>
                <a:spcPts val="0"/>
              </a:spcAft>
              <a:buNone/>
            </a:pPr>
            <a:endParaRPr/>
          </a:p>
        </p:txBody>
      </p:sp>
      <p:sp>
        <p:nvSpPr>
          <p:cNvPr id="746" name="Google Shape;746;g230bdc7f68c_0_810:notes"/>
          <p:cNvSpPr>
            <a:spLocks noGrp="1" noRot="1" noChangeAspect="1"/>
          </p:cNvSpPr>
          <p:nvPr>
            <p:ph type="sldImg" idx="2"/>
          </p:nvPr>
        </p:nvSpPr>
        <p:spPr>
          <a:xfrm>
            <a:off x="187523" y="217714"/>
            <a:ext cx="6482700" cy="3705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4"/>
        <p:cNvGrpSpPr/>
        <p:nvPr/>
      </p:nvGrpSpPr>
      <p:grpSpPr>
        <a:xfrm>
          <a:off x="0" y="0"/>
          <a:ext cx="0" cy="0"/>
          <a:chOff x="0" y="0"/>
          <a:chExt cx="0" cy="0"/>
        </a:xfrm>
      </p:grpSpPr>
      <p:sp>
        <p:nvSpPr>
          <p:cNvPr id="765" name="Google Shape;765;g230bdc7f68c_0_829:notes"/>
          <p:cNvSpPr txBox="1">
            <a:spLocks noGrp="1"/>
          </p:cNvSpPr>
          <p:nvPr>
            <p:ph type="body" idx="1"/>
          </p:nvPr>
        </p:nvSpPr>
        <p:spPr>
          <a:xfrm>
            <a:off x="412750" y="4201079"/>
            <a:ext cx="5961000" cy="4485000"/>
          </a:xfrm>
          <a:prstGeom prst="rect">
            <a:avLst/>
          </a:prstGeom>
          <a:noFill/>
          <a:ln>
            <a:noFill/>
          </a:ln>
        </p:spPr>
        <p:txBody>
          <a:bodyPr spcFirstLastPara="1" wrap="square" lIns="86175" tIns="43075" rIns="86175" bIns="43075" anchor="t" anchorCtr="0">
            <a:noAutofit/>
          </a:bodyPr>
          <a:lstStyle/>
          <a:p>
            <a:pPr marL="0" lvl="0" indent="0" algn="l" rtl="0">
              <a:spcBef>
                <a:spcPts val="0"/>
              </a:spcBef>
              <a:spcAft>
                <a:spcPts val="0"/>
              </a:spcAft>
              <a:buNone/>
            </a:pPr>
            <a:endParaRPr/>
          </a:p>
        </p:txBody>
      </p:sp>
      <p:sp>
        <p:nvSpPr>
          <p:cNvPr id="766" name="Google Shape;766;g230bdc7f68c_0_829:notes"/>
          <p:cNvSpPr>
            <a:spLocks noGrp="1" noRot="1" noChangeAspect="1"/>
          </p:cNvSpPr>
          <p:nvPr>
            <p:ph type="sldImg" idx="2"/>
          </p:nvPr>
        </p:nvSpPr>
        <p:spPr>
          <a:xfrm>
            <a:off x="187523" y="217714"/>
            <a:ext cx="6482700" cy="3705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4"/>
        <p:cNvGrpSpPr/>
        <p:nvPr/>
      </p:nvGrpSpPr>
      <p:grpSpPr>
        <a:xfrm>
          <a:off x="0" y="0"/>
          <a:ext cx="0" cy="0"/>
          <a:chOff x="0" y="0"/>
          <a:chExt cx="0" cy="0"/>
        </a:xfrm>
      </p:grpSpPr>
      <p:sp>
        <p:nvSpPr>
          <p:cNvPr id="775" name="Google Shape;775;g3b4b3f5224d_0_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76" name="Google Shape;776;g3b4b3f5224d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5"/>
        <p:cNvGrpSpPr/>
        <p:nvPr/>
      </p:nvGrpSpPr>
      <p:grpSpPr>
        <a:xfrm>
          <a:off x="0" y="0"/>
          <a:ext cx="0" cy="0"/>
          <a:chOff x="0" y="0"/>
          <a:chExt cx="0" cy="0"/>
        </a:xfrm>
      </p:grpSpPr>
      <p:sp>
        <p:nvSpPr>
          <p:cNvPr id="786" name="Google Shape;786;g230bdc7f68c_0_131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87" name="Google Shape;787;g230bdc7f68c_0_13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8"/>
        <p:cNvGrpSpPr/>
        <p:nvPr/>
      </p:nvGrpSpPr>
      <p:grpSpPr>
        <a:xfrm>
          <a:off x="0" y="0"/>
          <a:ext cx="0" cy="0"/>
          <a:chOff x="0" y="0"/>
          <a:chExt cx="0" cy="0"/>
        </a:xfrm>
      </p:grpSpPr>
      <p:sp>
        <p:nvSpPr>
          <p:cNvPr id="799" name="Google Shape;799;g34bef8c5006_0_7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00" name="Google Shape;800;g34bef8c5006_0_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4"/>
        <p:cNvGrpSpPr/>
        <p:nvPr/>
      </p:nvGrpSpPr>
      <p:grpSpPr>
        <a:xfrm>
          <a:off x="0" y="0"/>
          <a:ext cx="0" cy="0"/>
          <a:chOff x="0" y="0"/>
          <a:chExt cx="0" cy="0"/>
        </a:xfrm>
      </p:grpSpPr>
      <p:sp>
        <p:nvSpPr>
          <p:cNvPr id="805" name="Google Shape;805;g1e18892d896_1_14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06" name="Google Shape;806;g1e18892d896_1_1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chemeClr val="dk1"/>
        </a:solidFill>
        <a:effectLst/>
      </p:bgPr>
    </p:bg>
    <p:spTree>
      <p:nvGrpSpPr>
        <p:cNvPr id="1" name="Shape 9"/>
        <p:cNvGrpSpPr/>
        <p:nvPr/>
      </p:nvGrpSpPr>
      <p:grpSpPr>
        <a:xfrm>
          <a:off x="0" y="0"/>
          <a:ext cx="0" cy="0"/>
          <a:chOff x="0" y="0"/>
          <a:chExt cx="0" cy="0"/>
        </a:xfrm>
      </p:grpSpPr>
      <p:sp>
        <p:nvSpPr>
          <p:cNvPr id="10" name="Google Shape;10;p2"/>
          <p:cNvSpPr/>
          <p:nvPr/>
        </p:nvSpPr>
        <p:spPr>
          <a:xfrm>
            <a:off x="-125" y="0"/>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lt1"/>
          </a:solidFill>
          <a:ln>
            <a:noFill/>
          </a:ln>
        </p:spPr>
        <p:txBody>
          <a:bodyPr/>
          <a:lstStyle/>
          <a:p>
            <a:endParaRPr lang="en-US"/>
          </a:p>
        </p:txBody>
      </p:sp>
      <p:sp>
        <p:nvSpPr>
          <p:cNvPr id="11" name="Google Shape;11;p2"/>
          <p:cNvSpPr txBox="1">
            <a:spLocks noGrp="1"/>
          </p:cNvSpPr>
          <p:nvPr>
            <p:ph type="ctrTitle"/>
          </p:nvPr>
        </p:nvSpPr>
        <p:spPr>
          <a:xfrm>
            <a:off x="311700" y="539725"/>
            <a:ext cx="8520600" cy="1282500"/>
          </a:xfrm>
          <a:prstGeom prst="rect">
            <a:avLst/>
          </a:prstGeom>
        </p:spPr>
        <p:txBody>
          <a:bodyPr spcFirstLastPara="1" wrap="square" lIns="91425" tIns="91425" rIns="91425" bIns="91425" anchor="t" anchorCtr="0">
            <a:noAutofit/>
          </a:bodyPr>
          <a:lstStyle>
            <a:lvl1pPr lvl="0">
              <a:spcBef>
                <a:spcPts val="0"/>
              </a:spcBef>
              <a:spcAft>
                <a:spcPts val="0"/>
              </a:spcAft>
              <a:buSzPts val="3600"/>
              <a:buNone/>
              <a:defRPr sz="3600"/>
            </a:lvl1pPr>
            <a:lvl2pPr lvl="1">
              <a:spcBef>
                <a:spcPts val="0"/>
              </a:spcBef>
              <a:spcAft>
                <a:spcPts val="0"/>
              </a:spcAft>
              <a:buSzPts val="3600"/>
              <a:buNone/>
              <a:defRPr sz="3600"/>
            </a:lvl2pPr>
            <a:lvl3pPr lvl="2">
              <a:spcBef>
                <a:spcPts val="0"/>
              </a:spcBef>
              <a:spcAft>
                <a:spcPts val="0"/>
              </a:spcAft>
              <a:buSzPts val="3600"/>
              <a:buNone/>
              <a:defRPr sz="3600"/>
            </a:lvl3pPr>
            <a:lvl4pPr lvl="3">
              <a:spcBef>
                <a:spcPts val="0"/>
              </a:spcBef>
              <a:spcAft>
                <a:spcPts val="0"/>
              </a:spcAft>
              <a:buSzPts val="3600"/>
              <a:buNone/>
              <a:defRPr sz="3600"/>
            </a:lvl4pPr>
            <a:lvl5pPr lvl="4">
              <a:spcBef>
                <a:spcPts val="0"/>
              </a:spcBef>
              <a:spcAft>
                <a:spcPts val="0"/>
              </a:spcAft>
              <a:buSzPts val="3600"/>
              <a:buNone/>
              <a:defRPr sz="3600"/>
            </a:lvl5pPr>
            <a:lvl6pPr lvl="5">
              <a:spcBef>
                <a:spcPts val="0"/>
              </a:spcBef>
              <a:spcAft>
                <a:spcPts val="0"/>
              </a:spcAft>
              <a:buSzPts val="3600"/>
              <a:buNone/>
              <a:defRPr sz="3600"/>
            </a:lvl6pPr>
            <a:lvl7pPr lvl="6">
              <a:spcBef>
                <a:spcPts val="0"/>
              </a:spcBef>
              <a:spcAft>
                <a:spcPts val="0"/>
              </a:spcAft>
              <a:buSzPts val="3600"/>
              <a:buNone/>
              <a:defRPr sz="3600"/>
            </a:lvl7pPr>
            <a:lvl8pPr lvl="7">
              <a:spcBef>
                <a:spcPts val="0"/>
              </a:spcBef>
              <a:spcAft>
                <a:spcPts val="0"/>
              </a:spcAft>
              <a:buSzPts val="3600"/>
              <a:buNone/>
              <a:defRPr sz="3600"/>
            </a:lvl8pPr>
            <a:lvl9pPr lvl="8">
              <a:spcBef>
                <a:spcPts val="0"/>
              </a:spcBef>
              <a:spcAft>
                <a:spcPts val="0"/>
              </a:spcAft>
              <a:buSzPts val="3600"/>
              <a:buNone/>
              <a:defRPr sz="3600"/>
            </a:lvl9pPr>
          </a:lstStyle>
          <a:p>
            <a:endParaRPr/>
          </a:p>
        </p:txBody>
      </p:sp>
      <p:sp>
        <p:nvSpPr>
          <p:cNvPr id="12" name="Google Shape;12;p2"/>
          <p:cNvSpPr txBox="1">
            <a:spLocks noGrp="1"/>
          </p:cNvSpPr>
          <p:nvPr>
            <p:ph type="subTitle" idx="1"/>
          </p:nvPr>
        </p:nvSpPr>
        <p:spPr>
          <a:xfrm>
            <a:off x="311700" y="1878560"/>
            <a:ext cx="4242600" cy="7383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Clr>
                <a:schemeClr val="lt2"/>
              </a:buClr>
              <a:buSzPts val="1600"/>
              <a:buNone/>
              <a:defRPr sz="1600">
                <a:solidFill>
                  <a:schemeClr val="lt2"/>
                </a:solidFill>
              </a:defRPr>
            </a:lvl1pPr>
            <a:lvl2pPr lvl="1">
              <a:lnSpc>
                <a:spcPct val="100000"/>
              </a:lnSpc>
              <a:spcBef>
                <a:spcPts val="0"/>
              </a:spcBef>
              <a:spcAft>
                <a:spcPts val="0"/>
              </a:spcAft>
              <a:buClr>
                <a:schemeClr val="lt2"/>
              </a:buClr>
              <a:buSzPts val="1600"/>
              <a:buNone/>
              <a:defRPr sz="1600">
                <a:solidFill>
                  <a:schemeClr val="lt2"/>
                </a:solidFill>
              </a:defRPr>
            </a:lvl2pPr>
            <a:lvl3pPr lvl="2">
              <a:lnSpc>
                <a:spcPct val="100000"/>
              </a:lnSpc>
              <a:spcBef>
                <a:spcPts val="0"/>
              </a:spcBef>
              <a:spcAft>
                <a:spcPts val="0"/>
              </a:spcAft>
              <a:buClr>
                <a:schemeClr val="lt2"/>
              </a:buClr>
              <a:buSzPts val="1600"/>
              <a:buNone/>
              <a:defRPr sz="1600">
                <a:solidFill>
                  <a:schemeClr val="lt2"/>
                </a:solidFill>
              </a:defRPr>
            </a:lvl3pPr>
            <a:lvl4pPr lvl="3">
              <a:lnSpc>
                <a:spcPct val="100000"/>
              </a:lnSpc>
              <a:spcBef>
                <a:spcPts val="0"/>
              </a:spcBef>
              <a:spcAft>
                <a:spcPts val="0"/>
              </a:spcAft>
              <a:buClr>
                <a:schemeClr val="lt2"/>
              </a:buClr>
              <a:buSzPts val="1600"/>
              <a:buNone/>
              <a:defRPr sz="1600">
                <a:solidFill>
                  <a:schemeClr val="lt2"/>
                </a:solidFill>
              </a:defRPr>
            </a:lvl4pPr>
            <a:lvl5pPr lvl="4">
              <a:lnSpc>
                <a:spcPct val="100000"/>
              </a:lnSpc>
              <a:spcBef>
                <a:spcPts val="0"/>
              </a:spcBef>
              <a:spcAft>
                <a:spcPts val="0"/>
              </a:spcAft>
              <a:buClr>
                <a:schemeClr val="lt2"/>
              </a:buClr>
              <a:buSzPts val="1600"/>
              <a:buNone/>
              <a:defRPr sz="1600">
                <a:solidFill>
                  <a:schemeClr val="lt2"/>
                </a:solidFill>
              </a:defRPr>
            </a:lvl5pPr>
            <a:lvl6pPr lvl="5">
              <a:lnSpc>
                <a:spcPct val="100000"/>
              </a:lnSpc>
              <a:spcBef>
                <a:spcPts val="0"/>
              </a:spcBef>
              <a:spcAft>
                <a:spcPts val="0"/>
              </a:spcAft>
              <a:buClr>
                <a:schemeClr val="lt2"/>
              </a:buClr>
              <a:buSzPts val="1600"/>
              <a:buNone/>
              <a:defRPr sz="1600">
                <a:solidFill>
                  <a:schemeClr val="lt2"/>
                </a:solidFill>
              </a:defRPr>
            </a:lvl6pPr>
            <a:lvl7pPr lvl="6">
              <a:lnSpc>
                <a:spcPct val="100000"/>
              </a:lnSpc>
              <a:spcBef>
                <a:spcPts val="0"/>
              </a:spcBef>
              <a:spcAft>
                <a:spcPts val="0"/>
              </a:spcAft>
              <a:buClr>
                <a:schemeClr val="lt2"/>
              </a:buClr>
              <a:buSzPts val="1600"/>
              <a:buNone/>
              <a:defRPr sz="1600">
                <a:solidFill>
                  <a:schemeClr val="lt2"/>
                </a:solidFill>
              </a:defRPr>
            </a:lvl7pPr>
            <a:lvl8pPr lvl="7">
              <a:lnSpc>
                <a:spcPct val="100000"/>
              </a:lnSpc>
              <a:spcBef>
                <a:spcPts val="0"/>
              </a:spcBef>
              <a:spcAft>
                <a:spcPts val="0"/>
              </a:spcAft>
              <a:buClr>
                <a:schemeClr val="lt2"/>
              </a:buClr>
              <a:buSzPts val="1600"/>
              <a:buNone/>
              <a:defRPr sz="1600">
                <a:solidFill>
                  <a:schemeClr val="lt2"/>
                </a:solidFill>
              </a:defRPr>
            </a:lvl8pPr>
            <a:lvl9pPr lvl="8">
              <a:lnSpc>
                <a:spcPct val="100000"/>
              </a:lnSpc>
              <a:spcBef>
                <a:spcPts val="0"/>
              </a:spcBef>
              <a:spcAft>
                <a:spcPts val="0"/>
              </a:spcAft>
              <a:buClr>
                <a:schemeClr val="lt2"/>
              </a:buClr>
              <a:buSzPts val="1600"/>
              <a:buNone/>
              <a:defRPr sz="1600">
                <a:solidFill>
                  <a:schemeClr val="lt2"/>
                </a:solidFill>
              </a:defRPr>
            </a:lvl9pPr>
          </a:lstStyle>
          <a:p>
            <a:endParaRPr/>
          </a:p>
        </p:txBody>
      </p:sp>
      <p:sp>
        <p:nvSpPr>
          <p:cNvPr id="13" name="Google Shape;13;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accent3"/>
        </a:solidFill>
        <a:effectLst/>
      </p:bgPr>
    </p:bg>
    <p:spTree>
      <p:nvGrpSpPr>
        <p:cNvPr id="1" name="Shape 14"/>
        <p:cNvGrpSpPr/>
        <p:nvPr/>
      </p:nvGrpSpPr>
      <p:grpSpPr>
        <a:xfrm>
          <a:off x="0" y="0"/>
          <a:ext cx="0" cy="0"/>
          <a:chOff x="0" y="0"/>
          <a:chExt cx="0" cy="0"/>
        </a:xfrm>
      </p:grpSpPr>
      <p:sp>
        <p:nvSpPr>
          <p:cNvPr id="15" name="Google Shape;15;p3"/>
          <p:cNvSpPr/>
          <p:nvPr/>
        </p:nvSpPr>
        <p:spPr>
          <a:xfrm>
            <a:off x="0" y="48099"/>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lt1"/>
          </a:solidFill>
          <a:ln>
            <a:noFill/>
          </a:ln>
        </p:spPr>
      </p:sp>
      <p:sp>
        <p:nvSpPr>
          <p:cNvPr id="16" name="Google Shape;16;p3"/>
          <p:cNvSpPr/>
          <p:nvPr/>
        </p:nvSpPr>
        <p:spPr>
          <a:xfrm>
            <a:off x="0" y="0"/>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accent3"/>
          </a:solidFill>
          <a:ln>
            <a:noFill/>
          </a:ln>
        </p:spPr>
      </p:sp>
      <p:sp>
        <p:nvSpPr>
          <p:cNvPr id="17" name="Google Shape;17;p3"/>
          <p:cNvSpPr txBox="1">
            <a:spLocks noGrp="1"/>
          </p:cNvSpPr>
          <p:nvPr>
            <p:ph type="title"/>
          </p:nvPr>
        </p:nvSpPr>
        <p:spPr>
          <a:xfrm>
            <a:off x="311700" y="539725"/>
            <a:ext cx="8520600" cy="1282500"/>
          </a:xfrm>
          <a:prstGeom prst="rect">
            <a:avLst/>
          </a:prstGeom>
        </p:spPr>
        <p:txBody>
          <a:bodyPr spcFirstLastPara="1" wrap="square" lIns="91425" tIns="91425" rIns="91425" bIns="91425" anchor="t" anchorCtr="0">
            <a:noAutofit/>
          </a:bodyPr>
          <a:lstStyle>
            <a:lvl1pPr lvl="0">
              <a:spcBef>
                <a:spcPts val="0"/>
              </a:spcBef>
              <a:spcAft>
                <a:spcPts val="0"/>
              </a:spcAft>
              <a:buSzPts val="3600"/>
              <a:buNone/>
              <a:defRPr sz="3600"/>
            </a:lvl1pPr>
            <a:lvl2pPr lvl="1">
              <a:spcBef>
                <a:spcPts val="0"/>
              </a:spcBef>
              <a:spcAft>
                <a:spcPts val="0"/>
              </a:spcAft>
              <a:buSzPts val="3600"/>
              <a:buNone/>
              <a:defRPr sz="3600"/>
            </a:lvl2pPr>
            <a:lvl3pPr lvl="2">
              <a:spcBef>
                <a:spcPts val="0"/>
              </a:spcBef>
              <a:spcAft>
                <a:spcPts val="0"/>
              </a:spcAft>
              <a:buSzPts val="3600"/>
              <a:buNone/>
              <a:defRPr sz="3600"/>
            </a:lvl3pPr>
            <a:lvl4pPr lvl="3">
              <a:spcBef>
                <a:spcPts val="0"/>
              </a:spcBef>
              <a:spcAft>
                <a:spcPts val="0"/>
              </a:spcAft>
              <a:buSzPts val="3600"/>
              <a:buNone/>
              <a:defRPr sz="3600"/>
            </a:lvl4pPr>
            <a:lvl5pPr lvl="4">
              <a:spcBef>
                <a:spcPts val="0"/>
              </a:spcBef>
              <a:spcAft>
                <a:spcPts val="0"/>
              </a:spcAft>
              <a:buSzPts val="3600"/>
              <a:buNone/>
              <a:defRPr sz="3600"/>
            </a:lvl5pPr>
            <a:lvl6pPr lvl="5">
              <a:spcBef>
                <a:spcPts val="0"/>
              </a:spcBef>
              <a:spcAft>
                <a:spcPts val="0"/>
              </a:spcAft>
              <a:buSzPts val="3600"/>
              <a:buNone/>
              <a:defRPr sz="3600"/>
            </a:lvl6pPr>
            <a:lvl7pPr lvl="6">
              <a:spcBef>
                <a:spcPts val="0"/>
              </a:spcBef>
              <a:spcAft>
                <a:spcPts val="0"/>
              </a:spcAft>
              <a:buSzPts val="3600"/>
              <a:buNone/>
              <a:defRPr sz="3600"/>
            </a:lvl7pPr>
            <a:lvl8pPr lvl="7">
              <a:spcBef>
                <a:spcPts val="0"/>
              </a:spcBef>
              <a:spcAft>
                <a:spcPts val="0"/>
              </a:spcAft>
              <a:buSzPts val="3600"/>
              <a:buNone/>
              <a:defRPr sz="3600"/>
            </a:lvl8pPr>
            <a:lvl9pPr lvl="8">
              <a:spcBef>
                <a:spcPts val="0"/>
              </a:spcBef>
              <a:spcAft>
                <a:spcPts val="0"/>
              </a:spcAft>
              <a:buSzPts val="3600"/>
              <a:buNone/>
              <a:defRPr sz="3600"/>
            </a:lvl9pPr>
          </a:lstStyle>
          <a:p>
            <a:endParaRPr/>
          </a:p>
        </p:txBody>
      </p:sp>
      <p:sp>
        <p:nvSpPr>
          <p:cNvPr id="18" name="Google Shape;18;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solidFill>
                  <a:schemeClr val="accent1"/>
                </a:solidFill>
              </a:defRPr>
            </a:lvl1pPr>
            <a:lvl2pPr lvl="1">
              <a:buNone/>
              <a:defRPr>
                <a:solidFill>
                  <a:schemeClr val="accent1"/>
                </a:solidFill>
              </a:defRPr>
            </a:lvl2pPr>
            <a:lvl3pPr lvl="2">
              <a:buNone/>
              <a:defRPr>
                <a:solidFill>
                  <a:schemeClr val="accent1"/>
                </a:solidFill>
              </a:defRPr>
            </a:lvl3pPr>
            <a:lvl4pPr lvl="3">
              <a:buNone/>
              <a:defRPr>
                <a:solidFill>
                  <a:schemeClr val="accent1"/>
                </a:solidFill>
              </a:defRPr>
            </a:lvl4pPr>
            <a:lvl5pPr lvl="4">
              <a:buNone/>
              <a:defRPr>
                <a:solidFill>
                  <a:schemeClr val="accent1"/>
                </a:solidFill>
              </a:defRPr>
            </a:lvl5pPr>
            <a:lvl6pPr lvl="5">
              <a:buNone/>
              <a:defRPr>
                <a:solidFill>
                  <a:schemeClr val="accent1"/>
                </a:solidFill>
              </a:defRPr>
            </a:lvl6pPr>
            <a:lvl7pPr lvl="6">
              <a:buNone/>
              <a:defRPr>
                <a:solidFill>
                  <a:schemeClr val="accent1"/>
                </a:solidFill>
              </a:defRPr>
            </a:lvl7pPr>
            <a:lvl8pPr lvl="7">
              <a:buNone/>
              <a:defRPr>
                <a:solidFill>
                  <a:schemeClr val="accent1"/>
                </a:solidFill>
              </a:defRPr>
            </a:lvl8pPr>
            <a:lvl9pPr lvl="8">
              <a:buNone/>
              <a:defRPr>
                <a:solidFill>
                  <a:schemeClr val="accen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9"/>
        <p:cNvGrpSpPr/>
        <p:nvPr/>
      </p:nvGrpSpPr>
      <p:grpSpPr>
        <a:xfrm>
          <a:off x="0" y="0"/>
          <a:ext cx="0" cy="0"/>
          <a:chOff x="0" y="0"/>
          <a:chExt cx="0" cy="0"/>
        </a:xfrm>
      </p:grpSpPr>
      <p:sp>
        <p:nvSpPr>
          <p:cNvPr id="20" name="Google Shape;20;p4"/>
          <p:cNvSpPr/>
          <p:nvPr/>
        </p:nvSpPr>
        <p:spPr>
          <a:xfrm>
            <a:off x="-125" y="0"/>
            <a:ext cx="4316900" cy="4887028"/>
          </a:xfrm>
          <a:custGeom>
            <a:avLst/>
            <a:gdLst/>
            <a:ahLst/>
            <a:cxnLst/>
            <a:rect l="l" t="t" r="r" b="b"/>
            <a:pathLst>
              <a:path w="172676" h="175824" extrusionOk="0">
                <a:moveTo>
                  <a:pt x="0" y="6"/>
                </a:moveTo>
                <a:lnTo>
                  <a:pt x="172676" y="0"/>
                </a:lnTo>
                <a:lnTo>
                  <a:pt x="172562" y="126442"/>
                </a:lnTo>
                <a:lnTo>
                  <a:pt x="0" y="175824"/>
                </a:lnTo>
                <a:close/>
              </a:path>
            </a:pathLst>
          </a:custGeom>
          <a:solidFill>
            <a:schemeClr val="dk1"/>
          </a:solidFill>
          <a:ln>
            <a:noFill/>
          </a:ln>
        </p:spPr>
        <p:txBody>
          <a:bodyPr/>
          <a:lstStyle/>
          <a:p>
            <a:endParaRPr lang="en-US"/>
          </a:p>
        </p:txBody>
      </p:sp>
      <p:sp>
        <p:nvSpPr>
          <p:cNvPr id="21" name="Google Shape;21;p4"/>
          <p:cNvSpPr/>
          <p:nvPr/>
        </p:nvSpPr>
        <p:spPr>
          <a:xfrm>
            <a:off x="0" y="0"/>
            <a:ext cx="4314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2;p4"/>
          <p:cNvSpPr txBox="1">
            <a:spLocks noGrp="1"/>
          </p:cNvSpPr>
          <p:nvPr>
            <p:ph type="title"/>
          </p:nvPr>
        </p:nvSpPr>
        <p:spPr>
          <a:xfrm>
            <a:off x="311725" y="500925"/>
            <a:ext cx="3706500" cy="638100"/>
          </a:xfrm>
          <a:prstGeom prst="rect">
            <a:avLst/>
          </a:prstGeom>
        </p:spPr>
        <p:txBody>
          <a:bodyPr spcFirstLastPara="1" wrap="square" lIns="91425" tIns="91425" rIns="91425" bIns="91425" anchor="t" anchorCtr="0">
            <a:no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a:endParaRPr/>
          </a:p>
        </p:txBody>
      </p:sp>
      <p:sp>
        <p:nvSpPr>
          <p:cNvPr id="23" name="Google Shape;23;p4"/>
          <p:cNvSpPr txBox="1">
            <a:spLocks noGrp="1"/>
          </p:cNvSpPr>
          <p:nvPr>
            <p:ph type="body" idx="1"/>
          </p:nvPr>
        </p:nvSpPr>
        <p:spPr>
          <a:xfrm>
            <a:off x="4644675" y="500925"/>
            <a:ext cx="4166400" cy="4432200"/>
          </a:xfrm>
          <a:prstGeom prst="rect">
            <a:avLst/>
          </a:prstGeom>
        </p:spPr>
        <p:txBody>
          <a:bodyPr spcFirstLastPara="1" wrap="square" lIns="91425" tIns="91425" rIns="91425" bIns="91425" anchor="t" anchorCtr="0">
            <a:no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24" name="Google Shape;24;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25" name="Google Shape;25;p4"/>
          <p:cNvSpPr txBox="1">
            <a:spLocks noGrp="1"/>
          </p:cNvSpPr>
          <p:nvPr>
            <p:ph type="body" idx="2"/>
          </p:nvPr>
        </p:nvSpPr>
        <p:spPr>
          <a:xfrm>
            <a:off x="315425" y="1286175"/>
            <a:ext cx="3706500" cy="2697300"/>
          </a:xfrm>
          <a:prstGeom prst="rect">
            <a:avLst/>
          </a:prstGeom>
        </p:spPr>
        <p:txBody>
          <a:bodyPr spcFirstLastPara="1" wrap="square" lIns="91425" tIns="91425" rIns="91425" bIns="91425" anchor="t" anchorCtr="0">
            <a:noAutofit/>
          </a:bodyPr>
          <a:lstStyle>
            <a:lvl1pPr marL="457200" lvl="0" indent="-311150">
              <a:spcBef>
                <a:spcPts val="0"/>
              </a:spcBef>
              <a:spcAft>
                <a:spcPts val="0"/>
              </a:spcAft>
              <a:buClr>
                <a:srgbClr val="FFFFFF"/>
              </a:buClr>
              <a:buSzPts val="1300"/>
              <a:buChar char="●"/>
              <a:defRPr>
                <a:solidFill>
                  <a:srgbClr val="FFFFFF"/>
                </a:solidFill>
              </a:defRPr>
            </a:lvl1pPr>
            <a:lvl2pPr marL="914400" lvl="1" indent="-298450">
              <a:spcBef>
                <a:spcPts val="1600"/>
              </a:spcBef>
              <a:spcAft>
                <a:spcPts val="0"/>
              </a:spcAft>
              <a:buClr>
                <a:srgbClr val="FFFFFF"/>
              </a:buClr>
              <a:buSzPts val="1100"/>
              <a:buChar char="○"/>
              <a:defRPr>
                <a:solidFill>
                  <a:srgbClr val="FFFFFF"/>
                </a:solidFill>
              </a:defRPr>
            </a:lvl2pPr>
            <a:lvl3pPr marL="1371600" lvl="2" indent="-298450">
              <a:spcBef>
                <a:spcPts val="1600"/>
              </a:spcBef>
              <a:spcAft>
                <a:spcPts val="0"/>
              </a:spcAft>
              <a:buClr>
                <a:srgbClr val="FFFFFF"/>
              </a:buClr>
              <a:buSzPts val="1100"/>
              <a:buChar char="■"/>
              <a:defRPr>
                <a:solidFill>
                  <a:srgbClr val="FFFFFF"/>
                </a:solidFill>
              </a:defRPr>
            </a:lvl3pPr>
            <a:lvl4pPr marL="1828800" lvl="3" indent="-298450">
              <a:spcBef>
                <a:spcPts val="1600"/>
              </a:spcBef>
              <a:spcAft>
                <a:spcPts val="0"/>
              </a:spcAft>
              <a:buClr>
                <a:srgbClr val="FFFFFF"/>
              </a:buClr>
              <a:buSzPts val="1100"/>
              <a:buChar char="●"/>
              <a:defRPr>
                <a:solidFill>
                  <a:srgbClr val="FFFFFF"/>
                </a:solidFill>
              </a:defRPr>
            </a:lvl4pPr>
            <a:lvl5pPr marL="2286000" lvl="4" indent="-298450">
              <a:spcBef>
                <a:spcPts val="1600"/>
              </a:spcBef>
              <a:spcAft>
                <a:spcPts val="0"/>
              </a:spcAft>
              <a:buClr>
                <a:srgbClr val="FFFFFF"/>
              </a:buClr>
              <a:buSzPts val="1100"/>
              <a:buChar char="○"/>
              <a:defRPr>
                <a:solidFill>
                  <a:srgbClr val="FFFFFF"/>
                </a:solidFill>
              </a:defRPr>
            </a:lvl5pPr>
            <a:lvl6pPr marL="2743200" lvl="5" indent="-298450">
              <a:spcBef>
                <a:spcPts val="1600"/>
              </a:spcBef>
              <a:spcAft>
                <a:spcPts val="0"/>
              </a:spcAft>
              <a:buClr>
                <a:srgbClr val="FFFFFF"/>
              </a:buClr>
              <a:buSzPts val="1100"/>
              <a:buChar char="■"/>
              <a:defRPr>
                <a:solidFill>
                  <a:srgbClr val="FFFFFF"/>
                </a:solidFill>
              </a:defRPr>
            </a:lvl6pPr>
            <a:lvl7pPr marL="3200400" lvl="6" indent="-298450">
              <a:spcBef>
                <a:spcPts val="1600"/>
              </a:spcBef>
              <a:spcAft>
                <a:spcPts val="0"/>
              </a:spcAft>
              <a:buClr>
                <a:srgbClr val="FFFFFF"/>
              </a:buClr>
              <a:buSzPts val="1100"/>
              <a:buChar char="●"/>
              <a:defRPr>
                <a:solidFill>
                  <a:srgbClr val="FFFFFF"/>
                </a:solidFill>
              </a:defRPr>
            </a:lvl7pPr>
            <a:lvl8pPr marL="3657600" lvl="7" indent="-298450">
              <a:spcBef>
                <a:spcPts val="1600"/>
              </a:spcBef>
              <a:spcAft>
                <a:spcPts val="0"/>
              </a:spcAft>
              <a:buClr>
                <a:srgbClr val="FFFFFF"/>
              </a:buClr>
              <a:buSzPts val="1100"/>
              <a:buChar char="○"/>
              <a:defRPr>
                <a:solidFill>
                  <a:srgbClr val="FFFFFF"/>
                </a:solidFill>
              </a:defRPr>
            </a:lvl8pPr>
            <a:lvl9pPr marL="4114800" lvl="8" indent="-298450">
              <a:spcBef>
                <a:spcPts val="1600"/>
              </a:spcBef>
              <a:spcAft>
                <a:spcPts val="1600"/>
              </a:spcAft>
              <a:buClr>
                <a:srgbClr val="FFFFFF"/>
              </a:buClr>
              <a:buSzPts val="1100"/>
              <a:buChar char="■"/>
              <a:defRPr>
                <a:solidFill>
                  <a:srgbClr val="FFFFFF"/>
                </a:solidFill>
              </a:defRPr>
            </a:lvl9pPr>
          </a:lstStyle>
          <a:p>
            <a:endParaRPr/>
          </a:p>
        </p:txBody>
      </p:sp>
      <p:sp>
        <p:nvSpPr>
          <p:cNvPr id="26" name="Google Shape;26;p4"/>
          <p:cNvSpPr txBox="1">
            <a:spLocks noGrp="1"/>
          </p:cNvSpPr>
          <p:nvPr>
            <p:ph type="body" idx="3"/>
          </p:nvPr>
        </p:nvSpPr>
        <p:spPr>
          <a:xfrm>
            <a:off x="315425" y="4089650"/>
            <a:ext cx="3706500" cy="8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lvl1pPr marL="457200" lvl="0"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1pPr>
            <a:lvl2pPr marL="914400" lvl="1"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2pPr>
            <a:lvl3pPr marL="1371600" lvl="2"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3pPr>
            <a:lvl4pPr marL="1828800" lvl="3"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4pPr>
            <a:lvl5pPr marL="2286000" lvl="4"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5pPr>
            <a:lvl6pPr marL="2743200" lvl="5"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6pPr>
            <a:lvl7pPr marL="3200400" lvl="6"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7pPr>
            <a:lvl8pPr marL="3657600" lvl="7"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8pPr>
            <a:lvl9pPr marL="4114800" lvl="8"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7"/>
        <p:cNvGrpSpPr/>
        <p:nvPr/>
      </p:nvGrpSpPr>
      <p:grpSpPr>
        <a:xfrm>
          <a:off x="0" y="0"/>
          <a:ext cx="0" cy="0"/>
          <a:chOff x="0" y="0"/>
          <a:chExt cx="0" cy="0"/>
        </a:xfrm>
      </p:grpSpPr>
      <p:sp>
        <p:nvSpPr>
          <p:cNvPr id="28" name="Google Shape;28;p5"/>
          <p:cNvSpPr/>
          <p:nvPr/>
        </p:nvSpPr>
        <p:spPr>
          <a:xfrm>
            <a:off x="0" y="0"/>
            <a:ext cx="9144000" cy="12771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29;p5"/>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a:endParaRPr/>
          </a:p>
        </p:txBody>
      </p:sp>
      <p:sp>
        <p:nvSpPr>
          <p:cNvPr id="30" name="Google Shape;30;p5"/>
          <p:cNvSpPr txBox="1">
            <a:spLocks noGrp="1"/>
          </p:cNvSpPr>
          <p:nvPr>
            <p:ph type="body" idx="1"/>
          </p:nvPr>
        </p:nvSpPr>
        <p:spPr>
          <a:xfrm>
            <a:off x="311700" y="1505700"/>
            <a:ext cx="3999900" cy="3076200"/>
          </a:xfrm>
          <a:prstGeom prst="rect">
            <a:avLst/>
          </a:prstGeom>
        </p:spPr>
        <p:txBody>
          <a:bodyPr spcFirstLastPara="1" wrap="square" lIns="91425" tIns="91425" rIns="91425" bIns="91425" anchor="t" anchorCtr="0">
            <a:no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31" name="Google Shape;31;p5"/>
          <p:cNvSpPr txBox="1">
            <a:spLocks noGrp="1"/>
          </p:cNvSpPr>
          <p:nvPr>
            <p:ph type="body" idx="2"/>
          </p:nvPr>
        </p:nvSpPr>
        <p:spPr>
          <a:xfrm>
            <a:off x="4832400" y="1505700"/>
            <a:ext cx="3999900" cy="3076200"/>
          </a:xfrm>
          <a:prstGeom prst="rect">
            <a:avLst/>
          </a:prstGeom>
        </p:spPr>
        <p:txBody>
          <a:bodyPr spcFirstLastPara="1" wrap="square" lIns="91425" tIns="91425" rIns="91425" bIns="91425" anchor="t" anchorCtr="0">
            <a:no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32" name="Google Shape;32;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3"/>
        <p:cNvGrpSpPr/>
        <p:nvPr/>
      </p:nvGrpSpPr>
      <p:grpSpPr>
        <a:xfrm>
          <a:off x="0" y="0"/>
          <a:ext cx="0" cy="0"/>
          <a:chOff x="0" y="0"/>
          <a:chExt cx="0" cy="0"/>
        </a:xfrm>
      </p:grpSpPr>
      <p:sp>
        <p:nvSpPr>
          <p:cNvPr id="34" name="Google Shape;34;p6"/>
          <p:cNvSpPr/>
          <p:nvPr/>
        </p:nvSpPr>
        <p:spPr>
          <a:xfrm>
            <a:off x="0" y="0"/>
            <a:ext cx="9144000" cy="6780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35;p6"/>
          <p:cNvSpPr txBox="1">
            <a:spLocks noGrp="1"/>
          </p:cNvSpPr>
          <p:nvPr>
            <p:ph type="title"/>
          </p:nvPr>
        </p:nvSpPr>
        <p:spPr>
          <a:xfrm>
            <a:off x="311725" y="43725"/>
            <a:ext cx="8520600" cy="623700"/>
          </a:xfrm>
          <a:prstGeom prst="rect">
            <a:avLst/>
          </a:prstGeom>
        </p:spPr>
        <p:txBody>
          <a:bodyPr spcFirstLastPara="1" wrap="square" lIns="91425" tIns="91425" rIns="91425" bIns="91425" anchor="t" anchorCtr="0">
            <a:no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a:endParaRPr/>
          </a:p>
        </p:txBody>
      </p:sp>
      <p:sp>
        <p:nvSpPr>
          <p:cNvPr id="36" name="Google Shape;36;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7"/>
        <p:cNvGrpSpPr/>
        <p:nvPr/>
      </p:nvGrpSpPr>
      <p:grpSpPr>
        <a:xfrm>
          <a:off x="0" y="0"/>
          <a:ext cx="0" cy="0"/>
          <a:chOff x="0" y="0"/>
          <a:chExt cx="0" cy="0"/>
        </a:xfrm>
      </p:grpSpPr>
      <p:sp>
        <p:nvSpPr>
          <p:cNvPr id="38" name="Google Shape;38;p7"/>
          <p:cNvSpPr/>
          <p:nvPr/>
        </p:nvSpPr>
        <p:spPr>
          <a:xfrm>
            <a:off x="4840017" y="0"/>
            <a:ext cx="4314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39;p7"/>
          <p:cNvSpPr/>
          <p:nvPr/>
        </p:nvSpPr>
        <p:spPr>
          <a:xfrm>
            <a:off x="4839900" y="0"/>
            <a:ext cx="4316900" cy="4887028"/>
          </a:xfrm>
          <a:custGeom>
            <a:avLst/>
            <a:gdLst/>
            <a:ahLst/>
            <a:cxnLst/>
            <a:rect l="l" t="t" r="r" b="b"/>
            <a:pathLst>
              <a:path w="172676" h="175824" extrusionOk="0">
                <a:moveTo>
                  <a:pt x="0" y="6"/>
                </a:moveTo>
                <a:lnTo>
                  <a:pt x="172676" y="0"/>
                </a:lnTo>
                <a:lnTo>
                  <a:pt x="172562" y="126442"/>
                </a:lnTo>
                <a:lnTo>
                  <a:pt x="0" y="175824"/>
                </a:lnTo>
                <a:close/>
              </a:path>
            </a:pathLst>
          </a:custGeom>
          <a:solidFill>
            <a:schemeClr val="dk1"/>
          </a:solidFill>
          <a:ln>
            <a:noFill/>
          </a:ln>
        </p:spPr>
        <p:txBody>
          <a:bodyPr/>
          <a:lstStyle/>
          <a:p>
            <a:endParaRPr lang="en-US"/>
          </a:p>
        </p:txBody>
      </p:sp>
      <p:sp>
        <p:nvSpPr>
          <p:cNvPr id="40" name="Google Shape;40;p7"/>
          <p:cNvSpPr txBox="1">
            <a:spLocks noGrp="1"/>
          </p:cNvSpPr>
          <p:nvPr>
            <p:ph type="sldNum" idx="12"/>
          </p:nvPr>
        </p:nvSpPr>
        <p:spPr>
          <a:xfrm>
            <a:off x="90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41" name="Google Shape;41;p7"/>
          <p:cNvSpPr txBox="1">
            <a:spLocks noGrp="1"/>
          </p:cNvSpPr>
          <p:nvPr>
            <p:ph type="title"/>
          </p:nvPr>
        </p:nvSpPr>
        <p:spPr>
          <a:xfrm>
            <a:off x="5264725" y="500925"/>
            <a:ext cx="3706500" cy="6381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lt1"/>
              </a:buClr>
              <a:buSzPts val="2800"/>
              <a:buNone/>
              <a:defRPr>
                <a:solidFill>
                  <a:schemeClr val="lt1"/>
                </a:solidFill>
              </a:defRPr>
            </a:lvl1pPr>
            <a:lvl2pPr lvl="1" rtl="0">
              <a:spcBef>
                <a:spcPts val="0"/>
              </a:spcBef>
              <a:spcAft>
                <a:spcPts val="0"/>
              </a:spcAft>
              <a:buClr>
                <a:schemeClr val="lt1"/>
              </a:buClr>
              <a:buSzPts val="2800"/>
              <a:buNone/>
              <a:defRPr>
                <a:solidFill>
                  <a:schemeClr val="lt1"/>
                </a:solidFill>
              </a:defRPr>
            </a:lvl2pPr>
            <a:lvl3pPr lvl="2" rtl="0">
              <a:spcBef>
                <a:spcPts val="0"/>
              </a:spcBef>
              <a:spcAft>
                <a:spcPts val="0"/>
              </a:spcAft>
              <a:buClr>
                <a:schemeClr val="lt1"/>
              </a:buClr>
              <a:buSzPts val="2800"/>
              <a:buNone/>
              <a:defRPr>
                <a:solidFill>
                  <a:schemeClr val="lt1"/>
                </a:solidFill>
              </a:defRPr>
            </a:lvl3pPr>
            <a:lvl4pPr lvl="3" rtl="0">
              <a:spcBef>
                <a:spcPts val="0"/>
              </a:spcBef>
              <a:spcAft>
                <a:spcPts val="0"/>
              </a:spcAft>
              <a:buClr>
                <a:schemeClr val="lt1"/>
              </a:buClr>
              <a:buSzPts val="2800"/>
              <a:buNone/>
              <a:defRPr>
                <a:solidFill>
                  <a:schemeClr val="lt1"/>
                </a:solidFill>
              </a:defRPr>
            </a:lvl4pPr>
            <a:lvl5pPr lvl="4" rtl="0">
              <a:spcBef>
                <a:spcPts val="0"/>
              </a:spcBef>
              <a:spcAft>
                <a:spcPts val="0"/>
              </a:spcAft>
              <a:buClr>
                <a:schemeClr val="lt1"/>
              </a:buClr>
              <a:buSzPts val="2800"/>
              <a:buNone/>
              <a:defRPr>
                <a:solidFill>
                  <a:schemeClr val="lt1"/>
                </a:solidFill>
              </a:defRPr>
            </a:lvl5pPr>
            <a:lvl6pPr lvl="5" rtl="0">
              <a:spcBef>
                <a:spcPts val="0"/>
              </a:spcBef>
              <a:spcAft>
                <a:spcPts val="0"/>
              </a:spcAft>
              <a:buClr>
                <a:schemeClr val="lt1"/>
              </a:buClr>
              <a:buSzPts val="2800"/>
              <a:buNone/>
              <a:defRPr>
                <a:solidFill>
                  <a:schemeClr val="lt1"/>
                </a:solidFill>
              </a:defRPr>
            </a:lvl6pPr>
            <a:lvl7pPr lvl="6" rtl="0">
              <a:spcBef>
                <a:spcPts val="0"/>
              </a:spcBef>
              <a:spcAft>
                <a:spcPts val="0"/>
              </a:spcAft>
              <a:buClr>
                <a:schemeClr val="lt1"/>
              </a:buClr>
              <a:buSzPts val="2800"/>
              <a:buNone/>
              <a:defRPr>
                <a:solidFill>
                  <a:schemeClr val="lt1"/>
                </a:solidFill>
              </a:defRPr>
            </a:lvl7pPr>
            <a:lvl8pPr lvl="7" rtl="0">
              <a:spcBef>
                <a:spcPts val="0"/>
              </a:spcBef>
              <a:spcAft>
                <a:spcPts val="0"/>
              </a:spcAft>
              <a:buClr>
                <a:schemeClr val="lt1"/>
              </a:buClr>
              <a:buSzPts val="2800"/>
              <a:buNone/>
              <a:defRPr>
                <a:solidFill>
                  <a:schemeClr val="lt1"/>
                </a:solidFill>
              </a:defRPr>
            </a:lvl8pPr>
            <a:lvl9pPr lvl="8" rtl="0">
              <a:spcBef>
                <a:spcPts val="0"/>
              </a:spcBef>
              <a:spcAft>
                <a:spcPts val="0"/>
              </a:spcAft>
              <a:buClr>
                <a:schemeClr val="lt1"/>
              </a:buClr>
              <a:buSzPts val="2800"/>
              <a:buNone/>
              <a:defRPr>
                <a:solidFill>
                  <a:schemeClr val="lt1"/>
                </a:solidFill>
              </a:defRPr>
            </a:lvl9pPr>
          </a:lstStyle>
          <a:p>
            <a:endParaRPr/>
          </a:p>
        </p:txBody>
      </p:sp>
      <p:sp>
        <p:nvSpPr>
          <p:cNvPr id="42" name="Google Shape;42;p7"/>
          <p:cNvSpPr txBox="1">
            <a:spLocks noGrp="1"/>
          </p:cNvSpPr>
          <p:nvPr>
            <p:ph type="body" idx="1"/>
          </p:nvPr>
        </p:nvSpPr>
        <p:spPr>
          <a:xfrm>
            <a:off x="301275" y="500925"/>
            <a:ext cx="4166400" cy="44322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43" name="Google Shape;43;p7"/>
          <p:cNvSpPr txBox="1">
            <a:spLocks noGrp="1"/>
          </p:cNvSpPr>
          <p:nvPr>
            <p:ph type="body" idx="2"/>
          </p:nvPr>
        </p:nvSpPr>
        <p:spPr>
          <a:xfrm>
            <a:off x="5192225" y="1286175"/>
            <a:ext cx="3706500" cy="26973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Clr>
                <a:srgbClr val="FFFFFF"/>
              </a:buClr>
              <a:buSzPts val="1300"/>
              <a:buChar char="●"/>
              <a:defRPr>
                <a:solidFill>
                  <a:srgbClr val="FFFFFF"/>
                </a:solidFill>
              </a:defRPr>
            </a:lvl1pPr>
            <a:lvl2pPr marL="914400" lvl="1" indent="-298450" rtl="0">
              <a:spcBef>
                <a:spcPts val="1600"/>
              </a:spcBef>
              <a:spcAft>
                <a:spcPts val="0"/>
              </a:spcAft>
              <a:buClr>
                <a:srgbClr val="FFFFFF"/>
              </a:buClr>
              <a:buSzPts val="1100"/>
              <a:buChar char="○"/>
              <a:defRPr>
                <a:solidFill>
                  <a:srgbClr val="FFFFFF"/>
                </a:solidFill>
              </a:defRPr>
            </a:lvl2pPr>
            <a:lvl3pPr marL="1371600" lvl="2" indent="-298450" rtl="0">
              <a:spcBef>
                <a:spcPts val="1600"/>
              </a:spcBef>
              <a:spcAft>
                <a:spcPts val="0"/>
              </a:spcAft>
              <a:buClr>
                <a:srgbClr val="FFFFFF"/>
              </a:buClr>
              <a:buSzPts val="1100"/>
              <a:buChar char="■"/>
              <a:defRPr>
                <a:solidFill>
                  <a:srgbClr val="FFFFFF"/>
                </a:solidFill>
              </a:defRPr>
            </a:lvl3pPr>
            <a:lvl4pPr marL="1828800" lvl="3" indent="-298450" rtl="0">
              <a:spcBef>
                <a:spcPts val="1600"/>
              </a:spcBef>
              <a:spcAft>
                <a:spcPts val="0"/>
              </a:spcAft>
              <a:buClr>
                <a:srgbClr val="FFFFFF"/>
              </a:buClr>
              <a:buSzPts val="1100"/>
              <a:buChar char="●"/>
              <a:defRPr>
                <a:solidFill>
                  <a:srgbClr val="FFFFFF"/>
                </a:solidFill>
              </a:defRPr>
            </a:lvl4pPr>
            <a:lvl5pPr marL="2286000" lvl="4" indent="-298450" rtl="0">
              <a:spcBef>
                <a:spcPts val="1600"/>
              </a:spcBef>
              <a:spcAft>
                <a:spcPts val="0"/>
              </a:spcAft>
              <a:buClr>
                <a:srgbClr val="FFFFFF"/>
              </a:buClr>
              <a:buSzPts val="1100"/>
              <a:buChar char="○"/>
              <a:defRPr>
                <a:solidFill>
                  <a:srgbClr val="FFFFFF"/>
                </a:solidFill>
              </a:defRPr>
            </a:lvl5pPr>
            <a:lvl6pPr marL="2743200" lvl="5" indent="-298450" rtl="0">
              <a:spcBef>
                <a:spcPts val="1600"/>
              </a:spcBef>
              <a:spcAft>
                <a:spcPts val="0"/>
              </a:spcAft>
              <a:buClr>
                <a:srgbClr val="FFFFFF"/>
              </a:buClr>
              <a:buSzPts val="1100"/>
              <a:buChar char="■"/>
              <a:defRPr>
                <a:solidFill>
                  <a:srgbClr val="FFFFFF"/>
                </a:solidFill>
              </a:defRPr>
            </a:lvl6pPr>
            <a:lvl7pPr marL="3200400" lvl="6" indent="-298450" rtl="0">
              <a:spcBef>
                <a:spcPts val="1600"/>
              </a:spcBef>
              <a:spcAft>
                <a:spcPts val="0"/>
              </a:spcAft>
              <a:buClr>
                <a:srgbClr val="FFFFFF"/>
              </a:buClr>
              <a:buSzPts val="1100"/>
              <a:buChar char="●"/>
              <a:defRPr>
                <a:solidFill>
                  <a:srgbClr val="FFFFFF"/>
                </a:solidFill>
              </a:defRPr>
            </a:lvl7pPr>
            <a:lvl8pPr marL="3657600" lvl="7" indent="-298450" rtl="0">
              <a:spcBef>
                <a:spcPts val="1600"/>
              </a:spcBef>
              <a:spcAft>
                <a:spcPts val="0"/>
              </a:spcAft>
              <a:buClr>
                <a:srgbClr val="FFFFFF"/>
              </a:buClr>
              <a:buSzPts val="1100"/>
              <a:buChar char="○"/>
              <a:defRPr>
                <a:solidFill>
                  <a:srgbClr val="FFFFFF"/>
                </a:solidFill>
              </a:defRPr>
            </a:lvl8pPr>
            <a:lvl9pPr marL="4114800" lvl="8" indent="-298450" rtl="0">
              <a:spcBef>
                <a:spcPts val="1600"/>
              </a:spcBef>
              <a:spcAft>
                <a:spcPts val="1600"/>
              </a:spcAft>
              <a:buClr>
                <a:srgbClr val="FFFFFF"/>
              </a:buClr>
              <a:buSzPts val="1100"/>
              <a:buChar char="■"/>
              <a:defRPr>
                <a:solidFill>
                  <a:srgbClr val="FFFFFF"/>
                </a:solidFill>
              </a:defRPr>
            </a:lvl9pPr>
          </a:lstStyle>
          <a:p>
            <a:endParaRPr/>
          </a:p>
        </p:txBody>
      </p:sp>
      <p:sp>
        <p:nvSpPr>
          <p:cNvPr id="44" name="Google Shape;44;p7"/>
          <p:cNvSpPr txBox="1">
            <a:spLocks noGrp="1"/>
          </p:cNvSpPr>
          <p:nvPr>
            <p:ph type="body" idx="3"/>
          </p:nvPr>
        </p:nvSpPr>
        <p:spPr>
          <a:xfrm>
            <a:off x="5192225" y="4089650"/>
            <a:ext cx="3706500" cy="8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lvl1pPr marL="457200" lvl="0"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1pPr>
            <a:lvl2pPr marL="914400" lvl="1"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2pPr>
            <a:lvl3pPr marL="1371600" lvl="2"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3pPr>
            <a:lvl4pPr marL="1828800" lvl="3"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4pPr>
            <a:lvl5pPr marL="2286000" lvl="4"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5pPr>
            <a:lvl6pPr marL="2743200" lvl="5"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6pPr>
            <a:lvl7pPr marL="3200400" lvl="6"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7pPr>
            <a:lvl8pPr marL="3657600" lvl="7"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8pPr>
            <a:lvl9pPr marL="4114800" lvl="8"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accent3"/>
        </a:solidFill>
        <a:effectLst/>
      </p:bgPr>
    </p:bg>
    <p:spTree>
      <p:nvGrpSpPr>
        <p:cNvPr id="1" name="Shape 45"/>
        <p:cNvGrpSpPr/>
        <p:nvPr/>
      </p:nvGrpSpPr>
      <p:grpSpPr>
        <a:xfrm>
          <a:off x="0" y="0"/>
          <a:ext cx="0" cy="0"/>
          <a:chOff x="0" y="0"/>
          <a:chExt cx="0" cy="0"/>
        </a:xfrm>
      </p:grpSpPr>
      <p:sp>
        <p:nvSpPr>
          <p:cNvPr id="46" name="Google Shape;46;p8"/>
          <p:cNvSpPr txBox="1">
            <a:spLocks noGrp="1"/>
          </p:cNvSpPr>
          <p:nvPr>
            <p:ph type="title"/>
          </p:nvPr>
        </p:nvSpPr>
        <p:spPr>
          <a:xfrm>
            <a:off x="311675" y="798600"/>
            <a:ext cx="6247800" cy="3546300"/>
          </a:xfrm>
          <a:prstGeom prst="rect">
            <a:avLst/>
          </a:prstGeom>
        </p:spPr>
        <p:txBody>
          <a:bodyPr spcFirstLastPara="1" wrap="square" lIns="91425" tIns="91425" rIns="91425" bIns="91425" anchor="ctr" anchorCtr="0">
            <a:noAutofit/>
          </a:bodyPr>
          <a:lstStyle>
            <a:lvl1pPr lvl="0">
              <a:spcBef>
                <a:spcPts val="0"/>
              </a:spcBef>
              <a:spcAft>
                <a:spcPts val="0"/>
              </a:spcAft>
              <a:buSzPts val="3600"/>
              <a:buNone/>
              <a:defRPr sz="3600"/>
            </a:lvl1pPr>
            <a:lvl2pPr lvl="1">
              <a:spcBef>
                <a:spcPts val="0"/>
              </a:spcBef>
              <a:spcAft>
                <a:spcPts val="0"/>
              </a:spcAft>
              <a:buSzPts val="3600"/>
              <a:buNone/>
              <a:defRPr sz="3600"/>
            </a:lvl2pPr>
            <a:lvl3pPr lvl="2">
              <a:spcBef>
                <a:spcPts val="0"/>
              </a:spcBef>
              <a:spcAft>
                <a:spcPts val="0"/>
              </a:spcAft>
              <a:buSzPts val="3600"/>
              <a:buNone/>
              <a:defRPr sz="3600"/>
            </a:lvl3pPr>
            <a:lvl4pPr lvl="3">
              <a:spcBef>
                <a:spcPts val="0"/>
              </a:spcBef>
              <a:spcAft>
                <a:spcPts val="0"/>
              </a:spcAft>
              <a:buSzPts val="3600"/>
              <a:buNone/>
              <a:defRPr sz="3600"/>
            </a:lvl4pPr>
            <a:lvl5pPr lvl="4">
              <a:spcBef>
                <a:spcPts val="0"/>
              </a:spcBef>
              <a:spcAft>
                <a:spcPts val="0"/>
              </a:spcAft>
              <a:buSzPts val="3600"/>
              <a:buNone/>
              <a:defRPr sz="3600"/>
            </a:lvl5pPr>
            <a:lvl6pPr lvl="5">
              <a:spcBef>
                <a:spcPts val="0"/>
              </a:spcBef>
              <a:spcAft>
                <a:spcPts val="0"/>
              </a:spcAft>
              <a:buSzPts val="3600"/>
              <a:buNone/>
              <a:defRPr sz="3600"/>
            </a:lvl6pPr>
            <a:lvl7pPr lvl="6">
              <a:spcBef>
                <a:spcPts val="0"/>
              </a:spcBef>
              <a:spcAft>
                <a:spcPts val="0"/>
              </a:spcAft>
              <a:buSzPts val="3600"/>
              <a:buNone/>
              <a:defRPr sz="3600"/>
            </a:lvl7pPr>
            <a:lvl8pPr lvl="7">
              <a:spcBef>
                <a:spcPts val="0"/>
              </a:spcBef>
              <a:spcAft>
                <a:spcPts val="0"/>
              </a:spcAft>
              <a:buSzPts val="3600"/>
              <a:buNone/>
              <a:defRPr sz="3600"/>
            </a:lvl8pPr>
            <a:lvl9pPr lvl="8">
              <a:spcBef>
                <a:spcPts val="0"/>
              </a:spcBef>
              <a:spcAft>
                <a:spcPts val="0"/>
              </a:spcAft>
              <a:buSzPts val="3600"/>
              <a:buNone/>
              <a:defRPr sz="3600"/>
            </a:lvl9pPr>
          </a:lstStyle>
          <a:p>
            <a:endParaRPr/>
          </a:p>
        </p:txBody>
      </p:sp>
      <p:sp>
        <p:nvSpPr>
          <p:cNvPr id="47" name="Google Shape;47;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solidFill>
                  <a:schemeClr val="accent1"/>
                </a:solidFill>
              </a:defRPr>
            </a:lvl1pPr>
            <a:lvl2pPr lvl="1">
              <a:buNone/>
              <a:defRPr>
                <a:solidFill>
                  <a:schemeClr val="accent1"/>
                </a:solidFill>
              </a:defRPr>
            </a:lvl2pPr>
            <a:lvl3pPr lvl="2">
              <a:buNone/>
              <a:defRPr>
                <a:solidFill>
                  <a:schemeClr val="accent1"/>
                </a:solidFill>
              </a:defRPr>
            </a:lvl3pPr>
            <a:lvl4pPr lvl="3">
              <a:buNone/>
              <a:defRPr>
                <a:solidFill>
                  <a:schemeClr val="accent1"/>
                </a:solidFill>
              </a:defRPr>
            </a:lvl4pPr>
            <a:lvl5pPr lvl="4">
              <a:buNone/>
              <a:defRPr>
                <a:solidFill>
                  <a:schemeClr val="accent1"/>
                </a:solidFill>
              </a:defRPr>
            </a:lvl5pPr>
            <a:lvl6pPr lvl="5">
              <a:buNone/>
              <a:defRPr>
                <a:solidFill>
                  <a:schemeClr val="accent1"/>
                </a:solidFill>
              </a:defRPr>
            </a:lvl6pPr>
            <a:lvl7pPr lvl="6">
              <a:buNone/>
              <a:defRPr>
                <a:solidFill>
                  <a:schemeClr val="accent1"/>
                </a:solidFill>
              </a:defRPr>
            </a:lvl7pPr>
            <a:lvl8pPr lvl="7">
              <a:buNone/>
              <a:defRPr>
                <a:solidFill>
                  <a:schemeClr val="accent1"/>
                </a:solidFill>
              </a:defRPr>
            </a:lvl8pPr>
            <a:lvl9pPr lvl="8">
              <a:buNone/>
              <a:defRPr>
                <a:solidFill>
                  <a:schemeClr val="accen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8"/>
        <p:cNvGrpSpPr/>
        <p:nvPr/>
      </p:nvGrpSpPr>
      <p:grpSpPr>
        <a:xfrm>
          <a:off x="0" y="0"/>
          <a:ext cx="0" cy="0"/>
          <a:chOff x="0" y="0"/>
          <a:chExt cx="0" cy="0"/>
        </a:xfrm>
      </p:grpSpPr>
      <p:sp>
        <p:nvSpPr>
          <p:cNvPr id="49" name="Google Shape;49;p9"/>
          <p:cNvSpPr/>
          <p:nvPr/>
        </p:nvSpPr>
        <p:spPr>
          <a:xfrm>
            <a:off x="0" y="0"/>
            <a:ext cx="4572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50;p9"/>
          <p:cNvSpPr txBox="1">
            <a:spLocks noGrp="1"/>
          </p:cNvSpPr>
          <p:nvPr>
            <p:ph type="title"/>
          </p:nvPr>
        </p:nvSpPr>
        <p:spPr>
          <a:xfrm>
            <a:off x="311300" y="500925"/>
            <a:ext cx="3704400" cy="2049600"/>
          </a:xfrm>
          <a:prstGeom prst="rect">
            <a:avLst/>
          </a:prstGeom>
        </p:spPr>
        <p:txBody>
          <a:bodyPr spcFirstLastPara="1" wrap="square" lIns="91425" tIns="91425" rIns="91425" bIns="91425" anchor="t" anchorCtr="0">
            <a:no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a:endParaRPr/>
          </a:p>
        </p:txBody>
      </p:sp>
      <p:sp>
        <p:nvSpPr>
          <p:cNvPr id="51" name="Google Shape;51;p9"/>
          <p:cNvSpPr txBox="1">
            <a:spLocks noGrp="1"/>
          </p:cNvSpPr>
          <p:nvPr>
            <p:ph type="subTitle" idx="1"/>
          </p:nvPr>
        </p:nvSpPr>
        <p:spPr>
          <a:xfrm>
            <a:off x="304800" y="2626725"/>
            <a:ext cx="3704400" cy="9267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Clr>
                <a:schemeClr val="accent2"/>
              </a:buClr>
              <a:buSzPts val="1600"/>
              <a:buNone/>
              <a:defRPr sz="1600">
                <a:solidFill>
                  <a:schemeClr val="accent2"/>
                </a:solidFill>
              </a:defRPr>
            </a:lvl1pPr>
            <a:lvl2pPr lvl="1">
              <a:lnSpc>
                <a:spcPct val="100000"/>
              </a:lnSpc>
              <a:spcBef>
                <a:spcPts val="0"/>
              </a:spcBef>
              <a:spcAft>
                <a:spcPts val="0"/>
              </a:spcAft>
              <a:buClr>
                <a:schemeClr val="accent2"/>
              </a:buClr>
              <a:buSzPts val="1600"/>
              <a:buNone/>
              <a:defRPr sz="1600">
                <a:solidFill>
                  <a:schemeClr val="accent2"/>
                </a:solidFill>
              </a:defRPr>
            </a:lvl2pPr>
            <a:lvl3pPr lvl="2">
              <a:lnSpc>
                <a:spcPct val="100000"/>
              </a:lnSpc>
              <a:spcBef>
                <a:spcPts val="0"/>
              </a:spcBef>
              <a:spcAft>
                <a:spcPts val="0"/>
              </a:spcAft>
              <a:buClr>
                <a:schemeClr val="accent2"/>
              </a:buClr>
              <a:buSzPts val="1600"/>
              <a:buNone/>
              <a:defRPr sz="1600">
                <a:solidFill>
                  <a:schemeClr val="accent2"/>
                </a:solidFill>
              </a:defRPr>
            </a:lvl3pPr>
            <a:lvl4pPr lvl="3">
              <a:lnSpc>
                <a:spcPct val="100000"/>
              </a:lnSpc>
              <a:spcBef>
                <a:spcPts val="0"/>
              </a:spcBef>
              <a:spcAft>
                <a:spcPts val="0"/>
              </a:spcAft>
              <a:buClr>
                <a:schemeClr val="accent2"/>
              </a:buClr>
              <a:buSzPts val="1600"/>
              <a:buNone/>
              <a:defRPr sz="1600">
                <a:solidFill>
                  <a:schemeClr val="accent2"/>
                </a:solidFill>
              </a:defRPr>
            </a:lvl4pPr>
            <a:lvl5pPr lvl="4">
              <a:lnSpc>
                <a:spcPct val="100000"/>
              </a:lnSpc>
              <a:spcBef>
                <a:spcPts val="0"/>
              </a:spcBef>
              <a:spcAft>
                <a:spcPts val="0"/>
              </a:spcAft>
              <a:buClr>
                <a:schemeClr val="accent2"/>
              </a:buClr>
              <a:buSzPts val="1600"/>
              <a:buNone/>
              <a:defRPr sz="1600">
                <a:solidFill>
                  <a:schemeClr val="accent2"/>
                </a:solidFill>
              </a:defRPr>
            </a:lvl5pPr>
            <a:lvl6pPr lvl="5">
              <a:lnSpc>
                <a:spcPct val="100000"/>
              </a:lnSpc>
              <a:spcBef>
                <a:spcPts val="0"/>
              </a:spcBef>
              <a:spcAft>
                <a:spcPts val="0"/>
              </a:spcAft>
              <a:buClr>
                <a:schemeClr val="accent2"/>
              </a:buClr>
              <a:buSzPts val="1600"/>
              <a:buNone/>
              <a:defRPr sz="1600">
                <a:solidFill>
                  <a:schemeClr val="accent2"/>
                </a:solidFill>
              </a:defRPr>
            </a:lvl6pPr>
            <a:lvl7pPr lvl="6">
              <a:lnSpc>
                <a:spcPct val="100000"/>
              </a:lnSpc>
              <a:spcBef>
                <a:spcPts val="0"/>
              </a:spcBef>
              <a:spcAft>
                <a:spcPts val="0"/>
              </a:spcAft>
              <a:buClr>
                <a:schemeClr val="accent2"/>
              </a:buClr>
              <a:buSzPts val="1600"/>
              <a:buNone/>
              <a:defRPr sz="1600">
                <a:solidFill>
                  <a:schemeClr val="accent2"/>
                </a:solidFill>
              </a:defRPr>
            </a:lvl7pPr>
            <a:lvl8pPr lvl="7">
              <a:lnSpc>
                <a:spcPct val="100000"/>
              </a:lnSpc>
              <a:spcBef>
                <a:spcPts val="0"/>
              </a:spcBef>
              <a:spcAft>
                <a:spcPts val="0"/>
              </a:spcAft>
              <a:buClr>
                <a:schemeClr val="accent2"/>
              </a:buClr>
              <a:buSzPts val="1600"/>
              <a:buNone/>
              <a:defRPr sz="1600">
                <a:solidFill>
                  <a:schemeClr val="accent2"/>
                </a:solidFill>
              </a:defRPr>
            </a:lvl8pPr>
            <a:lvl9pPr lvl="8">
              <a:lnSpc>
                <a:spcPct val="100000"/>
              </a:lnSpc>
              <a:spcBef>
                <a:spcPts val="0"/>
              </a:spcBef>
              <a:spcAft>
                <a:spcPts val="0"/>
              </a:spcAft>
              <a:buClr>
                <a:schemeClr val="accent2"/>
              </a:buClr>
              <a:buSzPts val="1600"/>
              <a:buNone/>
              <a:defRPr sz="1600">
                <a:solidFill>
                  <a:schemeClr val="accent2"/>
                </a:solidFill>
              </a:defRPr>
            </a:lvl9pPr>
          </a:lstStyle>
          <a:p>
            <a:endParaRPr/>
          </a:p>
        </p:txBody>
      </p:sp>
      <p:sp>
        <p:nvSpPr>
          <p:cNvPr id="52" name="Google Shape;52;p9"/>
          <p:cNvSpPr txBox="1">
            <a:spLocks noGrp="1"/>
          </p:cNvSpPr>
          <p:nvPr>
            <p:ph type="body" idx="2"/>
          </p:nvPr>
        </p:nvSpPr>
        <p:spPr>
          <a:xfrm>
            <a:off x="4879025" y="500925"/>
            <a:ext cx="3954000" cy="4111500"/>
          </a:xfrm>
          <a:prstGeom prst="rect">
            <a:avLst/>
          </a:prstGeom>
        </p:spPr>
        <p:txBody>
          <a:bodyPr spcFirstLastPara="1" wrap="square" lIns="91425" tIns="91425" rIns="91425" bIns="91425" anchor="t" anchorCtr="0">
            <a:no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53" name="Google Shape;53;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4"/>
        <p:cNvGrpSpPr/>
        <p:nvPr/>
      </p:nvGrpSpPr>
      <p:grpSpPr>
        <a:xfrm>
          <a:off x="0" y="0"/>
          <a:ext cx="0" cy="0"/>
          <a:chOff x="0" y="0"/>
          <a:chExt cx="0" cy="0"/>
        </a:xfrm>
      </p:grpSpPr>
      <p:sp>
        <p:nvSpPr>
          <p:cNvPr id="55" name="Google Shape;55;p10"/>
          <p:cNvSpPr/>
          <p:nvPr/>
        </p:nvSpPr>
        <p:spPr>
          <a:xfrm>
            <a:off x="0" y="4369000"/>
            <a:ext cx="9144000" cy="7743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56;p10"/>
          <p:cNvSpPr txBox="1">
            <a:spLocks noGrp="1"/>
          </p:cNvSpPr>
          <p:nvPr>
            <p:ph type="body" idx="1"/>
          </p:nvPr>
        </p:nvSpPr>
        <p:spPr>
          <a:xfrm>
            <a:off x="311700" y="4521400"/>
            <a:ext cx="7979400" cy="4605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Clr>
                <a:schemeClr val="lt1"/>
              </a:buClr>
              <a:buSzPts val="1300"/>
              <a:buFont typeface="Merriweather"/>
              <a:buNone/>
              <a:defRPr>
                <a:solidFill>
                  <a:schemeClr val="lt1"/>
                </a:solidFill>
                <a:latin typeface="Merriweather"/>
                <a:ea typeface="Merriweather"/>
                <a:cs typeface="Merriweather"/>
                <a:sym typeface="Merriweather"/>
              </a:defRPr>
            </a:lvl1pPr>
          </a:lstStyle>
          <a:p>
            <a:endParaRPr/>
          </a:p>
        </p:txBody>
      </p:sp>
      <p:sp>
        <p:nvSpPr>
          <p:cNvPr id="57" name="Google Shape;57;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bg>
      <p:bgPr>
        <a:solidFill>
          <a:schemeClr val="dk1"/>
        </a:solidFill>
        <a:effectLst/>
      </p:bgPr>
    </p:bg>
    <p:spTree>
      <p:nvGrpSpPr>
        <p:cNvPr id="1" name="Shape 58"/>
        <p:cNvGrpSpPr/>
        <p:nvPr/>
      </p:nvGrpSpPr>
      <p:grpSpPr>
        <a:xfrm>
          <a:off x="0" y="0"/>
          <a:ext cx="0" cy="0"/>
          <a:chOff x="0" y="0"/>
          <a:chExt cx="0" cy="0"/>
        </a:xfrm>
      </p:grpSpPr>
      <p:sp>
        <p:nvSpPr>
          <p:cNvPr id="59" name="Google Shape;59;p11"/>
          <p:cNvSpPr txBox="1">
            <a:spLocks noGrp="1"/>
          </p:cNvSpPr>
          <p:nvPr>
            <p:ph type="title" hasCustomPrompt="1"/>
          </p:nvPr>
        </p:nvSpPr>
        <p:spPr>
          <a:xfrm>
            <a:off x="311750" y="831175"/>
            <a:ext cx="5334900" cy="1244700"/>
          </a:xfrm>
          <a:prstGeom prst="rect">
            <a:avLst/>
          </a:prstGeom>
        </p:spPr>
        <p:txBody>
          <a:bodyPr spcFirstLastPara="1" wrap="square" lIns="91425" tIns="91425" rIns="91425" bIns="91425" anchor="b" anchorCtr="0">
            <a:noAutofit/>
          </a:bodyPr>
          <a:lstStyle>
            <a:lvl1pPr lvl="0">
              <a:spcBef>
                <a:spcPts val="0"/>
              </a:spcBef>
              <a:spcAft>
                <a:spcPts val="0"/>
              </a:spcAft>
              <a:buClr>
                <a:schemeClr val="lt1"/>
              </a:buClr>
              <a:buSzPts val="10000"/>
              <a:buNone/>
              <a:defRPr sz="10000">
                <a:solidFill>
                  <a:schemeClr val="lt1"/>
                </a:solidFill>
              </a:defRPr>
            </a:lvl1pPr>
            <a:lvl2pPr lvl="1">
              <a:spcBef>
                <a:spcPts val="0"/>
              </a:spcBef>
              <a:spcAft>
                <a:spcPts val="0"/>
              </a:spcAft>
              <a:buClr>
                <a:schemeClr val="lt1"/>
              </a:buClr>
              <a:buSzPts val="10000"/>
              <a:buNone/>
              <a:defRPr sz="10000">
                <a:solidFill>
                  <a:schemeClr val="lt1"/>
                </a:solidFill>
              </a:defRPr>
            </a:lvl2pPr>
            <a:lvl3pPr lvl="2">
              <a:spcBef>
                <a:spcPts val="0"/>
              </a:spcBef>
              <a:spcAft>
                <a:spcPts val="0"/>
              </a:spcAft>
              <a:buClr>
                <a:schemeClr val="lt1"/>
              </a:buClr>
              <a:buSzPts val="10000"/>
              <a:buNone/>
              <a:defRPr sz="10000">
                <a:solidFill>
                  <a:schemeClr val="lt1"/>
                </a:solidFill>
              </a:defRPr>
            </a:lvl3pPr>
            <a:lvl4pPr lvl="3">
              <a:spcBef>
                <a:spcPts val="0"/>
              </a:spcBef>
              <a:spcAft>
                <a:spcPts val="0"/>
              </a:spcAft>
              <a:buClr>
                <a:schemeClr val="lt1"/>
              </a:buClr>
              <a:buSzPts val="10000"/>
              <a:buNone/>
              <a:defRPr sz="10000">
                <a:solidFill>
                  <a:schemeClr val="lt1"/>
                </a:solidFill>
              </a:defRPr>
            </a:lvl4pPr>
            <a:lvl5pPr lvl="4">
              <a:spcBef>
                <a:spcPts val="0"/>
              </a:spcBef>
              <a:spcAft>
                <a:spcPts val="0"/>
              </a:spcAft>
              <a:buClr>
                <a:schemeClr val="lt1"/>
              </a:buClr>
              <a:buSzPts val="10000"/>
              <a:buNone/>
              <a:defRPr sz="10000">
                <a:solidFill>
                  <a:schemeClr val="lt1"/>
                </a:solidFill>
              </a:defRPr>
            </a:lvl5pPr>
            <a:lvl6pPr lvl="5">
              <a:spcBef>
                <a:spcPts val="0"/>
              </a:spcBef>
              <a:spcAft>
                <a:spcPts val="0"/>
              </a:spcAft>
              <a:buClr>
                <a:schemeClr val="lt1"/>
              </a:buClr>
              <a:buSzPts val="10000"/>
              <a:buNone/>
              <a:defRPr sz="10000">
                <a:solidFill>
                  <a:schemeClr val="lt1"/>
                </a:solidFill>
              </a:defRPr>
            </a:lvl6pPr>
            <a:lvl7pPr lvl="6">
              <a:spcBef>
                <a:spcPts val="0"/>
              </a:spcBef>
              <a:spcAft>
                <a:spcPts val="0"/>
              </a:spcAft>
              <a:buClr>
                <a:schemeClr val="lt1"/>
              </a:buClr>
              <a:buSzPts val="10000"/>
              <a:buNone/>
              <a:defRPr sz="10000">
                <a:solidFill>
                  <a:schemeClr val="lt1"/>
                </a:solidFill>
              </a:defRPr>
            </a:lvl7pPr>
            <a:lvl8pPr lvl="7">
              <a:spcBef>
                <a:spcPts val="0"/>
              </a:spcBef>
              <a:spcAft>
                <a:spcPts val="0"/>
              </a:spcAft>
              <a:buClr>
                <a:schemeClr val="lt1"/>
              </a:buClr>
              <a:buSzPts val="10000"/>
              <a:buNone/>
              <a:defRPr sz="10000">
                <a:solidFill>
                  <a:schemeClr val="lt1"/>
                </a:solidFill>
              </a:defRPr>
            </a:lvl8pPr>
            <a:lvl9pPr lvl="8">
              <a:spcBef>
                <a:spcPts val="0"/>
              </a:spcBef>
              <a:spcAft>
                <a:spcPts val="0"/>
              </a:spcAft>
              <a:buClr>
                <a:schemeClr val="lt1"/>
              </a:buClr>
              <a:buSzPts val="10000"/>
              <a:buNone/>
              <a:defRPr sz="10000">
                <a:solidFill>
                  <a:schemeClr val="lt1"/>
                </a:solidFill>
              </a:defRPr>
            </a:lvl9pPr>
          </a:lstStyle>
          <a:p>
            <a:r>
              <a:t>xx%</a:t>
            </a:r>
          </a:p>
        </p:txBody>
      </p:sp>
      <p:sp>
        <p:nvSpPr>
          <p:cNvPr id="60" name="Google Shape;60;p11"/>
          <p:cNvSpPr txBox="1">
            <a:spLocks noGrp="1"/>
          </p:cNvSpPr>
          <p:nvPr>
            <p:ph type="body" idx="1"/>
          </p:nvPr>
        </p:nvSpPr>
        <p:spPr>
          <a:xfrm>
            <a:off x="311700" y="2121425"/>
            <a:ext cx="5334900" cy="942600"/>
          </a:xfrm>
          <a:prstGeom prst="rect">
            <a:avLst/>
          </a:prstGeom>
        </p:spPr>
        <p:txBody>
          <a:bodyPr spcFirstLastPara="1" wrap="square" lIns="91425" tIns="91425" rIns="91425" bIns="91425" anchor="t" anchorCtr="0">
            <a:noAutofit/>
          </a:bodyPr>
          <a:lstStyle>
            <a:lvl1pPr marL="457200" lvl="0" indent="-311150">
              <a:spcBef>
                <a:spcPts val="0"/>
              </a:spcBef>
              <a:spcAft>
                <a:spcPts val="0"/>
              </a:spcAft>
              <a:buClr>
                <a:schemeClr val="accent2"/>
              </a:buClr>
              <a:buSzPts val="1300"/>
              <a:buChar char="●"/>
              <a:defRPr>
                <a:solidFill>
                  <a:schemeClr val="accent2"/>
                </a:solidFill>
              </a:defRPr>
            </a:lvl1pPr>
            <a:lvl2pPr marL="914400" lvl="1" indent="-298450">
              <a:spcBef>
                <a:spcPts val="1600"/>
              </a:spcBef>
              <a:spcAft>
                <a:spcPts val="0"/>
              </a:spcAft>
              <a:buClr>
                <a:schemeClr val="accent2"/>
              </a:buClr>
              <a:buSzPts val="1100"/>
              <a:buChar char="○"/>
              <a:defRPr>
                <a:solidFill>
                  <a:schemeClr val="accent2"/>
                </a:solidFill>
              </a:defRPr>
            </a:lvl2pPr>
            <a:lvl3pPr marL="1371600" lvl="2" indent="-298450">
              <a:spcBef>
                <a:spcPts val="1600"/>
              </a:spcBef>
              <a:spcAft>
                <a:spcPts val="0"/>
              </a:spcAft>
              <a:buClr>
                <a:schemeClr val="accent2"/>
              </a:buClr>
              <a:buSzPts val="1100"/>
              <a:buChar char="■"/>
              <a:defRPr>
                <a:solidFill>
                  <a:schemeClr val="accent2"/>
                </a:solidFill>
              </a:defRPr>
            </a:lvl3pPr>
            <a:lvl4pPr marL="1828800" lvl="3" indent="-298450">
              <a:spcBef>
                <a:spcPts val="1600"/>
              </a:spcBef>
              <a:spcAft>
                <a:spcPts val="0"/>
              </a:spcAft>
              <a:buClr>
                <a:schemeClr val="accent2"/>
              </a:buClr>
              <a:buSzPts val="1100"/>
              <a:buChar char="●"/>
              <a:defRPr>
                <a:solidFill>
                  <a:schemeClr val="accent2"/>
                </a:solidFill>
              </a:defRPr>
            </a:lvl4pPr>
            <a:lvl5pPr marL="2286000" lvl="4" indent="-298450">
              <a:spcBef>
                <a:spcPts val="1600"/>
              </a:spcBef>
              <a:spcAft>
                <a:spcPts val="0"/>
              </a:spcAft>
              <a:buClr>
                <a:schemeClr val="accent2"/>
              </a:buClr>
              <a:buSzPts val="1100"/>
              <a:buChar char="○"/>
              <a:defRPr>
                <a:solidFill>
                  <a:schemeClr val="accent2"/>
                </a:solidFill>
              </a:defRPr>
            </a:lvl5pPr>
            <a:lvl6pPr marL="2743200" lvl="5" indent="-298450">
              <a:spcBef>
                <a:spcPts val="1600"/>
              </a:spcBef>
              <a:spcAft>
                <a:spcPts val="0"/>
              </a:spcAft>
              <a:buClr>
                <a:schemeClr val="accent2"/>
              </a:buClr>
              <a:buSzPts val="1100"/>
              <a:buChar char="■"/>
              <a:defRPr>
                <a:solidFill>
                  <a:schemeClr val="accent2"/>
                </a:solidFill>
              </a:defRPr>
            </a:lvl6pPr>
            <a:lvl7pPr marL="3200400" lvl="6" indent="-298450">
              <a:spcBef>
                <a:spcPts val="1600"/>
              </a:spcBef>
              <a:spcAft>
                <a:spcPts val="0"/>
              </a:spcAft>
              <a:buClr>
                <a:schemeClr val="accent2"/>
              </a:buClr>
              <a:buSzPts val="1100"/>
              <a:buChar char="●"/>
              <a:defRPr>
                <a:solidFill>
                  <a:schemeClr val="accent2"/>
                </a:solidFill>
              </a:defRPr>
            </a:lvl7pPr>
            <a:lvl8pPr marL="3657600" lvl="7" indent="-298450">
              <a:spcBef>
                <a:spcPts val="1600"/>
              </a:spcBef>
              <a:spcAft>
                <a:spcPts val="0"/>
              </a:spcAft>
              <a:buClr>
                <a:schemeClr val="accent2"/>
              </a:buClr>
              <a:buSzPts val="1100"/>
              <a:buChar char="○"/>
              <a:defRPr>
                <a:solidFill>
                  <a:schemeClr val="accent2"/>
                </a:solidFill>
              </a:defRPr>
            </a:lvl8pPr>
            <a:lvl9pPr marL="4114800" lvl="8" indent="-298450">
              <a:spcBef>
                <a:spcPts val="1600"/>
              </a:spcBef>
              <a:spcAft>
                <a:spcPts val="1600"/>
              </a:spcAft>
              <a:buClr>
                <a:schemeClr val="accent2"/>
              </a:buClr>
              <a:buSzPts val="1100"/>
              <a:buChar char="■"/>
              <a:defRPr>
                <a:solidFill>
                  <a:schemeClr val="accent2"/>
                </a:solidFill>
              </a:defRPr>
            </a:lvl9pPr>
          </a:lstStyle>
          <a:p>
            <a:endParaRPr/>
          </a:p>
        </p:txBody>
      </p:sp>
      <p:sp>
        <p:nvSpPr>
          <p:cNvPr id="61" name="Google Shape;61;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2"/>
        <p:cNvGrpSpPr/>
        <p:nvPr/>
      </p:nvGrpSpPr>
      <p:grpSpPr>
        <a:xfrm>
          <a:off x="0" y="0"/>
          <a:ext cx="0" cy="0"/>
          <a:chOff x="0" y="0"/>
          <a:chExt cx="0" cy="0"/>
        </a:xfrm>
      </p:grpSpPr>
      <p:sp>
        <p:nvSpPr>
          <p:cNvPr id="63" name="Google Shape;63;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Activity 1">
  <p:cSld name="AUTOLAYOUT_1_1">
    <p:bg>
      <p:bgPr>
        <a:solidFill>
          <a:srgbClr val="FFFFFF"/>
        </a:solidFill>
        <a:effectLst/>
      </p:bgPr>
    </p:bg>
    <p:spTree>
      <p:nvGrpSpPr>
        <p:cNvPr id="1" name="Shape 64"/>
        <p:cNvGrpSpPr/>
        <p:nvPr/>
      </p:nvGrpSpPr>
      <p:grpSpPr>
        <a:xfrm>
          <a:off x="0" y="0"/>
          <a:ext cx="0" cy="0"/>
          <a:chOff x="0" y="0"/>
          <a:chExt cx="0" cy="0"/>
        </a:xfrm>
      </p:grpSpPr>
      <p:sp>
        <p:nvSpPr>
          <p:cNvPr id="65" name="Google Shape;65;p13"/>
          <p:cNvSpPr/>
          <p:nvPr/>
        </p:nvSpPr>
        <p:spPr>
          <a:xfrm>
            <a:off x="0" y="0"/>
            <a:ext cx="9144000" cy="51435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66;p13"/>
          <p:cNvSpPr txBox="1">
            <a:spLocks noGrp="1"/>
          </p:cNvSpPr>
          <p:nvPr>
            <p:ph type="body" idx="1"/>
          </p:nvPr>
        </p:nvSpPr>
        <p:spPr>
          <a:xfrm>
            <a:off x="65250" y="731625"/>
            <a:ext cx="8955900" cy="1146600"/>
          </a:xfrm>
          <a:prstGeom prst="rect">
            <a:avLst/>
          </a:prstGeom>
          <a:noFill/>
        </p:spPr>
        <p:txBody>
          <a:bodyPr spcFirstLastPara="1" wrap="square" lIns="91425" tIns="91425" rIns="91425" bIns="91425" anchor="t" anchorCtr="0">
            <a:spAutoFit/>
          </a:bodyPr>
          <a:lstStyle>
            <a:lvl1pPr marL="457200" lvl="0" indent="-330200" algn="l" rtl="0">
              <a:lnSpc>
                <a:spcPct val="115000"/>
              </a:lnSpc>
              <a:spcBef>
                <a:spcPts val="0"/>
              </a:spcBef>
              <a:spcAft>
                <a:spcPts val="0"/>
              </a:spcAft>
              <a:buClr>
                <a:schemeClr val="dk2"/>
              </a:buClr>
              <a:buSzPts val="1600"/>
              <a:buChar char="●"/>
              <a:defRPr sz="1600">
                <a:solidFill>
                  <a:schemeClr val="dk2"/>
                </a:solidFill>
              </a:defRPr>
            </a:lvl1pPr>
            <a:lvl2pPr marL="914400" lvl="1" indent="-298450" algn="l" rtl="0">
              <a:lnSpc>
                <a:spcPct val="115000"/>
              </a:lnSpc>
              <a:spcBef>
                <a:spcPts val="1600"/>
              </a:spcBef>
              <a:spcAft>
                <a:spcPts val="0"/>
              </a:spcAft>
              <a:buClr>
                <a:schemeClr val="dk2"/>
              </a:buClr>
              <a:buSzPts val="1100"/>
              <a:buChar char="○"/>
              <a:defRPr sz="1400">
                <a:solidFill>
                  <a:schemeClr val="dk2"/>
                </a:solidFill>
              </a:defRPr>
            </a:lvl2pPr>
            <a:lvl3pPr marL="1371600" lvl="2" indent="-298450" algn="l" rtl="0">
              <a:lnSpc>
                <a:spcPct val="115000"/>
              </a:lnSpc>
              <a:spcBef>
                <a:spcPts val="1600"/>
              </a:spcBef>
              <a:spcAft>
                <a:spcPts val="0"/>
              </a:spcAft>
              <a:buClr>
                <a:schemeClr val="dk2"/>
              </a:buClr>
              <a:buSzPts val="1100"/>
              <a:buChar char="■"/>
              <a:defRPr sz="1400">
                <a:solidFill>
                  <a:schemeClr val="dk2"/>
                </a:solidFill>
              </a:defRPr>
            </a:lvl3pPr>
            <a:lvl4pPr marL="1828800" lvl="3" indent="-298450" algn="l" rtl="0">
              <a:lnSpc>
                <a:spcPct val="115000"/>
              </a:lnSpc>
              <a:spcBef>
                <a:spcPts val="1600"/>
              </a:spcBef>
              <a:spcAft>
                <a:spcPts val="0"/>
              </a:spcAft>
              <a:buClr>
                <a:schemeClr val="dk2"/>
              </a:buClr>
              <a:buSzPts val="1100"/>
              <a:buChar char="●"/>
              <a:defRPr sz="1400">
                <a:solidFill>
                  <a:schemeClr val="dk2"/>
                </a:solidFill>
              </a:defRPr>
            </a:lvl4pPr>
            <a:lvl5pPr marL="2286000" lvl="4" indent="-298450" algn="l" rtl="0">
              <a:lnSpc>
                <a:spcPct val="115000"/>
              </a:lnSpc>
              <a:spcBef>
                <a:spcPts val="1600"/>
              </a:spcBef>
              <a:spcAft>
                <a:spcPts val="0"/>
              </a:spcAft>
              <a:buClr>
                <a:schemeClr val="dk2"/>
              </a:buClr>
              <a:buSzPts val="1100"/>
              <a:buChar char="○"/>
              <a:defRPr sz="1400">
                <a:solidFill>
                  <a:schemeClr val="dk2"/>
                </a:solidFill>
              </a:defRPr>
            </a:lvl5pPr>
            <a:lvl6pPr marL="2743200" lvl="5" indent="-298450" algn="l" rtl="0">
              <a:lnSpc>
                <a:spcPct val="115000"/>
              </a:lnSpc>
              <a:spcBef>
                <a:spcPts val="1600"/>
              </a:spcBef>
              <a:spcAft>
                <a:spcPts val="0"/>
              </a:spcAft>
              <a:buClr>
                <a:schemeClr val="dk2"/>
              </a:buClr>
              <a:buSzPts val="1100"/>
              <a:buChar char="■"/>
              <a:defRPr sz="1400">
                <a:solidFill>
                  <a:schemeClr val="dk2"/>
                </a:solidFill>
              </a:defRPr>
            </a:lvl6pPr>
            <a:lvl7pPr marL="3200400" lvl="6" indent="-298450" algn="l" rtl="0">
              <a:lnSpc>
                <a:spcPct val="115000"/>
              </a:lnSpc>
              <a:spcBef>
                <a:spcPts val="1600"/>
              </a:spcBef>
              <a:spcAft>
                <a:spcPts val="0"/>
              </a:spcAft>
              <a:buClr>
                <a:schemeClr val="dk2"/>
              </a:buClr>
              <a:buSzPts val="1100"/>
              <a:buChar char="●"/>
              <a:defRPr sz="1400">
                <a:solidFill>
                  <a:schemeClr val="dk2"/>
                </a:solidFill>
              </a:defRPr>
            </a:lvl7pPr>
            <a:lvl8pPr marL="3657600" lvl="7" indent="-298450" algn="l" rtl="0">
              <a:lnSpc>
                <a:spcPct val="115000"/>
              </a:lnSpc>
              <a:spcBef>
                <a:spcPts val="1600"/>
              </a:spcBef>
              <a:spcAft>
                <a:spcPts val="0"/>
              </a:spcAft>
              <a:buClr>
                <a:schemeClr val="dk2"/>
              </a:buClr>
              <a:buSzPts val="1100"/>
              <a:buChar char="○"/>
              <a:defRPr sz="1400">
                <a:solidFill>
                  <a:schemeClr val="dk2"/>
                </a:solidFill>
              </a:defRPr>
            </a:lvl8pPr>
            <a:lvl9pPr marL="4114800" lvl="8" indent="-298450" algn="l" rtl="0">
              <a:lnSpc>
                <a:spcPct val="115000"/>
              </a:lnSpc>
              <a:spcBef>
                <a:spcPts val="1600"/>
              </a:spcBef>
              <a:spcAft>
                <a:spcPts val="1600"/>
              </a:spcAft>
              <a:buClr>
                <a:schemeClr val="dk2"/>
              </a:buClr>
              <a:buSzPts val="1100"/>
              <a:buChar char="■"/>
              <a:defRPr sz="1400">
                <a:solidFill>
                  <a:schemeClr val="dk2"/>
                </a:solidFill>
              </a:defRPr>
            </a:lvl9pPr>
          </a:lstStyle>
          <a:p>
            <a:endParaRPr/>
          </a:p>
        </p:txBody>
      </p:sp>
      <p:sp>
        <p:nvSpPr>
          <p:cNvPr id="67" name="Google Shape;67;p13"/>
          <p:cNvSpPr txBox="1">
            <a:spLocks noGrp="1"/>
          </p:cNvSpPr>
          <p:nvPr>
            <p:ph type="sldNum" idx="12"/>
          </p:nvPr>
        </p:nvSpPr>
        <p:spPr>
          <a:xfrm>
            <a:off x="8472458" y="4663217"/>
            <a:ext cx="548700" cy="393600"/>
          </a:xfrm>
          <a:prstGeom prst="rect">
            <a:avLst/>
          </a:prstGeom>
          <a:noFill/>
        </p:spPr>
        <p:txBody>
          <a:bodyPr spcFirstLastPara="1" wrap="square" lIns="91425" tIns="91425" rIns="91425" bIns="91425" anchor="ctr" anchorCtr="0">
            <a:noAutofit/>
          </a:bodyPr>
          <a:lstStyle>
            <a:lvl1pPr lvl="0" algn="r" rtl="0">
              <a:lnSpc>
                <a:spcPct val="100000"/>
              </a:lnSpc>
              <a:spcAft>
                <a:spcPts val="0"/>
              </a:spcAft>
              <a:buNone/>
              <a:defRPr sz="1000">
                <a:solidFill>
                  <a:schemeClr val="dk2"/>
                </a:solidFill>
              </a:defRPr>
            </a:lvl1pPr>
            <a:lvl2pPr lvl="1" algn="r" rtl="0">
              <a:lnSpc>
                <a:spcPct val="100000"/>
              </a:lnSpc>
              <a:spcAft>
                <a:spcPts val="0"/>
              </a:spcAft>
              <a:buNone/>
              <a:defRPr sz="1000">
                <a:solidFill>
                  <a:schemeClr val="dk2"/>
                </a:solidFill>
              </a:defRPr>
            </a:lvl2pPr>
            <a:lvl3pPr lvl="2" algn="r" rtl="0">
              <a:lnSpc>
                <a:spcPct val="100000"/>
              </a:lnSpc>
              <a:spcAft>
                <a:spcPts val="0"/>
              </a:spcAft>
              <a:buNone/>
              <a:defRPr sz="1000">
                <a:solidFill>
                  <a:schemeClr val="dk2"/>
                </a:solidFill>
              </a:defRPr>
            </a:lvl3pPr>
            <a:lvl4pPr lvl="3" algn="r" rtl="0">
              <a:lnSpc>
                <a:spcPct val="100000"/>
              </a:lnSpc>
              <a:spcAft>
                <a:spcPts val="0"/>
              </a:spcAft>
              <a:buNone/>
              <a:defRPr sz="1000">
                <a:solidFill>
                  <a:schemeClr val="dk2"/>
                </a:solidFill>
              </a:defRPr>
            </a:lvl4pPr>
            <a:lvl5pPr lvl="4" algn="r" rtl="0">
              <a:lnSpc>
                <a:spcPct val="100000"/>
              </a:lnSpc>
              <a:spcAft>
                <a:spcPts val="0"/>
              </a:spcAft>
              <a:buNone/>
              <a:defRPr sz="1000">
                <a:solidFill>
                  <a:schemeClr val="dk2"/>
                </a:solidFill>
              </a:defRPr>
            </a:lvl5pPr>
            <a:lvl6pPr lvl="5" algn="r" rtl="0">
              <a:lnSpc>
                <a:spcPct val="100000"/>
              </a:lnSpc>
              <a:spcAft>
                <a:spcPts val="0"/>
              </a:spcAft>
              <a:buNone/>
              <a:defRPr sz="1000">
                <a:solidFill>
                  <a:schemeClr val="dk2"/>
                </a:solidFill>
              </a:defRPr>
            </a:lvl6pPr>
            <a:lvl7pPr lvl="6" algn="r" rtl="0">
              <a:lnSpc>
                <a:spcPct val="100000"/>
              </a:lnSpc>
              <a:spcAft>
                <a:spcPts val="0"/>
              </a:spcAft>
              <a:buNone/>
              <a:defRPr sz="1000">
                <a:solidFill>
                  <a:schemeClr val="dk2"/>
                </a:solidFill>
              </a:defRPr>
            </a:lvl7pPr>
            <a:lvl8pPr lvl="7" algn="r" rtl="0">
              <a:lnSpc>
                <a:spcPct val="100000"/>
              </a:lnSpc>
              <a:spcAft>
                <a:spcPts val="0"/>
              </a:spcAft>
              <a:buNone/>
              <a:defRPr sz="1000">
                <a:solidFill>
                  <a:schemeClr val="dk2"/>
                </a:solidFill>
              </a:defRPr>
            </a:lvl8pPr>
            <a:lvl9pPr lvl="8" algn="r" rtl="0">
              <a:lnSpc>
                <a:spcPct val="100000"/>
              </a:lnSpc>
              <a:spcAft>
                <a:spcPts val="0"/>
              </a:spcAft>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
        <p:nvSpPr>
          <p:cNvPr id="68" name="Google Shape;68;p13"/>
          <p:cNvSpPr txBox="1">
            <a:spLocks noGrp="1"/>
          </p:cNvSpPr>
          <p:nvPr>
            <p:ph type="body" idx="2"/>
          </p:nvPr>
        </p:nvSpPr>
        <p:spPr>
          <a:xfrm>
            <a:off x="4420400" y="2013125"/>
            <a:ext cx="4520700" cy="2828700"/>
          </a:xfrm>
          <a:prstGeom prst="rect">
            <a:avLst/>
          </a:prstGeom>
        </p:spPr>
        <p:txBody>
          <a:bodyPr spcFirstLastPara="1" wrap="square" lIns="91425" tIns="91425" rIns="91425" bIns="91425" anchor="t" anchorCtr="0">
            <a:sp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69" name="Google Shape;69;p13"/>
          <p:cNvSpPr/>
          <p:nvPr/>
        </p:nvSpPr>
        <p:spPr>
          <a:xfrm>
            <a:off x="1365175" y="0"/>
            <a:ext cx="7778700" cy="645600"/>
          </a:xfrm>
          <a:prstGeom prst="rect">
            <a:avLst/>
          </a:prstGeom>
          <a:solidFill>
            <a:schemeClr val="dk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 name="Google Shape;70;p13"/>
          <p:cNvSpPr txBox="1">
            <a:spLocks noGrp="1"/>
          </p:cNvSpPr>
          <p:nvPr>
            <p:ph type="title"/>
          </p:nvPr>
        </p:nvSpPr>
        <p:spPr>
          <a:xfrm>
            <a:off x="1436850" y="76300"/>
            <a:ext cx="7642500" cy="596700"/>
          </a:xfrm>
          <a:prstGeom prst="rect">
            <a:avLst/>
          </a:prstGeom>
          <a:noFill/>
        </p:spPr>
        <p:txBody>
          <a:bodyPr spcFirstLastPara="1" wrap="square" lIns="91425" tIns="91425" rIns="91425" bIns="91425" anchor="ctr" anchorCtr="0">
            <a:spAutoFit/>
          </a:bodyPr>
          <a:lstStyle>
            <a:lvl1pPr lvl="0" algn="l" rtl="0">
              <a:lnSpc>
                <a:spcPct val="100000"/>
              </a:lnSpc>
              <a:spcBef>
                <a:spcPts val="0"/>
              </a:spcBef>
              <a:spcAft>
                <a:spcPts val="0"/>
              </a:spcAft>
              <a:buClr>
                <a:srgbClr val="FFFFFF"/>
              </a:buClr>
              <a:buSzPts val="3000"/>
              <a:buNone/>
              <a:defRPr sz="3000">
                <a:solidFill>
                  <a:srgbClr val="FFFFFF"/>
                </a:solidFill>
              </a:defRPr>
            </a:lvl1pPr>
            <a:lvl2pPr lvl="1" algn="l" rtl="0">
              <a:lnSpc>
                <a:spcPct val="100000"/>
              </a:lnSpc>
              <a:spcBef>
                <a:spcPts val="0"/>
              </a:spcBef>
              <a:spcAft>
                <a:spcPts val="0"/>
              </a:spcAft>
              <a:buClr>
                <a:schemeClr val="dk1"/>
              </a:buClr>
              <a:buSzPts val="3600"/>
              <a:buNone/>
              <a:defRPr sz="3600" b="1">
                <a:solidFill>
                  <a:schemeClr val="dk1"/>
                </a:solidFill>
              </a:defRPr>
            </a:lvl2pPr>
            <a:lvl3pPr lvl="2" algn="l" rtl="0">
              <a:lnSpc>
                <a:spcPct val="100000"/>
              </a:lnSpc>
              <a:spcBef>
                <a:spcPts val="0"/>
              </a:spcBef>
              <a:spcAft>
                <a:spcPts val="0"/>
              </a:spcAft>
              <a:buClr>
                <a:schemeClr val="dk1"/>
              </a:buClr>
              <a:buSzPts val="3600"/>
              <a:buNone/>
              <a:defRPr sz="3600" b="1">
                <a:solidFill>
                  <a:schemeClr val="dk1"/>
                </a:solidFill>
              </a:defRPr>
            </a:lvl3pPr>
            <a:lvl4pPr lvl="3" algn="l" rtl="0">
              <a:lnSpc>
                <a:spcPct val="100000"/>
              </a:lnSpc>
              <a:spcBef>
                <a:spcPts val="0"/>
              </a:spcBef>
              <a:spcAft>
                <a:spcPts val="0"/>
              </a:spcAft>
              <a:buClr>
                <a:schemeClr val="dk1"/>
              </a:buClr>
              <a:buSzPts val="3600"/>
              <a:buNone/>
              <a:defRPr sz="3600" b="1">
                <a:solidFill>
                  <a:schemeClr val="dk1"/>
                </a:solidFill>
              </a:defRPr>
            </a:lvl4pPr>
            <a:lvl5pPr lvl="4" algn="l" rtl="0">
              <a:lnSpc>
                <a:spcPct val="100000"/>
              </a:lnSpc>
              <a:spcBef>
                <a:spcPts val="0"/>
              </a:spcBef>
              <a:spcAft>
                <a:spcPts val="0"/>
              </a:spcAft>
              <a:buClr>
                <a:schemeClr val="dk1"/>
              </a:buClr>
              <a:buSzPts val="3600"/>
              <a:buNone/>
              <a:defRPr sz="3600" b="1">
                <a:solidFill>
                  <a:schemeClr val="dk1"/>
                </a:solidFill>
              </a:defRPr>
            </a:lvl5pPr>
            <a:lvl6pPr lvl="5" algn="l" rtl="0">
              <a:lnSpc>
                <a:spcPct val="100000"/>
              </a:lnSpc>
              <a:spcBef>
                <a:spcPts val="0"/>
              </a:spcBef>
              <a:spcAft>
                <a:spcPts val="0"/>
              </a:spcAft>
              <a:buClr>
                <a:schemeClr val="dk1"/>
              </a:buClr>
              <a:buSzPts val="3600"/>
              <a:buNone/>
              <a:defRPr sz="3600" b="1">
                <a:solidFill>
                  <a:schemeClr val="dk1"/>
                </a:solidFill>
              </a:defRPr>
            </a:lvl6pPr>
            <a:lvl7pPr lvl="6" algn="l" rtl="0">
              <a:lnSpc>
                <a:spcPct val="100000"/>
              </a:lnSpc>
              <a:spcBef>
                <a:spcPts val="0"/>
              </a:spcBef>
              <a:spcAft>
                <a:spcPts val="0"/>
              </a:spcAft>
              <a:buClr>
                <a:schemeClr val="dk1"/>
              </a:buClr>
              <a:buSzPts val="3600"/>
              <a:buNone/>
              <a:defRPr sz="3600" b="1">
                <a:solidFill>
                  <a:schemeClr val="dk1"/>
                </a:solidFill>
              </a:defRPr>
            </a:lvl7pPr>
            <a:lvl8pPr lvl="7" algn="l" rtl="0">
              <a:lnSpc>
                <a:spcPct val="100000"/>
              </a:lnSpc>
              <a:spcBef>
                <a:spcPts val="0"/>
              </a:spcBef>
              <a:spcAft>
                <a:spcPts val="0"/>
              </a:spcAft>
              <a:buClr>
                <a:schemeClr val="dk1"/>
              </a:buClr>
              <a:buSzPts val="3600"/>
              <a:buNone/>
              <a:defRPr sz="3600" b="1">
                <a:solidFill>
                  <a:schemeClr val="dk1"/>
                </a:solidFill>
              </a:defRPr>
            </a:lvl8pPr>
            <a:lvl9pPr lvl="8" algn="l" rtl="0">
              <a:lnSpc>
                <a:spcPct val="100000"/>
              </a:lnSpc>
              <a:spcBef>
                <a:spcPts val="0"/>
              </a:spcBef>
              <a:spcAft>
                <a:spcPts val="0"/>
              </a:spcAft>
              <a:buClr>
                <a:schemeClr val="dk1"/>
              </a:buClr>
              <a:buSzPts val="3600"/>
              <a:buNone/>
              <a:defRPr sz="3600" b="1">
                <a:solidFill>
                  <a:schemeClr val="dk1"/>
                </a:solidFill>
              </a:defRPr>
            </a:lvl9pPr>
          </a:lstStyle>
          <a:p>
            <a:endParaRPr/>
          </a:p>
        </p:txBody>
      </p:sp>
      <p:sp>
        <p:nvSpPr>
          <p:cNvPr id="71" name="Google Shape;71;p13"/>
          <p:cNvSpPr/>
          <p:nvPr/>
        </p:nvSpPr>
        <p:spPr>
          <a:xfrm>
            <a:off x="0" y="0"/>
            <a:ext cx="1365300" cy="645600"/>
          </a:xfrm>
          <a:prstGeom prst="rect">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 name="Google Shape;72;p13"/>
          <p:cNvSpPr txBox="1">
            <a:spLocks noGrp="1"/>
          </p:cNvSpPr>
          <p:nvPr>
            <p:ph type="title" idx="3"/>
          </p:nvPr>
        </p:nvSpPr>
        <p:spPr>
          <a:xfrm>
            <a:off x="65250" y="100"/>
            <a:ext cx="1253700" cy="596700"/>
          </a:xfrm>
          <a:prstGeom prst="rect">
            <a:avLst/>
          </a:prstGeom>
          <a:noFill/>
        </p:spPr>
        <p:txBody>
          <a:bodyPr spcFirstLastPara="1" wrap="square" lIns="91425" tIns="91425" rIns="91425" bIns="91425" anchor="ctr" anchorCtr="0">
            <a:spAutoFit/>
          </a:bodyPr>
          <a:lstStyle>
            <a:lvl1pPr lvl="0" algn="r" rtl="0">
              <a:lnSpc>
                <a:spcPct val="100000"/>
              </a:lnSpc>
              <a:spcBef>
                <a:spcPts val="0"/>
              </a:spcBef>
              <a:spcAft>
                <a:spcPts val="0"/>
              </a:spcAft>
              <a:buClr>
                <a:srgbClr val="FFFFFF"/>
              </a:buClr>
              <a:buSzPts val="3000"/>
              <a:buNone/>
              <a:defRPr sz="3000">
                <a:solidFill>
                  <a:srgbClr val="FFFFFF"/>
                </a:solidFill>
              </a:defRPr>
            </a:lvl1pPr>
            <a:lvl2pPr lvl="1" algn="l" rtl="0">
              <a:lnSpc>
                <a:spcPct val="100000"/>
              </a:lnSpc>
              <a:spcBef>
                <a:spcPts val="0"/>
              </a:spcBef>
              <a:spcAft>
                <a:spcPts val="0"/>
              </a:spcAft>
              <a:buClr>
                <a:schemeClr val="dk1"/>
              </a:buClr>
              <a:buSzPts val="3600"/>
              <a:buNone/>
              <a:defRPr sz="3600" b="1">
                <a:solidFill>
                  <a:schemeClr val="dk1"/>
                </a:solidFill>
              </a:defRPr>
            </a:lvl2pPr>
            <a:lvl3pPr lvl="2" algn="l" rtl="0">
              <a:lnSpc>
                <a:spcPct val="100000"/>
              </a:lnSpc>
              <a:spcBef>
                <a:spcPts val="0"/>
              </a:spcBef>
              <a:spcAft>
                <a:spcPts val="0"/>
              </a:spcAft>
              <a:buClr>
                <a:schemeClr val="dk1"/>
              </a:buClr>
              <a:buSzPts val="3600"/>
              <a:buNone/>
              <a:defRPr sz="3600" b="1">
                <a:solidFill>
                  <a:schemeClr val="dk1"/>
                </a:solidFill>
              </a:defRPr>
            </a:lvl3pPr>
            <a:lvl4pPr lvl="3" algn="l" rtl="0">
              <a:lnSpc>
                <a:spcPct val="100000"/>
              </a:lnSpc>
              <a:spcBef>
                <a:spcPts val="0"/>
              </a:spcBef>
              <a:spcAft>
                <a:spcPts val="0"/>
              </a:spcAft>
              <a:buClr>
                <a:schemeClr val="dk1"/>
              </a:buClr>
              <a:buSzPts val="3600"/>
              <a:buNone/>
              <a:defRPr sz="3600" b="1">
                <a:solidFill>
                  <a:schemeClr val="dk1"/>
                </a:solidFill>
              </a:defRPr>
            </a:lvl4pPr>
            <a:lvl5pPr lvl="4" algn="l" rtl="0">
              <a:lnSpc>
                <a:spcPct val="100000"/>
              </a:lnSpc>
              <a:spcBef>
                <a:spcPts val="0"/>
              </a:spcBef>
              <a:spcAft>
                <a:spcPts val="0"/>
              </a:spcAft>
              <a:buClr>
                <a:schemeClr val="dk1"/>
              </a:buClr>
              <a:buSzPts val="3600"/>
              <a:buNone/>
              <a:defRPr sz="3600" b="1">
                <a:solidFill>
                  <a:schemeClr val="dk1"/>
                </a:solidFill>
              </a:defRPr>
            </a:lvl5pPr>
            <a:lvl6pPr lvl="5" algn="l" rtl="0">
              <a:lnSpc>
                <a:spcPct val="100000"/>
              </a:lnSpc>
              <a:spcBef>
                <a:spcPts val="0"/>
              </a:spcBef>
              <a:spcAft>
                <a:spcPts val="0"/>
              </a:spcAft>
              <a:buClr>
                <a:schemeClr val="dk1"/>
              </a:buClr>
              <a:buSzPts val="3600"/>
              <a:buNone/>
              <a:defRPr sz="3600" b="1">
                <a:solidFill>
                  <a:schemeClr val="dk1"/>
                </a:solidFill>
              </a:defRPr>
            </a:lvl6pPr>
            <a:lvl7pPr lvl="6" algn="l" rtl="0">
              <a:lnSpc>
                <a:spcPct val="100000"/>
              </a:lnSpc>
              <a:spcBef>
                <a:spcPts val="0"/>
              </a:spcBef>
              <a:spcAft>
                <a:spcPts val="0"/>
              </a:spcAft>
              <a:buClr>
                <a:schemeClr val="dk1"/>
              </a:buClr>
              <a:buSzPts val="3600"/>
              <a:buNone/>
              <a:defRPr sz="3600" b="1">
                <a:solidFill>
                  <a:schemeClr val="dk1"/>
                </a:solidFill>
              </a:defRPr>
            </a:lvl7pPr>
            <a:lvl8pPr lvl="7" algn="l" rtl="0">
              <a:lnSpc>
                <a:spcPct val="100000"/>
              </a:lnSpc>
              <a:spcBef>
                <a:spcPts val="0"/>
              </a:spcBef>
              <a:spcAft>
                <a:spcPts val="0"/>
              </a:spcAft>
              <a:buClr>
                <a:schemeClr val="dk1"/>
              </a:buClr>
              <a:buSzPts val="3600"/>
              <a:buNone/>
              <a:defRPr sz="3600" b="1">
                <a:solidFill>
                  <a:schemeClr val="dk1"/>
                </a:solidFill>
              </a:defRPr>
            </a:lvl8pPr>
            <a:lvl9pPr lvl="8" algn="l" rtl="0">
              <a:lnSpc>
                <a:spcPct val="100000"/>
              </a:lnSpc>
              <a:spcBef>
                <a:spcPts val="0"/>
              </a:spcBef>
              <a:spcAft>
                <a:spcPts val="0"/>
              </a:spcAft>
              <a:buClr>
                <a:schemeClr val="dk1"/>
              </a:buClr>
              <a:buSzPts val="3600"/>
              <a:buNone/>
              <a:defRPr sz="3600" b="1">
                <a:solidFill>
                  <a:schemeClr val="dk1"/>
                </a:solidFill>
              </a:defRPr>
            </a:lvl9pPr>
          </a:lstStyle>
          <a:p>
            <a:endParaRPr/>
          </a:p>
        </p:txBody>
      </p:sp>
      <p:sp>
        <p:nvSpPr>
          <p:cNvPr id="73" name="Google Shape;73;p13"/>
          <p:cNvSpPr txBox="1">
            <a:spLocks noGrp="1"/>
          </p:cNvSpPr>
          <p:nvPr>
            <p:ph type="body" idx="4"/>
          </p:nvPr>
        </p:nvSpPr>
        <p:spPr>
          <a:xfrm>
            <a:off x="141600" y="4156900"/>
            <a:ext cx="3023700" cy="4785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lvl1pPr marL="457200" lvl="0"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1pPr>
            <a:lvl2pPr marL="914400" lvl="1"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2pPr>
            <a:lvl3pPr marL="1371600" lvl="2"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3pPr>
            <a:lvl4pPr marL="1828800" lvl="3"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4pPr>
            <a:lvl5pPr marL="2286000" lvl="4"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5pPr>
            <a:lvl6pPr marL="2743200" lvl="5"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6pPr>
            <a:lvl7pPr marL="3200400" lvl="6"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7pPr>
            <a:lvl8pPr marL="3657600" lvl="7"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8pPr>
            <a:lvl9pPr marL="4114800" lvl="8"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and body 1">
  <p:cSld name="TITLE_AND_BODY_1">
    <p:spTree>
      <p:nvGrpSpPr>
        <p:cNvPr id="1" name="Shape 74"/>
        <p:cNvGrpSpPr/>
        <p:nvPr/>
      </p:nvGrpSpPr>
      <p:grpSpPr>
        <a:xfrm>
          <a:off x="0" y="0"/>
          <a:ext cx="0" cy="0"/>
          <a:chOff x="0" y="0"/>
          <a:chExt cx="0" cy="0"/>
        </a:xfrm>
      </p:grpSpPr>
      <p:sp>
        <p:nvSpPr>
          <p:cNvPr id="75" name="Google Shape;75;p14"/>
          <p:cNvSpPr/>
          <p:nvPr/>
        </p:nvSpPr>
        <p:spPr>
          <a:xfrm>
            <a:off x="0" y="5045700"/>
            <a:ext cx="9144000" cy="9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Google Shape;76;p14"/>
          <p:cNvSpPr txBox="1">
            <a:spLocks noGrp="1"/>
          </p:cNvSpPr>
          <p:nvPr>
            <p:ph type="title"/>
          </p:nvPr>
        </p:nvSpPr>
        <p:spPr>
          <a:xfrm>
            <a:off x="311700" y="315925"/>
            <a:ext cx="8520600" cy="8313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77" name="Google Shape;77;p14"/>
          <p:cNvSpPr txBox="1">
            <a:spLocks noGrp="1"/>
          </p:cNvSpPr>
          <p:nvPr>
            <p:ph type="body" idx="1"/>
          </p:nvPr>
        </p:nvSpPr>
        <p:spPr>
          <a:xfrm>
            <a:off x="311700" y="1225225"/>
            <a:ext cx="8520600" cy="33540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78" name="Google Shape;78;p1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body 2">
  <p:cSld name="TITLE_AND_BODY_2">
    <p:spTree>
      <p:nvGrpSpPr>
        <p:cNvPr id="1" name="Shape 79"/>
        <p:cNvGrpSpPr/>
        <p:nvPr/>
      </p:nvGrpSpPr>
      <p:grpSpPr>
        <a:xfrm>
          <a:off x="0" y="0"/>
          <a:ext cx="0" cy="0"/>
          <a:chOff x="0" y="0"/>
          <a:chExt cx="0" cy="0"/>
        </a:xfrm>
      </p:grpSpPr>
      <p:sp>
        <p:nvSpPr>
          <p:cNvPr id="80" name="Google Shape;80;p1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81" name="Google Shape;81;p15"/>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82" name="Google Shape;82;p1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Content">
  <p:cSld name="Title and Content">
    <p:bg>
      <p:bgPr>
        <a:solidFill>
          <a:srgbClr val="FFFFFF"/>
        </a:solidFill>
        <a:effectLst/>
      </p:bgPr>
    </p:bg>
    <p:spTree>
      <p:nvGrpSpPr>
        <p:cNvPr id="1" name="Shape 83"/>
        <p:cNvGrpSpPr/>
        <p:nvPr/>
      </p:nvGrpSpPr>
      <p:grpSpPr>
        <a:xfrm>
          <a:off x="0" y="0"/>
          <a:ext cx="0" cy="0"/>
          <a:chOff x="0" y="0"/>
          <a:chExt cx="0" cy="0"/>
        </a:xfrm>
      </p:grpSpPr>
      <p:sp>
        <p:nvSpPr>
          <p:cNvPr id="84" name="Google Shape;84;p16"/>
          <p:cNvSpPr txBox="1">
            <a:spLocks noGrp="1"/>
          </p:cNvSpPr>
          <p:nvPr>
            <p:ph type="title"/>
          </p:nvPr>
        </p:nvSpPr>
        <p:spPr>
          <a:xfrm>
            <a:off x="340660" y="30698"/>
            <a:ext cx="8449200" cy="636000"/>
          </a:xfrm>
          <a:prstGeom prst="rect">
            <a:avLst/>
          </a:prstGeom>
          <a:noFill/>
          <a:ln>
            <a:noFill/>
          </a:ln>
        </p:spPr>
        <p:txBody>
          <a:bodyPr spcFirstLastPara="1" wrap="square" lIns="68575" tIns="34275" rIns="68575" bIns="34275" anchor="ctr" anchorCtr="0">
            <a:normAutofit/>
          </a:bodyPr>
          <a:lstStyle>
            <a:lvl1pPr lvl="0" algn="l" rtl="0">
              <a:lnSpc>
                <a:spcPct val="90000"/>
              </a:lnSpc>
              <a:spcBef>
                <a:spcPts val="0"/>
              </a:spcBef>
              <a:spcAft>
                <a:spcPts val="0"/>
              </a:spcAft>
              <a:buClr>
                <a:schemeClr val="dk2"/>
              </a:buClr>
              <a:buSzPts val="3300"/>
              <a:buFont typeface="Calibri"/>
              <a:buNone/>
              <a:defRPr b="1">
                <a:solidFill>
                  <a:schemeClr val="dk2"/>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85" name="Google Shape;85;p16"/>
          <p:cNvSpPr txBox="1">
            <a:spLocks noGrp="1"/>
          </p:cNvSpPr>
          <p:nvPr>
            <p:ph type="body" idx="1"/>
          </p:nvPr>
        </p:nvSpPr>
        <p:spPr>
          <a:xfrm>
            <a:off x="340660" y="884286"/>
            <a:ext cx="8449200" cy="4156800"/>
          </a:xfrm>
          <a:prstGeom prst="rect">
            <a:avLst/>
          </a:prstGeom>
          <a:noFill/>
          <a:ln>
            <a:noFill/>
          </a:ln>
        </p:spPr>
        <p:txBody>
          <a:bodyPr spcFirstLastPara="1" wrap="square" lIns="68575" tIns="34275" rIns="68575" bIns="34275" anchor="t" anchorCtr="0">
            <a:normAutofit/>
          </a:bodyPr>
          <a:lstStyle>
            <a:lvl1pPr marL="457200" lvl="0" indent="-349250" algn="l" rtl="0">
              <a:lnSpc>
                <a:spcPct val="90000"/>
              </a:lnSpc>
              <a:spcBef>
                <a:spcPts val="800"/>
              </a:spcBef>
              <a:spcAft>
                <a:spcPts val="0"/>
              </a:spcAft>
              <a:buClr>
                <a:schemeClr val="dk1"/>
              </a:buClr>
              <a:buSzPts val="1900"/>
              <a:buFont typeface="Calibri"/>
              <a:buChar char="●"/>
              <a:defRPr sz="2100"/>
            </a:lvl1pPr>
            <a:lvl2pPr marL="914400" lvl="1" indent="-330200" algn="l" rtl="0">
              <a:lnSpc>
                <a:spcPct val="90000"/>
              </a:lnSpc>
              <a:spcBef>
                <a:spcPts val="1600"/>
              </a:spcBef>
              <a:spcAft>
                <a:spcPts val="0"/>
              </a:spcAft>
              <a:buClr>
                <a:schemeClr val="dk1"/>
              </a:buClr>
              <a:buSzPts val="1600"/>
              <a:buFont typeface="Courier New"/>
              <a:buChar char="o"/>
              <a:defRPr sz="1800"/>
            </a:lvl2pPr>
            <a:lvl3pPr marL="1371600" lvl="2" indent="-323850" algn="l" rtl="0">
              <a:lnSpc>
                <a:spcPct val="90000"/>
              </a:lnSpc>
              <a:spcBef>
                <a:spcPts val="1600"/>
              </a:spcBef>
              <a:spcAft>
                <a:spcPts val="0"/>
              </a:spcAft>
              <a:buClr>
                <a:schemeClr val="dk1"/>
              </a:buClr>
              <a:buSzPts val="1500"/>
              <a:buFont typeface="Noto Sans Symbols"/>
              <a:buChar char="▪"/>
              <a:defRPr sz="1500"/>
            </a:lvl3pPr>
            <a:lvl4pPr marL="1828800" lvl="3" indent="-317500" algn="l" rtl="0">
              <a:lnSpc>
                <a:spcPct val="90000"/>
              </a:lnSpc>
              <a:spcBef>
                <a:spcPts val="1600"/>
              </a:spcBef>
              <a:spcAft>
                <a:spcPts val="0"/>
              </a:spcAft>
              <a:buClr>
                <a:schemeClr val="dk1"/>
              </a:buClr>
              <a:buSzPts val="1400"/>
              <a:buFont typeface="Calibri"/>
              <a:buChar char="▫"/>
              <a:defRPr sz="1400"/>
            </a:lvl4pPr>
            <a:lvl5pPr marL="2286000" lvl="4" indent="-298450" algn="l" rtl="0">
              <a:lnSpc>
                <a:spcPct val="90000"/>
              </a:lnSpc>
              <a:spcBef>
                <a:spcPts val="1600"/>
              </a:spcBef>
              <a:spcAft>
                <a:spcPts val="0"/>
              </a:spcAft>
              <a:buClr>
                <a:schemeClr val="dk1"/>
              </a:buClr>
              <a:buSzPts val="1100"/>
              <a:buChar char="○"/>
              <a:defRPr sz="1100"/>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cxnSp>
        <p:nvCxnSpPr>
          <p:cNvPr id="86" name="Google Shape;86;p16"/>
          <p:cNvCxnSpPr/>
          <p:nvPr/>
        </p:nvCxnSpPr>
        <p:spPr>
          <a:xfrm>
            <a:off x="340660" y="690167"/>
            <a:ext cx="8449200" cy="0"/>
          </a:xfrm>
          <a:prstGeom prst="straightConnector1">
            <a:avLst/>
          </a:prstGeom>
          <a:noFill/>
          <a:ln w="63500" cap="flat" cmpd="thickThin">
            <a:solidFill>
              <a:schemeClr val="lt2"/>
            </a:solidFill>
            <a:prstDash val="solid"/>
            <a:miter lim="800000"/>
            <a:headEnd type="none" w="sm" len="sm"/>
            <a:tailEnd type="none" w="sm" len="sm"/>
          </a:ln>
        </p:spPr>
      </p:cxnSp>
      <p:sp>
        <p:nvSpPr>
          <p:cNvPr id="87" name="Google Shape;87;p16"/>
          <p:cNvSpPr txBox="1">
            <a:spLocks noGrp="1"/>
          </p:cNvSpPr>
          <p:nvPr>
            <p:ph type="body" idx="2"/>
          </p:nvPr>
        </p:nvSpPr>
        <p:spPr>
          <a:xfrm>
            <a:off x="9155430" y="1501"/>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90000"/>
              </a:lnSpc>
              <a:spcBef>
                <a:spcPts val="800"/>
              </a:spcBef>
              <a:spcAft>
                <a:spcPts val="0"/>
              </a:spcAft>
              <a:buClr>
                <a:schemeClr val="dk2"/>
              </a:buClr>
              <a:buSzPts val="2300"/>
              <a:buNone/>
              <a:defRPr sz="2300" b="1">
                <a:solidFill>
                  <a:schemeClr val="dk2"/>
                </a:solidFill>
                <a:latin typeface="Arial"/>
                <a:ea typeface="Arial"/>
                <a:cs typeface="Arial"/>
                <a:sym typeface="Arial"/>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88" name="Google Shape;88;p16"/>
          <p:cNvSpPr txBox="1">
            <a:spLocks noGrp="1"/>
          </p:cNvSpPr>
          <p:nvPr>
            <p:ph type="body" idx="3"/>
          </p:nvPr>
        </p:nvSpPr>
        <p:spPr>
          <a:xfrm>
            <a:off x="9155430" y="218981"/>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90000"/>
              </a:lnSpc>
              <a:spcBef>
                <a:spcPts val="800"/>
              </a:spcBef>
              <a:spcAft>
                <a:spcPts val="0"/>
              </a:spcAft>
              <a:buClr>
                <a:schemeClr val="dk2"/>
              </a:buClr>
              <a:buSzPts val="2300"/>
              <a:buNone/>
              <a:defRPr sz="2300" b="1">
                <a:solidFill>
                  <a:schemeClr val="dk2"/>
                </a:solidFill>
                <a:latin typeface="Arial"/>
                <a:ea typeface="Arial"/>
                <a:cs typeface="Arial"/>
                <a:sym typeface="Arial"/>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89" name="Google Shape;89;p16"/>
          <p:cNvSpPr txBox="1">
            <a:spLocks noGrp="1"/>
          </p:cNvSpPr>
          <p:nvPr>
            <p:ph type="body" idx="4"/>
          </p:nvPr>
        </p:nvSpPr>
        <p:spPr>
          <a:xfrm>
            <a:off x="9155430" y="443452"/>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90000"/>
              </a:lnSpc>
              <a:spcBef>
                <a:spcPts val="800"/>
              </a:spcBef>
              <a:spcAft>
                <a:spcPts val="0"/>
              </a:spcAft>
              <a:buClr>
                <a:schemeClr val="dk2"/>
              </a:buClr>
              <a:buSzPts val="2300"/>
              <a:buNone/>
              <a:defRPr sz="2300" b="1">
                <a:solidFill>
                  <a:schemeClr val="dk2"/>
                </a:solidFill>
                <a:latin typeface="Arial"/>
                <a:ea typeface="Arial"/>
                <a:cs typeface="Arial"/>
                <a:sym typeface="Arial"/>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90" name="Google Shape;90;p16"/>
          <p:cNvSpPr txBox="1">
            <a:spLocks noGrp="1"/>
          </p:cNvSpPr>
          <p:nvPr>
            <p:ph type="body" idx="5"/>
          </p:nvPr>
        </p:nvSpPr>
        <p:spPr>
          <a:xfrm>
            <a:off x="9155430" y="666804"/>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90000"/>
              </a:lnSpc>
              <a:spcBef>
                <a:spcPts val="800"/>
              </a:spcBef>
              <a:spcAft>
                <a:spcPts val="0"/>
              </a:spcAft>
              <a:buClr>
                <a:schemeClr val="dk2"/>
              </a:buClr>
              <a:buSzPts val="2300"/>
              <a:buNone/>
              <a:defRPr sz="2300" b="1">
                <a:solidFill>
                  <a:schemeClr val="dk2"/>
                </a:solidFill>
                <a:latin typeface="Arial"/>
                <a:ea typeface="Arial"/>
                <a:cs typeface="Arial"/>
                <a:sym typeface="Arial"/>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91" name="Google Shape;91;p16"/>
          <p:cNvSpPr txBox="1">
            <a:spLocks noGrp="1"/>
          </p:cNvSpPr>
          <p:nvPr>
            <p:ph type="body" idx="6"/>
          </p:nvPr>
        </p:nvSpPr>
        <p:spPr>
          <a:xfrm>
            <a:off x="9155430" y="884285"/>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90000"/>
              </a:lnSpc>
              <a:spcBef>
                <a:spcPts val="800"/>
              </a:spcBef>
              <a:spcAft>
                <a:spcPts val="0"/>
              </a:spcAft>
              <a:buClr>
                <a:schemeClr val="dk2"/>
              </a:buClr>
              <a:buSzPts val="2300"/>
              <a:buNone/>
              <a:defRPr sz="2300" b="1">
                <a:solidFill>
                  <a:schemeClr val="dk2"/>
                </a:solidFill>
                <a:latin typeface="Arial"/>
                <a:ea typeface="Arial"/>
                <a:cs typeface="Arial"/>
                <a:sym typeface="Arial"/>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92" name="Google Shape;92;p16"/>
          <p:cNvSpPr txBox="1">
            <a:spLocks noGrp="1"/>
          </p:cNvSpPr>
          <p:nvPr>
            <p:ph type="body" idx="7"/>
          </p:nvPr>
        </p:nvSpPr>
        <p:spPr>
          <a:xfrm>
            <a:off x="9155430" y="1128365"/>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90000"/>
              </a:lnSpc>
              <a:spcBef>
                <a:spcPts val="800"/>
              </a:spcBef>
              <a:spcAft>
                <a:spcPts val="0"/>
              </a:spcAft>
              <a:buClr>
                <a:schemeClr val="dk2"/>
              </a:buClr>
              <a:buSzPts val="2300"/>
              <a:buNone/>
              <a:defRPr sz="2300" b="1">
                <a:solidFill>
                  <a:schemeClr val="dk2"/>
                </a:solidFill>
                <a:latin typeface="Arial"/>
                <a:ea typeface="Arial"/>
                <a:cs typeface="Arial"/>
                <a:sym typeface="Arial"/>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93" name="Google Shape;93;p16"/>
          <p:cNvSpPr txBox="1">
            <a:spLocks noGrp="1"/>
          </p:cNvSpPr>
          <p:nvPr>
            <p:ph type="body" idx="8"/>
          </p:nvPr>
        </p:nvSpPr>
        <p:spPr>
          <a:xfrm>
            <a:off x="9155430" y="1366143"/>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90000"/>
              </a:lnSpc>
              <a:spcBef>
                <a:spcPts val="800"/>
              </a:spcBef>
              <a:spcAft>
                <a:spcPts val="0"/>
              </a:spcAft>
              <a:buClr>
                <a:schemeClr val="dk2"/>
              </a:buClr>
              <a:buSzPts val="2300"/>
              <a:buNone/>
              <a:defRPr sz="2300" b="1">
                <a:solidFill>
                  <a:schemeClr val="dk2"/>
                </a:solidFill>
                <a:latin typeface="Arial"/>
                <a:ea typeface="Arial"/>
                <a:cs typeface="Arial"/>
                <a:sym typeface="Arial"/>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94" name="Google Shape;94;p16"/>
          <p:cNvSpPr txBox="1">
            <a:spLocks noGrp="1"/>
          </p:cNvSpPr>
          <p:nvPr>
            <p:ph type="body" idx="9"/>
          </p:nvPr>
        </p:nvSpPr>
        <p:spPr>
          <a:xfrm>
            <a:off x="9155430" y="1603799"/>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90000"/>
              </a:lnSpc>
              <a:spcBef>
                <a:spcPts val="800"/>
              </a:spcBef>
              <a:spcAft>
                <a:spcPts val="0"/>
              </a:spcAft>
              <a:buClr>
                <a:schemeClr val="dk2"/>
              </a:buClr>
              <a:buSzPts val="2300"/>
              <a:buNone/>
              <a:defRPr sz="2300" b="1">
                <a:solidFill>
                  <a:schemeClr val="dk2"/>
                </a:solidFill>
                <a:latin typeface="Arial"/>
                <a:ea typeface="Arial"/>
                <a:cs typeface="Arial"/>
                <a:sym typeface="Arial"/>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95" name="Google Shape;95;p16"/>
          <p:cNvSpPr txBox="1">
            <a:spLocks noGrp="1"/>
          </p:cNvSpPr>
          <p:nvPr>
            <p:ph type="body" idx="13"/>
          </p:nvPr>
        </p:nvSpPr>
        <p:spPr>
          <a:xfrm>
            <a:off x="9155430" y="1841577"/>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90000"/>
              </a:lnSpc>
              <a:spcBef>
                <a:spcPts val="800"/>
              </a:spcBef>
              <a:spcAft>
                <a:spcPts val="0"/>
              </a:spcAft>
              <a:buClr>
                <a:schemeClr val="dk2"/>
              </a:buClr>
              <a:buSzPts val="2300"/>
              <a:buNone/>
              <a:defRPr sz="2300" b="1">
                <a:solidFill>
                  <a:schemeClr val="dk2"/>
                </a:solidFill>
                <a:latin typeface="Arial"/>
                <a:ea typeface="Arial"/>
                <a:cs typeface="Arial"/>
                <a:sym typeface="Arial"/>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96" name="Google Shape;96;p16"/>
          <p:cNvSpPr txBox="1">
            <a:spLocks noGrp="1"/>
          </p:cNvSpPr>
          <p:nvPr>
            <p:ph type="body" idx="14"/>
          </p:nvPr>
        </p:nvSpPr>
        <p:spPr>
          <a:xfrm>
            <a:off x="9155430" y="2072525"/>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90000"/>
              </a:lnSpc>
              <a:spcBef>
                <a:spcPts val="800"/>
              </a:spcBef>
              <a:spcAft>
                <a:spcPts val="0"/>
              </a:spcAft>
              <a:buClr>
                <a:schemeClr val="dk2"/>
              </a:buClr>
              <a:buSzPts val="2300"/>
              <a:buNone/>
              <a:defRPr sz="2300" b="1">
                <a:solidFill>
                  <a:schemeClr val="dk2"/>
                </a:solidFill>
                <a:latin typeface="Arial"/>
                <a:ea typeface="Arial"/>
                <a:cs typeface="Arial"/>
                <a:sym typeface="Arial"/>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97" name="Google Shape;97;p16"/>
          <p:cNvSpPr txBox="1">
            <a:spLocks noGrp="1"/>
          </p:cNvSpPr>
          <p:nvPr>
            <p:ph type="body" idx="15"/>
          </p:nvPr>
        </p:nvSpPr>
        <p:spPr>
          <a:xfrm>
            <a:off x="9155430" y="2308768"/>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90000"/>
              </a:lnSpc>
              <a:spcBef>
                <a:spcPts val="800"/>
              </a:spcBef>
              <a:spcAft>
                <a:spcPts val="0"/>
              </a:spcAft>
              <a:buClr>
                <a:schemeClr val="dk2"/>
              </a:buClr>
              <a:buSzPts val="2300"/>
              <a:buNone/>
              <a:defRPr sz="2300" b="1">
                <a:solidFill>
                  <a:schemeClr val="dk2"/>
                </a:solidFill>
                <a:latin typeface="Arial"/>
                <a:ea typeface="Arial"/>
                <a:cs typeface="Arial"/>
                <a:sym typeface="Arial"/>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98" name="Google Shape;98;p16"/>
          <p:cNvSpPr txBox="1">
            <a:spLocks noGrp="1"/>
          </p:cNvSpPr>
          <p:nvPr>
            <p:ph type="body" idx="16"/>
          </p:nvPr>
        </p:nvSpPr>
        <p:spPr>
          <a:xfrm>
            <a:off x="9155430" y="2534440"/>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90000"/>
              </a:lnSpc>
              <a:spcBef>
                <a:spcPts val="800"/>
              </a:spcBef>
              <a:spcAft>
                <a:spcPts val="0"/>
              </a:spcAft>
              <a:buClr>
                <a:schemeClr val="dk2"/>
              </a:buClr>
              <a:buSzPts val="2300"/>
              <a:buNone/>
              <a:defRPr sz="2300" b="1">
                <a:solidFill>
                  <a:schemeClr val="dk2"/>
                </a:solidFill>
                <a:latin typeface="Arial"/>
                <a:ea typeface="Arial"/>
                <a:cs typeface="Arial"/>
                <a:sym typeface="Arial"/>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99" name="Google Shape;99;p16"/>
          <p:cNvSpPr txBox="1">
            <a:spLocks noGrp="1"/>
          </p:cNvSpPr>
          <p:nvPr>
            <p:ph type="body" idx="17"/>
          </p:nvPr>
        </p:nvSpPr>
        <p:spPr>
          <a:xfrm>
            <a:off x="9155430" y="2758777"/>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90000"/>
              </a:lnSpc>
              <a:spcBef>
                <a:spcPts val="800"/>
              </a:spcBef>
              <a:spcAft>
                <a:spcPts val="0"/>
              </a:spcAft>
              <a:buClr>
                <a:schemeClr val="dk2"/>
              </a:buClr>
              <a:buSzPts val="2300"/>
              <a:buNone/>
              <a:defRPr sz="2300" b="1">
                <a:solidFill>
                  <a:schemeClr val="dk2"/>
                </a:solidFill>
                <a:latin typeface="Arial"/>
                <a:ea typeface="Arial"/>
                <a:cs typeface="Arial"/>
                <a:sym typeface="Arial"/>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00" name="Google Shape;100;p16"/>
          <p:cNvSpPr txBox="1">
            <a:spLocks noGrp="1"/>
          </p:cNvSpPr>
          <p:nvPr>
            <p:ph type="body" idx="18"/>
          </p:nvPr>
        </p:nvSpPr>
        <p:spPr>
          <a:xfrm>
            <a:off x="9155430" y="2981791"/>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90000"/>
              </a:lnSpc>
              <a:spcBef>
                <a:spcPts val="800"/>
              </a:spcBef>
              <a:spcAft>
                <a:spcPts val="0"/>
              </a:spcAft>
              <a:buClr>
                <a:schemeClr val="dk2"/>
              </a:buClr>
              <a:buSzPts val="2300"/>
              <a:buNone/>
              <a:defRPr sz="2300" b="1">
                <a:solidFill>
                  <a:schemeClr val="dk2"/>
                </a:solidFill>
                <a:latin typeface="Arial"/>
                <a:ea typeface="Arial"/>
                <a:cs typeface="Arial"/>
                <a:sym typeface="Arial"/>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01" name="Google Shape;101;p16"/>
          <p:cNvSpPr txBox="1">
            <a:spLocks noGrp="1"/>
          </p:cNvSpPr>
          <p:nvPr>
            <p:ph type="body" idx="19"/>
          </p:nvPr>
        </p:nvSpPr>
        <p:spPr>
          <a:xfrm>
            <a:off x="9155430" y="3212404"/>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90000"/>
              </a:lnSpc>
              <a:spcBef>
                <a:spcPts val="800"/>
              </a:spcBef>
              <a:spcAft>
                <a:spcPts val="0"/>
              </a:spcAft>
              <a:buClr>
                <a:schemeClr val="dk2"/>
              </a:buClr>
              <a:buSzPts val="2300"/>
              <a:buNone/>
              <a:defRPr sz="2300" b="1">
                <a:solidFill>
                  <a:schemeClr val="dk2"/>
                </a:solidFill>
                <a:latin typeface="Arial"/>
                <a:ea typeface="Arial"/>
                <a:cs typeface="Arial"/>
                <a:sym typeface="Arial"/>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02" name="Google Shape;102;p16"/>
          <p:cNvSpPr txBox="1">
            <a:spLocks noGrp="1"/>
          </p:cNvSpPr>
          <p:nvPr>
            <p:ph type="body" idx="20"/>
          </p:nvPr>
        </p:nvSpPr>
        <p:spPr>
          <a:xfrm>
            <a:off x="9155430" y="3436741"/>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90000"/>
              </a:lnSpc>
              <a:spcBef>
                <a:spcPts val="800"/>
              </a:spcBef>
              <a:spcAft>
                <a:spcPts val="0"/>
              </a:spcAft>
              <a:buClr>
                <a:schemeClr val="dk2"/>
              </a:buClr>
              <a:buSzPts val="2300"/>
              <a:buNone/>
              <a:defRPr sz="2300" b="1">
                <a:solidFill>
                  <a:schemeClr val="dk2"/>
                </a:solidFill>
                <a:latin typeface="Arial"/>
                <a:ea typeface="Arial"/>
                <a:cs typeface="Arial"/>
                <a:sym typeface="Arial"/>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03" name="Google Shape;103;p16"/>
          <p:cNvSpPr txBox="1">
            <a:spLocks noGrp="1"/>
          </p:cNvSpPr>
          <p:nvPr>
            <p:ph type="body" idx="21"/>
          </p:nvPr>
        </p:nvSpPr>
        <p:spPr>
          <a:xfrm>
            <a:off x="9155430" y="3667958"/>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90000"/>
              </a:lnSpc>
              <a:spcBef>
                <a:spcPts val="800"/>
              </a:spcBef>
              <a:spcAft>
                <a:spcPts val="0"/>
              </a:spcAft>
              <a:buClr>
                <a:schemeClr val="dk2"/>
              </a:buClr>
              <a:buSzPts val="2300"/>
              <a:buNone/>
              <a:defRPr sz="2300" b="1">
                <a:solidFill>
                  <a:schemeClr val="dk2"/>
                </a:solidFill>
                <a:latin typeface="Arial"/>
                <a:ea typeface="Arial"/>
                <a:cs typeface="Arial"/>
                <a:sym typeface="Arial"/>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04" name="Google Shape;104;p16"/>
          <p:cNvSpPr txBox="1">
            <a:spLocks noGrp="1"/>
          </p:cNvSpPr>
          <p:nvPr>
            <p:ph type="body" idx="22"/>
          </p:nvPr>
        </p:nvSpPr>
        <p:spPr>
          <a:xfrm>
            <a:off x="9155430" y="3911729"/>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90000"/>
              </a:lnSpc>
              <a:spcBef>
                <a:spcPts val="800"/>
              </a:spcBef>
              <a:spcAft>
                <a:spcPts val="0"/>
              </a:spcAft>
              <a:buClr>
                <a:schemeClr val="dk2"/>
              </a:buClr>
              <a:buSzPts val="2300"/>
              <a:buNone/>
              <a:defRPr sz="2300" b="1">
                <a:solidFill>
                  <a:schemeClr val="dk2"/>
                </a:solidFill>
                <a:latin typeface="Arial"/>
                <a:ea typeface="Arial"/>
                <a:cs typeface="Arial"/>
                <a:sym typeface="Arial"/>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05" name="Google Shape;105;p16"/>
          <p:cNvSpPr txBox="1">
            <a:spLocks noGrp="1"/>
          </p:cNvSpPr>
          <p:nvPr>
            <p:ph type="body" idx="23"/>
          </p:nvPr>
        </p:nvSpPr>
        <p:spPr>
          <a:xfrm>
            <a:off x="9155430" y="4148591"/>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90000"/>
              </a:lnSpc>
              <a:spcBef>
                <a:spcPts val="800"/>
              </a:spcBef>
              <a:spcAft>
                <a:spcPts val="0"/>
              </a:spcAft>
              <a:buClr>
                <a:schemeClr val="dk2"/>
              </a:buClr>
              <a:buSzPts val="2300"/>
              <a:buNone/>
              <a:defRPr sz="2300" b="1">
                <a:solidFill>
                  <a:schemeClr val="dk2"/>
                </a:solidFill>
                <a:latin typeface="Arial"/>
                <a:ea typeface="Arial"/>
                <a:cs typeface="Arial"/>
                <a:sym typeface="Arial"/>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06" name="Google Shape;106;p16"/>
          <p:cNvSpPr txBox="1">
            <a:spLocks noGrp="1"/>
          </p:cNvSpPr>
          <p:nvPr>
            <p:ph type="body" idx="24"/>
          </p:nvPr>
        </p:nvSpPr>
        <p:spPr>
          <a:xfrm>
            <a:off x="9155430" y="4372928"/>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90000"/>
              </a:lnSpc>
              <a:spcBef>
                <a:spcPts val="800"/>
              </a:spcBef>
              <a:spcAft>
                <a:spcPts val="0"/>
              </a:spcAft>
              <a:buClr>
                <a:schemeClr val="dk2"/>
              </a:buClr>
              <a:buSzPts val="2300"/>
              <a:buNone/>
              <a:defRPr sz="2300" b="1">
                <a:solidFill>
                  <a:schemeClr val="dk2"/>
                </a:solidFill>
                <a:latin typeface="Arial"/>
                <a:ea typeface="Arial"/>
                <a:cs typeface="Arial"/>
                <a:sym typeface="Arial"/>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07" name="Google Shape;107;p16"/>
          <p:cNvSpPr txBox="1">
            <a:spLocks noGrp="1"/>
          </p:cNvSpPr>
          <p:nvPr>
            <p:ph type="body" idx="25"/>
          </p:nvPr>
        </p:nvSpPr>
        <p:spPr>
          <a:xfrm>
            <a:off x="9155430" y="4591789"/>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90000"/>
              </a:lnSpc>
              <a:spcBef>
                <a:spcPts val="800"/>
              </a:spcBef>
              <a:spcAft>
                <a:spcPts val="0"/>
              </a:spcAft>
              <a:buClr>
                <a:schemeClr val="dk2"/>
              </a:buClr>
              <a:buSzPts val="2300"/>
              <a:buNone/>
              <a:defRPr sz="2300" b="1">
                <a:solidFill>
                  <a:schemeClr val="dk2"/>
                </a:solidFill>
                <a:latin typeface="Arial"/>
                <a:ea typeface="Arial"/>
                <a:cs typeface="Arial"/>
                <a:sym typeface="Arial"/>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08" name="Google Shape;108;p16"/>
          <p:cNvSpPr txBox="1">
            <a:spLocks noGrp="1"/>
          </p:cNvSpPr>
          <p:nvPr>
            <p:ph type="body" idx="26"/>
          </p:nvPr>
        </p:nvSpPr>
        <p:spPr>
          <a:xfrm>
            <a:off x="-2811780" y="1501"/>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90000"/>
              </a:lnSpc>
              <a:spcBef>
                <a:spcPts val="800"/>
              </a:spcBef>
              <a:spcAft>
                <a:spcPts val="0"/>
              </a:spcAft>
              <a:buClr>
                <a:schemeClr val="dk1"/>
              </a:buClr>
              <a:buSzPts val="1800"/>
              <a:buNone/>
              <a:defRPr sz="1800" b="1">
                <a:solidFill>
                  <a:schemeClr val="dk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09" name="Google Shape;109;p16"/>
          <p:cNvSpPr txBox="1">
            <a:spLocks noGrp="1"/>
          </p:cNvSpPr>
          <p:nvPr>
            <p:ph type="body" idx="27"/>
          </p:nvPr>
        </p:nvSpPr>
        <p:spPr>
          <a:xfrm>
            <a:off x="-2811780" y="218981"/>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90000"/>
              </a:lnSpc>
              <a:spcBef>
                <a:spcPts val="800"/>
              </a:spcBef>
              <a:spcAft>
                <a:spcPts val="0"/>
              </a:spcAft>
              <a:buClr>
                <a:schemeClr val="dk1"/>
              </a:buClr>
              <a:buSzPts val="1800"/>
              <a:buNone/>
              <a:defRPr sz="1800" b="1">
                <a:solidFill>
                  <a:schemeClr val="dk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10" name="Google Shape;110;p16"/>
          <p:cNvSpPr txBox="1">
            <a:spLocks noGrp="1"/>
          </p:cNvSpPr>
          <p:nvPr>
            <p:ph type="body" idx="28"/>
          </p:nvPr>
        </p:nvSpPr>
        <p:spPr>
          <a:xfrm>
            <a:off x="-2811780" y="443452"/>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90000"/>
              </a:lnSpc>
              <a:spcBef>
                <a:spcPts val="800"/>
              </a:spcBef>
              <a:spcAft>
                <a:spcPts val="0"/>
              </a:spcAft>
              <a:buClr>
                <a:schemeClr val="dk1"/>
              </a:buClr>
              <a:buSzPts val="1800"/>
              <a:buNone/>
              <a:defRPr sz="1800" b="1">
                <a:solidFill>
                  <a:schemeClr val="dk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11" name="Google Shape;111;p16"/>
          <p:cNvSpPr txBox="1">
            <a:spLocks noGrp="1"/>
          </p:cNvSpPr>
          <p:nvPr>
            <p:ph type="body" idx="29"/>
          </p:nvPr>
        </p:nvSpPr>
        <p:spPr>
          <a:xfrm>
            <a:off x="-2811780" y="666804"/>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90000"/>
              </a:lnSpc>
              <a:spcBef>
                <a:spcPts val="800"/>
              </a:spcBef>
              <a:spcAft>
                <a:spcPts val="0"/>
              </a:spcAft>
              <a:buClr>
                <a:schemeClr val="dk1"/>
              </a:buClr>
              <a:buSzPts val="1800"/>
              <a:buNone/>
              <a:defRPr sz="1800" b="1">
                <a:solidFill>
                  <a:schemeClr val="dk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12" name="Google Shape;112;p16"/>
          <p:cNvSpPr txBox="1">
            <a:spLocks noGrp="1"/>
          </p:cNvSpPr>
          <p:nvPr>
            <p:ph type="body" idx="30"/>
          </p:nvPr>
        </p:nvSpPr>
        <p:spPr>
          <a:xfrm>
            <a:off x="-2811780" y="884285"/>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90000"/>
              </a:lnSpc>
              <a:spcBef>
                <a:spcPts val="800"/>
              </a:spcBef>
              <a:spcAft>
                <a:spcPts val="0"/>
              </a:spcAft>
              <a:buClr>
                <a:schemeClr val="dk1"/>
              </a:buClr>
              <a:buSzPts val="1800"/>
              <a:buNone/>
              <a:defRPr sz="1800" b="1">
                <a:solidFill>
                  <a:schemeClr val="dk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13" name="Google Shape;113;p16"/>
          <p:cNvSpPr txBox="1">
            <a:spLocks noGrp="1"/>
          </p:cNvSpPr>
          <p:nvPr>
            <p:ph type="body" idx="31"/>
          </p:nvPr>
        </p:nvSpPr>
        <p:spPr>
          <a:xfrm>
            <a:off x="-2811780" y="1128365"/>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90000"/>
              </a:lnSpc>
              <a:spcBef>
                <a:spcPts val="800"/>
              </a:spcBef>
              <a:spcAft>
                <a:spcPts val="0"/>
              </a:spcAft>
              <a:buClr>
                <a:schemeClr val="dk1"/>
              </a:buClr>
              <a:buSzPts val="1800"/>
              <a:buNone/>
              <a:defRPr sz="1800" b="1">
                <a:solidFill>
                  <a:schemeClr val="dk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14" name="Google Shape;114;p16"/>
          <p:cNvSpPr txBox="1">
            <a:spLocks noGrp="1"/>
          </p:cNvSpPr>
          <p:nvPr>
            <p:ph type="body" idx="32"/>
          </p:nvPr>
        </p:nvSpPr>
        <p:spPr>
          <a:xfrm>
            <a:off x="-2811780" y="1366143"/>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90000"/>
              </a:lnSpc>
              <a:spcBef>
                <a:spcPts val="800"/>
              </a:spcBef>
              <a:spcAft>
                <a:spcPts val="0"/>
              </a:spcAft>
              <a:buClr>
                <a:schemeClr val="dk1"/>
              </a:buClr>
              <a:buSzPts val="1800"/>
              <a:buNone/>
              <a:defRPr sz="1800" b="1">
                <a:solidFill>
                  <a:schemeClr val="dk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15" name="Google Shape;115;p16"/>
          <p:cNvSpPr txBox="1">
            <a:spLocks noGrp="1"/>
          </p:cNvSpPr>
          <p:nvPr>
            <p:ph type="body" idx="33"/>
          </p:nvPr>
        </p:nvSpPr>
        <p:spPr>
          <a:xfrm>
            <a:off x="-2811780" y="1603799"/>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dk1"/>
              </a:buClr>
              <a:buSzPts val="1800"/>
              <a:buNone/>
              <a:defRPr sz="1800" b="1">
                <a:solidFill>
                  <a:schemeClr val="dk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16" name="Google Shape;116;p16"/>
          <p:cNvSpPr txBox="1">
            <a:spLocks noGrp="1"/>
          </p:cNvSpPr>
          <p:nvPr>
            <p:ph type="body" idx="34"/>
          </p:nvPr>
        </p:nvSpPr>
        <p:spPr>
          <a:xfrm>
            <a:off x="-2811780" y="1841577"/>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dk1"/>
              </a:buClr>
              <a:buSzPts val="1800"/>
              <a:buNone/>
              <a:defRPr sz="1800" b="1">
                <a:solidFill>
                  <a:schemeClr val="dk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17" name="Google Shape;117;p16"/>
          <p:cNvSpPr txBox="1">
            <a:spLocks noGrp="1"/>
          </p:cNvSpPr>
          <p:nvPr>
            <p:ph type="body" idx="35"/>
          </p:nvPr>
        </p:nvSpPr>
        <p:spPr>
          <a:xfrm>
            <a:off x="-2811780" y="2072525"/>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dk1"/>
              </a:buClr>
              <a:buSzPts val="1800"/>
              <a:buNone/>
              <a:defRPr sz="1800" b="1">
                <a:solidFill>
                  <a:schemeClr val="dk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18" name="Google Shape;118;p16"/>
          <p:cNvSpPr txBox="1">
            <a:spLocks noGrp="1"/>
          </p:cNvSpPr>
          <p:nvPr>
            <p:ph type="body" idx="36"/>
          </p:nvPr>
        </p:nvSpPr>
        <p:spPr>
          <a:xfrm>
            <a:off x="-2811780" y="2308768"/>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dk1"/>
              </a:buClr>
              <a:buSzPts val="1800"/>
              <a:buNone/>
              <a:defRPr sz="1800" b="1">
                <a:solidFill>
                  <a:schemeClr val="dk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19" name="Google Shape;119;p16"/>
          <p:cNvSpPr txBox="1">
            <a:spLocks noGrp="1"/>
          </p:cNvSpPr>
          <p:nvPr>
            <p:ph type="body" idx="37"/>
          </p:nvPr>
        </p:nvSpPr>
        <p:spPr>
          <a:xfrm>
            <a:off x="-2811780" y="2534440"/>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dk1"/>
              </a:buClr>
              <a:buSzPts val="1800"/>
              <a:buNone/>
              <a:defRPr sz="1800" b="1">
                <a:solidFill>
                  <a:schemeClr val="dk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20" name="Google Shape;120;p16"/>
          <p:cNvSpPr txBox="1">
            <a:spLocks noGrp="1"/>
          </p:cNvSpPr>
          <p:nvPr>
            <p:ph type="body" idx="38"/>
          </p:nvPr>
        </p:nvSpPr>
        <p:spPr>
          <a:xfrm>
            <a:off x="-2811780" y="2758777"/>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dk1"/>
              </a:buClr>
              <a:buSzPts val="1800"/>
              <a:buNone/>
              <a:defRPr sz="1800" b="1">
                <a:solidFill>
                  <a:schemeClr val="dk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21" name="Google Shape;121;p16"/>
          <p:cNvSpPr txBox="1">
            <a:spLocks noGrp="1"/>
          </p:cNvSpPr>
          <p:nvPr>
            <p:ph type="body" idx="39"/>
          </p:nvPr>
        </p:nvSpPr>
        <p:spPr>
          <a:xfrm>
            <a:off x="-2811780" y="2981791"/>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dk1"/>
              </a:buClr>
              <a:buSzPts val="1800"/>
              <a:buNone/>
              <a:defRPr sz="1800" b="1">
                <a:solidFill>
                  <a:schemeClr val="dk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22" name="Google Shape;122;p16"/>
          <p:cNvSpPr txBox="1">
            <a:spLocks noGrp="1"/>
          </p:cNvSpPr>
          <p:nvPr>
            <p:ph type="body" idx="40"/>
          </p:nvPr>
        </p:nvSpPr>
        <p:spPr>
          <a:xfrm>
            <a:off x="-2811780" y="3212404"/>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dk1"/>
              </a:buClr>
              <a:buSzPts val="1800"/>
              <a:buNone/>
              <a:defRPr sz="1800" b="1">
                <a:solidFill>
                  <a:schemeClr val="dk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23" name="Google Shape;123;p16"/>
          <p:cNvSpPr txBox="1">
            <a:spLocks noGrp="1"/>
          </p:cNvSpPr>
          <p:nvPr>
            <p:ph type="body" idx="41"/>
          </p:nvPr>
        </p:nvSpPr>
        <p:spPr>
          <a:xfrm>
            <a:off x="-2811780" y="3436741"/>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dk1"/>
              </a:buClr>
              <a:buSzPts val="1800"/>
              <a:buNone/>
              <a:defRPr sz="1800" b="1">
                <a:solidFill>
                  <a:schemeClr val="dk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24" name="Google Shape;124;p16"/>
          <p:cNvSpPr txBox="1">
            <a:spLocks noGrp="1"/>
          </p:cNvSpPr>
          <p:nvPr>
            <p:ph type="body" idx="42"/>
          </p:nvPr>
        </p:nvSpPr>
        <p:spPr>
          <a:xfrm>
            <a:off x="-2811780" y="3667958"/>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dk1"/>
              </a:buClr>
              <a:buSzPts val="1800"/>
              <a:buNone/>
              <a:defRPr sz="1800" b="1">
                <a:solidFill>
                  <a:schemeClr val="dk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25" name="Google Shape;125;p16"/>
          <p:cNvSpPr txBox="1">
            <a:spLocks noGrp="1"/>
          </p:cNvSpPr>
          <p:nvPr>
            <p:ph type="body" idx="43"/>
          </p:nvPr>
        </p:nvSpPr>
        <p:spPr>
          <a:xfrm>
            <a:off x="-2811780" y="3911729"/>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dk1"/>
              </a:buClr>
              <a:buSzPts val="1800"/>
              <a:buNone/>
              <a:defRPr sz="1800" b="1">
                <a:solidFill>
                  <a:schemeClr val="dk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26" name="Google Shape;126;p16"/>
          <p:cNvSpPr txBox="1">
            <a:spLocks noGrp="1"/>
          </p:cNvSpPr>
          <p:nvPr>
            <p:ph type="body" idx="44"/>
          </p:nvPr>
        </p:nvSpPr>
        <p:spPr>
          <a:xfrm>
            <a:off x="-2811780" y="4148591"/>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dk1"/>
              </a:buClr>
              <a:buSzPts val="1800"/>
              <a:buNone/>
              <a:defRPr sz="1800" b="1">
                <a:solidFill>
                  <a:schemeClr val="dk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27" name="Google Shape;127;p16"/>
          <p:cNvSpPr txBox="1">
            <a:spLocks noGrp="1"/>
          </p:cNvSpPr>
          <p:nvPr>
            <p:ph type="body" idx="45"/>
          </p:nvPr>
        </p:nvSpPr>
        <p:spPr>
          <a:xfrm>
            <a:off x="-2811780" y="4372928"/>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dk1"/>
              </a:buClr>
              <a:buSzPts val="1800"/>
              <a:buNone/>
              <a:defRPr sz="1800" b="1">
                <a:solidFill>
                  <a:schemeClr val="dk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28" name="Google Shape;128;p16"/>
          <p:cNvSpPr txBox="1">
            <a:spLocks noGrp="1"/>
          </p:cNvSpPr>
          <p:nvPr>
            <p:ph type="body" idx="46"/>
          </p:nvPr>
        </p:nvSpPr>
        <p:spPr>
          <a:xfrm>
            <a:off x="-2811780" y="4591789"/>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dk1"/>
              </a:buClr>
              <a:buSzPts val="1800"/>
              <a:buNone/>
              <a:defRPr sz="1800" b="1">
                <a:solidFill>
                  <a:schemeClr val="dk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7">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7">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7">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87">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87">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87">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87">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88">
                                            <p:txEl>
                                              <p:pRg st="0" end="0"/>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88">
                                            <p:txEl>
                                              <p:pRg st="1" end="1"/>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88">
                                            <p:txEl>
                                              <p:pRg st="2" end="2"/>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88">
                                            <p:txEl>
                                              <p:pRg st="3" end="3"/>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88">
                                            <p:txEl>
                                              <p:pRg st="4" end="4"/>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88">
                                            <p:txEl>
                                              <p:pRg st="5" end="5"/>
                                            </p:txEl>
                                          </p:spTgt>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nodeType="clickEffect">
                                  <p:stCondLst>
                                    <p:cond delay="0"/>
                                  </p:stCondLst>
                                  <p:childTnLst>
                                    <p:set>
                                      <p:cBhvr>
                                        <p:cTn id="66" dur="1" fill="hold">
                                          <p:stCondLst>
                                            <p:cond delay="0"/>
                                          </p:stCondLst>
                                        </p:cTn>
                                        <p:tgtEl>
                                          <p:spTgt spid="88">
                                            <p:txEl>
                                              <p:pRg st="6" end="6"/>
                                            </p:txEl>
                                          </p:spTgt>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nodeType="clickEffect">
                                  <p:stCondLst>
                                    <p:cond delay="0"/>
                                  </p:stCondLst>
                                  <p:childTnLst>
                                    <p:set>
                                      <p:cBhvr>
                                        <p:cTn id="70" dur="1" fill="hold">
                                          <p:stCondLst>
                                            <p:cond delay="0"/>
                                          </p:stCondLst>
                                        </p:cTn>
                                        <p:tgtEl>
                                          <p:spTgt spid="88">
                                            <p:txEl>
                                              <p:pRg st="7" end="7"/>
                                            </p:txEl>
                                          </p:spTgt>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1" presetClass="entr" presetSubtype="0" fill="hold" nodeType="clickEffect">
                                  <p:stCondLst>
                                    <p:cond delay="0"/>
                                  </p:stCondLst>
                                  <p:childTnLst>
                                    <p:set>
                                      <p:cBhvr>
                                        <p:cTn id="74" dur="1" fill="hold">
                                          <p:stCondLst>
                                            <p:cond delay="0"/>
                                          </p:stCondLst>
                                        </p:cTn>
                                        <p:tgtEl>
                                          <p:spTgt spid="88">
                                            <p:txEl>
                                              <p:pRg st="8" end="8"/>
                                            </p:txEl>
                                          </p:spTgt>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nodeType="clickEffect">
                                  <p:stCondLst>
                                    <p:cond delay="0"/>
                                  </p:stCondLst>
                                  <p:childTnLst>
                                    <p:set>
                                      <p:cBhvr>
                                        <p:cTn id="78" dur="1" fill="hold">
                                          <p:stCondLst>
                                            <p:cond delay="0"/>
                                          </p:stCondLst>
                                        </p:cTn>
                                        <p:tgtEl>
                                          <p:spTgt spid="89">
                                            <p:txEl>
                                              <p:pRg st="0" end="0"/>
                                            </p:txEl>
                                          </p:spTgt>
                                        </p:tgtEl>
                                        <p:attrNameLst>
                                          <p:attrName>style.visibility</p:attrName>
                                        </p:attrNameLst>
                                      </p:cBhvr>
                                      <p:to>
                                        <p:strVal val="visible"/>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nodeType="clickEffect">
                                  <p:stCondLst>
                                    <p:cond delay="0"/>
                                  </p:stCondLst>
                                  <p:childTnLst>
                                    <p:set>
                                      <p:cBhvr>
                                        <p:cTn id="82" dur="1" fill="hold">
                                          <p:stCondLst>
                                            <p:cond delay="0"/>
                                          </p:stCondLst>
                                        </p:cTn>
                                        <p:tgtEl>
                                          <p:spTgt spid="89">
                                            <p:txEl>
                                              <p:pRg st="1" end="1"/>
                                            </p:txEl>
                                          </p:spTgt>
                                        </p:tgtEl>
                                        <p:attrNameLst>
                                          <p:attrName>style.visibility</p:attrName>
                                        </p:attrNameLst>
                                      </p:cBhvr>
                                      <p:to>
                                        <p:strVal val="visible"/>
                                      </p:to>
                                    </p:set>
                                  </p:childTnLst>
                                </p:cTn>
                              </p:par>
                            </p:childTnLst>
                          </p:cTn>
                        </p:par>
                      </p:childTnLst>
                    </p:cTn>
                  </p:par>
                  <p:par>
                    <p:cTn id="83" fill="hold">
                      <p:stCondLst>
                        <p:cond delay="indefinite"/>
                      </p:stCondLst>
                      <p:childTnLst>
                        <p:par>
                          <p:cTn id="84" fill="hold">
                            <p:stCondLst>
                              <p:cond delay="0"/>
                            </p:stCondLst>
                            <p:childTnLst>
                              <p:par>
                                <p:cTn id="85" presetID="1" presetClass="entr" presetSubtype="0" fill="hold" nodeType="clickEffect">
                                  <p:stCondLst>
                                    <p:cond delay="0"/>
                                  </p:stCondLst>
                                  <p:childTnLst>
                                    <p:set>
                                      <p:cBhvr>
                                        <p:cTn id="86" dur="1" fill="hold">
                                          <p:stCondLst>
                                            <p:cond delay="0"/>
                                          </p:stCondLst>
                                        </p:cTn>
                                        <p:tgtEl>
                                          <p:spTgt spid="89">
                                            <p:txEl>
                                              <p:pRg st="2" end="2"/>
                                            </p:txEl>
                                          </p:spTgt>
                                        </p:tgtEl>
                                        <p:attrNameLst>
                                          <p:attrName>style.visibility</p:attrName>
                                        </p:attrNameLst>
                                      </p:cBhvr>
                                      <p:to>
                                        <p:strVal val="visible"/>
                                      </p:to>
                                    </p:set>
                                  </p:childTnLst>
                                </p:cTn>
                              </p:par>
                            </p:childTnLst>
                          </p:cTn>
                        </p:par>
                      </p:childTnLst>
                    </p:cTn>
                  </p:par>
                  <p:par>
                    <p:cTn id="87" fill="hold">
                      <p:stCondLst>
                        <p:cond delay="indefinite"/>
                      </p:stCondLst>
                      <p:childTnLst>
                        <p:par>
                          <p:cTn id="88" fill="hold">
                            <p:stCondLst>
                              <p:cond delay="0"/>
                            </p:stCondLst>
                            <p:childTnLst>
                              <p:par>
                                <p:cTn id="89" presetID="1" presetClass="entr" presetSubtype="0" fill="hold" nodeType="clickEffect">
                                  <p:stCondLst>
                                    <p:cond delay="0"/>
                                  </p:stCondLst>
                                  <p:childTnLst>
                                    <p:set>
                                      <p:cBhvr>
                                        <p:cTn id="90" dur="1" fill="hold">
                                          <p:stCondLst>
                                            <p:cond delay="0"/>
                                          </p:stCondLst>
                                        </p:cTn>
                                        <p:tgtEl>
                                          <p:spTgt spid="89">
                                            <p:txEl>
                                              <p:pRg st="3" end="3"/>
                                            </p:txEl>
                                          </p:spTgt>
                                        </p:tgtEl>
                                        <p:attrNameLst>
                                          <p:attrName>style.visibility</p:attrName>
                                        </p:attrNameLst>
                                      </p:cBhvr>
                                      <p:to>
                                        <p:strVal val="visible"/>
                                      </p:to>
                                    </p:set>
                                  </p:childTnLst>
                                </p:cTn>
                              </p:par>
                            </p:childTnLst>
                          </p:cTn>
                        </p:par>
                      </p:childTnLst>
                    </p:cTn>
                  </p:par>
                  <p:par>
                    <p:cTn id="91" fill="hold">
                      <p:stCondLst>
                        <p:cond delay="indefinite"/>
                      </p:stCondLst>
                      <p:childTnLst>
                        <p:par>
                          <p:cTn id="92" fill="hold">
                            <p:stCondLst>
                              <p:cond delay="0"/>
                            </p:stCondLst>
                            <p:childTnLst>
                              <p:par>
                                <p:cTn id="93" presetID="1" presetClass="entr" presetSubtype="0" fill="hold" nodeType="clickEffect">
                                  <p:stCondLst>
                                    <p:cond delay="0"/>
                                  </p:stCondLst>
                                  <p:childTnLst>
                                    <p:set>
                                      <p:cBhvr>
                                        <p:cTn id="94" dur="1" fill="hold">
                                          <p:stCondLst>
                                            <p:cond delay="0"/>
                                          </p:stCondLst>
                                        </p:cTn>
                                        <p:tgtEl>
                                          <p:spTgt spid="89">
                                            <p:txEl>
                                              <p:pRg st="4" end="4"/>
                                            </p:txEl>
                                          </p:spTgt>
                                        </p:tgtEl>
                                        <p:attrNameLst>
                                          <p:attrName>style.visibility</p:attrName>
                                        </p:attrNameLst>
                                      </p:cBhvr>
                                      <p:to>
                                        <p:strVal val="visible"/>
                                      </p:to>
                                    </p:set>
                                  </p:childTnLst>
                                </p:cTn>
                              </p:par>
                            </p:childTnLst>
                          </p:cTn>
                        </p:par>
                      </p:childTnLst>
                    </p:cTn>
                  </p:par>
                  <p:par>
                    <p:cTn id="95" fill="hold">
                      <p:stCondLst>
                        <p:cond delay="indefinite"/>
                      </p:stCondLst>
                      <p:childTnLst>
                        <p:par>
                          <p:cTn id="96" fill="hold">
                            <p:stCondLst>
                              <p:cond delay="0"/>
                            </p:stCondLst>
                            <p:childTnLst>
                              <p:par>
                                <p:cTn id="97" presetID="1" presetClass="entr" presetSubtype="0" fill="hold" nodeType="clickEffect">
                                  <p:stCondLst>
                                    <p:cond delay="0"/>
                                  </p:stCondLst>
                                  <p:childTnLst>
                                    <p:set>
                                      <p:cBhvr>
                                        <p:cTn id="98" dur="1" fill="hold">
                                          <p:stCondLst>
                                            <p:cond delay="0"/>
                                          </p:stCondLst>
                                        </p:cTn>
                                        <p:tgtEl>
                                          <p:spTgt spid="89">
                                            <p:txEl>
                                              <p:pRg st="5" end="5"/>
                                            </p:txEl>
                                          </p:spTgt>
                                        </p:tgtEl>
                                        <p:attrNameLst>
                                          <p:attrName>style.visibility</p:attrName>
                                        </p:attrNameLst>
                                      </p:cBhvr>
                                      <p:to>
                                        <p:strVal val="visible"/>
                                      </p:to>
                                    </p:set>
                                  </p:childTnLst>
                                </p:cTn>
                              </p:par>
                            </p:childTnLst>
                          </p:cTn>
                        </p:par>
                      </p:childTnLst>
                    </p:cTn>
                  </p:par>
                  <p:par>
                    <p:cTn id="99" fill="hold">
                      <p:stCondLst>
                        <p:cond delay="indefinite"/>
                      </p:stCondLst>
                      <p:childTnLst>
                        <p:par>
                          <p:cTn id="100" fill="hold">
                            <p:stCondLst>
                              <p:cond delay="0"/>
                            </p:stCondLst>
                            <p:childTnLst>
                              <p:par>
                                <p:cTn id="101" presetID="1" presetClass="entr" presetSubtype="0" fill="hold" nodeType="clickEffect">
                                  <p:stCondLst>
                                    <p:cond delay="0"/>
                                  </p:stCondLst>
                                  <p:childTnLst>
                                    <p:set>
                                      <p:cBhvr>
                                        <p:cTn id="102" dur="1" fill="hold">
                                          <p:stCondLst>
                                            <p:cond delay="0"/>
                                          </p:stCondLst>
                                        </p:cTn>
                                        <p:tgtEl>
                                          <p:spTgt spid="89">
                                            <p:txEl>
                                              <p:pRg st="6" end="6"/>
                                            </p:txEl>
                                          </p:spTgt>
                                        </p:tgtEl>
                                        <p:attrNameLst>
                                          <p:attrName>style.visibility</p:attrName>
                                        </p:attrNameLst>
                                      </p:cBhvr>
                                      <p:to>
                                        <p:strVal val="visible"/>
                                      </p:to>
                                    </p:set>
                                  </p:childTnLst>
                                </p:cTn>
                              </p:par>
                            </p:childTnLst>
                          </p:cTn>
                        </p:par>
                      </p:childTnLst>
                    </p:cTn>
                  </p:par>
                  <p:par>
                    <p:cTn id="103" fill="hold">
                      <p:stCondLst>
                        <p:cond delay="indefinite"/>
                      </p:stCondLst>
                      <p:childTnLst>
                        <p:par>
                          <p:cTn id="104" fill="hold">
                            <p:stCondLst>
                              <p:cond delay="0"/>
                            </p:stCondLst>
                            <p:childTnLst>
                              <p:par>
                                <p:cTn id="105" presetID="1" presetClass="entr" presetSubtype="0" fill="hold" nodeType="clickEffect">
                                  <p:stCondLst>
                                    <p:cond delay="0"/>
                                  </p:stCondLst>
                                  <p:childTnLst>
                                    <p:set>
                                      <p:cBhvr>
                                        <p:cTn id="106" dur="1" fill="hold">
                                          <p:stCondLst>
                                            <p:cond delay="0"/>
                                          </p:stCondLst>
                                        </p:cTn>
                                        <p:tgtEl>
                                          <p:spTgt spid="89">
                                            <p:txEl>
                                              <p:pRg st="7" end="7"/>
                                            </p:txEl>
                                          </p:spTgt>
                                        </p:tgtEl>
                                        <p:attrNameLst>
                                          <p:attrName>style.visibility</p:attrName>
                                        </p:attrNameLst>
                                      </p:cBhvr>
                                      <p:to>
                                        <p:strVal val="visible"/>
                                      </p:to>
                                    </p:set>
                                  </p:childTnLst>
                                </p:cTn>
                              </p:par>
                            </p:childTnLst>
                          </p:cTn>
                        </p:par>
                      </p:childTnLst>
                    </p:cTn>
                  </p:par>
                  <p:par>
                    <p:cTn id="107" fill="hold">
                      <p:stCondLst>
                        <p:cond delay="indefinite"/>
                      </p:stCondLst>
                      <p:childTnLst>
                        <p:par>
                          <p:cTn id="108" fill="hold">
                            <p:stCondLst>
                              <p:cond delay="0"/>
                            </p:stCondLst>
                            <p:childTnLst>
                              <p:par>
                                <p:cTn id="109" presetID="1" presetClass="entr" presetSubtype="0" fill="hold" nodeType="clickEffect">
                                  <p:stCondLst>
                                    <p:cond delay="0"/>
                                  </p:stCondLst>
                                  <p:childTnLst>
                                    <p:set>
                                      <p:cBhvr>
                                        <p:cTn id="110" dur="1" fill="hold">
                                          <p:stCondLst>
                                            <p:cond delay="0"/>
                                          </p:stCondLst>
                                        </p:cTn>
                                        <p:tgtEl>
                                          <p:spTgt spid="89">
                                            <p:txEl>
                                              <p:pRg st="8" end="8"/>
                                            </p:txEl>
                                          </p:spTgt>
                                        </p:tgtEl>
                                        <p:attrNameLst>
                                          <p:attrName>style.visibility</p:attrName>
                                        </p:attrNameLst>
                                      </p:cBhvr>
                                      <p:to>
                                        <p:strVal val="visible"/>
                                      </p:to>
                                    </p:set>
                                  </p:childTnLst>
                                </p:cTn>
                              </p:par>
                            </p:childTnLst>
                          </p:cTn>
                        </p:par>
                      </p:childTnLst>
                    </p:cTn>
                  </p:par>
                  <p:par>
                    <p:cTn id="111" fill="hold">
                      <p:stCondLst>
                        <p:cond delay="indefinite"/>
                      </p:stCondLst>
                      <p:childTnLst>
                        <p:par>
                          <p:cTn id="112" fill="hold">
                            <p:stCondLst>
                              <p:cond delay="0"/>
                            </p:stCondLst>
                            <p:childTnLst>
                              <p:par>
                                <p:cTn id="113" presetID="1" presetClass="entr" presetSubtype="0" fill="hold" nodeType="clickEffect">
                                  <p:stCondLst>
                                    <p:cond delay="0"/>
                                  </p:stCondLst>
                                  <p:childTnLst>
                                    <p:set>
                                      <p:cBhvr>
                                        <p:cTn id="114" dur="1" fill="hold">
                                          <p:stCondLst>
                                            <p:cond delay="0"/>
                                          </p:stCondLst>
                                        </p:cTn>
                                        <p:tgtEl>
                                          <p:spTgt spid="90">
                                            <p:txEl>
                                              <p:pRg st="0" end="0"/>
                                            </p:txEl>
                                          </p:spTgt>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nodeType="clickEffect">
                                  <p:stCondLst>
                                    <p:cond delay="0"/>
                                  </p:stCondLst>
                                  <p:childTnLst>
                                    <p:set>
                                      <p:cBhvr>
                                        <p:cTn id="118" dur="1" fill="hold">
                                          <p:stCondLst>
                                            <p:cond delay="0"/>
                                          </p:stCondLst>
                                        </p:cTn>
                                        <p:tgtEl>
                                          <p:spTgt spid="90">
                                            <p:txEl>
                                              <p:pRg st="1" end="1"/>
                                            </p:txEl>
                                          </p:spTgt>
                                        </p:tgtEl>
                                        <p:attrNameLst>
                                          <p:attrName>style.visibility</p:attrName>
                                        </p:attrNameLst>
                                      </p:cBhvr>
                                      <p:to>
                                        <p:strVal val="visible"/>
                                      </p:to>
                                    </p:set>
                                  </p:childTnLst>
                                </p:cTn>
                              </p:par>
                            </p:childTnLst>
                          </p:cTn>
                        </p:par>
                      </p:childTnLst>
                    </p:cTn>
                  </p:par>
                  <p:par>
                    <p:cTn id="119" fill="hold">
                      <p:stCondLst>
                        <p:cond delay="indefinite"/>
                      </p:stCondLst>
                      <p:childTnLst>
                        <p:par>
                          <p:cTn id="120" fill="hold">
                            <p:stCondLst>
                              <p:cond delay="0"/>
                            </p:stCondLst>
                            <p:childTnLst>
                              <p:par>
                                <p:cTn id="121" presetID="1" presetClass="entr" presetSubtype="0" fill="hold" nodeType="clickEffect">
                                  <p:stCondLst>
                                    <p:cond delay="0"/>
                                  </p:stCondLst>
                                  <p:childTnLst>
                                    <p:set>
                                      <p:cBhvr>
                                        <p:cTn id="122" dur="1" fill="hold">
                                          <p:stCondLst>
                                            <p:cond delay="0"/>
                                          </p:stCondLst>
                                        </p:cTn>
                                        <p:tgtEl>
                                          <p:spTgt spid="90">
                                            <p:txEl>
                                              <p:pRg st="2" end="2"/>
                                            </p:txEl>
                                          </p:spTgt>
                                        </p:tgtEl>
                                        <p:attrNameLst>
                                          <p:attrName>style.visibility</p:attrName>
                                        </p:attrNameLst>
                                      </p:cBhvr>
                                      <p:to>
                                        <p:strVal val="visible"/>
                                      </p:to>
                                    </p:set>
                                  </p:childTnLst>
                                </p:cTn>
                              </p:par>
                            </p:childTnLst>
                          </p:cTn>
                        </p:par>
                      </p:childTnLst>
                    </p:cTn>
                  </p:par>
                  <p:par>
                    <p:cTn id="123" fill="hold">
                      <p:stCondLst>
                        <p:cond delay="indefinite"/>
                      </p:stCondLst>
                      <p:childTnLst>
                        <p:par>
                          <p:cTn id="124" fill="hold">
                            <p:stCondLst>
                              <p:cond delay="0"/>
                            </p:stCondLst>
                            <p:childTnLst>
                              <p:par>
                                <p:cTn id="125" presetID="1" presetClass="entr" presetSubtype="0" fill="hold" nodeType="clickEffect">
                                  <p:stCondLst>
                                    <p:cond delay="0"/>
                                  </p:stCondLst>
                                  <p:childTnLst>
                                    <p:set>
                                      <p:cBhvr>
                                        <p:cTn id="126" dur="1" fill="hold">
                                          <p:stCondLst>
                                            <p:cond delay="0"/>
                                          </p:stCondLst>
                                        </p:cTn>
                                        <p:tgtEl>
                                          <p:spTgt spid="90">
                                            <p:txEl>
                                              <p:pRg st="3" end="3"/>
                                            </p:txEl>
                                          </p:spTgt>
                                        </p:tgtEl>
                                        <p:attrNameLst>
                                          <p:attrName>style.visibility</p:attrName>
                                        </p:attrNameLst>
                                      </p:cBhvr>
                                      <p:to>
                                        <p:strVal val="visible"/>
                                      </p:to>
                                    </p:set>
                                  </p:childTnLst>
                                </p:cTn>
                              </p:par>
                            </p:childTnLst>
                          </p:cTn>
                        </p:par>
                      </p:childTnLst>
                    </p:cTn>
                  </p:par>
                  <p:par>
                    <p:cTn id="127" fill="hold">
                      <p:stCondLst>
                        <p:cond delay="indefinite"/>
                      </p:stCondLst>
                      <p:childTnLst>
                        <p:par>
                          <p:cTn id="128" fill="hold">
                            <p:stCondLst>
                              <p:cond delay="0"/>
                            </p:stCondLst>
                            <p:childTnLst>
                              <p:par>
                                <p:cTn id="129" presetID="1" presetClass="entr" presetSubtype="0" fill="hold" nodeType="clickEffect">
                                  <p:stCondLst>
                                    <p:cond delay="0"/>
                                  </p:stCondLst>
                                  <p:childTnLst>
                                    <p:set>
                                      <p:cBhvr>
                                        <p:cTn id="130" dur="1" fill="hold">
                                          <p:stCondLst>
                                            <p:cond delay="0"/>
                                          </p:stCondLst>
                                        </p:cTn>
                                        <p:tgtEl>
                                          <p:spTgt spid="90">
                                            <p:txEl>
                                              <p:pRg st="4" end="4"/>
                                            </p:txEl>
                                          </p:spTgt>
                                        </p:tgtEl>
                                        <p:attrNameLst>
                                          <p:attrName>style.visibility</p:attrName>
                                        </p:attrNameLst>
                                      </p:cBhvr>
                                      <p:to>
                                        <p:strVal val="visible"/>
                                      </p:to>
                                    </p:set>
                                  </p:childTnLst>
                                </p:cTn>
                              </p:par>
                            </p:childTnLst>
                          </p:cTn>
                        </p:par>
                      </p:childTnLst>
                    </p:cTn>
                  </p:par>
                  <p:par>
                    <p:cTn id="131" fill="hold">
                      <p:stCondLst>
                        <p:cond delay="indefinite"/>
                      </p:stCondLst>
                      <p:childTnLst>
                        <p:par>
                          <p:cTn id="132" fill="hold">
                            <p:stCondLst>
                              <p:cond delay="0"/>
                            </p:stCondLst>
                            <p:childTnLst>
                              <p:par>
                                <p:cTn id="133" presetID="1" presetClass="entr" presetSubtype="0" fill="hold" nodeType="clickEffect">
                                  <p:stCondLst>
                                    <p:cond delay="0"/>
                                  </p:stCondLst>
                                  <p:childTnLst>
                                    <p:set>
                                      <p:cBhvr>
                                        <p:cTn id="134" dur="1" fill="hold">
                                          <p:stCondLst>
                                            <p:cond delay="0"/>
                                          </p:stCondLst>
                                        </p:cTn>
                                        <p:tgtEl>
                                          <p:spTgt spid="90">
                                            <p:txEl>
                                              <p:pRg st="5" end="5"/>
                                            </p:txEl>
                                          </p:spTgt>
                                        </p:tgtEl>
                                        <p:attrNameLst>
                                          <p:attrName>style.visibility</p:attrName>
                                        </p:attrNameLst>
                                      </p:cBhvr>
                                      <p:to>
                                        <p:strVal val="visible"/>
                                      </p:to>
                                    </p:set>
                                  </p:childTnLst>
                                </p:cTn>
                              </p:par>
                            </p:childTnLst>
                          </p:cTn>
                        </p:par>
                      </p:childTnLst>
                    </p:cTn>
                  </p:par>
                  <p:par>
                    <p:cTn id="135" fill="hold">
                      <p:stCondLst>
                        <p:cond delay="indefinite"/>
                      </p:stCondLst>
                      <p:childTnLst>
                        <p:par>
                          <p:cTn id="136" fill="hold">
                            <p:stCondLst>
                              <p:cond delay="0"/>
                            </p:stCondLst>
                            <p:childTnLst>
                              <p:par>
                                <p:cTn id="137" presetID="1" presetClass="entr" presetSubtype="0" fill="hold" nodeType="clickEffect">
                                  <p:stCondLst>
                                    <p:cond delay="0"/>
                                  </p:stCondLst>
                                  <p:childTnLst>
                                    <p:set>
                                      <p:cBhvr>
                                        <p:cTn id="138" dur="1" fill="hold">
                                          <p:stCondLst>
                                            <p:cond delay="0"/>
                                          </p:stCondLst>
                                        </p:cTn>
                                        <p:tgtEl>
                                          <p:spTgt spid="90">
                                            <p:txEl>
                                              <p:pRg st="6" end="6"/>
                                            </p:txEl>
                                          </p:spTgt>
                                        </p:tgtEl>
                                        <p:attrNameLst>
                                          <p:attrName>style.visibility</p:attrName>
                                        </p:attrNameLst>
                                      </p:cBhvr>
                                      <p:to>
                                        <p:strVal val="visible"/>
                                      </p:to>
                                    </p:set>
                                  </p:childTnLst>
                                </p:cTn>
                              </p:par>
                            </p:childTnLst>
                          </p:cTn>
                        </p:par>
                      </p:childTnLst>
                    </p:cTn>
                  </p:par>
                  <p:par>
                    <p:cTn id="139" fill="hold">
                      <p:stCondLst>
                        <p:cond delay="indefinite"/>
                      </p:stCondLst>
                      <p:childTnLst>
                        <p:par>
                          <p:cTn id="140" fill="hold">
                            <p:stCondLst>
                              <p:cond delay="0"/>
                            </p:stCondLst>
                            <p:childTnLst>
                              <p:par>
                                <p:cTn id="141" presetID="1" presetClass="entr" presetSubtype="0" fill="hold" nodeType="clickEffect">
                                  <p:stCondLst>
                                    <p:cond delay="0"/>
                                  </p:stCondLst>
                                  <p:childTnLst>
                                    <p:set>
                                      <p:cBhvr>
                                        <p:cTn id="142" dur="1" fill="hold">
                                          <p:stCondLst>
                                            <p:cond delay="0"/>
                                          </p:stCondLst>
                                        </p:cTn>
                                        <p:tgtEl>
                                          <p:spTgt spid="90">
                                            <p:txEl>
                                              <p:pRg st="7" end="7"/>
                                            </p:txEl>
                                          </p:spTgt>
                                        </p:tgtEl>
                                        <p:attrNameLst>
                                          <p:attrName>style.visibility</p:attrName>
                                        </p:attrNameLst>
                                      </p:cBhvr>
                                      <p:to>
                                        <p:strVal val="visible"/>
                                      </p:to>
                                    </p:set>
                                  </p:childTnLst>
                                </p:cTn>
                              </p:par>
                            </p:childTnLst>
                          </p:cTn>
                        </p:par>
                      </p:childTnLst>
                    </p:cTn>
                  </p:par>
                  <p:par>
                    <p:cTn id="143" fill="hold">
                      <p:stCondLst>
                        <p:cond delay="indefinite"/>
                      </p:stCondLst>
                      <p:childTnLst>
                        <p:par>
                          <p:cTn id="144" fill="hold">
                            <p:stCondLst>
                              <p:cond delay="0"/>
                            </p:stCondLst>
                            <p:childTnLst>
                              <p:par>
                                <p:cTn id="145" presetID="1" presetClass="entr" presetSubtype="0" fill="hold" nodeType="clickEffect">
                                  <p:stCondLst>
                                    <p:cond delay="0"/>
                                  </p:stCondLst>
                                  <p:childTnLst>
                                    <p:set>
                                      <p:cBhvr>
                                        <p:cTn id="146" dur="1" fill="hold">
                                          <p:stCondLst>
                                            <p:cond delay="0"/>
                                          </p:stCondLst>
                                        </p:cTn>
                                        <p:tgtEl>
                                          <p:spTgt spid="90">
                                            <p:txEl>
                                              <p:pRg st="8" end="8"/>
                                            </p:txEl>
                                          </p:spTgt>
                                        </p:tgtEl>
                                        <p:attrNameLst>
                                          <p:attrName>style.visibility</p:attrName>
                                        </p:attrNameLst>
                                      </p:cBhvr>
                                      <p:to>
                                        <p:strVal val="visible"/>
                                      </p:to>
                                    </p:set>
                                  </p:childTnLst>
                                </p:cTn>
                              </p:par>
                            </p:childTnLst>
                          </p:cTn>
                        </p:par>
                      </p:childTnLst>
                    </p:cTn>
                  </p:par>
                  <p:par>
                    <p:cTn id="147" fill="hold">
                      <p:stCondLst>
                        <p:cond delay="indefinite"/>
                      </p:stCondLst>
                      <p:childTnLst>
                        <p:par>
                          <p:cTn id="148" fill="hold">
                            <p:stCondLst>
                              <p:cond delay="0"/>
                            </p:stCondLst>
                            <p:childTnLst>
                              <p:par>
                                <p:cTn id="149" presetID="1" presetClass="entr" presetSubtype="0" fill="hold" nodeType="clickEffect">
                                  <p:stCondLst>
                                    <p:cond delay="0"/>
                                  </p:stCondLst>
                                  <p:childTnLst>
                                    <p:set>
                                      <p:cBhvr>
                                        <p:cTn id="150" dur="1" fill="hold">
                                          <p:stCondLst>
                                            <p:cond delay="0"/>
                                          </p:stCondLst>
                                        </p:cTn>
                                        <p:tgtEl>
                                          <p:spTgt spid="91">
                                            <p:txEl>
                                              <p:pRg st="0" end="0"/>
                                            </p:txEl>
                                          </p:spTgt>
                                        </p:tgtEl>
                                        <p:attrNameLst>
                                          <p:attrName>style.visibility</p:attrName>
                                        </p:attrNameLst>
                                      </p:cBhvr>
                                      <p:to>
                                        <p:strVal val="visible"/>
                                      </p:to>
                                    </p:set>
                                  </p:childTnLst>
                                </p:cTn>
                              </p:par>
                            </p:childTnLst>
                          </p:cTn>
                        </p:par>
                      </p:childTnLst>
                    </p:cTn>
                  </p:par>
                  <p:par>
                    <p:cTn id="151" fill="hold">
                      <p:stCondLst>
                        <p:cond delay="indefinite"/>
                      </p:stCondLst>
                      <p:childTnLst>
                        <p:par>
                          <p:cTn id="152" fill="hold">
                            <p:stCondLst>
                              <p:cond delay="0"/>
                            </p:stCondLst>
                            <p:childTnLst>
                              <p:par>
                                <p:cTn id="153" presetID="1" presetClass="entr" presetSubtype="0" fill="hold" nodeType="clickEffect">
                                  <p:stCondLst>
                                    <p:cond delay="0"/>
                                  </p:stCondLst>
                                  <p:childTnLst>
                                    <p:set>
                                      <p:cBhvr>
                                        <p:cTn id="154" dur="1" fill="hold">
                                          <p:stCondLst>
                                            <p:cond delay="0"/>
                                          </p:stCondLst>
                                        </p:cTn>
                                        <p:tgtEl>
                                          <p:spTgt spid="91">
                                            <p:txEl>
                                              <p:pRg st="1" end="1"/>
                                            </p:txEl>
                                          </p:spTgt>
                                        </p:tgtEl>
                                        <p:attrNameLst>
                                          <p:attrName>style.visibility</p:attrName>
                                        </p:attrNameLst>
                                      </p:cBhvr>
                                      <p:to>
                                        <p:strVal val="visible"/>
                                      </p:to>
                                    </p:set>
                                  </p:childTnLst>
                                </p:cTn>
                              </p:par>
                            </p:childTnLst>
                          </p:cTn>
                        </p:par>
                      </p:childTnLst>
                    </p:cTn>
                  </p:par>
                  <p:par>
                    <p:cTn id="155" fill="hold">
                      <p:stCondLst>
                        <p:cond delay="indefinite"/>
                      </p:stCondLst>
                      <p:childTnLst>
                        <p:par>
                          <p:cTn id="156" fill="hold">
                            <p:stCondLst>
                              <p:cond delay="0"/>
                            </p:stCondLst>
                            <p:childTnLst>
                              <p:par>
                                <p:cTn id="157" presetID="1" presetClass="entr" presetSubtype="0" fill="hold" nodeType="clickEffect">
                                  <p:stCondLst>
                                    <p:cond delay="0"/>
                                  </p:stCondLst>
                                  <p:childTnLst>
                                    <p:set>
                                      <p:cBhvr>
                                        <p:cTn id="158" dur="1" fill="hold">
                                          <p:stCondLst>
                                            <p:cond delay="0"/>
                                          </p:stCondLst>
                                        </p:cTn>
                                        <p:tgtEl>
                                          <p:spTgt spid="91">
                                            <p:txEl>
                                              <p:pRg st="2" end="2"/>
                                            </p:txEl>
                                          </p:spTgt>
                                        </p:tgtEl>
                                        <p:attrNameLst>
                                          <p:attrName>style.visibility</p:attrName>
                                        </p:attrNameLst>
                                      </p:cBhvr>
                                      <p:to>
                                        <p:strVal val="visible"/>
                                      </p:to>
                                    </p:set>
                                  </p:childTnLst>
                                </p:cTn>
                              </p:par>
                            </p:childTnLst>
                          </p:cTn>
                        </p:par>
                      </p:childTnLst>
                    </p:cTn>
                  </p:par>
                  <p:par>
                    <p:cTn id="159" fill="hold">
                      <p:stCondLst>
                        <p:cond delay="indefinite"/>
                      </p:stCondLst>
                      <p:childTnLst>
                        <p:par>
                          <p:cTn id="160" fill="hold">
                            <p:stCondLst>
                              <p:cond delay="0"/>
                            </p:stCondLst>
                            <p:childTnLst>
                              <p:par>
                                <p:cTn id="161" presetID="1" presetClass="entr" presetSubtype="0" fill="hold" nodeType="clickEffect">
                                  <p:stCondLst>
                                    <p:cond delay="0"/>
                                  </p:stCondLst>
                                  <p:childTnLst>
                                    <p:set>
                                      <p:cBhvr>
                                        <p:cTn id="162" dur="1" fill="hold">
                                          <p:stCondLst>
                                            <p:cond delay="0"/>
                                          </p:stCondLst>
                                        </p:cTn>
                                        <p:tgtEl>
                                          <p:spTgt spid="91">
                                            <p:txEl>
                                              <p:pRg st="3" end="3"/>
                                            </p:txEl>
                                          </p:spTgt>
                                        </p:tgtEl>
                                        <p:attrNameLst>
                                          <p:attrName>style.visibility</p:attrName>
                                        </p:attrNameLst>
                                      </p:cBhvr>
                                      <p:to>
                                        <p:strVal val="visible"/>
                                      </p:to>
                                    </p:set>
                                  </p:childTnLst>
                                </p:cTn>
                              </p:par>
                            </p:childTnLst>
                          </p:cTn>
                        </p:par>
                      </p:childTnLst>
                    </p:cTn>
                  </p:par>
                  <p:par>
                    <p:cTn id="163" fill="hold">
                      <p:stCondLst>
                        <p:cond delay="indefinite"/>
                      </p:stCondLst>
                      <p:childTnLst>
                        <p:par>
                          <p:cTn id="164" fill="hold">
                            <p:stCondLst>
                              <p:cond delay="0"/>
                            </p:stCondLst>
                            <p:childTnLst>
                              <p:par>
                                <p:cTn id="165" presetID="1" presetClass="entr" presetSubtype="0" fill="hold" nodeType="clickEffect">
                                  <p:stCondLst>
                                    <p:cond delay="0"/>
                                  </p:stCondLst>
                                  <p:childTnLst>
                                    <p:set>
                                      <p:cBhvr>
                                        <p:cTn id="166" dur="1" fill="hold">
                                          <p:stCondLst>
                                            <p:cond delay="0"/>
                                          </p:stCondLst>
                                        </p:cTn>
                                        <p:tgtEl>
                                          <p:spTgt spid="91">
                                            <p:txEl>
                                              <p:pRg st="4" end="4"/>
                                            </p:txEl>
                                          </p:spTgt>
                                        </p:tgtEl>
                                        <p:attrNameLst>
                                          <p:attrName>style.visibility</p:attrName>
                                        </p:attrNameLst>
                                      </p:cBhvr>
                                      <p:to>
                                        <p:strVal val="visible"/>
                                      </p:to>
                                    </p:set>
                                  </p:childTnLst>
                                </p:cTn>
                              </p:par>
                            </p:childTnLst>
                          </p:cTn>
                        </p:par>
                      </p:childTnLst>
                    </p:cTn>
                  </p:par>
                  <p:par>
                    <p:cTn id="167" fill="hold">
                      <p:stCondLst>
                        <p:cond delay="indefinite"/>
                      </p:stCondLst>
                      <p:childTnLst>
                        <p:par>
                          <p:cTn id="168" fill="hold">
                            <p:stCondLst>
                              <p:cond delay="0"/>
                            </p:stCondLst>
                            <p:childTnLst>
                              <p:par>
                                <p:cTn id="169" presetID="1" presetClass="entr" presetSubtype="0" fill="hold" nodeType="clickEffect">
                                  <p:stCondLst>
                                    <p:cond delay="0"/>
                                  </p:stCondLst>
                                  <p:childTnLst>
                                    <p:set>
                                      <p:cBhvr>
                                        <p:cTn id="170" dur="1" fill="hold">
                                          <p:stCondLst>
                                            <p:cond delay="0"/>
                                          </p:stCondLst>
                                        </p:cTn>
                                        <p:tgtEl>
                                          <p:spTgt spid="91">
                                            <p:txEl>
                                              <p:pRg st="5" end="5"/>
                                            </p:txEl>
                                          </p:spTgt>
                                        </p:tgtEl>
                                        <p:attrNameLst>
                                          <p:attrName>style.visibility</p:attrName>
                                        </p:attrNameLst>
                                      </p:cBhvr>
                                      <p:to>
                                        <p:strVal val="visible"/>
                                      </p:to>
                                    </p:set>
                                  </p:childTnLst>
                                </p:cTn>
                              </p:par>
                            </p:childTnLst>
                          </p:cTn>
                        </p:par>
                      </p:childTnLst>
                    </p:cTn>
                  </p:par>
                  <p:par>
                    <p:cTn id="171" fill="hold">
                      <p:stCondLst>
                        <p:cond delay="indefinite"/>
                      </p:stCondLst>
                      <p:childTnLst>
                        <p:par>
                          <p:cTn id="172" fill="hold">
                            <p:stCondLst>
                              <p:cond delay="0"/>
                            </p:stCondLst>
                            <p:childTnLst>
                              <p:par>
                                <p:cTn id="173" presetID="1" presetClass="entr" presetSubtype="0" fill="hold" nodeType="clickEffect">
                                  <p:stCondLst>
                                    <p:cond delay="0"/>
                                  </p:stCondLst>
                                  <p:childTnLst>
                                    <p:set>
                                      <p:cBhvr>
                                        <p:cTn id="174" dur="1" fill="hold">
                                          <p:stCondLst>
                                            <p:cond delay="0"/>
                                          </p:stCondLst>
                                        </p:cTn>
                                        <p:tgtEl>
                                          <p:spTgt spid="91">
                                            <p:txEl>
                                              <p:pRg st="6" end="6"/>
                                            </p:txEl>
                                          </p:spTgt>
                                        </p:tgtEl>
                                        <p:attrNameLst>
                                          <p:attrName>style.visibility</p:attrName>
                                        </p:attrNameLst>
                                      </p:cBhvr>
                                      <p:to>
                                        <p:strVal val="visible"/>
                                      </p:to>
                                    </p:set>
                                  </p:childTnLst>
                                </p:cTn>
                              </p:par>
                            </p:childTnLst>
                          </p:cTn>
                        </p:par>
                      </p:childTnLst>
                    </p:cTn>
                  </p:par>
                  <p:par>
                    <p:cTn id="175" fill="hold">
                      <p:stCondLst>
                        <p:cond delay="indefinite"/>
                      </p:stCondLst>
                      <p:childTnLst>
                        <p:par>
                          <p:cTn id="176" fill="hold">
                            <p:stCondLst>
                              <p:cond delay="0"/>
                            </p:stCondLst>
                            <p:childTnLst>
                              <p:par>
                                <p:cTn id="177" presetID="1" presetClass="entr" presetSubtype="0" fill="hold" nodeType="clickEffect">
                                  <p:stCondLst>
                                    <p:cond delay="0"/>
                                  </p:stCondLst>
                                  <p:childTnLst>
                                    <p:set>
                                      <p:cBhvr>
                                        <p:cTn id="178" dur="1" fill="hold">
                                          <p:stCondLst>
                                            <p:cond delay="0"/>
                                          </p:stCondLst>
                                        </p:cTn>
                                        <p:tgtEl>
                                          <p:spTgt spid="91">
                                            <p:txEl>
                                              <p:pRg st="7" end="7"/>
                                            </p:txEl>
                                          </p:spTgt>
                                        </p:tgtEl>
                                        <p:attrNameLst>
                                          <p:attrName>style.visibility</p:attrName>
                                        </p:attrNameLst>
                                      </p:cBhvr>
                                      <p:to>
                                        <p:strVal val="visible"/>
                                      </p:to>
                                    </p:set>
                                  </p:childTnLst>
                                </p:cTn>
                              </p:par>
                            </p:childTnLst>
                          </p:cTn>
                        </p:par>
                      </p:childTnLst>
                    </p:cTn>
                  </p:par>
                  <p:par>
                    <p:cTn id="179" fill="hold">
                      <p:stCondLst>
                        <p:cond delay="indefinite"/>
                      </p:stCondLst>
                      <p:childTnLst>
                        <p:par>
                          <p:cTn id="180" fill="hold">
                            <p:stCondLst>
                              <p:cond delay="0"/>
                            </p:stCondLst>
                            <p:childTnLst>
                              <p:par>
                                <p:cTn id="181" presetID="1" presetClass="entr" presetSubtype="0" fill="hold" nodeType="clickEffect">
                                  <p:stCondLst>
                                    <p:cond delay="0"/>
                                  </p:stCondLst>
                                  <p:childTnLst>
                                    <p:set>
                                      <p:cBhvr>
                                        <p:cTn id="182" dur="1" fill="hold">
                                          <p:stCondLst>
                                            <p:cond delay="0"/>
                                          </p:stCondLst>
                                        </p:cTn>
                                        <p:tgtEl>
                                          <p:spTgt spid="91">
                                            <p:txEl>
                                              <p:pRg st="8" end="8"/>
                                            </p:txEl>
                                          </p:spTgt>
                                        </p:tgtEl>
                                        <p:attrNameLst>
                                          <p:attrName>style.visibility</p:attrName>
                                        </p:attrNameLst>
                                      </p:cBhvr>
                                      <p:to>
                                        <p:strVal val="visible"/>
                                      </p:to>
                                    </p:set>
                                  </p:childTnLst>
                                </p:cTn>
                              </p:par>
                            </p:childTnLst>
                          </p:cTn>
                        </p:par>
                      </p:childTnLst>
                    </p:cTn>
                  </p:par>
                  <p:par>
                    <p:cTn id="183" fill="hold">
                      <p:stCondLst>
                        <p:cond delay="indefinite"/>
                      </p:stCondLst>
                      <p:childTnLst>
                        <p:par>
                          <p:cTn id="184" fill="hold">
                            <p:stCondLst>
                              <p:cond delay="0"/>
                            </p:stCondLst>
                            <p:childTnLst>
                              <p:par>
                                <p:cTn id="185" presetID="1" presetClass="entr" presetSubtype="0" fill="hold" nodeType="clickEffect">
                                  <p:stCondLst>
                                    <p:cond delay="0"/>
                                  </p:stCondLst>
                                  <p:childTnLst>
                                    <p:set>
                                      <p:cBhvr>
                                        <p:cTn id="186" dur="1" fill="hold">
                                          <p:stCondLst>
                                            <p:cond delay="0"/>
                                          </p:stCondLst>
                                        </p:cTn>
                                        <p:tgtEl>
                                          <p:spTgt spid="92">
                                            <p:txEl>
                                              <p:pRg st="0" end="0"/>
                                            </p:txEl>
                                          </p:spTgt>
                                        </p:tgtEl>
                                        <p:attrNameLst>
                                          <p:attrName>style.visibility</p:attrName>
                                        </p:attrNameLst>
                                      </p:cBhvr>
                                      <p:to>
                                        <p:strVal val="visible"/>
                                      </p:to>
                                    </p:set>
                                  </p:childTnLst>
                                </p:cTn>
                              </p:par>
                            </p:childTnLst>
                          </p:cTn>
                        </p:par>
                      </p:childTnLst>
                    </p:cTn>
                  </p:par>
                  <p:par>
                    <p:cTn id="187" fill="hold">
                      <p:stCondLst>
                        <p:cond delay="indefinite"/>
                      </p:stCondLst>
                      <p:childTnLst>
                        <p:par>
                          <p:cTn id="188" fill="hold">
                            <p:stCondLst>
                              <p:cond delay="0"/>
                            </p:stCondLst>
                            <p:childTnLst>
                              <p:par>
                                <p:cTn id="189" presetID="1" presetClass="entr" presetSubtype="0" fill="hold" nodeType="clickEffect">
                                  <p:stCondLst>
                                    <p:cond delay="0"/>
                                  </p:stCondLst>
                                  <p:childTnLst>
                                    <p:set>
                                      <p:cBhvr>
                                        <p:cTn id="190" dur="1" fill="hold">
                                          <p:stCondLst>
                                            <p:cond delay="0"/>
                                          </p:stCondLst>
                                        </p:cTn>
                                        <p:tgtEl>
                                          <p:spTgt spid="92">
                                            <p:txEl>
                                              <p:pRg st="1" end="1"/>
                                            </p:txEl>
                                          </p:spTgt>
                                        </p:tgtEl>
                                        <p:attrNameLst>
                                          <p:attrName>style.visibility</p:attrName>
                                        </p:attrNameLst>
                                      </p:cBhvr>
                                      <p:to>
                                        <p:strVal val="visible"/>
                                      </p:to>
                                    </p:set>
                                  </p:childTnLst>
                                </p:cTn>
                              </p:par>
                            </p:childTnLst>
                          </p:cTn>
                        </p:par>
                      </p:childTnLst>
                    </p:cTn>
                  </p:par>
                  <p:par>
                    <p:cTn id="191" fill="hold">
                      <p:stCondLst>
                        <p:cond delay="indefinite"/>
                      </p:stCondLst>
                      <p:childTnLst>
                        <p:par>
                          <p:cTn id="192" fill="hold">
                            <p:stCondLst>
                              <p:cond delay="0"/>
                            </p:stCondLst>
                            <p:childTnLst>
                              <p:par>
                                <p:cTn id="193" presetID="1" presetClass="entr" presetSubtype="0" fill="hold" nodeType="clickEffect">
                                  <p:stCondLst>
                                    <p:cond delay="0"/>
                                  </p:stCondLst>
                                  <p:childTnLst>
                                    <p:set>
                                      <p:cBhvr>
                                        <p:cTn id="194" dur="1" fill="hold">
                                          <p:stCondLst>
                                            <p:cond delay="0"/>
                                          </p:stCondLst>
                                        </p:cTn>
                                        <p:tgtEl>
                                          <p:spTgt spid="92">
                                            <p:txEl>
                                              <p:pRg st="2" end="2"/>
                                            </p:txEl>
                                          </p:spTgt>
                                        </p:tgtEl>
                                        <p:attrNameLst>
                                          <p:attrName>style.visibility</p:attrName>
                                        </p:attrNameLst>
                                      </p:cBhvr>
                                      <p:to>
                                        <p:strVal val="visible"/>
                                      </p:to>
                                    </p:set>
                                  </p:childTnLst>
                                </p:cTn>
                              </p:par>
                            </p:childTnLst>
                          </p:cTn>
                        </p:par>
                      </p:childTnLst>
                    </p:cTn>
                  </p:par>
                  <p:par>
                    <p:cTn id="195" fill="hold">
                      <p:stCondLst>
                        <p:cond delay="indefinite"/>
                      </p:stCondLst>
                      <p:childTnLst>
                        <p:par>
                          <p:cTn id="196" fill="hold">
                            <p:stCondLst>
                              <p:cond delay="0"/>
                            </p:stCondLst>
                            <p:childTnLst>
                              <p:par>
                                <p:cTn id="197" presetID="1" presetClass="entr" presetSubtype="0" fill="hold" nodeType="clickEffect">
                                  <p:stCondLst>
                                    <p:cond delay="0"/>
                                  </p:stCondLst>
                                  <p:childTnLst>
                                    <p:set>
                                      <p:cBhvr>
                                        <p:cTn id="198" dur="1" fill="hold">
                                          <p:stCondLst>
                                            <p:cond delay="0"/>
                                          </p:stCondLst>
                                        </p:cTn>
                                        <p:tgtEl>
                                          <p:spTgt spid="92">
                                            <p:txEl>
                                              <p:pRg st="3" end="3"/>
                                            </p:txEl>
                                          </p:spTgt>
                                        </p:tgtEl>
                                        <p:attrNameLst>
                                          <p:attrName>style.visibility</p:attrName>
                                        </p:attrNameLst>
                                      </p:cBhvr>
                                      <p:to>
                                        <p:strVal val="visible"/>
                                      </p:to>
                                    </p:set>
                                  </p:childTnLst>
                                </p:cTn>
                              </p:par>
                            </p:childTnLst>
                          </p:cTn>
                        </p:par>
                      </p:childTnLst>
                    </p:cTn>
                  </p:par>
                  <p:par>
                    <p:cTn id="199" fill="hold">
                      <p:stCondLst>
                        <p:cond delay="indefinite"/>
                      </p:stCondLst>
                      <p:childTnLst>
                        <p:par>
                          <p:cTn id="200" fill="hold">
                            <p:stCondLst>
                              <p:cond delay="0"/>
                            </p:stCondLst>
                            <p:childTnLst>
                              <p:par>
                                <p:cTn id="201" presetID="1" presetClass="entr" presetSubtype="0" fill="hold" nodeType="clickEffect">
                                  <p:stCondLst>
                                    <p:cond delay="0"/>
                                  </p:stCondLst>
                                  <p:childTnLst>
                                    <p:set>
                                      <p:cBhvr>
                                        <p:cTn id="202" dur="1" fill="hold">
                                          <p:stCondLst>
                                            <p:cond delay="0"/>
                                          </p:stCondLst>
                                        </p:cTn>
                                        <p:tgtEl>
                                          <p:spTgt spid="92">
                                            <p:txEl>
                                              <p:pRg st="4" end="4"/>
                                            </p:txEl>
                                          </p:spTgt>
                                        </p:tgtEl>
                                        <p:attrNameLst>
                                          <p:attrName>style.visibility</p:attrName>
                                        </p:attrNameLst>
                                      </p:cBhvr>
                                      <p:to>
                                        <p:strVal val="visible"/>
                                      </p:to>
                                    </p:set>
                                  </p:childTnLst>
                                </p:cTn>
                              </p:par>
                            </p:childTnLst>
                          </p:cTn>
                        </p:par>
                      </p:childTnLst>
                    </p:cTn>
                  </p:par>
                  <p:par>
                    <p:cTn id="203" fill="hold">
                      <p:stCondLst>
                        <p:cond delay="indefinite"/>
                      </p:stCondLst>
                      <p:childTnLst>
                        <p:par>
                          <p:cTn id="204" fill="hold">
                            <p:stCondLst>
                              <p:cond delay="0"/>
                            </p:stCondLst>
                            <p:childTnLst>
                              <p:par>
                                <p:cTn id="205" presetID="1" presetClass="entr" presetSubtype="0" fill="hold" nodeType="clickEffect">
                                  <p:stCondLst>
                                    <p:cond delay="0"/>
                                  </p:stCondLst>
                                  <p:childTnLst>
                                    <p:set>
                                      <p:cBhvr>
                                        <p:cTn id="206" dur="1" fill="hold">
                                          <p:stCondLst>
                                            <p:cond delay="0"/>
                                          </p:stCondLst>
                                        </p:cTn>
                                        <p:tgtEl>
                                          <p:spTgt spid="92">
                                            <p:txEl>
                                              <p:pRg st="5" end="5"/>
                                            </p:txEl>
                                          </p:spTgt>
                                        </p:tgtEl>
                                        <p:attrNameLst>
                                          <p:attrName>style.visibility</p:attrName>
                                        </p:attrNameLst>
                                      </p:cBhvr>
                                      <p:to>
                                        <p:strVal val="visible"/>
                                      </p:to>
                                    </p:set>
                                  </p:childTnLst>
                                </p:cTn>
                              </p:par>
                            </p:childTnLst>
                          </p:cTn>
                        </p:par>
                      </p:childTnLst>
                    </p:cTn>
                  </p:par>
                  <p:par>
                    <p:cTn id="207" fill="hold">
                      <p:stCondLst>
                        <p:cond delay="indefinite"/>
                      </p:stCondLst>
                      <p:childTnLst>
                        <p:par>
                          <p:cTn id="208" fill="hold">
                            <p:stCondLst>
                              <p:cond delay="0"/>
                            </p:stCondLst>
                            <p:childTnLst>
                              <p:par>
                                <p:cTn id="209" presetID="1" presetClass="entr" presetSubtype="0" fill="hold" nodeType="clickEffect">
                                  <p:stCondLst>
                                    <p:cond delay="0"/>
                                  </p:stCondLst>
                                  <p:childTnLst>
                                    <p:set>
                                      <p:cBhvr>
                                        <p:cTn id="210" dur="1" fill="hold">
                                          <p:stCondLst>
                                            <p:cond delay="0"/>
                                          </p:stCondLst>
                                        </p:cTn>
                                        <p:tgtEl>
                                          <p:spTgt spid="92">
                                            <p:txEl>
                                              <p:pRg st="6" end="6"/>
                                            </p:txEl>
                                          </p:spTgt>
                                        </p:tgtEl>
                                        <p:attrNameLst>
                                          <p:attrName>style.visibility</p:attrName>
                                        </p:attrNameLst>
                                      </p:cBhvr>
                                      <p:to>
                                        <p:strVal val="visible"/>
                                      </p:to>
                                    </p:set>
                                  </p:childTnLst>
                                </p:cTn>
                              </p:par>
                            </p:childTnLst>
                          </p:cTn>
                        </p:par>
                      </p:childTnLst>
                    </p:cTn>
                  </p:par>
                  <p:par>
                    <p:cTn id="211" fill="hold">
                      <p:stCondLst>
                        <p:cond delay="indefinite"/>
                      </p:stCondLst>
                      <p:childTnLst>
                        <p:par>
                          <p:cTn id="212" fill="hold">
                            <p:stCondLst>
                              <p:cond delay="0"/>
                            </p:stCondLst>
                            <p:childTnLst>
                              <p:par>
                                <p:cTn id="213" presetID="1" presetClass="entr" presetSubtype="0" fill="hold" nodeType="clickEffect">
                                  <p:stCondLst>
                                    <p:cond delay="0"/>
                                  </p:stCondLst>
                                  <p:childTnLst>
                                    <p:set>
                                      <p:cBhvr>
                                        <p:cTn id="214" dur="1" fill="hold">
                                          <p:stCondLst>
                                            <p:cond delay="0"/>
                                          </p:stCondLst>
                                        </p:cTn>
                                        <p:tgtEl>
                                          <p:spTgt spid="92">
                                            <p:txEl>
                                              <p:pRg st="7" end="7"/>
                                            </p:txEl>
                                          </p:spTgt>
                                        </p:tgtEl>
                                        <p:attrNameLst>
                                          <p:attrName>style.visibility</p:attrName>
                                        </p:attrNameLst>
                                      </p:cBhvr>
                                      <p:to>
                                        <p:strVal val="visible"/>
                                      </p:to>
                                    </p:set>
                                  </p:childTnLst>
                                </p:cTn>
                              </p:par>
                            </p:childTnLst>
                          </p:cTn>
                        </p:par>
                      </p:childTnLst>
                    </p:cTn>
                  </p:par>
                  <p:par>
                    <p:cTn id="215" fill="hold">
                      <p:stCondLst>
                        <p:cond delay="indefinite"/>
                      </p:stCondLst>
                      <p:childTnLst>
                        <p:par>
                          <p:cTn id="216" fill="hold">
                            <p:stCondLst>
                              <p:cond delay="0"/>
                            </p:stCondLst>
                            <p:childTnLst>
                              <p:par>
                                <p:cTn id="217" presetID="1" presetClass="entr" presetSubtype="0" fill="hold" nodeType="clickEffect">
                                  <p:stCondLst>
                                    <p:cond delay="0"/>
                                  </p:stCondLst>
                                  <p:childTnLst>
                                    <p:set>
                                      <p:cBhvr>
                                        <p:cTn id="218" dur="1" fill="hold">
                                          <p:stCondLst>
                                            <p:cond delay="0"/>
                                          </p:stCondLst>
                                        </p:cTn>
                                        <p:tgtEl>
                                          <p:spTgt spid="92">
                                            <p:txEl>
                                              <p:pRg st="8" end="8"/>
                                            </p:txEl>
                                          </p:spTgt>
                                        </p:tgtEl>
                                        <p:attrNameLst>
                                          <p:attrName>style.visibility</p:attrName>
                                        </p:attrNameLst>
                                      </p:cBhvr>
                                      <p:to>
                                        <p:strVal val="visible"/>
                                      </p:to>
                                    </p:set>
                                  </p:childTnLst>
                                </p:cTn>
                              </p:par>
                            </p:childTnLst>
                          </p:cTn>
                        </p:par>
                      </p:childTnLst>
                    </p:cTn>
                  </p:par>
                  <p:par>
                    <p:cTn id="219" fill="hold">
                      <p:stCondLst>
                        <p:cond delay="indefinite"/>
                      </p:stCondLst>
                      <p:childTnLst>
                        <p:par>
                          <p:cTn id="220" fill="hold">
                            <p:stCondLst>
                              <p:cond delay="0"/>
                            </p:stCondLst>
                            <p:childTnLst>
                              <p:par>
                                <p:cTn id="221" presetID="1" presetClass="entr" presetSubtype="0" fill="hold" nodeType="clickEffect">
                                  <p:stCondLst>
                                    <p:cond delay="0"/>
                                  </p:stCondLst>
                                  <p:childTnLst>
                                    <p:set>
                                      <p:cBhvr>
                                        <p:cTn id="222" dur="1" fill="hold">
                                          <p:stCondLst>
                                            <p:cond delay="0"/>
                                          </p:stCondLst>
                                        </p:cTn>
                                        <p:tgtEl>
                                          <p:spTgt spid="93">
                                            <p:txEl>
                                              <p:pRg st="0" end="0"/>
                                            </p:txEl>
                                          </p:spTgt>
                                        </p:tgtEl>
                                        <p:attrNameLst>
                                          <p:attrName>style.visibility</p:attrName>
                                        </p:attrNameLst>
                                      </p:cBhvr>
                                      <p:to>
                                        <p:strVal val="visible"/>
                                      </p:to>
                                    </p:set>
                                  </p:childTnLst>
                                </p:cTn>
                              </p:par>
                            </p:childTnLst>
                          </p:cTn>
                        </p:par>
                      </p:childTnLst>
                    </p:cTn>
                  </p:par>
                  <p:par>
                    <p:cTn id="223" fill="hold">
                      <p:stCondLst>
                        <p:cond delay="indefinite"/>
                      </p:stCondLst>
                      <p:childTnLst>
                        <p:par>
                          <p:cTn id="224" fill="hold">
                            <p:stCondLst>
                              <p:cond delay="0"/>
                            </p:stCondLst>
                            <p:childTnLst>
                              <p:par>
                                <p:cTn id="225" presetID="1" presetClass="entr" presetSubtype="0" fill="hold" nodeType="clickEffect">
                                  <p:stCondLst>
                                    <p:cond delay="0"/>
                                  </p:stCondLst>
                                  <p:childTnLst>
                                    <p:set>
                                      <p:cBhvr>
                                        <p:cTn id="226" dur="1" fill="hold">
                                          <p:stCondLst>
                                            <p:cond delay="0"/>
                                          </p:stCondLst>
                                        </p:cTn>
                                        <p:tgtEl>
                                          <p:spTgt spid="93">
                                            <p:txEl>
                                              <p:pRg st="1" end="1"/>
                                            </p:txEl>
                                          </p:spTgt>
                                        </p:tgtEl>
                                        <p:attrNameLst>
                                          <p:attrName>style.visibility</p:attrName>
                                        </p:attrNameLst>
                                      </p:cBhvr>
                                      <p:to>
                                        <p:strVal val="visible"/>
                                      </p:to>
                                    </p:set>
                                  </p:childTnLst>
                                </p:cTn>
                              </p:par>
                            </p:childTnLst>
                          </p:cTn>
                        </p:par>
                      </p:childTnLst>
                    </p:cTn>
                  </p:par>
                  <p:par>
                    <p:cTn id="227" fill="hold">
                      <p:stCondLst>
                        <p:cond delay="indefinite"/>
                      </p:stCondLst>
                      <p:childTnLst>
                        <p:par>
                          <p:cTn id="228" fill="hold">
                            <p:stCondLst>
                              <p:cond delay="0"/>
                            </p:stCondLst>
                            <p:childTnLst>
                              <p:par>
                                <p:cTn id="229" presetID="1" presetClass="entr" presetSubtype="0" fill="hold" nodeType="clickEffect">
                                  <p:stCondLst>
                                    <p:cond delay="0"/>
                                  </p:stCondLst>
                                  <p:childTnLst>
                                    <p:set>
                                      <p:cBhvr>
                                        <p:cTn id="230" dur="1" fill="hold">
                                          <p:stCondLst>
                                            <p:cond delay="0"/>
                                          </p:stCondLst>
                                        </p:cTn>
                                        <p:tgtEl>
                                          <p:spTgt spid="93">
                                            <p:txEl>
                                              <p:pRg st="2" end="2"/>
                                            </p:txEl>
                                          </p:spTgt>
                                        </p:tgtEl>
                                        <p:attrNameLst>
                                          <p:attrName>style.visibility</p:attrName>
                                        </p:attrNameLst>
                                      </p:cBhvr>
                                      <p:to>
                                        <p:strVal val="visible"/>
                                      </p:to>
                                    </p:set>
                                  </p:childTnLst>
                                </p:cTn>
                              </p:par>
                            </p:childTnLst>
                          </p:cTn>
                        </p:par>
                      </p:childTnLst>
                    </p:cTn>
                  </p:par>
                  <p:par>
                    <p:cTn id="231" fill="hold">
                      <p:stCondLst>
                        <p:cond delay="indefinite"/>
                      </p:stCondLst>
                      <p:childTnLst>
                        <p:par>
                          <p:cTn id="232" fill="hold">
                            <p:stCondLst>
                              <p:cond delay="0"/>
                            </p:stCondLst>
                            <p:childTnLst>
                              <p:par>
                                <p:cTn id="233" presetID="1" presetClass="entr" presetSubtype="0" fill="hold" nodeType="clickEffect">
                                  <p:stCondLst>
                                    <p:cond delay="0"/>
                                  </p:stCondLst>
                                  <p:childTnLst>
                                    <p:set>
                                      <p:cBhvr>
                                        <p:cTn id="234" dur="1" fill="hold">
                                          <p:stCondLst>
                                            <p:cond delay="0"/>
                                          </p:stCondLst>
                                        </p:cTn>
                                        <p:tgtEl>
                                          <p:spTgt spid="93">
                                            <p:txEl>
                                              <p:pRg st="3" end="3"/>
                                            </p:txEl>
                                          </p:spTgt>
                                        </p:tgtEl>
                                        <p:attrNameLst>
                                          <p:attrName>style.visibility</p:attrName>
                                        </p:attrNameLst>
                                      </p:cBhvr>
                                      <p:to>
                                        <p:strVal val="visible"/>
                                      </p:to>
                                    </p:set>
                                  </p:childTnLst>
                                </p:cTn>
                              </p:par>
                            </p:childTnLst>
                          </p:cTn>
                        </p:par>
                      </p:childTnLst>
                    </p:cTn>
                  </p:par>
                  <p:par>
                    <p:cTn id="235" fill="hold">
                      <p:stCondLst>
                        <p:cond delay="indefinite"/>
                      </p:stCondLst>
                      <p:childTnLst>
                        <p:par>
                          <p:cTn id="236" fill="hold">
                            <p:stCondLst>
                              <p:cond delay="0"/>
                            </p:stCondLst>
                            <p:childTnLst>
                              <p:par>
                                <p:cTn id="237" presetID="1" presetClass="entr" presetSubtype="0" fill="hold" nodeType="clickEffect">
                                  <p:stCondLst>
                                    <p:cond delay="0"/>
                                  </p:stCondLst>
                                  <p:childTnLst>
                                    <p:set>
                                      <p:cBhvr>
                                        <p:cTn id="238" dur="1" fill="hold">
                                          <p:stCondLst>
                                            <p:cond delay="0"/>
                                          </p:stCondLst>
                                        </p:cTn>
                                        <p:tgtEl>
                                          <p:spTgt spid="93">
                                            <p:txEl>
                                              <p:pRg st="4" end="4"/>
                                            </p:txEl>
                                          </p:spTgt>
                                        </p:tgtEl>
                                        <p:attrNameLst>
                                          <p:attrName>style.visibility</p:attrName>
                                        </p:attrNameLst>
                                      </p:cBhvr>
                                      <p:to>
                                        <p:strVal val="visible"/>
                                      </p:to>
                                    </p:set>
                                  </p:childTnLst>
                                </p:cTn>
                              </p:par>
                            </p:childTnLst>
                          </p:cTn>
                        </p:par>
                      </p:childTnLst>
                    </p:cTn>
                  </p:par>
                  <p:par>
                    <p:cTn id="239" fill="hold">
                      <p:stCondLst>
                        <p:cond delay="indefinite"/>
                      </p:stCondLst>
                      <p:childTnLst>
                        <p:par>
                          <p:cTn id="240" fill="hold">
                            <p:stCondLst>
                              <p:cond delay="0"/>
                            </p:stCondLst>
                            <p:childTnLst>
                              <p:par>
                                <p:cTn id="241" presetID="1" presetClass="entr" presetSubtype="0" fill="hold" nodeType="clickEffect">
                                  <p:stCondLst>
                                    <p:cond delay="0"/>
                                  </p:stCondLst>
                                  <p:childTnLst>
                                    <p:set>
                                      <p:cBhvr>
                                        <p:cTn id="242" dur="1" fill="hold">
                                          <p:stCondLst>
                                            <p:cond delay="0"/>
                                          </p:stCondLst>
                                        </p:cTn>
                                        <p:tgtEl>
                                          <p:spTgt spid="93">
                                            <p:txEl>
                                              <p:pRg st="5" end="5"/>
                                            </p:txEl>
                                          </p:spTgt>
                                        </p:tgtEl>
                                        <p:attrNameLst>
                                          <p:attrName>style.visibility</p:attrName>
                                        </p:attrNameLst>
                                      </p:cBhvr>
                                      <p:to>
                                        <p:strVal val="visible"/>
                                      </p:to>
                                    </p:set>
                                  </p:childTnLst>
                                </p:cTn>
                              </p:par>
                            </p:childTnLst>
                          </p:cTn>
                        </p:par>
                      </p:childTnLst>
                    </p:cTn>
                  </p:par>
                  <p:par>
                    <p:cTn id="243" fill="hold">
                      <p:stCondLst>
                        <p:cond delay="indefinite"/>
                      </p:stCondLst>
                      <p:childTnLst>
                        <p:par>
                          <p:cTn id="244" fill="hold">
                            <p:stCondLst>
                              <p:cond delay="0"/>
                            </p:stCondLst>
                            <p:childTnLst>
                              <p:par>
                                <p:cTn id="245" presetID="1" presetClass="entr" presetSubtype="0" fill="hold" nodeType="clickEffect">
                                  <p:stCondLst>
                                    <p:cond delay="0"/>
                                  </p:stCondLst>
                                  <p:childTnLst>
                                    <p:set>
                                      <p:cBhvr>
                                        <p:cTn id="246" dur="1" fill="hold">
                                          <p:stCondLst>
                                            <p:cond delay="0"/>
                                          </p:stCondLst>
                                        </p:cTn>
                                        <p:tgtEl>
                                          <p:spTgt spid="93">
                                            <p:txEl>
                                              <p:pRg st="6" end="6"/>
                                            </p:txEl>
                                          </p:spTgt>
                                        </p:tgtEl>
                                        <p:attrNameLst>
                                          <p:attrName>style.visibility</p:attrName>
                                        </p:attrNameLst>
                                      </p:cBhvr>
                                      <p:to>
                                        <p:strVal val="visible"/>
                                      </p:to>
                                    </p:set>
                                  </p:childTnLst>
                                </p:cTn>
                              </p:par>
                            </p:childTnLst>
                          </p:cTn>
                        </p:par>
                      </p:childTnLst>
                    </p:cTn>
                  </p:par>
                  <p:par>
                    <p:cTn id="247" fill="hold">
                      <p:stCondLst>
                        <p:cond delay="indefinite"/>
                      </p:stCondLst>
                      <p:childTnLst>
                        <p:par>
                          <p:cTn id="248" fill="hold">
                            <p:stCondLst>
                              <p:cond delay="0"/>
                            </p:stCondLst>
                            <p:childTnLst>
                              <p:par>
                                <p:cTn id="249" presetID="1" presetClass="entr" presetSubtype="0" fill="hold" nodeType="clickEffect">
                                  <p:stCondLst>
                                    <p:cond delay="0"/>
                                  </p:stCondLst>
                                  <p:childTnLst>
                                    <p:set>
                                      <p:cBhvr>
                                        <p:cTn id="250" dur="1" fill="hold">
                                          <p:stCondLst>
                                            <p:cond delay="0"/>
                                          </p:stCondLst>
                                        </p:cTn>
                                        <p:tgtEl>
                                          <p:spTgt spid="93">
                                            <p:txEl>
                                              <p:pRg st="7" end="7"/>
                                            </p:txEl>
                                          </p:spTgt>
                                        </p:tgtEl>
                                        <p:attrNameLst>
                                          <p:attrName>style.visibility</p:attrName>
                                        </p:attrNameLst>
                                      </p:cBhvr>
                                      <p:to>
                                        <p:strVal val="visible"/>
                                      </p:to>
                                    </p:set>
                                  </p:childTnLst>
                                </p:cTn>
                              </p:par>
                            </p:childTnLst>
                          </p:cTn>
                        </p:par>
                      </p:childTnLst>
                    </p:cTn>
                  </p:par>
                  <p:par>
                    <p:cTn id="251" fill="hold">
                      <p:stCondLst>
                        <p:cond delay="indefinite"/>
                      </p:stCondLst>
                      <p:childTnLst>
                        <p:par>
                          <p:cTn id="252" fill="hold">
                            <p:stCondLst>
                              <p:cond delay="0"/>
                            </p:stCondLst>
                            <p:childTnLst>
                              <p:par>
                                <p:cTn id="253" presetID="1" presetClass="entr" presetSubtype="0" fill="hold" nodeType="clickEffect">
                                  <p:stCondLst>
                                    <p:cond delay="0"/>
                                  </p:stCondLst>
                                  <p:childTnLst>
                                    <p:set>
                                      <p:cBhvr>
                                        <p:cTn id="254" dur="1" fill="hold">
                                          <p:stCondLst>
                                            <p:cond delay="0"/>
                                          </p:stCondLst>
                                        </p:cTn>
                                        <p:tgtEl>
                                          <p:spTgt spid="93">
                                            <p:txEl>
                                              <p:pRg st="8" end="8"/>
                                            </p:txEl>
                                          </p:spTgt>
                                        </p:tgtEl>
                                        <p:attrNameLst>
                                          <p:attrName>style.visibility</p:attrName>
                                        </p:attrNameLst>
                                      </p:cBhvr>
                                      <p:to>
                                        <p:strVal val="visible"/>
                                      </p:to>
                                    </p:set>
                                  </p:childTnLst>
                                </p:cTn>
                              </p:par>
                            </p:childTnLst>
                          </p:cTn>
                        </p:par>
                      </p:childTnLst>
                    </p:cTn>
                  </p:par>
                  <p:par>
                    <p:cTn id="255" fill="hold">
                      <p:stCondLst>
                        <p:cond delay="indefinite"/>
                      </p:stCondLst>
                      <p:childTnLst>
                        <p:par>
                          <p:cTn id="256" fill="hold">
                            <p:stCondLst>
                              <p:cond delay="0"/>
                            </p:stCondLst>
                            <p:childTnLst>
                              <p:par>
                                <p:cTn id="257" presetID="1" presetClass="entr" presetSubtype="0" fill="hold" nodeType="clickEffect">
                                  <p:stCondLst>
                                    <p:cond delay="0"/>
                                  </p:stCondLst>
                                  <p:childTnLst>
                                    <p:set>
                                      <p:cBhvr>
                                        <p:cTn id="258" dur="1" fill="hold">
                                          <p:stCondLst>
                                            <p:cond delay="0"/>
                                          </p:stCondLst>
                                        </p:cTn>
                                        <p:tgtEl>
                                          <p:spTgt spid="94">
                                            <p:txEl>
                                              <p:pRg st="0" end="0"/>
                                            </p:txEl>
                                          </p:spTgt>
                                        </p:tgtEl>
                                        <p:attrNameLst>
                                          <p:attrName>style.visibility</p:attrName>
                                        </p:attrNameLst>
                                      </p:cBhvr>
                                      <p:to>
                                        <p:strVal val="visible"/>
                                      </p:to>
                                    </p:set>
                                  </p:childTnLst>
                                </p:cTn>
                              </p:par>
                            </p:childTnLst>
                          </p:cTn>
                        </p:par>
                      </p:childTnLst>
                    </p:cTn>
                  </p:par>
                  <p:par>
                    <p:cTn id="259" fill="hold">
                      <p:stCondLst>
                        <p:cond delay="indefinite"/>
                      </p:stCondLst>
                      <p:childTnLst>
                        <p:par>
                          <p:cTn id="260" fill="hold">
                            <p:stCondLst>
                              <p:cond delay="0"/>
                            </p:stCondLst>
                            <p:childTnLst>
                              <p:par>
                                <p:cTn id="261" presetID="1" presetClass="entr" presetSubtype="0" fill="hold" nodeType="clickEffect">
                                  <p:stCondLst>
                                    <p:cond delay="0"/>
                                  </p:stCondLst>
                                  <p:childTnLst>
                                    <p:set>
                                      <p:cBhvr>
                                        <p:cTn id="262" dur="1" fill="hold">
                                          <p:stCondLst>
                                            <p:cond delay="0"/>
                                          </p:stCondLst>
                                        </p:cTn>
                                        <p:tgtEl>
                                          <p:spTgt spid="94">
                                            <p:txEl>
                                              <p:pRg st="1" end="1"/>
                                            </p:txEl>
                                          </p:spTgt>
                                        </p:tgtEl>
                                        <p:attrNameLst>
                                          <p:attrName>style.visibility</p:attrName>
                                        </p:attrNameLst>
                                      </p:cBhvr>
                                      <p:to>
                                        <p:strVal val="visible"/>
                                      </p:to>
                                    </p:set>
                                  </p:childTnLst>
                                </p:cTn>
                              </p:par>
                            </p:childTnLst>
                          </p:cTn>
                        </p:par>
                      </p:childTnLst>
                    </p:cTn>
                  </p:par>
                  <p:par>
                    <p:cTn id="263" fill="hold">
                      <p:stCondLst>
                        <p:cond delay="indefinite"/>
                      </p:stCondLst>
                      <p:childTnLst>
                        <p:par>
                          <p:cTn id="264" fill="hold">
                            <p:stCondLst>
                              <p:cond delay="0"/>
                            </p:stCondLst>
                            <p:childTnLst>
                              <p:par>
                                <p:cTn id="265" presetID="1" presetClass="entr" presetSubtype="0" fill="hold" nodeType="clickEffect">
                                  <p:stCondLst>
                                    <p:cond delay="0"/>
                                  </p:stCondLst>
                                  <p:childTnLst>
                                    <p:set>
                                      <p:cBhvr>
                                        <p:cTn id="266" dur="1" fill="hold">
                                          <p:stCondLst>
                                            <p:cond delay="0"/>
                                          </p:stCondLst>
                                        </p:cTn>
                                        <p:tgtEl>
                                          <p:spTgt spid="94">
                                            <p:txEl>
                                              <p:pRg st="2" end="2"/>
                                            </p:txEl>
                                          </p:spTgt>
                                        </p:tgtEl>
                                        <p:attrNameLst>
                                          <p:attrName>style.visibility</p:attrName>
                                        </p:attrNameLst>
                                      </p:cBhvr>
                                      <p:to>
                                        <p:strVal val="visible"/>
                                      </p:to>
                                    </p:set>
                                  </p:childTnLst>
                                </p:cTn>
                              </p:par>
                            </p:childTnLst>
                          </p:cTn>
                        </p:par>
                      </p:childTnLst>
                    </p:cTn>
                  </p:par>
                  <p:par>
                    <p:cTn id="267" fill="hold">
                      <p:stCondLst>
                        <p:cond delay="indefinite"/>
                      </p:stCondLst>
                      <p:childTnLst>
                        <p:par>
                          <p:cTn id="268" fill="hold">
                            <p:stCondLst>
                              <p:cond delay="0"/>
                            </p:stCondLst>
                            <p:childTnLst>
                              <p:par>
                                <p:cTn id="269" presetID="1" presetClass="entr" presetSubtype="0" fill="hold" nodeType="clickEffect">
                                  <p:stCondLst>
                                    <p:cond delay="0"/>
                                  </p:stCondLst>
                                  <p:childTnLst>
                                    <p:set>
                                      <p:cBhvr>
                                        <p:cTn id="270" dur="1" fill="hold">
                                          <p:stCondLst>
                                            <p:cond delay="0"/>
                                          </p:stCondLst>
                                        </p:cTn>
                                        <p:tgtEl>
                                          <p:spTgt spid="94">
                                            <p:txEl>
                                              <p:pRg st="3" end="3"/>
                                            </p:txEl>
                                          </p:spTgt>
                                        </p:tgtEl>
                                        <p:attrNameLst>
                                          <p:attrName>style.visibility</p:attrName>
                                        </p:attrNameLst>
                                      </p:cBhvr>
                                      <p:to>
                                        <p:strVal val="visible"/>
                                      </p:to>
                                    </p:set>
                                  </p:childTnLst>
                                </p:cTn>
                              </p:par>
                            </p:childTnLst>
                          </p:cTn>
                        </p:par>
                      </p:childTnLst>
                    </p:cTn>
                  </p:par>
                  <p:par>
                    <p:cTn id="271" fill="hold">
                      <p:stCondLst>
                        <p:cond delay="indefinite"/>
                      </p:stCondLst>
                      <p:childTnLst>
                        <p:par>
                          <p:cTn id="272" fill="hold">
                            <p:stCondLst>
                              <p:cond delay="0"/>
                            </p:stCondLst>
                            <p:childTnLst>
                              <p:par>
                                <p:cTn id="273" presetID="1" presetClass="entr" presetSubtype="0" fill="hold" nodeType="clickEffect">
                                  <p:stCondLst>
                                    <p:cond delay="0"/>
                                  </p:stCondLst>
                                  <p:childTnLst>
                                    <p:set>
                                      <p:cBhvr>
                                        <p:cTn id="274" dur="1" fill="hold">
                                          <p:stCondLst>
                                            <p:cond delay="0"/>
                                          </p:stCondLst>
                                        </p:cTn>
                                        <p:tgtEl>
                                          <p:spTgt spid="94">
                                            <p:txEl>
                                              <p:pRg st="4" end="4"/>
                                            </p:txEl>
                                          </p:spTgt>
                                        </p:tgtEl>
                                        <p:attrNameLst>
                                          <p:attrName>style.visibility</p:attrName>
                                        </p:attrNameLst>
                                      </p:cBhvr>
                                      <p:to>
                                        <p:strVal val="visible"/>
                                      </p:to>
                                    </p:set>
                                  </p:childTnLst>
                                </p:cTn>
                              </p:par>
                            </p:childTnLst>
                          </p:cTn>
                        </p:par>
                      </p:childTnLst>
                    </p:cTn>
                  </p:par>
                  <p:par>
                    <p:cTn id="275" fill="hold">
                      <p:stCondLst>
                        <p:cond delay="indefinite"/>
                      </p:stCondLst>
                      <p:childTnLst>
                        <p:par>
                          <p:cTn id="276" fill="hold">
                            <p:stCondLst>
                              <p:cond delay="0"/>
                            </p:stCondLst>
                            <p:childTnLst>
                              <p:par>
                                <p:cTn id="277" presetID="1" presetClass="entr" presetSubtype="0" fill="hold" nodeType="clickEffect">
                                  <p:stCondLst>
                                    <p:cond delay="0"/>
                                  </p:stCondLst>
                                  <p:childTnLst>
                                    <p:set>
                                      <p:cBhvr>
                                        <p:cTn id="278" dur="1" fill="hold">
                                          <p:stCondLst>
                                            <p:cond delay="0"/>
                                          </p:stCondLst>
                                        </p:cTn>
                                        <p:tgtEl>
                                          <p:spTgt spid="94">
                                            <p:txEl>
                                              <p:pRg st="5" end="5"/>
                                            </p:txEl>
                                          </p:spTgt>
                                        </p:tgtEl>
                                        <p:attrNameLst>
                                          <p:attrName>style.visibility</p:attrName>
                                        </p:attrNameLst>
                                      </p:cBhvr>
                                      <p:to>
                                        <p:strVal val="visible"/>
                                      </p:to>
                                    </p:set>
                                  </p:childTnLst>
                                </p:cTn>
                              </p:par>
                            </p:childTnLst>
                          </p:cTn>
                        </p:par>
                      </p:childTnLst>
                    </p:cTn>
                  </p:par>
                  <p:par>
                    <p:cTn id="279" fill="hold">
                      <p:stCondLst>
                        <p:cond delay="indefinite"/>
                      </p:stCondLst>
                      <p:childTnLst>
                        <p:par>
                          <p:cTn id="280" fill="hold">
                            <p:stCondLst>
                              <p:cond delay="0"/>
                            </p:stCondLst>
                            <p:childTnLst>
                              <p:par>
                                <p:cTn id="281" presetID="1" presetClass="entr" presetSubtype="0" fill="hold" nodeType="clickEffect">
                                  <p:stCondLst>
                                    <p:cond delay="0"/>
                                  </p:stCondLst>
                                  <p:childTnLst>
                                    <p:set>
                                      <p:cBhvr>
                                        <p:cTn id="282" dur="1" fill="hold">
                                          <p:stCondLst>
                                            <p:cond delay="0"/>
                                          </p:stCondLst>
                                        </p:cTn>
                                        <p:tgtEl>
                                          <p:spTgt spid="94">
                                            <p:txEl>
                                              <p:pRg st="6" end="6"/>
                                            </p:txEl>
                                          </p:spTgt>
                                        </p:tgtEl>
                                        <p:attrNameLst>
                                          <p:attrName>style.visibility</p:attrName>
                                        </p:attrNameLst>
                                      </p:cBhvr>
                                      <p:to>
                                        <p:strVal val="visible"/>
                                      </p:to>
                                    </p:set>
                                  </p:childTnLst>
                                </p:cTn>
                              </p:par>
                            </p:childTnLst>
                          </p:cTn>
                        </p:par>
                      </p:childTnLst>
                    </p:cTn>
                  </p:par>
                  <p:par>
                    <p:cTn id="283" fill="hold">
                      <p:stCondLst>
                        <p:cond delay="indefinite"/>
                      </p:stCondLst>
                      <p:childTnLst>
                        <p:par>
                          <p:cTn id="284" fill="hold">
                            <p:stCondLst>
                              <p:cond delay="0"/>
                            </p:stCondLst>
                            <p:childTnLst>
                              <p:par>
                                <p:cTn id="285" presetID="1" presetClass="entr" presetSubtype="0" fill="hold" nodeType="clickEffect">
                                  <p:stCondLst>
                                    <p:cond delay="0"/>
                                  </p:stCondLst>
                                  <p:childTnLst>
                                    <p:set>
                                      <p:cBhvr>
                                        <p:cTn id="286" dur="1" fill="hold">
                                          <p:stCondLst>
                                            <p:cond delay="0"/>
                                          </p:stCondLst>
                                        </p:cTn>
                                        <p:tgtEl>
                                          <p:spTgt spid="94">
                                            <p:txEl>
                                              <p:pRg st="7" end="7"/>
                                            </p:txEl>
                                          </p:spTgt>
                                        </p:tgtEl>
                                        <p:attrNameLst>
                                          <p:attrName>style.visibility</p:attrName>
                                        </p:attrNameLst>
                                      </p:cBhvr>
                                      <p:to>
                                        <p:strVal val="visible"/>
                                      </p:to>
                                    </p:set>
                                  </p:childTnLst>
                                </p:cTn>
                              </p:par>
                            </p:childTnLst>
                          </p:cTn>
                        </p:par>
                      </p:childTnLst>
                    </p:cTn>
                  </p:par>
                  <p:par>
                    <p:cTn id="287" fill="hold">
                      <p:stCondLst>
                        <p:cond delay="indefinite"/>
                      </p:stCondLst>
                      <p:childTnLst>
                        <p:par>
                          <p:cTn id="288" fill="hold">
                            <p:stCondLst>
                              <p:cond delay="0"/>
                            </p:stCondLst>
                            <p:childTnLst>
                              <p:par>
                                <p:cTn id="289" presetID="1" presetClass="entr" presetSubtype="0" fill="hold" nodeType="clickEffect">
                                  <p:stCondLst>
                                    <p:cond delay="0"/>
                                  </p:stCondLst>
                                  <p:childTnLst>
                                    <p:set>
                                      <p:cBhvr>
                                        <p:cTn id="290" dur="1" fill="hold">
                                          <p:stCondLst>
                                            <p:cond delay="0"/>
                                          </p:stCondLst>
                                        </p:cTn>
                                        <p:tgtEl>
                                          <p:spTgt spid="94">
                                            <p:txEl>
                                              <p:pRg st="8" end="8"/>
                                            </p:txEl>
                                          </p:spTgt>
                                        </p:tgtEl>
                                        <p:attrNameLst>
                                          <p:attrName>style.visibility</p:attrName>
                                        </p:attrNameLst>
                                      </p:cBhvr>
                                      <p:to>
                                        <p:strVal val="visible"/>
                                      </p:to>
                                    </p:set>
                                  </p:childTnLst>
                                </p:cTn>
                              </p:par>
                            </p:childTnLst>
                          </p:cTn>
                        </p:par>
                      </p:childTnLst>
                    </p:cTn>
                  </p:par>
                  <p:par>
                    <p:cTn id="291" fill="hold">
                      <p:stCondLst>
                        <p:cond delay="indefinite"/>
                      </p:stCondLst>
                      <p:childTnLst>
                        <p:par>
                          <p:cTn id="292" fill="hold">
                            <p:stCondLst>
                              <p:cond delay="0"/>
                            </p:stCondLst>
                            <p:childTnLst>
                              <p:par>
                                <p:cTn id="293" presetID="1" presetClass="entr" presetSubtype="0" fill="hold" nodeType="clickEffect">
                                  <p:stCondLst>
                                    <p:cond delay="0"/>
                                  </p:stCondLst>
                                  <p:childTnLst>
                                    <p:set>
                                      <p:cBhvr>
                                        <p:cTn id="294" dur="1" fill="hold">
                                          <p:stCondLst>
                                            <p:cond delay="0"/>
                                          </p:stCondLst>
                                        </p:cTn>
                                        <p:tgtEl>
                                          <p:spTgt spid="95">
                                            <p:txEl>
                                              <p:pRg st="0" end="0"/>
                                            </p:txEl>
                                          </p:spTgt>
                                        </p:tgtEl>
                                        <p:attrNameLst>
                                          <p:attrName>style.visibility</p:attrName>
                                        </p:attrNameLst>
                                      </p:cBhvr>
                                      <p:to>
                                        <p:strVal val="visible"/>
                                      </p:to>
                                    </p:set>
                                  </p:childTnLst>
                                </p:cTn>
                              </p:par>
                            </p:childTnLst>
                          </p:cTn>
                        </p:par>
                      </p:childTnLst>
                    </p:cTn>
                  </p:par>
                  <p:par>
                    <p:cTn id="295" fill="hold">
                      <p:stCondLst>
                        <p:cond delay="indefinite"/>
                      </p:stCondLst>
                      <p:childTnLst>
                        <p:par>
                          <p:cTn id="296" fill="hold">
                            <p:stCondLst>
                              <p:cond delay="0"/>
                            </p:stCondLst>
                            <p:childTnLst>
                              <p:par>
                                <p:cTn id="297" presetID="1" presetClass="entr" presetSubtype="0" fill="hold" nodeType="clickEffect">
                                  <p:stCondLst>
                                    <p:cond delay="0"/>
                                  </p:stCondLst>
                                  <p:childTnLst>
                                    <p:set>
                                      <p:cBhvr>
                                        <p:cTn id="298" dur="1" fill="hold">
                                          <p:stCondLst>
                                            <p:cond delay="0"/>
                                          </p:stCondLst>
                                        </p:cTn>
                                        <p:tgtEl>
                                          <p:spTgt spid="95">
                                            <p:txEl>
                                              <p:pRg st="1" end="1"/>
                                            </p:txEl>
                                          </p:spTgt>
                                        </p:tgtEl>
                                        <p:attrNameLst>
                                          <p:attrName>style.visibility</p:attrName>
                                        </p:attrNameLst>
                                      </p:cBhvr>
                                      <p:to>
                                        <p:strVal val="visible"/>
                                      </p:to>
                                    </p:set>
                                  </p:childTnLst>
                                </p:cTn>
                              </p:par>
                            </p:childTnLst>
                          </p:cTn>
                        </p:par>
                      </p:childTnLst>
                    </p:cTn>
                  </p:par>
                  <p:par>
                    <p:cTn id="299" fill="hold">
                      <p:stCondLst>
                        <p:cond delay="indefinite"/>
                      </p:stCondLst>
                      <p:childTnLst>
                        <p:par>
                          <p:cTn id="300" fill="hold">
                            <p:stCondLst>
                              <p:cond delay="0"/>
                            </p:stCondLst>
                            <p:childTnLst>
                              <p:par>
                                <p:cTn id="301" presetID="1" presetClass="entr" presetSubtype="0" fill="hold" nodeType="clickEffect">
                                  <p:stCondLst>
                                    <p:cond delay="0"/>
                                  </p:stCondLst>
                                  <p:childTnLst>
                                    <p:set>
                                      <p:cBhvr>
                                        <p:cTn id="302" dur="1" fill="hold">
                                          <p:stCondLst>
                                            <p:cond delay="0"/>
                                          </p:stCondLst>
                                        </p:cTn>
                                        <p:tgtEl>
                                          <p:spTgt spid="95">
                                            <p:txEl>
                                              <p:pRg st="2" end="2"/>
                                            </p:txEl>
                                          </p:spTgt>
                                        </p:tgtEl>
                                        <p:attrNameLst>
                                          <p:attrName>style.visibility</p:attrName>
                                        </p:attrNameLst>
                                      </p:cBhvr>
                                      <p:to>
                                        <p:strVal val="visible"/>
                                      </p:to>
                                    </p:set>
                                  </p:childTnLst>
                                </p:cTn>
                              </p:par>
                            </p:childTnLst>
                          </p:cTn>
                        </p:par>
                      </p:childTnLst>
                    </p:cTn>
                  </p:par>
                  <p:par>
                    <p:cTn id="303" fill="hold">
                      <p:stCondLst>
                        <p:cond delay="indefinite"/>
                      </p:stCondLst>
                      <p:childTnLst>
                        <p:par>
                          <p:cTn id="304" fill="hold">
                            <p:stCondLst>
                              <p:cond delay="0"/>
                            </p:stCondLst>
                            <p:childTnLst>
                              <p:par>
                                <p:cTn id="305" presetID="1" presetClass="entr" presetSubtype="0" fill="hold" nodeType="clickEffect">
                                  <p:stCondLst>
                                    <p:cond delay="0"/>
                                  </p:stCondLst>
                                  <p:childTnLst>
                                    <p:set>
                                      <p:cBhvr>
                                        <p:cTn id="306" dur="1" fill="hold">
                                          <p:stCondLst>
                                            <p:cond delay="0"/>
                                          </p:stCondLst>
                                        </p:cTn>
                                        <p:tgtEl>
                                          <p:spTgt spid="95">
                                            <p:txEl>
                                              <p:pRg st="3" end="3"/>
                                            </p:txEl>
                                          </p:spTgt>
                                        </p:tgtEl>
                                        <p:attrNameLst>
                                          <p:attrName>style.visibility</p:attrName>
                                        </p:attrNameLst>
                                      </p:cBhvr>
                                      <p:to>
                                        <p:strVal val="visible"/>
                                      </p:to>
                                    </p:set>
                                  </p:childTnLst>
                                </p:cTn>
                              </p:par>
                            </p:childTnLst>
                          </p:cTn>
                        </p:par>
                      </p:childTnLst>
                    </p:cTn>
                  </p:par>
                  <p:par>
                    <p:cTn id="307" fill="hold">
                      <p:stCondLst>
                        <p:cond delay="indefinite"/>
                      </p:stCondLst>
                      <p:childTnLst>
                        <p:par>
                          <p:cTn id="308" fill="hold">
                            <p:stCondLst>
                              <p:cond delay="0"/>
                            </p:stCondLst>
                            <p:childTnLst>
                              <p:par>
                                <p:cTn id="309" presetID="1" presetClass="entr" presetSubtype="0" fill="hold" nodeType="clickEffect">
                                  <p:stCondLst>
                                    <p:cond delay="0"/>
                                  </p:stCondLst>
                                  <p:childTnLst>
                                    <p:set>
                                      <p:cBhvr>
                                        <p:cTn id="310" dur="1" fill="hold">
                                          <p:stCondLst>
                                            <p:cond delay="0"/>
                                          </p:stCondLst>
                                        </p:cTn>
                                        <p:tgtEl>
                                          <p:spTgt spid="95">
                                            <p:txEl>
                                              <p:pRg st="4" end="4"/>
                                            </p:txEl>
                                          </p:spTgt>
                                        </p:tgtEl>
                                        <p:attrNameLst>
                                          <p:attrName>style.visibility</p:attrName>
                                        </p:attrNameLst>
                                      </p:cBhvr>
                                      <p:to>
                                        <p:strVal val="visible"/>
                                      </p:to>
                                    </p:set>
                                  </p:childTnLst>
                                </p:cTn>
                              </p:par>
                            </p:childTnLst>
                          </p:cTn>
                        </p:par>
                      </p:childTnLst>
                    </p:cTn>
                  </p:par>
                  <p:par>
                    <p:cTn id="311" fill="hold">
                      <p:stCondLst>
                        <p:cond delay="indefinite"/>
                      </p:stCondLst>
                      <p:childTnLst>
                        <p:par>
                          <p:cTn id="312" fill="hold">
                            <p:stCondLst>
                              <p:cond delay="0"/>
                            </p:stCondLst>
                            <p:childTnLst>
                              <p:par>
                                <p:cTn id="313" presetID="1" presetClass="entr" presetSubtype="0" fill="hold" nodeType="clickEffect">
                                  <p:stCondLst>
                                    <p:cond delay="0"/>
                                  </p:stCondLst>
                                  <p:childTnLst>
                                    <p:set>
                                      <p:cBhvr>
                                        <p:cTn id="314" dur="1" fill="hold">
                                          <p:stCondLst>
                                            <p:cond delay="0"/>
                                          </p:stCondLst>
                                        </p:cTn>
                                        <p:tgtEl>
                                          <p:spTgt spid="95">
                                            <p:txEl>
                                              <p:pRg st="5" end="5"/>
                                            </p:txEl>
                                          </p:spTgt>
                                        </p:tgtEl>
                                        <p:attrNameLst>
                                          <p:attrName>style.visibility</p:attrName>
                                        </p:attrNameLst>
                                      </p:cBhvr>
                                      <p:to>
                                        <p:strVal val="visible"/>
                                      </p:to>
                                    </p:set>
                                  </p:childTnLst>
                                </p:cTn>
                              </p:par>
                            </p:childTnLst>
                          </p:cTn>
                        </p:par>
                      </p:childTnLst>
                    </p:cTn>
                  </p:par>
                  <p:par>
                    <p:cTn id="315" fill="hold">
                      <p:stCondLst>
                        <p:cond delay="indefinite"/>
                      </p:stCondLst>
                      <p:childTnLst>
                        <p:par>
                          <p:cTn id="316" fill="hold">
                            <p:stCondLst>
                              <p:cond delay="0"/>
                            </p:stCondLst>
                            <p:childTnLst>
                              <p:par>
                                <p:cTn id="317" presetID="1" presetClass="entr" presetSubtype="0" fill="hold" nodeType="clickEffect">
                                  <p:stCondLst>
                                    <p:cond delay="0"/>
                                  </p:stCondLst>
                                  <p:childTnLst>
                                    <p:set>
                                      <p:cBhvr>
                                        <p:cTn id="318" dur="1" fill="hold">
                                          <p:stCondLst>
                                            <p:cond delay="0"/>
                                          </p:stCondLst>
                                        </p:cTn>
                                        <p:tgtEl>
                                          <p:spTgt spid="95">
                                            <p:txEl>
                                              <p:pRg st="6" end="6"/>
                                            </p:txEl>
                                          </p:spTgt>
                                        </p:tgtEl>
                                        <p:attrNameLst>
                                          <p:attrName>style.visibility</p:attrName>
                                        </p:attrNameLst>
                                      </p:cBhvr>
                                      <p:to>
                                        <p:strVal val="visible"/>
                                      </p:to>
                                    </p:set>
                                  </p:childTnLst>
                                </p:cTn>
                              </p:par>
                            </p:childTnLst>
                          </p:cTn>
                        </p:par>
                      </p:childTnLst>
                    </p:cTn>
                  </p:par>
                  <p:par>
                    <p:cTn id="319" fill="hold">
                      <p:stCondLst>
                        <p:cond delay="indefinite"/>
                      </p:stCondLst>
                      <p:childTnLst>
                        <p:par>
                          <p:cTn id="320" fill="hold">
                            <p:stCondLst>
                              <p:cond delay="0"/>
                            </p:stCondLst>
                            <p:childTnLst>
                              <p:par>
                                <p:cTn id="321" presetID="1" presetClass="entr" presetSubtype="0" fill="hold" nodeType="clickEffect">
                                  <p:stCondLst>
                                    <p:cond delay="0"/>
                                  </p:stCondLst>
                                  <p:childTnLst>
                                    <p:set>
                                      <p:cBhvr>
                                        <p:cTn id="322" dur="1" fill="hold">
                                          <p:stCondLst>
                                            <p:cond delay="0"/>
                                          </p:stCondLst>
                                        </p:cTn>
                                        <p:tgtEl>
                                          <p:spTgt spid="95">
                                            <p:txEl>
                                              <p:pRg st="7" end="7"/>
                                            </p:txEl>
                                          </p:spTgt>
                                        </p:tgtEl>
                                        <p:attrNameLst>
                                          <p:attrName>style.visibility</p:attrName>
                                        </p:attrNameLst>
                                      </p:cBhvr>
                                      <p:to>
                                        <p:strVal val="visible"/>
                                      </p:to>
                                    </p:set>
                                  </p:childTnLst>
                                </p:cTn>
                              </p:par>
                            </p:childTnLst>
                          </p:cTn>
                        </p:par>
                      </p:childTnLst>
                    </p:cTn>
                  </p:par>
                  <p:par>
                    <p:cTn id="323" fill="hold">
                      <p:stCondLst>
                        <p:cond delay="indefinite"/>
                      </p:stCondLst>
                      <p:childTnLst>
                        <p:par>
                          <p:cTn id="324" fill="hold">
                            <p:stCondLst>
                              <p:cond delay="0"/>
                            </p:stCondLst>
                            <p:childTnLst>
                              <p:par>
                                <p:cTn id="325" presetID="1" presetClass="entr" presetSubtype="0" fill="hold" nodeType="clickEffect">
                                  <p:stCondLst>
                                    <p:cond delay="0"/>
                                  </p:stCondLst>
                                  <p:childTnLst>
                                    <p:set>
                                      <p:cBhvr>
                                        <p:cTn id="326" dur="1" fill="hold">
                                          <p:stCondLst>
                                            <p:cond delay="0"/>
                                          </p:stCondLst>
                                        </p:cTn>
                                        <p:tgtEl>
                                          <p:spTgt spid="95">
                                            <p:txEl>
                                              <p:pRg st="8" end="8"/>
                                            </p:txEl>
                                          </p:spTgt>
                                        </p:tgtEl>
                                        <p:attrNameLst>
                                          <p:attrName>style.visibility</p:attrName>
                                        </p:attrNameLst>
                                      </p:cBhvr>
                                      <p:to>
                                        <p:strVal val="visible"/>
                                      </p:to>
                                    </p:set>
                                  </p:childTnLst>
                                </p:cTn>
                              </p:par>
                            </p:childTnLst>
                          </p:cTn>
                        </p:par>
                      </p:childTnLst>
                    </p:cTn>
                  </p:par>
                  <p:par>
                    <p:cTn id="327" fill="hold">
                      <p:stCondLst>
                        <p:cond delay="indefinite"/>
                      </p:stCondLst>
                      <p:childTnLst>
                        <p:par>
                          <p:cTn id="328" fill="hold">
                            <p:stCondLst>
                              <p:cond delay="0"/>
                            </p:stCondLst>
                            <p:childTnLst>
                              <p:par>
                                <p:cTn id="329" presetID="1" presetClass="entr" presetSubtype="0" fill="hold" nodeType="clickEffect">
                                  <p:stCondLst>
                                    <p:cond delay="0"/>
                                  </p:stCondLst>
                                  <p:childTnLst>
                                    <p:set>
                                      <p:cBhvr>
                                        <p:cTn id="330" dur="1" fill="hold">
                                          <p:stCondLst>
                                            <p:cond delay="0"/>
                                          </p:stCondLst>
                                        </p:cTn>
                                        <p:tgtEl>
                                          <p:spTgt spid="96">
                                            <p:txEl>
                                              <p:pRg st="0" end="0"/>
                                            </p:txEl>
                                          </p:spTgt>
                                        </p:tgtEl>
                                        <p:attrNameLst>
                                          <p:attrName>style.visibility</p:attrName>
                                        </p:attrNameLst>
                                      </p:cBhvr>
                                      <p:to>
                                        <p:strVal val="visible"/>
                                      </p:to>
                                    </p:set>
                                  </p:childTnLst>
                                </p:cTn>
                              </p:par>
                            </p:childTnLst>
                          </p:cTn>
                        </p:par>
                      </p:childTnLst>
                    </p:cTn>
                  </p:par>
                  <p:par>
                    <p:cTn id="331" fill="hold">
                      <p:stCondLst>
                        <p:cond delay="indefinite"/>
                      </p:stCondLst>
                      <p:childTnLst>
                        <p:par>
                          <p:cTn id="332" fill="hold">
                            <p:stCondLst>
                              <p:cond delay="0"/>
                            </p:stCondLst>
                            <p:childTnLst>
                              <p:par>
                                <p:cTn id="333" presetID="1" presetClass="entr" presetSubtype="0" fill="hold" nodeType="clickEffect">
                                  <p:stCondLst>
                                    <p:cond delay="0"/>
                                  </p:stCondLst>
                                  <p:childTnLst>
                                    <p:set>
                                      <p:cBhvr>
                                        <p:cTn id="334" dur="1" fill="hold">
                                          <p:stCondLst>
                                            <p:cond delay="0"/>
                                          </p:stCondLst>
                                        </p:cTn>
                                        <p:tgtEl>
                                          <p:spTgt spid="96">
                                            <p:txEl>
                                              <p:pRg st="1" end="1"/>
                                            </p:txEl>
                                          </p:spTgt>
                                        </p:tgtEl>
                                        <p:attrNameLst>
                                          <p:attrName>style.visibility</p:attrName>
                                        </p:attrNameLst>
                                      </p:cBhvr>
                                      <p:to>
                                        <p:strVal val="visible"/>
                                      </p:to>
                                    </p:set>
                                  </p:childTnLst>
                                </p:cTn>
                              </p:par>
                            </p:childTnLst>
                          </p:cTn>
                        </p:par>
                      </p:childTnLst>
                    </p:cTn>
                  </p:par>
                  <p:par>
                    <p:cTn id="335" fill="hold">
                      <p:stCondLst>
                        <p:cond delay="indefinite"/>
                      </p:stCondLst>
                      <p:childTnLst>
                        <p:par>
                          <p:cTn id="336" fill="hold">
                            <p:stCondLst>
                              <p:cond delay="0"/>
                            </p:stCondLst>
                            <p:childTnLst>
                              <p:par>
                                <p:cTn id="337" presetID="1" presetClass="entr" presetSubtype="0" fill="hold" nodeType="clickEffect">
                                  <p:stCondLst>
                                    <p:cond delay="0"/>
                                  </p:stCondLst>
                                  <p:childTnLst>
                                    <p:set>
                                      <p:cBhvr>
                                        <p:cTn id="338" dur="1" fill="hold">
                                          <p:stCondLst>
                                            <p:cond delay="0"/>
                                          </p:stCondLst>
                                        </p:cTn>
                                        <p:tgtEl>
                                          <p:spTgt spid="96">
                                            <p:txEl>
                                              <p:pRg st="2" end="2"/>
                                            </p:txEl>
                                          </p:spTgt>
                                        </p:tgtEl>
                                        <p:attrNameLst>
                                          <p:attrName>style.visibility</p:attrName>
                                        </p:attrNameLst>
                                      </p:cBhvr>
                                      <p:to>
                                        <p:strVal val="visible"/>
                                      </p:to>
                                    </p:set>
                                  </p:childTnLst>
                                </p:cTn>
                              </p:par>
                            </p:childTnLst>
                          </p:cTn>
                        </p:par>
                      </p:childTnLst>
                    </p:cTn>
                  </p:par>
                  <p:par>
                    <p:cTn id="339" fill="hold">
                      <p:stCondLst>
                        <p:cond delay="indefinite"/>
                      </p:stCondLst>
                      <p:childTnLst>
                        <p:par>
                          <p:cTn id="340" fill="hold">
                            <p:stCondLst>
                              <p:cond delay="0"/>
                            </p:stCondLst>
                            <p:childTnLst>
                              <p:par>
                                <p:cTn id="341" presetID="1" presetClass="entr" presetSubtype="0" fill="hold" nodeType="clickEffect">
                                  <p:stCondLst>
                                    <p:cond delay="0"/>
                                  </p:stCondLst>
                                  <p:childTnLst>
                                    <p:set>
                                      <p:cBhvr>
                                        <p:cTn id="342" dur="1" fill="hold">
                                          <p:stCondLst>
                                            <p:cond delay="0"/>
                                          </p:stCondLst>
                                        </p:cTn>
                                        <p:tgtEl>
                                          <p:spTgt spid="96">
                                            <p:txEl>
                                              <p:pRg st="3" end="3"/>
                                            </p:txEl>
                                          </p:spTgt>
                                        </p:tgtEl>
                                        <p:attrNameLst>
                                          <p:attrName>style.visibility</p:attrName>
                                        </p:attrNameLst>
                                      </p:cBhvr>
                                      <p:to>
                                        <p:strVal val="visible"/>
                                      </p:to>
                                    </p:set>
                                  </p:childTnLst>
                                </p:cTn>
                              </p:par>
                            </p:childTnLst>
                          </p:cTn>
                        </p:par>
                      </p:childTnLst>
                    </p:cTn>
                  </p:par>
                  <p:par>
                    <p:cTn id="343" fill="hold">
                      <p:stCondLst>
                        <p:cond delay="indefinite"/>
                      </p:stCondLst>
                      <p:childTnLst>
                        <p:par>
                          <p:cTn id="344" fill="hold">
                            <p:stCondLst>
                              <p:cond delay="0"/>
                            </p:stCondLst>
                            <p:childTnLst>
                              <p:par>
                                <p:cTn id="345" presetID="1" presetClass="entr" presetSubtype="0" fill="hold" nodeType="clickEffect">
                                  <p:stCondLst>
                                    <p:cond delay="0"/>
                                  </p:stCondLst>
                                  <p:childTnLst>
                                    <p:set>
                                      <p:cBhvr>
                                        <p:cTn id="346" dur="1" fill="hold">
                                          <p:stCondLst>
                                            <p:cond delay="0"/>
                                          </p:stCondLst>
                                        </p:cTn>
                                        <p:tgtEl>
                                          <p:spTgt spid="96">
                                            <p:txEl>
                                              <p:pRg st="4" end="4"/>
                                            </p:txEl>
                                          </p:spTgt>
                                        </p:tgtEl>
                                        <p:attrNameLst>
                                          <p:attrName>style.visibility</p:attrName>
                                        </p:attrNameLst>
                                      </p:cBhvr>
                                      <p:to>
                                        <p:strVal val="visible"/>
                                      </p:to>
                                    </p:set>
                                  </p:childTnLst>
                                </p:cTn>
                              </p:par>
                            </p:childTnLst>
                          </p:cTn>
                        </p:par>
                      </p:childTnLst>
                    </p:cTn>
                  </p:par>
                  <p:par>
                    <p:cTn id="347" fill="hold">
                      <p:stCondLst>
                        <p:cond delay="indefinite"/>
                      </p:stCondLst>
                      <p:childTnLst>
                        <p:par>
                          <p:cTn id="348" fill="hold">
                            <p:stCondLst>
                              <p:cond delay="0"/>
                            </p:stCondLst>
                            <p:childTnLst>
                              <p:par>
                                <p:cTn id="349" presetID="1" presetClass="entr" presetSubtype="0" fill="hold" nodeType="clickEffect">
                                  <p:stCondLst>
                                    <p:cond delay="0"/>
                                  </p:stCondLst>
                                  <p:childTnLst>
                                    <p:set>
                                      <p:cBhvr>
                                        <p:cTn id="350" dur="1" fill="hold">
                                          <p:stCondLst>
                                            <p:cond delay="0"/>
                                          </p:stCondLst>
                                        </p:cTn>
                                        <p:tgtEl>
                                          <p:spTgt spid="96">
                                            <p:txEl>
                                              <p:pRg st="5" end="5"/>
                                            </p:txEl>
                                          </p:spTgt>
                                        </p:tgtEl>
                                        <p:attrNameLst>
                                          <p:attrName>style.visibility</p:attrName>
                                        </p:attrNameLst>
                                      </p:cBhvr>
                                      <p:to>
                                        <p:strVal val="visible"/>
                                      </p:to>
                                    </p:set>
                                  </p:childTnLst>
                                </p:cTn>
                              </p:par>
                            </p:childTnLst>
                          </p:cTn>
                        </p:par>
                      </p:childTnLst>
                    </p:cTn>
                  </p:par>
                  <p:par>
                    <p:cTn id="351" fill="hold">
                      <p:stCondLst>
                        <p:cond delay="indefinite"/>
                      </p:stCondLst>
                      <p:childTnLst>
                        <p:par>
                          <p:cTn id="352" fill="hold">
                            <p:stCondLst>
                              <p:cond delay="0"/>
                            </p:stCondLst>
                            <p:childTnLst>
                              <p:par>
                                <p:cTn id="353" presetID="1" presetClass="entr" presetSubtype="0" fill="hold" nodeType="clickEffect">
                                  <p:stCondLst>
                                    <p:cond delay="0"/>
                                  </p:stCondLst>
                                  <p:childTnLst>
                                    <p:set>
                                      <p:cBhvr>
                                        <p:cTn id="354" dur="1" fill="hold">
                                          <p:stCondLst>
                                            <p:cond delay="0"/>
                                          </p:stCondLst>
                                        </p:cTn>
                                        <p:tgtEl>
                                          <p:spTgt spid="96">
                                            <p:txEl>
                                              <p:pRg st="6" end="6"/>
                                            </p:txEl>
                                          </p:spTgt>
                                        </p:tgtEl>
                                        <p:attrNameLst>
                                          <p:attrName>style.visibility</p:attrName>
                                        </p:attrNameLst>
                                      </p:cBhvr>
                                      <p:to>
                                        <p:strVal val="visible"/>
                                      </p:to>
                                    </p:set>
                                  </p:childTnLst>
                                </p:cTn>
                              </p:par>
                            </p:childTnLst>
                          </p:cTn>
                        </p:par>
                      </p:childTnLst>
                    </p:cTn>
                  </p:par>
                  <p:par>
                    <p:cTn id="355" fill="hold">
                      <p:stCondLst>
                        <p:cond delay="indefinite"/>
                      </p:stCondLst>
                      <p:childTnLst>
                        <p:par>
                          <p:cTn id="356" fill="hold">
                            <p:stCondLst>
                              <p:cond delay="0"/>
                            </p:stCondLst>
                            <p:childTnLst>
                              <p:par>
                                <p:cTn id="357" presetID="1" presetClass="entr" presetSubtype="0" fill="hold" nodeType="clickEffect">
                                  <p:stCondLst>
                                    <p:cond delay="0"/>
                                  </p:stCondLst>
                                  <p:childTnLst>
                                    <p:set>
                                      <p:cBhvr>
                                        <p:cTn id="358" dur="1" fill="hold">
                                          <p:stCondLst>
                                            <p:cond delay="0"/>
                                          </p:stCondLst>
                                        </p:cTn>
                                        <p:tgtEl>
                                          <p:spTgt spid="96">
                                            <p:txEl>
                                              <p:pRg st="7" end="7"/>
                                            </p:txEl>
                                          </p:spTgt>
                                        </p:tgtEl>
                                        <p:attrNameLst>
                                          <p:attrName>style.visibility</p:attrName>
                                        </p:attrNameLst>
                                      </p:cBhvr>
                                      <p:to>
                                        <p:strVal val="visible"/>
                                      </p:to>
                                    </p:set>
                                  </p:childTnLst>
                                </p:cTn>
                              </p:par>
                            </p:childTnLst>
                          </p:cTn>
                        </p:par>
                      </p:childTnLst>
                    </p:cTn>
                  </p:par>
                  <p:par>
                    <p:cTn id="359" fill="hold">
                      <p:stCondLst>
                        <p:cond delay="indefinite"/>
                      </p:stCondLst>
                      <p:childTnLst>
                        <p:par>
                          <p:cTn id="360" fill="hold">
                            <p:stCondLst>
                              <p:cond delay="0"/>
                            </p:stCondLst>
                            <p:childTnLst>
                              <p:par>
                                <p:cTn id="361" presetID="1" presetClass="entr" presetSubtype="0" fill="hold" nodeType="clickEffect">
                                  <p:stCondLst>
                                    <p:cond delay="0"/>
                                  </p:stCondLst>
                                  <p:childTnLst>
                                    <p:set>
                                      <p:cBhvr>
                                        <p:cTn id="362" dur="1" fill="hold">
                                          <p:stCondLst>
                                            <p:cond delay="0"/>
                                          </p:stCondLst>
                                        </p:cTn>
                                        <p:tgtEl>
                                          <p:spTgt spid="96">
                                            <p:txEl>
                                              <p:pRg st="8" end="8"/>
                                            </p:txEl>
                                          </p:spTgt>
                                        </p:tgtEl>
                                        <p:attrNameLst>
                                          <p:attrName>style.visibility</p:attrName>
                                        </p:attrNameLst>
                                      </p:cBhvr>
                                      <p:to>
                                        <p:strVal val="visible"/>
                                      </p:to>
                                    </p:set>
                                  </p:childTnLst>
                                </p:cTn>
                              </p:par>
                            </p:childTnLst>
                          </p:cTn>
                        </p:par>
                      </p:childTnLst>
                    </p:cTn>
                  </p:par>
                  <p:par>
                    <p:cTn id="363" fill="hold">
                      <p:stCondLst>
                        <p:cond delay="indefinite"/>
                      </p:stCondLst>
                      <p:childTnLst>
                        <p:par>
                          <p:cTn id="364" fill="hold">
                            <p:stCondLst>
                              <p:cond delay="0"/>
                            </p:stCondLst>
                            <p:childTnLst>
                              <p:par>
                                <p:cTn id="365" presetID="1" presetClass="entr" presetSubtype="0" fill="hold" nodeType="clickEffect">
                                  <p:stCondLst>
                                    <p:cond delay="0"/>
                                  </p:stCondLst>
                                  <p:childTnLst>
                                    <p:set>
                                      <p:cBhvr>
                                        <p:cTn id="366" dur="1" fill="hold">
                                          <p:stCondLst>
                                            <p:cond delay="0"/>
                                          </p:stCondLst>
                                        </p:cTn>
                                        <p:tgtEl>
                                          <p:spTgt spid="97">
                                            <p:txEl>
                                              <p:pRg st="0" end="0"/>
                                            </p:txEl>
                                          </p:spTgt>
                                        </p:tgtEl>
                                        <p:attrNameLst>
                                          <p:attrName>style.visibility</p:attrName>
                                        </p:attrNameLst>
                                      </p:cBhvr>
                                      <p:to>
                                        <p:strVal val="visible"/>
                                      </p:to>
                                    </p:set>
                                  </p:childTnLst>
                                </p:cTn>
                              </p:par>
                            </p:childTnLst>
                          </p:cTn>
                        </p:par>
                      </p:childTnLst>
                    </p:cTn>
                  </p:par>
                  <p:par>
                    <p:cTn id="367" fill="hold">
                      <p:stCondLst>
                        <p:cond delay="indefinite"/>
                      </p:stCondLst>
                      <p:childTnLst>
                        <p:par>
                          <p:cTn id="368" fill="hold">
                            <p:stCondLst>
                              <p:cond delay="0"/>
                            </p:stCondLst>
                            <p:childTnLst>
                              <p:par>
                                <p:cTn id="369" presetID="1" presetClass="entr" presetSubtype="0" fill="hold" nodeType="clickEffect">
                                  <p:stCondLst>
                                    <p:cond delay="0"/>
                                  </p:stCondLst>
                                  <p:childTnLst>
                                    <p:set>
                                      <p:cBhvr>
                                        <p:cTn id="370" dur="1" fill="hold">
                                          <p:stCondLst>
                                            <p:cond delay="0"/>
                                          </p:stCondLst>
                                        </p:cTn>
                                        <p:tgtEl>
                                          <p:spTgt spid="97">
                                            <p:txEl>
                                              <p:pRg st="1" end="1"/>
                                            </p:txEl>
                                          </p:spTgt>
                                        </p:tgtEl>
                                        <p:attrNameLst>
                                          <p:attrName>style.visibility</p:attrName>
                                        </p:attrNameLst>
                                      </p:cBhvr>
                                      <p:to>
                                        <p:strVal val="visible"/>
                                      </p:to>
                                    </p:set>
                                  </p:childTnLst>
                                </p:cTn>
                              </p:par>
                            </p:childTnLst>
                          </p:cTn>
                        </p:par>
                      </p:childTnLst>
                    </p:cTn>
                  </p:par>
                  <p:par>
                    <p:cTn id="371" fill="hold">
                      <p:stCondLst>
                        <p:cond delay="indefinite"/>
                      </p:stCondLst>
                      <p:childTnLst>
                        <p:par>
                          <p:cTn id="372" fill="hold">
                            <p:stCondLst>
                              <p:cond delay="0"/>
                            </p:stCondLst>
                            <p:childTnLst>
                              <p:par>
                                <p:cTn id="373" presetID="1" presetClass="entr" presetSubtype="0" fill="hold" nodeType="clickEffect">
                                  <p:stCondLst>
                                    <p:cond delay="0"/>
                                  </p:stCondLst>
                                  <p:childTnLst>
                                    <p:set>
                                      <p:cBhvr>
                                        <p:cTn id="374" dur="1" fill="hold">
                                          <p:stCondLst>
                                            <p:cond delay="0"/>
                                          </p:stCondLst>
                                        </p:cTn>
                                        <p:tgtEl>
                                          <p:spTgt spid="97">
                                            <p:txEl>
                                              <p:pRg st="2" end="2"/>
                                            </p:txEl>
                                          </p:spTgt>
                                        </p:tgtEl>
                                        <p:attrNameLst>
                                          <p:attrName>style.visibility</p:attrName>
                                        </p:attrNameLst>
                                      </p:cBhvr>
                                      <p:to>
                                        <p:strVal val="visible"/>
                                      </p:to>
                                    </p:set>
                                  </p:childTnLst>
                                </p:cTn>
                              </p:par>
                            </p:childTnLst>
                          </p:cTn>
                        </p:par>
                      </p:childTnLst>
                    </p:cTn>
                  </p:par>
                  <p:par>
                    <p:cTn id="375" fill="hold">
                      <p:stCondLst>
                        <p:cond delay="indefinite"/>
                      </p:stCondLst>
                      <p:childTnLst>
                        <p:par>
                          <p:cTn id="376" fill="hold">
                            <p:stCondLst>
                              <p:cond delay="0"/>
                            </p:stCondLst>
                            <p:childTnLst>
                              <p:par>
                                <p:cTn id="377" presetID="1" presetClass="entr" presetSubtype="0" fill="hold" nodeType="clickEffect">
                                  <p:stCondLst>
                                    <p:cond delay="0"/>
                                  </p:stCondLst>
                                  <p:childTnLst>
                                    <p:set>
                                      <p:cBhvr>
                                        <p:cTn id="378" dur="1" fill="hold">
                                          <p:stCondLst>
                                            <p:cond delay="0"/>
                                          </p:stCondLst>
                                        </p:cTn>
                                        <p:tgtEl>
                                          <p:spTgt spid="97">
                                            <p:txEl>
                                              <p:pRg st="3" end="3"/>
                                            </p:txEl>
                                          </p:spTgt>
                                        </p:tgtEl>
                                        <p:attrNameLst>
                                          <p:attrName>style.visibility</p:attrName>
                                        </p:attrNameLst>
                                      </p:cBhvr>
                                      <p:to>
                                        <p:strVal val="visible"/>
                                      </p:to>
                                    </p:set>
                                  </p:childTnLst>
                                </p:cTn>
                              </p:par>
                            </p:childTnLst>
                          </p:cTn>
                        </p:par>
                      </p:childTnLst>
                    </p:cTn>
                  </p:par>
                  <p:par>
                    <p:cTn id="379" fill="hold">
                      <p:stCondLst>
                        <p:cond delay="indefinite"/>
                      </p:stCondLst>
                      <p:childTnLst>
                        <p:par>
                          <p:cTn id="380" fill="hold">
                            <p:stCondLst>
                              <p:cond delay="0"/>
                            </p:stCondLst>
                            <p:childTnLst>
                              <p:par>
                                <p:cTn id="381" presetID="1" presetClass="entr" presetSubtype="0" fill="hold" nodeType="clickEffect">
                                  <p:stCondLst>
                                    <p:cond delay="0"/>
                                  </p:stCondLst>
                                  <p:childTnLst>
                                    <p:set>
                                      <p:cBhvr>
                                        <p:cTn id="382" dur="1" fill="hold">
                                          <p:stCondLst>
                                            <p:cond delay="0"/>
                                          </p:stCondLst>
                                        </p:cTn>
                                        <p:tgtEl>
                                          <p:spTgt spid="97">
                                            <p:txEl>
                                              <p:pRg st="4" end="4"/>
                                            </p:txEl>
                                          </p:spTgt>
                                        </p:tgtEl>
                                        <p:attrNameLst>
                                          <p:attrName>style.visibility</p:attrName>
                                        </p:attrNameLst>
                                      </p:cBhvr>
                                      <p:to>
                                        <p:strVal val="visible"/>
                                      </p:to>
                                    </p:set>
                                  </p:childTnLst>
                                </p:cTn>
                              </p:par>
                            </p:childTnLst>
                          </p:cTn>
                        </p:par>
                      </p:childTnLst>
                    </p:cTn>
                  </p:par>
                  <p:par>
                    <p:cTn id="383" fill="hold">
                      <p:stCondLst>
                        <p:cond delay="indefinite"/>
                      </p:stCondLst>
                      <p:childTnLst>
                        <p:par>
                          <p:cTn id="384" fill="hold">
                            <p:stCondLst>
                              <p:cond delay="0"/>
                            </p:stCondLst>
                            <p:childTnLst>
                              <p:par>
                                <p:cTn id="385" presetID="1" presetClass="entr" presetSubtype="0" fill="hold" nodeType="clickEffect">
                                  <p:stCondLst>
                                    <p:cond delay="0"/>
                                  </p:stCondLst>
                                  <p:childTnLst>
                                    <p:set>
                                      <p:cBhvr>
                                        <p:cTn id="386" dur="1" fill="hold">
                                          <p:stCondLst>
                                            <p:cond delay="0"/>
                                          </p:stCondLst>
                                        </p:cTn>
                                        <p:tgtEl>
                                          <p:spTgt spid="97">
                                            <p:txEl>
                                              <p:pRg st="5" end="5"/>
                                            </p:txEl>
                                          </p:spTgt>
                                        </p:tgtEl>
                                        <p:attrNameLst>
                                          <p:attrName>style.visibility</p:attrName>
                                        </p:attrNameLst>
                                      </p:cBhvr>
                                      <p:to>
                                        <p:strVal val="visible"/>
                                      </p:to>
                                    </p:set>
                                  </p:childTnLst>
                                </p:cTn>
                              </p:par>
                            </p:childTnLst>
                          </p:cTn>
                        </p:par>
                      </p:childTnLst>
                    </p:cTn>
                  </p:par>
                  <p:par>
                    <p:cTn id="387" fill="hold">
                      <p:stCondLst>
                        <p:cond delay="indefinite"/>
                      </p:stCondLst>
                      <p:childTnLst>
                        <p:par>
                          <p:cTn id="388" fill="hold">
                            <p:stCondLst>
                              <p:cond delay="0"/>
                            </p:stCondLst>
                            <p:childTnLst>
                              <p:par>
                                <p:cTn id="389" presetID="1" presetClass="entr" presetSubtype="0" fill="hold" nodeType="clickEffect">
                                  <p:stCondLst>
                                    <p:cond delay="0"/>
                                  </p:stCondLst>
                                  <p:childTnLst>
                                    <p:set>
                                      <p:cBhvr>
                                        <p:cTn id="390" dur="1" fill="hold">
                                          <p:stCondLst>
                                            <p:cond delay="0"/>
                                          </p:stCondLst>
                                        </p:cTn>
                                        <p:tgtEl>
                                          <p:spTgt spid="97">
                                            <p:txEl>
                                              <p:pRg st="6" end="6"/>
                                            </p:txEl>
                                          </p:spTgt>
                                        </p:tgtEl>
                                        <p:attrNameLst>
                                          <p:attrName>style.visibility</p:attrName>
                                        </p:attrNameLst>
                                      </p:cBhvr>
                                      <p:to>
                                        <p:strVal val="visible"/>
                                      </p:to>
                                    </p:set>
                                  </p:childTnLst>
                                </p:cTn>
                              </p:par>
                            </p:childTnLst>
                          </p:cTn>
                        </p:par>
                      </p:childTnLst>
                    </p:cTn>
                  </p:par>
                  <p:par>
                    <p:cTn id="391" fill="hold">
                      <p:stCondLst>
                        <p:cond delay="indefinite"/>
                      </p:stCondLst>
                      <p:childTnLst>
                        <p:par>
                          <p:cTn id="392" fill="hold">
                            <p:stCondLst>
                              <p:cond delay="0"/>
                            </p:stCondLst>
                            <p:childTnLst>
                              <p:par>
                                <p:cTn id="393" presetID="1" presetClass="entr" presetSubtype="0" fill="hold" nodeType="clickEffect">
                                  <p:stCondLst>
                                    <p:cond delay="0"/>
                                  </p:stCondLst>
                                  <p:childTnLst>
                                    <p:set>
                                      <p:cBhvr>
                                        <p:cTn id="394" dur="1" fill="hold">
                                          <p:stCondLst>
                                            <p:cond delay="0"/>
                                          </p:stCondLst>
                                        </p:cTn>
                                        <p:tgtEl>
                                          <p:spTgt spid="97">
                                            <p:txEl>
                                              <p:pRg st="7" end="7"/>
                                            </p:txEl>
                                          </p:spTgt>
                                        </p:tgtEl>
                                        <p:attrNameLst>
                                          <p:attrName>style.visibility</p:attrName>
                                        </p:attrNameLst>
                                      </p:cBhvr>
                                      <p:to>
                                        <p:strVal val="visible"/>
                                      </p:to>
                                    </p:set>
                                  </p:childTnLst>
                                </p:cTn>
                              </p:par>
                            </p:childTnLst>
                          </p:cTn>
                        </p:par>
                      </p:childTnLst>
                    </p:cTn>
                  </p:par>
                  <p:par>
                    <p:cTn id="395" fill="hold">
                      <p:stCondLst>
                        <p:cond delay="indefinite"/>
                      </p:stCondLst>
                      <p:childTnLst>
                        <p:par>
                          <p:cTn id="396" fill="hold">
                            <p:stCondLst>
                              <p:cond delay="0"/>
                            </p:stCondLst>
                            <p:childTnLst>
                              <p:par>
                                <p:cTn id="397" presetID="1" presetClass="entr" presetSubtype="0" fill="hold" nodeType="clickEffect">
                                  <p:stCondLst>
                                    <p:cond delay="0"/>
                                  </p:stCondLst>
                                  <p:childTnLst>
                                    <p:set>
                                      <p:cBhvr>
                                        <p:cTn id="398" dur="1" fill="hold">
                                          <p:stCondLst>
                                            <p:cond delay="0"/>
                                          </p:stCondLst>
                                        </p:cTn>
                                        <p:tgtEl>
                                          <p:spTgt spid="97">
                                            <p:txEl>
                                              <p:pRg st="8" end="8"/>
                                            </p:txEl>
                                          </p:spTgt>
                                        </p:tgtEl>
                                        <p:attrNameLst>
                                          <p:attrName>style.visibility</p:attrName>
                                        </p:attrNameLst>
                                      </p:cBhvr>
                                      <p:to>
                                        <p:strVal val="visible"/>
                                      </p:to>
                                    </p:set>
                                  </p:childTnLst>
                                </p:cTn>
                              </p:par>
                            </p:childTnLst>
                          </p:cTn>
                        </p:par>
                      </p:childTnLst>
                    </p:cTn>
                  </p:par>
                  <p:par>
                    <p:cTn id="399" fill="hold">
                      <p:stCondLst>
                        <p:cond delay="indefinite"/>
                      </p:stCondLst>
                      <p:childTnLst>
                        <p:par>
                          <p:cTn id="400" fill="hold">
                            <p:stCondLst>
                              <p:cond delay="0"/>
                            </p:stCondLst>
                            <p:childTnLst>
                              <p:par>
                                <p:cTn id="401" presetID="1" presetClass="entr" presetSubtype="0" fill="hold" nodeType="clickEffect">
                                  <p:stCondLst>
                                    <p:cond delay="0"/>
                                  </p:stCondLst>
                                  <p:childTnLst>
                                    <p:set>
                                      <p:cBhvr>
                                        <p:cTn id="402" dur="1" fill="hold">
                                          <p:stCondLst>
                                            <p:cond delay="0"/>
                                          </p:stCondLst>
                                        </p:cTn>
                                        <p:tgtEl>
                                          <p:spTgt spid="98">
                                            <p:txEl>
                                              <p:pRg st="0" end="0"/>
                                            </p:txEl>
                                          </p:spTgt>
                                        </p:tgtEl>
                                        <p:attrNameLst>
                                          <p:attrName>style.visibility</p:attrName>
                                        </p:attrNameLst>
                                      </p:cBhvr>
                                      <p:to>
                                        <p:strVal val="visible"/>
                                      </p:to>
                                    </p:set>
                                  </p:childTnLst>
                                </p:cTn>
                              </p:par>
                            </p:childTnLst>
                          </p:cTn>
                        </p:par>
                      </p:childTnLst>
                    </p:cTn>
                  </p:par>
                  <p:par>
                    <p:cTn id="403" fill="hold">
                      <p:stCondLst>
                        <p:cond delay="indefinite"/>
                      </p:stCondLst>
                      <p:childTnLst>
                        <p:par>
                          <p:cTn id="404" fill="hold">
                            <p:stCondLst>
                              <p:cond delay="0"/>
                            </p:stCondLst>
                            <p:childTnLst>
                              <p:par>
                                <p:cTn id="405" presetID="1" presetClass="entr" presetSubtype="0" fill="hold" nodeType="clickEffect">
                                  <p:stCondLst>
                                    <p:cond delay="0"/>
                                  </p:stCondLst>
                                  <p:childTnLst>
                                    <p:set>
                                      <p:cBhvr>
                                        <p:cTn id="406" dur="1" fill="hold">
                                          <p:stCondLst>
                                            <p:cond delay="0"/>
                                          </p:stCondLst>
                                        </p:cTn>
                                        <p:tgtEl>
                                          <p:spTgt spid="98">
                                            <p:txEl>
                                              <p:pRg st="1" end="1"/>
                                            </p:txEl>
                                          </p:spTgt>
                                        </p:tgtEl>
                                        <p:attrNameLst>
                                          <p:attrName>style.visibility</p:attrName>
                                        </p:attrNameLst>
                                      </p:cBhvr>
                                      <p:to>
                                        <p:strVal val="visible"/>
                                      </p:to>
                                    </p:set>
                                  </p:childTnLst>
                                </p:cTn>
                              </p:par>
                            </p:childTnLst>
                          </p:cTn>
                        </p:par>
                      </p:childTnLst>
                    </p:cTn>
                  </p:par>
                  <p:par>
                    <p:cTn id="407" fill="hold">
                      <p:stCondLst>
                        <p:cond delay="indefinite"/>
                      </p:stCondLst>
                      <p:childTnLst>
                        <p:par>
                          <p:cTn id="408" fill="hold">
                            <p:stCondLst>
                              <p:cond delay="0"/>
                            </p:stCondLst>
                            <p:childTnLst>
                              <p:par>
                                <p:cTn id="409" presetID="1" presetClass="entr" presetSubtype="0" fill="hold" nodeType="clickEffect">
                                  <p:stCondLst>
                                    <p:cond delay="0"/>
                                  </p:stCondLst>
                                  <p:childTnLst>
                                    <p:set>
                                      <p:cBhvr>
                                        <p:cTn id="410" dur="1" fill="hold">
                                          <p:stCondLst>
                                            <p:cond delay="0"/>
                                          </p:stCondLst>
                                        </p:cTn>
                                        <p:tgtEl>
                                          <p:spTgt spid="98">
                                            <p:txEl>
                                              <p:pRg st="2" end="2"/>
                                            </p:txEl>
                                          </p:spTgt>
                                        </p:tgtEl>
                                        <p:attrNameLst>
                                          <p:attrName>style.visibility</p:attrName>
                                        </p:attrNameLst>
                                      </p:cBhvr>
                                      <p:to>
                                        <p:strVal val="visible"/>
                                      </p:to>
                                    </p:set>
                                  </p:childTnLst>
                                </p:cTn>
                              </p:par>
                            </p:childTnLst>
                          </p:cTn>
                        </p:par>
                      </p:childTnLst>
                    </p:cTn>
                  </p:par>
                  <p:par>
                    <p:cTn id="411" fill="hold">
                      <p:stCondLst>
                        <p:cond delay="indefinite"/>
                      </p:stCondLst>
                      <p:childTnLst>
                        <p:par>
                          <p:cTn id="412" fill="hold">
                            <p:stCondLst>
                              <p:cond delay="0"/>
                            </p:stCondLst>
                            <p:childTnLst>
                              <p:par>
                                <p:cTn id="413" presetID="1" presetClass="entr" presetSubtype="0" fill="hold" nodeType="clickEffect">
                                  <p:stCondLst>
                                    <p:cond delay="0"/>
                                  </p:stCondLst>
                                  <p:childTnLst>
                                    <p:set>
                                      <p:cBhvr>
                                        <p:cTn id="414" dur="1" fill="hold">
                                          <p:stCondLst>
                                            <p:cond delay="0"/>
                                          </p:stCondLst>
                                        </p:cTn>
                                        <p:tgtEl>
                                          <p:spTgt spid="98">
                                            <p:txEl>
                                              <p:pRg st="3" end="3"/>
                                            </p:txEl>
                                          </p:spTgt>
                                        </p:tgtEl>
                                        <p:attrNameLst>
                                          <p:attrName>style.visibility</p:attrName>
                                        </p:attrNameLst>
                                      </p:cBhvr>
                                      <p:to>
                                        <p:strVal val="visible"/>
                                      </p:to>
                                    </p:set>
                                  </p:childTnLst>
                                </p:cTn>
                              </p:par>
                            </p:childTnLst>
                          </p:cTn>
                        </p:par>
                      </p:childTnLst>
                    </p:cTn>
                  </p:par>
                  <p:par>
                    <p:cTn id="415" fill="hold">
                      <p:stCondLst>
                        <p:cond delay="indefinite"/>
                      </p:stCondLst>
                      <p:childTnLst>
                        <p:par>
                          <p:cTn id="416" fill="hold">
                            <p:stCondLst>
                              <p:cond delay="0"/>
                            </p:stCondLst>
                            <p:childTnLst>
                              <p:par>
                                <p:cTn id="417" presetID="1" presetClass="entr" presetSubtype="0" fill="hold" nodeType="clickEffect">
                                  <p:stCondLst>
                                    <p:cond delay="0"/>
                                  </p:stCondLst>
                                  <p:childTnLst>
                                    <p:set>
                                      <p:cBhvr>
                                        <p:cTn id="418" dur="1" fill="hold">
                                          <p:stCondLst>
                                            <p:cond delay="0"/>
                                          </p:stCondLst>
                                        </p:cTn>
                                        <p:tgtEl>
                                          <p:spTgt spid="98">
                                            <p:txEl>
                                              <p:pRg st="4" end="4"/>
                                            </p:txEl>
                                          </p:spTgt>
                                        </p:tgtEl>
                                        <p:attrNameLst>
                                          <p:attrName>style.visibility</p:attrName>
                                        </p:attrNameLst>
                                      </p:cBhvr>
                                      <p:to>
                                        <p:strVal val="visible"/>
                                      </p:to>
                                    </p:set>
                                  </p:childTnLst>
                                </p:cTn>
                              </p:par>
                            </p:childTnLst>
                          </p:cTn>
                        </p:par>
                      </p:childTnLst>
                    </p:cTn>
                  </p:par>
                  <p:par>
                    <p:cTn id="419" fill="hold">
                      <p:stCondLst>
                        <p:cond delay="indefinite"/>
                      </p:stCondLst>
                      <p:childTnLst>
                        <p:par>
                          <p:cTn id="420" fill="hold">
                            <p:stCondLst>
                              <p:cond delay="0"/>
                            </p:stCondLst>
                            <p:childTnLst>
                              <p:par>
                                <p:cTn id="421" presetID="1" presetClass="entr" presetSubtype="0" fill="hold" nodeType="clickEffect">
                                  <p:stCondLst>
                                    <p:cond delay="0"/>
                                  </p:stCondLst>
                                  <p:childTnLst>
                                    <p:set>
                                      <p:cBhvr>
                                        <p:cTn id="422" dur="1" fill="hold">
                                          <p:stCondLst>
                                            <p:cond delay="0"/>
                                          </p:stCondLst>
                                        </p:cTn>
                                        <p:tgtEl>
                                          <p:spTgt spid="98">
                                            <p:txEl>
                                              <p:pRg st="5" end="5"/>
                                            </p:txEl>
                                          </p:spTgt>
                                        </p:tgtEl>
                                        <p:attrNameLst>
                                          <p:attrName>style.visibility</p:attrName>
                                        </p:attrNameLst>
                                      </p:cBhvr>
                                      <p:to>
                                        <p:strVal val="visible"/>
                                      </p:to>
                                    </p:set>
                                  </p:childTnLst>
                                </p:cTn>
                              </p:par>
                            </p:childTnLst>
                          </p:cTn>
                        </p:par>
                      </p:childTnLst>
                    </p:cTn>
                  </p:par>
                  <p:par>
                    <p:cTn id="423" fill="hold">
                      <p:stCondLst>
                        <p:cond delay="indefinite"/>
                      </p:stCondLst>
                      <p:childTnLst>
                        <p:par>
                          <p:cTn id="424" fill="hold">
                            <p:stCondLst>
                              <p:cond delay="0"/>
                            </p:stCondLst>
                            <p:childTnLst>
                              <p:par>
                                <p:cTn id="425" presetID="1" presetClass="entr" presetSubtype="0" fill="hold" nodeType="clickEffect">
                                  <p:stCondLst>
                                    <p:cond delay="0"/>
                                  </p:stCondLst>
                                  <p:childTnLst>
                                    <p:set>
                                      <p:cBhvr>
                                        <p:cTn id="426" dur="1" fill="hold">
                                          <p:stCondLst>
                                            <p:cond delay="0"/>
                                          </p:stCondLst>
                                        </p:cTn>
                                        <p:tgtEl>
                                          <p:spTgt spid="98">
                                            <p:txEl>
                                              <p:pRg st="6" end="6"/>
                                            </p:txEl>
                                          </p:spTgt>
                                        </p:tgtEl>
                                        <p:attrNameLst>
                                          <p:attrName>style.visibility</p:attrName>
                                        </p:attrNameLst>
                                      </p:cBhvr>
                                      <p:to>
                                        <p:strVal val="visible"/>
                                      </p:to>
                                    </p:set>
                                  </p:childTnLst>
                                </p:cTn>
                              </p:par>
                            </p:childTnLst>
                          </p:cTn>
                        </p:par>
                      </p:childTnLst>
                    </p:cTn>
                  </p:par>
                  <p:par>
                    <p:cTn id="427" fill="hold">
                      <p:stCondLst>
                        <p:cond delay="indefinite"/>
                      </p:stCondLst>
                      <p:childTnLst>
                        <p:par>
                          <p:cTn id="428" fill="hold">
                            <p:stCondLst>
                              <p:cond delay="0"/>
                            </p:stCondLst>
                            <p:childTnLst>
                              <p:par>
                                <p:cTn id="429" presetID="1" presetClass="entr" presetSubtype="0" fill="hold" nodeType="clickEffect">
                                  <p:stCondLst>
                                    <p:cond delay="0"/>
                                  </p:stCondLst>
                                  <p:childTnLst>
                                    <p:set>
                                      <p:cBhvr>
                                        <p:cTn id="430" dur="1" fill="hold">
                                          <p:stCondLst>
                                            <p:cond delay="0"/>
                                          </p:stCondLst>
                                        </p:cTn>
                                        <p:tgtEl>
                                          <p:spTgt spid="98">
                                            <p:txEl>
                                              <p:pRg st="7" end="7"/>
                                            </p:txEl>
                                          </p:spTgt>
                                        </p:tgtEl>
                                        <p:attrNameLst>
                                          <p:attrName>style.visibility</p:attrName>
                                        </p:attrNameLst>
                                      </p:cBhvr>
                                      <p:to>
                                        <p:strVal val="visible"/>
                                      </p:to>
                                    </p:set>
                                  </p:childTnLst>
                                </p:cTn>
                              </p:par>
                            </p:childTnLst>
                          </p:cTn>
                        </p:par>
                      </p:childTnLst>
                    </p:cTn>
                  </p:par>
                  <p:par>
                    <p:cTn id="431" fill="hold">
                      <p:stCondLst>
                        <p:cond delay="indefinite"/>
                      </p:stCondLst>
                      <p:childTnLst>
                        <p:par>
                          <p:cTn id="432" fill="hold">
                            <p:stCondLst>
                              <p:cond delay="0"/>
                            </p:stCondLst>
                            <p:childTnLst>
                              <p:par>
                                <p:cTn id="433" presetID="1" presetClass="entr" presetSubtype="0" fill="hold" nodeType="clickEffect">
                                  <p:stCondLst>
                                    <p:cond delay="0"/>
                                  </p:stCondLst>
                                  <p:childTnLst>
                                    <p:set>
                                      <p:cBhvr>
                                        <p:cTn id="434" dur="1" fill="hold">
                                          <p:stCondLst>
                                            <p:cond delay="0"/>
                                          </p:stCondLst>
                                        </p:cTn>
                                        <p:tgtEl>
                                          <p:spTgt spid="98">
                                            <p:txEl>
                                              <p:pRg st="8" end="8"/>
                                            </p:txEl>
                                          </p:spTgt>
                                        </p:tgtEl>
                                        <p:attrNameLst>
                                          <p:attrName>style.visibility</p:attrName>
                                        </p:attrNameLst>
                                      </p:cBhvr>
                                      <p:to>
                                        <p:strVal val="visible"/>
                                      </p:to>
                                    </p:set>
                                  </p:childTnLst>
                                </p:cTn>
                              </p:par>
                            </p:childTnLst>
                          </p:cTn>
                        </p:par>
                      </p:childTnLst>
                    </p:cTn>
                  </p:par>
                  <p:par>
                    <p:cTn id="435" fill="hold">
                      <p:stCondLst>
                        <p:cond delay="indefinite"/>
                      </p:stCondLst>
                      <p:childTnLst>
                        <p:par>
                          <p:cTn id="436" fill="hold">
                            <p:stCondLst>
                              <p:cond delay="0"/>
                            </p:stCondLst>
                            <p:childTnLst>
                              <p:par>
                                <p:cTn id="437" presetID="1" presetClass="entr" presetSubtype="0" fill="hold" nodeType="clickEffect">
                                  <p:stCondLst>
                                    <p:cond delay="0"/>
                                  </p:stCondLst>
                                  <p:childTnLst>
                                    <p:set>
                                      <p:cBhvr>
                                        <p:cTn id="438" dur="1" fill="hold">
                                          <p:stCondLst>
                                            <p:cond delay="0"/>
                                          </p:stCondLst>
                                        </p:cTn>
                                        <p:tgtEl>
                                          <p:spTgt spid="99">
                                            <p:txEl>
                                              <p:pRg st="0" end="0"/>
                                            </p:txEl>
                                          </p:spTgt>
                                        </p:tgtEl>
                                        <p:attrNameLst>
                                          <p:attrName>style.visibility</p:attrName>
                                        </p:attrNameLst>
                                      </p:cBhvr>
                                      <p:to>
                                        <p:strVal val="visible"/>
                                      </p:to>
                                    </p:set>
                                  </p:childTnLst>
                                </p:cTn>
                              </p:par>
                            </p:childTnLst>
                          </p:cTn>
                        </p:par>
                      </p:childTnLst>
                    </p:cTn>
                  </p:par>
                  <p:par>
                    <p:cTn id="439" fill="hold">
                      <p:stCondLst>
                        <p:cond delay="indefinite"/>
                      </p:stCondLst>
                      <p:childTnLst>
                        <p:par>
                          <p:cTn id="440" fill="hold">
                            <p:stCondLst>
                              <p:cond delay="0"/>
                            </p:stCondLst>
                            <p:childTnLst>
                              <p:par>
                                <p:cTn id="441" presetID="1" presetClass="entr" presetSubtype="0" fill="hold" nodeType="clickEffect">
                                  <p:stCondLst>
                                    <p:cond delay="0"/>
                                  </p:stCondLst>
                                  <p:childTnLst>
                                    <p:set>
                                      <p:cBhvr>
                                        <p:cTn id="442" dur="1" fill="hold">
                                          <p:stCondLst>
                                            <p:cond delay="0"/>
                                          </p:stCondLst>
                                        </p:cTn>
                                        <p:tgtEl>
                                          <p:spTgt spid="99">
                                            <p:txEl>
                                              <p:pRg st="1" end="1"/>
                                            </p:txEl>
                                          </p:spTgt>
                                        </p:tgtEl>
                                        <p:attrNameLst>
                                          <p:attrName>style.visibility</p:attrName>
                                        </p:attrNameLst>
                                      </p:cBhvr>
                                      <p:to>
                                        <p:strVal val="visible"/>
                                      </p:to>
                                    </p:set>
                                  </p:childTnLst>
                                </p:cTn>
                              </p:par>
                            </p:childTnLst>
                          </p:cTn>
                        </p:par>
                      </p:childTnLst>
                    </p:cTn>
                  </p:par>
                  <p:par>
                    <p:cTn id="443" fill="hold">
                      <p:stCondLst>
                        <p:cond delay="indefinite"/>
                      </p:stCondLst>
                      <p:childTnLst>
                        <p:par>
                          <p:cTn id="444" fill="hold">
                            <p:stCondLst>
                              <p:cond delay="0"/>
                            </p:stCondLst>
                            <p:childTnLst>
                              <p:par>
                                <p:cTn id="445" presetID="1" presetClass="entr" presetSubtype="0" fill="hold" nodeType="clickEffect">
                                  <p:stCondLst>
                                    <p:cond delay="0"/>
                                  </p:stCondLst>
                                  <p:childTnLst>
                                    <p:set>
                                      <p:cBhvr>
                                        <p:cTn id="446" dur="1" fill="hold">
                                          <p:stCondLst>
                                            <p:cond delay="0"/>
                                          </p:stCondLst>
                                        </p:cTn>
                                        <p:tgtEl>
                                          <p:spTgt spid="99">
                                            <p:txEl>
                                              <p:pRg st="2" end="2"/>
                                            </p:txEl>
                                          </p:spTgt>
                                        </p:tgtEl>
                                        <p:attrNameLst>
                                          <p:attrName>style.visibility</p:attrName>
                                        </p:attrNameLst>
                                      </p:cBhvr>
                                      <p:to>
                                        <p:strVal val="visible"/>
                                      </p:to>
                                    </p:set>
                                  </p:childTnLst>
                                </p:cTn>
                              </p:par>
                            </p:childTnLst>
                          </p:cTn>
                        </p:par>
                      </p:childTnLst>
                    </p:cTn>
                  </p:par>
                  <p:par>
                    <p:cTn id="447" fill="hold">
                      <p:stCondLst>
                        <p:cond delay="indefinite"/>
                      </p:stCondLst>
                      <p:childTnLst>
                        <p:par>
                          <p:cTn id="448" fill="hold">
                            <p:stCondLst>
                              <p:cond delay="0"/>
                            </p:stCondLst>
                            <p:childTnLst>
                              <p:par>
                                <p:cTn id="449" presetID="1" presetClass="entr" presetSubtype="0" fill="hold" nodeType="clickEffect">
                                  <p:stCondLst>
                                    <p:cond delay="0"/>
                                  </p:stCondLst>
                                  <p:childTnLst>
                                    <p:set>
                                      <p:cBhvr>
                                        <p:cTn id="450" dur="1" fill="hold">
                                          <p:stCondLst>
                                            <p:cond delay="0"/>
                                          </p:stCondLst>
                                        </p:cTn>
                                        <p:tgtEl>
                                          <p:spTgt spid="99">
                                            <p:txEl>
                                              <p:pRg st="3" end="3"/>
                                            </p:txEl>
                                          </p:spTgt>
                                        </p:tgtEl>
                                        <p:attrNameLst>
                                          <p:attrName>style.visibility</p:attrName>
                                        </p:attrNameLst>
                                      </p:cBhvr>
                                      <p:to>
                                        <p:strVal val="visible"/>
                                      </p:to>
                                    </p:set>
                                  </p:childTnLst>
                                </p:cTn>
                              </p:par>
                            </p:childTnLst>
                          </p:cTn>
                        </p:par>
                      </p:childTnLst>
                    </p:cTn>
                  </p:par>
                  <p:par>
                    <p:cTn id="451" fill="hold">
                      <p:stCondLst>
                        <p:cond delay="indefinite"/>
                      </p:stCondLst>
                      <p:childTnLst>
                        <p:par>
                          <p:cTn id="452" fill="hold">
                            <p:stCondLst>
                              <p:cond delay="0"/>
                            </p:stCondLst>
                            <p:childTnLst>
                              <p:par>
                                <p:cTn id="453" presetID="1" presetClass="entr" presetSubtype="0" fill="hold" nodeType="clickEffect">
                                  <p:stCondLst>
                                    <p:cond delay="0"/>
                                  </p:stCondLst>
                                  <p:childTnLst>
                                    <p:set>
                                      <p:cBhvr>
                                        <p:cTn id="454" dur="1" fill="hold">
                                          <p:stCondLst>
                                            <p:cond delay="0"/>
                                          </p:stCondLst>
                                        </p:cTn>
                                        <p:tgtEl>
                                          <p:spTgt spid="99">
                                            <p:txEl>
                                              <p:pRg st="4" end="4"/>
                                            </p:txEl>
                                          </p:spTgt>
                                        </p:tgtEl>
                                        <p:attrNameLst>
                                          <p:attrName>style.visibility</p:attrName>
                                        </p:attrNameLst>
                                      </p:cBhvr>
                                      <p:to>
                                        <p:strVal val="visible"/>
                                      </p:to>
                                    </p:set>
                                  </p:childTnLst>
                                </p:cTn>
                              </p:par>
                            </p:childTnLst>
                          </p:cTn>
                        </p:par>
                      </p:childTnLst>
                    </p:cTn>
                  </p:par>
                  <p:par>
                    <p:cTn id="455" fill="hold">
                      <p:stCondLst>
                        <p:cond delay="indefinite"/>
                      </p:stCondLst>
                      <p:childTnLst>
                        <p:par>
                          <p:cTn id="456" fill="hold">
                            <p:stCondLst>
                              <p:cond delay="0"/>
                            </p:stCondLst>
                            <p:childTnLst>
                              <p:par>
                                <p:cTn id="457" presetID="1" presetClass="entr" presetSubtype="0" fill="hold" nodeType="clickEffect">
                                  <p:stCondLst>
                                    <p:cond delay="0"/>
                                  </p:stCondLst>
                                  <p:childTnLst>
                                    <p:set>
                                      <p:cBhvr>
                                        <p:cTn id="458" dur="1" fill="hold">
                                          <p:stCondLst>
                                            <p:cond delay="0"/>
                                          </p:stCondLst>
                                        </p:cTn>
                                        <p:tgtEl>
                                          <p:spTgt spid="99">
                                            <p:txEl>
                                              <p:pRg st="5" end="5"/>
                                            </p:txEl>
                                          </p:spTgt>
                                        </p:tgtEl>
                                        <p:attrNameLst>
                                          <p:attrName>style.visibility</p:attrName>
                                        </p:attrNameLst>
                                      </p:cBhvr>
                                      <p:to>
                                        <p:strVal val="visible"/>
                                      </p:to>
                                    </p:set>
                                  </p:childTnLst>
                                </p:cTn>
                              </p:par>
                            </p:childTnLst>
                          </p:cTn>
                        </p:par>
                      </p:childTnLst>
                    </p:cTn>
                  </p:par>
                  <p:par>
                    <p:cTn id="459" fill="hold">
                      <p:stCondLst>
                        <p:cond delay="indefinite"/>
                      </p:stCondLst>
                      <p:childTnLst>
                        <p:par>
                          <p:cTn id="460" fill="hold">
                            <p:stCondLst>
                              <p:cond delay="0"/>
                            </p:stCondLst>
                            <p:childTnLst>
                              <p:par>
                                <p:cTn id="461" presetID="1" presetClass="entr" presetSubtype="0" fill="hold" nodeType="clickEffect">
                                  <p:stCondLst>
                                    <p:cond delay="0"/>
                                  </p:stCondLst>
                                  <p:childTnLst>
                                    <p:set>
                                      <p:cBhvr>
                                        <p:cTn id="462" dur="1" fill="hold">
                                          <p:stCondLst>
                                            <p:cond delay="0"/>
                                          </p:stCondLst>
                                        </p:cTn>
                                        <p:tgtEl>
                                          <p:spTgt spid="99">
                                            <p:txEl>
                                              <p:pRg st="6" end="6"/>
                                            </p:txEl>
                                          </p:spTgt>
                                        </p:tgtEl>
                                        <p:attrNameLst>
                                          <p:attrName>style.visibility</p:attrName>
                                        </p:attrNameLst>
                                      </p:cBhvr>
                                      <p:to>
                                        <p:strVal val="visible"/>
                                      </p:to>
                                    </p:set>
                                  </p:childTnLst>
                                </p:cTn>
                              </p:par>
                            </p:childTnLst>
                          </p:cTn>
                        </p:par>
                      </p:childTnLst>
                    </p:cTn>
                  </p:par>
                  <p:par>
                    <p:cTn id="463" fill="hold">
                      <p:stCondLst>
                        <p:cond delay="indefinite"/>
                      </p:stCondLst>
                      <p:childTnLst>
                        <p:par>
                          <p:cTn id="464" fill="hold">
                            <p:stCondLst>
                              <p:cond delay="0"/>
                            </p:stCondLst>
                            <p:childTnLst>
                              <p:par>
                                <p:cTn id="465" presetID="1" presetClass="entr" presetSubtype="0" fill="hold" nodeType="clickEffect">
                                  <p:stCondLst>
                                    <p:cond delay="0"/>
                                  </p:stCondLst>
                                  <p:childTnLst>
                                    <p:set>
                                      <p:cBhvr>
                                        <p:cTn id="466" dur="1" fill="hold">
                                          <p:stCondLst>
                                            <p:cond delay="0"/>
                                          </p:stCondLst>
                                        </p:cTn>
                                        <p:tgtEl>
                                          <p:spTgt spid="99">
                                            <p:txEl>
                                              <p:pRg st="7" end="7"/>
                                            </p:txEl>
                                          </p:spTgt>
                                        </p:tgtEl>
                                        <p:attrNameLst>
                                          <p:attrName>style.visibility</p:attrName>
                                        </p:attrNameLst>
                                      </p:cBhvr>
                                      <p:to>
                                        <p:strVal val="visible"/>
                                      </p:to>
                                    </p:set>
                                  </p:childTnLst>
                                </p:cTn>
                              </p:par>
                            </p:childTnLst>
                          </p:cTn>
                        </p:par>
                      </p:childTnLst>
                    </p:cTn>
                  </p:par>
                  <p:par>
                    <p:cTn id="467" fill="hold">
                      <p:stCondLst>
                        <p:cond delay="indefinite"/>
                      </p:stCondLst>
                      <p:childTnLst>
                        <p:par>
                          <p:cTn id="468" fill="hold">
                            <p:stCondLst>
                              <p:cond delay="0"/>
                            </p:stCondLst>
                            <p:childTnLst>
                              <p:par>
                                <p:cTn id="469" presetID="1" presetClass="entr" presetSubtype="0" fill="hold" nodeType="clickEffect">
                                  <p:stCondLst>
                                    <p:cond delay="0"/>
                                  </p:stCondLst>
                                  <p:childTnLst>
                                    <p:set>
                                      <p:cBhvr>
                                        <p:cTn id="470" dur="1" fill="hold">
                                          <p:stCondLst>
                                            <p:cond delay="0"/>
                                          </p:stCondLst>
                                        </p:cTn>
                                        <p:tgtEl>
                                          <p:spTgt spid="99">
                                            <p:txEl>
                                              <p:pRg st="8" end="8"/>
                                            </p:txEl>
                                          </p:spTgt>
                                        </p:tgtEl>
                                        <p:attrNameLst>
                                          <p:attrName>style.visibility</p:attrName>
                                        </p:attrNameLst>
                                      </p:cBhvr>
                                      <p:to>
                                        <p:strVal val="visible"/>
                                      </p:to>
                                    </p:set>
                                  </p:childTnLst>
                                </p:cTn>
                              </p:par>
                            </p:childTnLst>
                          </p:cTn>
                        </p:par>
                      </p:childTnLst>
                    </p:cTn>
                  </p:par>
                  <p:par>
                    <p:cTn id="471" fill="hold">
                      <p:stCondLst>
                        <p:cond delay="indefinite"/>
                      </p:stCondLst>
                      <p:childTnLst>
                        <p:par>
                          <p:cTn id="472" fill="hold">
                            <p:stCondLst>
                              <p:cond delay="0"/>
                            </p:stCondLst>
                            <p:childTnLst>
                              <p:par>
                                <p:cTn id="473" presetID="1" presetClass="entr" presetSubtype="0" fill="hold" nodeType="clickEffect">
                                  <p:stCondLst>
                                    <p:cond delay="0"/>
                                  </p:stCondLst>
                                  <p:childTnLst>
                                    <p:set>
                                      <p:cBhvr>
                                        <p:cTn id="474" dur="1" fill="hold">
                                          <p:stCondLst>
                                            <p:cond delay="0"/>
                                          </p:stCondLst>
                                        </p:cTn>
                                        <p:tgtEl>
                                          <p:spTgt spid="100">
                                            <p:txEl>
                                              <p:pRg st="0" end="0"/>
                                            </p:txEl>
                                          </p:spTgt>
                                        </p:tgtEl>
                                        <p:attrNameLst>
                                          <p:attrName>style.visibility</p:attrName>
                                        </p:attrNameLst>
                                      </p:cBhvr>
                                      <p:to>
                                        <p:strVal val="visible"/>
                                      </p:to>
                                    </p:set>
                                  </p:childTnLst>
                                </p:cTn>
                              </p:par>
                            </p:childTnLst>
                          </p:cTn>
                        </p:par>
                      </p:childTnLst>
                    </p:cTn>
                  </p:par>
                  <p:par>
                    <p:cTn id="475" fill="hold">
                      <p:stCondLst>
                        <p:cond delay="indefinite"/>
                      </p:stCondLst>
                      <p:childTnLst>
                        <p:par>
                          <p:cTn id="476" fill="hold">
                            <p:stCondLst>
                              <p:cond delay="0"/>
                            </p:stCondLst>
                            <p:childTnLst>
                              <p:par>
                                <p:cTn id="477" presetID="1" presetClass="entr" presetSubtype="0" fill="hold" nodeType="clickEffect">
                                  <p:stCondLst>
                                    <p:cond delay="0"/>
                                  </p:stCondLst>
                                  <p:childTnLst>
                                    <p:set>
                                      <p:cBhvr>
                                        <p:cTn id="478" dur="1" fill="hold">
                                          <p:stCondLst>
                                            <p:cond delay="0"/>
                                          </p:stCondLst>
                                        </p:cTn>
                                        <p:tgtEl>
                                          <p:spTgt spid="100">
                                            <p:txEl>
                                              <p:pRg st="1" end="1"/>
                                            </p:txEl>
                                          </p:spTgt>
                                        </p:tgtEl>
                                        <p:attrNameLst>
                                          <p:attrName>style.visibility</p:attrName>
                                        </p:attrNameLst>
                                      </p:cBhvr>
                                      <p:to>
                                        <p:strVal val="visible"/>
                                      </p:to>
                                    </p:set>
                                  </p:childTnLst>
                                </p:cTn>
                              </p:par>
                            </p:childTnLst>
                          </p:cTn>
                        </p:par>
                      </p:childTnLst>
                    </p:cTn>
                  </p:par>
                  <p:par>
                    <p:cTn id="479" fill="hold">
                      <p:stCondLst>
                        <p:cond delay="indefinite"/>
                      </p:stCondLst>
                      <p:childTnLst>
                        <p:par>
                          <p:cTn id="480" fill="hold">
                            <p:stCondLst>
                              <p:cond delay="0"/>
                            </p:stCondLst>
                            <p:childTnLst>
                              <p:par>
                                <p:cTn id="481" presetID="1" presetClass="entr" presetSubtype="0" fill="hold" nodeType="clickEffect">
                                  <p:stCondLst>
                                    <p:cond delay="0"/>
                                  </p:stCondLst>
                                  <p:childTnLst>
                                    <p:set>
                                      <p:cBhvr>
                                        <p:cTn id="482" dur="1" fill="hold">
                                          <p:stCondLst>
                                            <p:cond delay="0"/>
                                          </p:stCondLst>
                                        </p:cTn>
                                        <p:tgtEl>
                                          <p:spTgt spid="100">
                                            <p:txEl>
                                              <p:pRg st="2" end="2"/>
                                            </p:txEl>
                                          </p:spTgt>
                                        </p:tgtEl>
                                        <p:attrNameLst>
                                          <p:attrName>style.visibility</p:attrName>
                                        </p:attrNameLst>
                                      </p:cBhvr>
                                      <p:to>
                                        <p:strVal val="visible"/>
                                      </p:to>
                                    </p:set>
                                  </p:childTnLst>
                                </p:cTn>
                              </p:par>
                            </p:childTnLst>
                          </p:cTn>
                        </p:par>
                      </p:childTnLst>
                    </p:cTn>
                  </p:par>
                  <p:par>
                    <p:cTn id="483" fill="hold">
                      <p:stCondLst>
                        <p:cond delay="indefinite"/>
                      </p:stCondLst>
                      <p:childTnLst>
                        <p:par>
                          <p:cTn id="484" fill="hold">
                            <p:stCondLst>
                              <p:cond delay="0"/>
                            </p:stCondLst>
                            <p:childTnLst>
                              <p:par>
                                <p:cTn id="485" presetID="1" presetClass="entr" presetSubtype="0" fill="hold" nodeType="clickEffect">
                                  <p:stCondLst>
                                    <p:cond delay="0"/>
                                  </p:stCondLst>
                                  <p:childTnLst>
                                    <p:set>
                                      <p:cBhvr>
                                        <p:cTn id="486" dur="1" fill="hold">
                                          <p:stCondLst>
                                            <p:cond delay="0"/>
                                          </p:stCondLst>
                                        </p:cTn>
                                        <p:tgtEl>
                                          <p:spTgt spid="100">
                                            <p:txEl>
                                              <p:pRg st="3" end="3"/>
                                            </p:txEl>
                                          </p:spTgt>
                                        </p:tgtEl>
                                        <p:attrNameLst>
                                          <p:attrName>style.visibility</p:attrName>
                                        </p:attrNameLst>
                                      </p:cBhvr>
                                      <p:to>
                                        <p:strVal val="visible"/>
                                      </p:to>
                                    </p:set>
                                  </p:childTnLst>
                                </p:cTn>
                              </p:par>
                            </p:childTnLst>
                          </p:cTn>
                        </p:par>
                      </p:childTnLst>
                    </p:cTn>
                  </p:par>
                  <p:par>
                    <p:cTn id="487" fill="hold">
                      <p:stCondLst>
                        <p:cond delay="indefinite"/>
                      </p:stCondLst>
                      <p:childTnLst>
                        <p:par>
                          <p:cTn id="488" fill="hold">
                            <p:stCondLst>
                              <p:cond delay="0"/>
                            </p:stCondLst>
                            <p:childTnLst>
                              <p:par>
                                <p:cTn id="489" presetID="1" presetClass="entr" presetSubtype="0" fill="hold" nodeType="clickEffect">
                                  <p:stCondLst>
                                    <p:cond delay="0"/>
                                  </p:stCondLst>
                                  <p:childTnLst>
                                    <p:set>
                                      <p:cBhvr>
                                        <p:cTn id="490" dur="1" fill="hold">
                                          <p:stCondLst>
                                            <p:cond delay="0"/>
                                          </p:stCondLst>
                                        </p:cTn>
                                        <p:tgtEl>
                                          <p:spTgt spid="100">
                                            <p:txEl>
                                              <p:pRg st="4" end="4"/>
                                            </p:txEl>
                                          </p:spTgt>
                                        </p:tgtEl>
                                        <p:attrNameLst>
                                          <p:attrName>style.visibility</p:attrName>
                                        </p:attrNameLst>
                                      </p:cBhvr>
                                      <p:to>
                                        <p:strVal val="visible"/>
                                      </p:to>
                                    </p:set>
                                  </p:childTnLst>
                                </p:cTn>
                              </p:par>
                            </p:childTnLst>
                          </p:cTn>
                        </p:par>
                      </p:childTnLst>
                    </p:cTn>
                  </p:par>
                  <p:par>
                    <p:cTn id="491" fill="hold">
                      <p:stCondLst>
                        <p:cond delay="indefinite"/>
                      </p:stCondLst>
                      <p:childTnLst>
                        <p:par>
                          <p:cTn id="492" fill="hold">
                            <p:stCondLst>
                              <p:cond delay="0"/>
                            </p:stCondLst>
                            <p:childTnLst>
                              <p:par>
                                <p:cTn id="493" presetID="1" presetClass="entr" presetSubtype="0" fill="hold" nodeType="clickEffect">
                                  <p:stCondLst>
                                    <p:cond delay="0"/>
                                  </p:stCondLst>
                                  <p:childTnLst>
                                    <p:set>
                                      <p:cBhvr>
                                        <p:cTn id="494" dur="1" fill="hold">
                                          <p:stCondLst>
                                            <p:cond delay="0"/>
                                          </p:stCondLst>
                                        </p:cTn>
                                        <p:tgtEl>
                                          <p:spTgt spid="100">
                                            <p:txEl>
                                              <p:pRg st="5" end="5"/>
                                            </p:txEl>
                                          </p:spTgt>
                                        </p:tgtEl>
                                        <p:attrNameLst>
                                          <p:attrName>style.visibility</p:attrName>
                                        </p:attrNameLst>
                                      </p:cBhvr>
                                      <p:to>
                                        <p:strVal val="visible"/>
                                      </p:to>
                                    </p:set>
                                  </p:childTnLst>
                                </p:cTn>
                              </p:par>
                            </p:childTnLst>
                          </p:cTn>
                        </p:par>
                      </p:childTnLst>
                    </p:cTn>
                  </p:par>
                  <p:par>
                    <p:cTn id="495" fill="hold">
                      <p:stCondLst>
                        <p:cond delay="indefinite"/>
                      </p:stCondLst>
                      <p:childTnLst>
                        <p:par>
                          <p:cTn id="496" fill="hold">
                            <p:stCondLst>
                              <p:cond delay="0"/>
                            </p:stCondLst>
                            <p:childTnLst>
                              <p:par>
                                <p:cTn id="497" presetID="1" presetClass="entr" presetSubtype="0" fill="hold" nodeType="clickEffect">
                                  <p:stCondLst>
                                    <p:cond delay="0"/>
                                  </p:stCondLst>
                                  <p:childTnLst>
                                    <p:set>
                                      <p:cBhvr>
                                        <p:cTn id="498" dur="1" fill="hold">
                                          <p:stCondLst>
                                            <p:cond delay="0"/>
                                          </p:stCondLst>
                                        </p:cTn>
                                        <p:tgtEl>
                                          <p:spTgt spid="100">
                                            <p:txEl>
                                              <p:pRg st="6" end="6"/>
                                            </p:txEl>
                                          </p:spTgt>
                                        </p:tgtEl>
                                        <p:attrNameLst>
                                          <p:attrName>style.visibility</p:attrName>
                                        </p:attrNameLst>
                                      </p:cBhvr>
                                      <p:to>
                                        <p:strVal val="visible"/>
                                      </p:to>
                                    </p:set>
                                  </p:childTnLst>
                                </p:cTn>
                              </p:par>
                            </p:childTnLst>
                          </p:cTn>
                        </p:par>
                      </p:childTnLst>
                    </p:cTn>
                  </p:par>
                  <p:par>
                    <p:cTn id="499" fill="hold">
                      <p:stCondLst>
                        <p:cond delay="indefinite"/>
                      </p:stCondLst>
                      <p:childTnLst>
                        <p:par>
                          <p:cTn id="500" fill="hold">
                            <p:stCondLst>
                              <p:cond delay="0"/>
                            </p:stCondLst>
                            <p:childTnLst>
                              <p:par>
                                <p:cTn id="501" presetID="1" presetClass="entr" presetSubtype="0" fill="hold" nodeType="clickEffect">
                                  <p:stCondLst>
                                    <p:cond delay="0"/>
                                  </p:stCondLst>
                                  <p:childTnLst>
                                    <p:set>
                                      <p:cBhvr>
                                        <p:cTn id="502" dur="1" fill="hold">
                                          <p:stCondLst>
                                            <p:cond delay="0"/>
                                          </p:stCondLst>
                                        </p:cTn>
                                        <p:tgtEl>
                                          <p:spTgt spid="100">
                                            <p:txEl>
                                              <p:pRg st="7" end="7"/>
                                            </p:txEl>
                                          </p:spTgt>
                                        </p:tgtEl>
                                        <p:attrNameLst>
                                          <p:attrName>style.visibility</p:attrName>
                                        </p:attrNameLst>
                                      </p:cBhvr>
                                      <p:to>
                                        <p:strVal val="visible"/>
                                      </p:to>
                                    </p:set>
                                  </p:childTnLst>
                                </p:cTn>
                              </p:par>
                            </p:childTnLst>
                          </p:cTn>
                        </p:par>
                      </p:childTnLst>
                    </p:cTn>
                  </p:par>
                  <p:par>
                    <p:cTn id="503" fill="hold">
                      <p:stCondLst>
                        <p:cond delay="indefinite"/>
                      </p:stCondLst>
                      <p:childTnLst>
                        <p:par>
                          <p:cTn id="504" fill="hold">
                            <p:stCondLst>
                              <p:cond delay="0"/>
                            </p:stCondLst>
                            <p:childTnLst>
                              <p:par>
                                <p:cTn id="505" presetID="1" presetClass="entr" presetSubtype="0" fill="hold" nodeType="clickEffect">
                                  <p:stCondLst>
                                    <p:cond delay="0"/>
                                  </p:stCondLst>
                                  <p:childTnLst>
                                    <p:set>
                                      <p:cBhvr>
                                        <p:cTn id="506" dur="1" fill="hold">
                                          <p:stCondLst>
                                            <p:cond delay="0"/>
                                          </p:stCondLst>
                                        </p:cTn>
                                        <p:tgtEl>
                                          <p:spTgt spid="100">
                                            <p:txEl>
                                              <p:pRg st="8" end="8"/>
                                            </p:txEl>
                                          </p:spTgt>
                                        </p:tgtEl>
                                        <p:attrNameLst>
                                          <p:attrName>style.visibility</p:attrName>
                                        </p:attrNameLst>
                                      </p:cBhvr>
                                      <p:to>
                                        <p:strVal val="visible"/>
                                      </p:to>
                                    </p:set>
                                  </p:childTnLst>
                                </p:cTn>
                              </p:par>
                            </p:childTnLst>
                          </p:cTn>
                        </p:par>
                      </p:childTnLst>
                    </p:cTn>
                  </p:par>
                  <p:par>
                    <p:cTn id="507" fill="hold">
                      <p:stCondLst>
                        <p:cond delay="indefinite"/>
                      </p:stCondLst>
                      <p:childTnLst>
                        <p:par>
                          <p:cTn id="508" fill="hold">
                            <p:stCondLst>
                              <p:cond delay="0"/>
                            </p:stCondLst>
                            <p:childTnLst>
                              <p:par>
                                <p:cTn id="509" presetID="1" presetClass="entr" presetSubtype="0" fill="hold" nodeType="clickEffect">
                                  <p:stCondLst>
                                    <p:cond delay="0"/>
                                  </p:stCondLst>
                                  <p:childTnLst>
                                    <p:set>
                                      <p:cBhvr>
                                        <p:cTn id="510" dur="1" fill="hold">
                                          <p:stCondLst>
                                            <p:cond delay="0"/>
                                          </p:stCondLst>
                                        </p:cTn>
                                        <p:tgtEl>
                                          <p:spTgt spid="101">
                                            <p:txEl>
                                              <p:pRg st="0" end="0"/>
                                            </p:txEl>
                                          </p:spTgt>
                                        </p:tgtEl>
                                        <p:attrNameLst>
                                          <p:attrName>style.visibility</p:attrName>
                                        </p:attrNameLst>
                                      </p:cBhvr>
                                      <p:to>
                                        <p:strVal val="visible"/>
                                      </p:to>
                                    </p:set>
                                  </p:childTnLst>
                                </p:cTn>
                              </p:par>
                            </p:childTnLst>
                          </p:cTn>
                        </p:par>
                      </p:childTnLst>
                    </p:cTn>
                  </p:par>
                  <p:par>
                    <p:cTn id="511" fill="hold">
                      <p:stCondLst>
                        <p:cond delay="indefinite"/>
                      </p:stCondLst>
                      <p:childTnLst>
                        <p:par>
                          <p:cTn id="512" fill="hold">
                            <p:stCondLst>
                              <p:cond delay="0"/>
                            </p:stCondLst>
                            <p:childTnLst>
                              <p:par>
                                <p:cTn id="513" presetID="1" presetClass="entr" presetSubtype="0" fill="hold" nodeType="clickEffect">
                                  <p:stCondLst>
                                    <p:cond delay="0"/>
                                  </p:stCondLst>
                                  <p:childTnLst>
                                    <p:set>
                                      <p:cBhvr>
                                        <p:cTn id="514" dur="1" fill="hold">
                                          <p:stCondLst>
                                            <p:cond delay="0"/>
                                          </p:stCondLst>
                                        </p:cTn>
                                        <p:tgtEl>
                                          <p:spTgt spid="101">
                                            <p:txEl>
                                              <p:pRg st="1" end="1"/>
                                            </p:txEl>
                                          </p:spTgt>
                                        </p:tgtEl>
                                        <p:attrNameLst>
                                          <p:attrName>style.visibility</p:attrName>
                                        </p:attrNameLst>
                                      </p:cBhvr>
                                      <p:to>
                                        <p:strVal val="visible"/>
                                      </p:to>
                                    </p:set>
                                  </p:childTnLst>
                                </p:cTn>
                              </p:par>
                            </p:childTnLst>
                          </p:cTn>
                        </p:par>
                      </p:childTnLst>
                    </p:cTn>
                  </p:par>
                  <p:par>
                    <p:cTn id="515" fill="hold">
                      <p:stCondLst>
                        <p:cond delay="indefinite"/>
                      </p:stCondLst>
                      <p:childTnLst>
                        <p:par>
                          <p:cTn id="516" fill="hold">
                            <p:stCondLst>
                              <p:cond delay="0"/>
                            </p:stCondLst>
                            <p:childTnLst>
                              <p:par>
                                <p:cTn id="517" presetID="1" presetClass="entr" presetSubtype="0" fill="hold" nodeType="clickEffect">
                                  <p:stCondLst>
                                    <p:cond delay="0"/>
                                  </p:stCondLst>
                                  <p:childTnLst>
                                    <p:set>
                                      <p:cBhvr>
                                        <p:cTn id="518" dur="1" fill="hold">
                                          <p:stCondLst>
                                            <p:cond delay="0"/>
                                          </p:stCondLst>
                                        </p:cTn>
                                        <p:tgtEl>
                                          <p:spTgt spid="101">
                                            <p:txEl>
                                              <p:pRg st="2" end="2"/>
                                            </p:txEl>
                                          </p:spTgt>
                                        </p:tgtEl>
                                        <p:attrNameLst>
                                          <p:attrName>style.visibility</p:attrName>
                                        </p:attrNameLst>
                                      </p:cBhvr>
                                      <p:to>
                                        <p:strVal val="visible"/>
                                      </p:to>
                                    </p:set>
                                  </p:childTnLst>
                                </p:cTn>
                              </p:par>
                            </p:childTnLst>
                          </p:cTn>
                        </p:par>
                      </p:childTnLst>
                    </p:cTn>
                  </p:par>
                  <p:par>
                    <p:cTn id="519" fill="hold">
                      <p:stCondLst>
                        <p:cond delay="indefinite"/>
                      </p:stCondLst>
                      <p:childTnLst>
                        <p:par>
                          <p:cTn id="520" fill="hold">
                            <p:stCondLst>
                              <p:cond delay="0"/>
                            </p:stCondLst>
                            <p:childTnLst>
                              <p:par>
                                <p:cTn id="521" presetID="1" presetClass="entr" presetSubtype="0" fill="hold" nodeType="clickEffect">
                                  <p:stCondLst>
                                    <p:cond delay="0"/>
                                  </p:stCondLst>
                                  <p:childTnLst>
                                    <p:set>
                                      <p:cBhvr>
                                        <p:cTn id="522" dur="1" fill="hold">
                                          <p:stCondLst>
                                            <p:cond delay="0"/>
                                          </p:stCondLst>
                                        </p:cTn>
                                        <p:tgtEl>
                                          <p:spTgt spid="101">
                                            <p:txEl>
                                              <p:pRg st="3" end="3"/>
                                            </p:txEl>
                                          </p:spTgt>
                                        </p:tgtEl>
                                        <p:attrNameLst>
                                          <p:attrName>style.visibility</p:attrName>
                                        </p:attrNameLst>
                                      </p:cBhvr>
                                      <p:to>
                                        <p:strVal val="visible"/>
                                      </p:to>
                                    </p:set>
                                  </p:childTnLst>
                                </p:cTn>
                              </p:par>
                            </p:childTnLst>
                          </p:cTn>
                        </p:par>
                      </p:childTnLst>
                    </p:cTn>
                  </p:par>
                  <p:par>
                    <p:cTn id="523" fill="hold">
                      <p:stCondLst>
                        <p:cond delay="indefinite"/>
                      </p:stCondLst>
                      <p:childTnLst>
                        <p:par>
                          <p:cTn id="524" fill="hold">
                            <p:stCondLst>
                              <p:cond delay="0"/>
                            </p:stCondLst>
                            <p:childTnLst>
                              <p:par>
                                <p:cTn id="525" presetID="1" presetClass="entr" presetSubtype="0" fill="hold" nodeType="clickEffect">
                                  <p:stCondLst>
                                    <p:cond delay="0"/>
                                  </p:stCondLst>
                                  <p:childTnLst>
                                    <p:set>
                                      <p:cBhvr>
                                        <p:cTn id="526" dur="1" fill="hold">
                                          <p:stCondLst>
                                            <p:cond delay="0"/>
                                          </p:stCondLst>
                                        </p:cTn>
                                        <p:tgtEl>
                                          <p:spTgt spid="101">
                                            <p:txEl>
                                              <p:pRg st="4" end="4"/>
                                            </p:txEl>
                                          </p:spTgt>
                                        </p:tgtEl>
                                        <p:attrNameLst>
                                          <p:attrName>style.visibility</p:attrName>
                                        </p:attrNameLst>
                                      </p:cBhvr>
                                      <p:to>
                                        <p:strVal val="visible"/>
                                      </p:to>
                                    </p:set>
                                  </p:childTnLst>
                                </p:cTn>
                              </p:par>
                            </p:childTnLst>
                          </p:cTn>
                        </p:par>
                      </p:childTnLst>
                    </p:cTn>
                  </p:par>
                  <p:par>
                    <p:cTn id="527" fill="hold">
                      <p:stCondLst>
                        <p:cond delay="indefinite"/>
                      </p:stCondLst>
                      <p:childTnLst>
                        <p:par>
                          <p:cTn id="528" fill="hold">
                            <p:stCondLst>
                              <p:cond delay="0"/>
                            </p:stCondLst>
                            <p:childTnLst>
                              <p:par>
                                <p:cTn id="529" presetID="1" presetClass="entr" presetSubtype="0" fill="hold" nodeType="clickEffect">
                                  <p:stCondLst>
                                    <p:cond delay="0"/>
                                  </p:stCondLst>
                                  <p:childTnLst>
                                    <p:set>
                                      <p:cBhvr>
                                        <p:cTn id="530" dur="1" fill="hold">
                                          <p:stCondLst>
                                            <p:cond delay="0"/>
                                          </p:stCondLst>
                                        </p:cTn>
                                        <p:tgtEl>
                                          <p:spTgt spid="101">
                                            <p:txEl>
                                              <p:pRg st="5" end="5"/>
                                            </p:txEl>
                                          </p:spTgt>
                                        </p:tgtEl>
                                        <p:attrNameLst>
                                          <p:attrName>style.visibility</p:attrName>
                                        </p:attrNameLst>
                                      </p:cBhvr>
                                      <p:to>
                                        <p:strVal val="visible"/>
                                      </p:to>
                                    </p:set>
                                  </p:childTnLst>
                                </p:cTn>
                              </p:par>
                            </p:childTnLst>
                          </p:cTn>
                        </p:par>
                      </p:childTnLst>
                    </p:cTn>
                  </p:par>
                  <p:par>
                    <p:cTn id="531" fill="hold">
                      <p:stCondLst>
                        <p:cond delay="indefinite"/>
                      </p:stCondLst>
                      <p:childTnLst>
                        <p:par>
                          <p:cTn id="532" fill="hold">
                            <p:stCondLst>
                              <p:cond delay="0"/>
                            </p:stCondLst>
                            <p:childTnLst>
                              <p:par>
                                <p:cTn id="533" presetID="1" presetClass="entr" presetSubtype="0" fill="hold" nodeType="clickEffect">
                                  <p:stCondLst>
                                    <p:cond delay="0"/>
                                  </p:stCondLst>
                                  <p:childTnLst>
                                    <p:set>
                                      <p:cBhvr>
                                        <p:cTn id="534" dur="1" fill="hold">
                                          <p:stCondLst>
                                            <p:cond delay="0"/>
                                          </p:stCondLst>
                                        </p:cTn>
                                        <p:tgtEl>
                                          <p:spTgt spid="101">
                                            <p:txEl>
                                              <p:pRg st="6" end="6"/>
                                            </p:txEl>
                                          </p:spTgt>
                                        </p:tgtEl>
                                        <p:attrNameLst>
                                          <p:attrName>style.visibility</p:attrName>
                                        </p:attrNameLst>
                                      </p:cBhvr>
                                      <p:to>
                                        <p:strVal val="visible"/>
                                      </p:to>
                                    </p:set>
                                  </p:childTnLst>
                                </p:cTn>
                              </p:par>
                            </p:childTnLst>
                          </p:cTn>
                        </p:par>
                      </p:childTnLst>
                    </p:cTn>
                  </p:par>
                  <p:par>
                    <p:cTn id="535" fill="hold">
                      <p:stCondLst>
                        <p:cond delay="indefinite"/>
                      </p:stCondLst>
                      <p:childTnLst>
                        <p:par>
                          <p:cTn id="536" fill="hold">
                            <p:stCondLst>
                              <p:cond delay="0"/>
                            </p:stCondLst>
                            <p:childTnLst>
                              <p:par>
                                <p:cTn id="537" presetID="1" presetClass="entr" presetSubtype="0" fill="hold" nodeType="clickEffect">
                                  <p:stCondLst>
                                    <p:cond delay="0"/>
                                  </p:stCondLst>
                                  <p:childTnLst>
                                    <p:set>
                                      <p:cBhvr>
                                        <p:cTn id="538" dur="1" fill="hold">
                                          <p:stCondLst>
                                            <p:cond delay="0"/>
                                          </p:stCondLst>
                                        </p:cTn>
                                        <p:tgtEl>
                                          <p:spTgt spid="101">
                                            <p:txEl>
                                              <p:pRg st="7" end="7"/>
                                            </p:txEl>
                                          </p:spTgt>
                                        </p:tgtEl>
                                        <p:attrNameLst>
                                          <p:attrName>style.visibility</p:attrName>
                                        </p:attrNameLst>
                                      </p:cBhvr>
                                      <p:to>
                                        <p:strVal val="visible"/>
                                      </p:to>
                                    </p:set>
                                  </p:childTnLst>
                                </p:cTn>
                              </p:par>
                            </p:childTnLst>
                          </p:cTn>
                        </p:par>
                      </p:childTnLst>
                    </p:cTn>
                  </p:par>
                  <p:par>
                    <p:cTn id="539" fill="hold">
                      <p:stCondLst>
                        <p:cond delay="indefinite"/>
                      </p:stCondLst>
                      <p:childTnLst>
                        <p:par>
                          <p:cTn id="540" fill="hold">
                            <p:stCondLst>
                              <p:cond delay="0"/>
                            </p:stCondLst>
                            <p:childTnLst>
                              <p:par>
                                <p:cTn id="541" presetID="1" presetClass="entr" presetSubtype="0" fill="hold" nodeType="clickEffect">
                                  <p:stCondLst>
                                    <p:cond delay="0"/>
                                  </p:stCondLst>
                                  <p:childTnLst>
                                    <p:set>
                                      <p:cBhvr>
                                        <p:cTn id="542" dur="1" fill="hold">
                                          <p:stCondLst>
                                            <p:cond delay="0"/>
                                          </p:stCondLst>
                                        </p:cTn>
                                        <p:tgtEl>
                                          <p:spTgt spid="101">
                                            <p:txEl>
                                              <p:pRg st="8" end="8"/>
                                            </p:txEl>
                                          </p:spTgt>
                                        </p:tgtEl>
                                        <p:attrNameLst>
                                          <p:attrName>style.visibility</p:attrName>
                                        </p:attrNameLst>
                                      </p:cBhvr>
                                      <p:to>
                                        <p:strVal val="visible"/>
                                      </p:to>
                                    </p:set>
                                  </p:childTnLst>
                                </p:cTn>
                              </p:par>
                            </p:childTnLst>
                          </p:cTn>
                        </p:par>
                      </p:childTnLst>
                    </p:cTn>
                  </p:par>
                  <p:par>
                    <p:cTn id="543" fill="hold">
                      <p:stCondLst>
                        <p:cond delay="indefinite"/>
                      </p:stCondLst>
                      <p:childTnLst>
                        <p:par>
                          <p:cTn id="544" fill="hold">
                            <p:stCondLst>
                              <p:cond delay="0"/>
                            </p:stCondLst>
                            <p:childTnLst>
                              <p:par>
                                <p:cTn id="545" presetID="1" presetClass="entr" presetSubtype="0" fill="hold" nodeType="clickEffect">
                                  <p:stCondLst>
                                    <p:cond delay="0"/>
                                  </p:stCondLst>
                                  <p:childTnLst>
                                    <p:set>
                                      <p:cBhvr>
                                        <p:cTn id="546" dur="1" fill="hold">
                                          <p:stCondLst>
                                            <p:cond delay="0"/>
                                          </p:stCondLst>
                                        </p:cTn>
                                        <p:tgtEl>
                                          <p:spTgt spid="102">
                                            <p:txEl>
                                              <p:pRg st="0" end="0"/>
                                            </p:txEl>
                                          </p:spTgt>
                                        </p:tgtEl>
                                        <p:attrNameLst>
                                          <p:attrName>style.visibility</p:attrName>
                                        </p:attrNameLst>
                                      </p:cBhvr>
                                      <p:to>
                                        <p:strVal val="visible"/>
                                      </p:to>
                                    </p:set>
                                  </p:childTnLst>
                                </p:cTn>
                              </p:par>
                            </p:childTnLst>
                          </p:cTn>
                        </p:par>
                      </p:childTnLst>
                    </p:cTn>
                  </p:par>
                  <p:par>
                    <p:cTn id="547" fill="hold">
                      <p:stCondLst>
                        <p:cond delay="indefinite"/>
                      </p:stCondLst>
                      <p:childTnLst>
                        <p:par>
                          <p:cTn id="548" fill="hold">
                            <p:stCondLst>
                              <p:cond delay="0"/>
                            </p:stCondLst>
                            <p:childTnLst>
                              <p:par>
                                <p:cTn id="549" presetID="1" presetClass="entr" presetSubtype="0" fill="hold" nodeType="clickEffect">
                                  <p:stCondLst>
                                    <p:cond delay="0"/>
                                  </p:stCondLst>
                                  <p:childTnLst>
                                    <p:set>
                                      <p:cBhvr>
                                        <p:cTn id="550" dur="1" fill="hold">
                                          <p:stCondLst>
                                            <p:cond delay="0"/>
                                          </p:stCondLst>
                                        </p:cTn>
                                        <p:tgtEl>
                                          <p:spTgt spid="102">
                                            <p:txEl>
                                              <p:pRg st="1" end="1"/>
                                            </p:txEl>
                                          </p:spTgt>
                                        </p:tgtEl>
                                        <p:attrNameLst>
                                          <p:attrName>style.visibility</p:attrName>
                                        </p:attrNameLst>
                                      </p:cBhvr>
                                      <p:to>
                                        <p:strVal val="visible"/>
                                      </p:to>
                                    </p:set>
                                  </p:childTnLst>
                                </p:cTn>
                              </p:par>
                            </p:childTnLst>
                          </p:cTn>
                        </p:par>
                      </p:childTnLst>
                    </p:cTn>
                  </p:par>
                  <p:par>
                    <p:cTn id="551" fill="hold">
                      <p:stCondLst>
                        <p:cond delay="indefinite"/>
                      </p:stCondLst>
                      <p:childTnLst>
                        <p:par>
                          <p:cTn id="552" fill="hold">
                            <p:stCondLst>
                              <p:cond delay="0"/>
                            </p:stCondLst>
                            <p:childTnLst>
                              <p:par>
                                <p:cTn id="553" presetID="1" presetClass="entr" presetSubtype="0" fill="hold" nodeType="clickEffect">
                                  <p:stCondLst>
                                    <p:cond delay="0"/>
                                  </p:stCondLst>
                                  <p:childTnLst>
                                    <p:set>
                                      <p:cBhvr>
                                        <p:cTn id="554" dur="1" fill="hold">
                                          <p:stCondLst>
                                            <p:cond delay="0"/>
                                          </p:stCondLst>
                                        </p:cTn>
                                        <p:tgtEl>
                                          <p:spTgt spid="102">
                                            <p:txEl>
                                              <p:pRg st="2" end="2"/>
                                            </p:txEl>
                                          </p:spTgt>
                                        </p:tgtEl>
                                        <p:attrNameLst>
                                          <p:attrName>style.visibility</p:attrName>
                                        </p:attrNameLst>
                                      </p:cBhvr>
                                      <p:to>
                                        <p:strVal val="visible"/>
                                      </p:to>
                                    </p:set>
                                  </p:childTnLst>
                                </p:cTn>
                              </p:par>
                            </p:childTnLst>
                          </p:cTn>
                        </p:par>
                      </p:childTnLst>
                    </p:cTn>
                  </p:par>
                  <p:par>
                    <p:cTn id="555" fill="hold">
                      <p:stCondLst>
                        <p:cond delay="indefinite"/>
                      </p:stCondLst>
                      <p:childTnLst>
                        <p:par>
                          <p:cTn id="556" fill="hold">
                            <p:stCondLst>
                              <p:cond delay="0"/>
                            </p:stCondLst>
                            <p:childTnLst>
                              <p:par>
                                <p:cTn id="557" presetID="1" presetClass="entr" presetSubtype="0" fill="hold" nodeType="clickEffect">
                                  <p:stCondLst>
                                    <p:cond delay="0"/>
                                  </p:stCondLst>
                                  <p:childTnLst>
                                    <p:set>
                                      <p:cBhvr>
                                        <p:cTn id="558" dur="1" fill="hold">
                                          <p:stCondLst>
                                            <p:cond delay="0"/>
                                          </p:stCondLst>
                                        </p:cTn>
                                        <p:tgtEl>
                                          <p:spTgt spid="102">
                                            <p:txEl>
                                              <p:pRg st="3" end="3"/>
                                            </p:txEl>
                                          </p:spTgt>
                                        </p:tgtEl>
                                        <p:attrNameLst>
                                          <p:attrName>style.visibility</p:attrName>
                                        </p:attrNameLst>
                                      </p:cBhvr>
                                      <p:to>
                                        <p:strVal val="visible"/>
                                      </p:to>
                                    </p:set>
                                  </p:childTnLst>
                                </p:cTn>
                              </p:par>
                            </p:childTnLst>
                          </p:cTn>
                        </p:par>
                      </p:childTnLst>
                    </p:cTn>
                  </p:par>
                  <p:par>
                    <p:cTn id="559" fill="hold">
                      <p:stCondLst>
                        <p:cond delay="indefinite"/>
                      </p:stCondLst>
                      <p:childTnLst>
                        <p:par>
                          <p:cTn id="560" fill="hold">
                            <p:stCondLst>
                              <p:cond delay="0"/>
                            </p:stCondLst>
                            <p:childTnLst>
                              <p:par>
                                <p:cTn id="561" presetID="1" presetClass="entr" presetSubtype="0" fill="hold" nodeType="clickEffect">
                                  <p:stCondLst>
                                    <p:cond delay="0"/>
                                  </p:stCondLst>
                                  <p:childTnLst>
                                    <p:set>
                                      <p:cBhvr>
                                        <p:cTn id="562" dur="1" fill="hold">
                                          <p:stCondLst>
                                            <p:cond delay="0"/>
                                          </p:stCondLst>
                                        </p:cTn>
                                        <p:tgtEl>
                                          <p:spTgt spid="102">
                                            <p:txEl>
                                              <p:pRg st="4" end="4"/>
                                            </p:txEl>
                                          </p:spTgt>
                                        </p:tgtEl>
                                        <p:attrNameLst>
                                          <p:attrName>style.visibility</p:attrName>
                                        </p:attrNameLst>
                                      </p:cBhvr>
                                      <p:to>
                                        <p:strVal val="visible"/>
                                      </p:to>
                                    </p:set>
                                  </p:childTnLst>
                                </p:cTn>
                              </p:par>
                            </p:childTnLst>
                          </p:cTn>
                        </p:par>
                      </p:childTnLst>
                    </p:cTn>
                  </p:par>
                  <p:par>
                    <p:cTn id="563" fill="hold">
                      <p:stCondLst>
                        <p:cond delay="indefinite"/>
                      </p:stCondLst>
                      <p:childTnLst>
                        <p:par>
                          <p:cTn id="564" fill="hold">
                            <p:stCondLst>
                              <p:cond delay="0"/>
                            </p:stCondLst>
                            <p:childTnLst>
                              <p:par>
                                <p:cTn id="565" presetID="1" presetClass="entr" presetSubtype="0" fill="hold" nodeType="clickEffect">
                                  <p:stCondLst>
                                    <p:cond delay="0"/>
                                  </p:stCondLst>
                                  <p:childTnLst>
                                    <p:set>
                                      <p:cBhvr>
                                        <p:cTn id="566" dur="1" fill="hold">
                                          <p:stCondLst>
                                            <p:cond delay="0"/>
                                          </p:stCondLst>
                                        </p:cTn>
                                        <p:tgtEl>
                                          <p:spTgt spid="102">
                                            <p:txEl>
                                              <p:pRg st="5" end="5"/>
                                            </p:txEl>
                                          </p:spTgt>
                                        </p:tgtEl>
                                        <p:attrNameLst>
                                          <p:attrName>style.visibility</p:attrName>
                                        </p:attrNameLst>
                                      </p:cBhvr>
                                      <p:to>
                                        <p:strVal val="visible"/>
                                      </p:to>
                                    </p:set>
                                  </p:childTnLst>
                                </p:cTn>
                              </p:par>
                            </p:childTnLst>
                          </p:cTn>
                        </p:par>
                      </p:childTnLst>
                    </p:cTn>
                  </p:par>
                  <p:par>
                    <p:cTn id="567" fill="hold">
                      <p:stCondLst>
                        <p:cond delay="indefinite"/>
                      </p:stCondLst>
                      <p:childTnLst>
                        <p:par>
                          <p:cTn id="568" fill="hold">
                            <p:stCondLst>
                              <p:cond delay="0"/>
                            </p:stCondLst>
                            <p:childTnLst>
                              <p:par>
                                <p:cTn id="569" presetID="1" presetClass="entr" presetSubtype="0" fill="hold" nodeType="clickEffect">
                                  <p:stCondLst>
                                    <p:cond delay="0"/>
                                  </p:stCondLst>
                                  <p:childTnLst>
                                    <p:set>
                                      <p:cBhvr>
                                        <p:cTn id="570" dur="1" fill="hold">
                                          <p:stCondLst>
                                            <p:cond delay="0"/>
                                          </p:stCondLst>
                                        </p:cTn>
                                        <p:tgtEl>
                                          <p:spTgt spid="102">
                                            <p:txEl>
                                              <p:pRg st="6" end="6"/>
                                            </p:txEl>
                                          </p:spTgt>
                                        </p:tgtEl>
                                        <p:attrNameLst>
                                          <p:attrName>style.visibility</p:attrName>
                                        </p:attrNameLst>
                                      </p:cBhvr>
                                      <p:to>
                                        <p:strVal val="visible"/>
                                      </p:to>
                                    </p:set>
                                  </p:childTnLst>
                                </p:cTn>
                              </p:par>
                            </p:childTnLst>
                          </p:cTn>
                        </p:par>
                      </p:childTnLst>
                    </p:cTn>
                  </p:par>
                  <p:par>
                    <p:cTn id="571" fill="hold">
                      <p:stCondLst>
                        <p:cond delay="indefinite"/>
                      </p:stCondLst>
                      <p:childTnLst>
                        <p:par>
                          <p:cTn id="572" fill="hold">
                            <p:stCondLst>
                              <p:cond delay="0"/>
                            </p:stCondLst>
                            <p:childTnLst>
                              <p:par>
                                <p:cTn id="573" presetID="1" presetClass="entr" presetSubtype="0" fill="hold" nodeType="clickEffect">
                                  <p:stCondLst>
                                    <p:cond delay="0"/>
                                  </p:stCondLst>
                                  <p:childTnLst>
                                    <p:set>
                                      <p:cBhvr>
                                        <p:cTn id="574" dur="1" fill="hold">
                                          <p:stCondLst>
                                            <p:cond delay="0"/>
                                          </p:stCondLst>
                                        </p:cTn>
                                        <p:tgtEl>
                                          <p:spTgt spid="102">
                                            <p:txEl>
                                              <p:pRg st="7" end="7"/>
                                            </p:txEl>
                                          </p:spTgt>
                                        </p:tgtEl>
                                        <p:attrNameLst>
                                          <p:attrName>style.visibility</p:attrName>
                                        </p:attrNameLst>
                                      </p:cBhvr>
                                      <p:to>
                                        <p:strVal val="visible"/>
                                      </p:to>
                                    </p:set>
                                  </p:childTnLst>
                                </p:cTn>
                              </p:par>
                            </p:childTnLst>
                          </p:cTn>
                        </p:par>
                      </p:childTnLst>
                    </p:cTn>
                  </p:par>
                  <p:par>
                    <p:cTn id="575" fill="hold">
                      <p:stCondLst>
                        <p:cond delay="indefinite"/>
                      </p:stCondLst>
                      <p:childTnLst>
                        <p:par>
                          <p:cTn id="576" fill="hold">
                            <p:stCondLst>
                              <p:cond delay="0"/>
                            </p:stCondLst>
                            <p:childTnLst>
                              <p:par>
                                <p:cTn id="577" presetID="1" presetClass="entr" presetSubtype="0" fill="hold" nodeType="clickEffect">
                                  <p:stCondLst>
                                    <p:cond delay="0"/>
                                  </p:stCondLst>
                                  <p:childTnLst>
                                    <p:set>
                                      <p:cBhvr>
                                        <p:cTn id="578" dur="1" fill="hold">
                                          <p:stCondLst>
                                            <p:cond delay="0"/>
                                          </p:stCondLst>
                                        </p:cTn>
                                        <p:tgtEl>
                                          <p:spTgt spid="102">
                                            <p:txEl>
                                              <p:pRg st="8" end="8"/>
                                            </p:txEl>
                                          </p:spTgt>
                                        </p:tgtEl>
                                        <p:attrNameLst>
                                          <p:attrName>style.visibility</p:attrName>
                                        </p:attrNameLst>
                                      </p:cBhvr>
                                      <p:to>
                                        <p:strVal val="visible"/>
                                      </p:to>
                                    </p:set>
                                  </p:childTnLst>
                                </p:cTn>
                              </p:par>
                            </p:childTnLst>
                          </p:cTn>
                        </p:par>
                      </p:childTnLst>
                    </p:cTn>
                  </p:par>
                  <p:par>
                    <p:cTn id="579" fill="hold">
                      <p:stCondLst>
                        <p:cond delay="indefinite"/>
                      </p:stCondLst>
                      <p:childTnLst>
                        <p:par>
                          <p:cTn id="580" fill="hold">
                            <p:stCondLst>
                              <p:cond delay="0"/>
                            </p:stCondLst>
                            <p:childTnLst>
                              <p:par>
                                <p:cTn id="581" presetID="1" presetClass="entr" presetSubtype="0" fill="hold" nodeType="clickEffect">
                                  <p:stCondLst>
                                    <p:cond delay="0"/>
                                  </p:stCondLst>
                                  <p:childTnLst>
                                    <p:set>
                                      <p:cBhvr>
                                        <p:cTn id="582" dur="1" fill="hold">
                                          <p:stCondLst>
                                            <p:cond delay="0"/>
                                          </p:stCondLst>
                                        </p:cTn>
                                        <p:tgtEl>
                                          <p:spTgt spid="103">
                                            <p:txEl>
                                              <p:pRg st="0" end="0"/>
                                            </p:txEl>
                                          </p:spTgt>
                                        </p:tgtEl>
                                        <p:attrNameLst>
                                          <p:attrName>style.visibility</p:attrName>
                                        </p:attrNameLst>
                                      </p:cBhvr>
                                      <p:to>
                                        <p:strVal val="visible"/>
                                      </p:to>
                                    </p:set>
                                  </p:childTnLst>
                                </p:cTn>
                              </p:par>
                            </p:childTnLst>
                          </p:cTn>
                        </p:par>
                      </p:childTnLst>
                    </p:cTn>
                  </p:par>
                  <p:par>
                    <p:cTn id="583" fill="hold">
                      <p:stCondLst>
                        <p:cond delay="indefinite"/>
                      </p:stCondLst>
                      <p:childTnLst>
                        <p:par>
                          <p:cTn id="584" fill="hold">
                            <p:stCondLst>
                              <p:cond delay="0"/>
                            </p:stCondLst>
                            <p:childTnLst>
                              <p:par>
                                <p:cTn id="585" presetID="1" presetClass="entr" presetSubtype="0" fill="hold" nodeType="clickEffect">
                                  <p:stCondLst>
                                    <p:cond delay="0"/>
                                  </p:stCondLst>
                                  <p:childTnLst>
                                    <p:set>
                                      <p:cBhvr>
                                        <p:cTn id="586" dur="1" fill="hold">
                                          <p:stCondLst>
                                            <p:cond delay="0"/>
                                          </p:stCondLst>
                                        </p:cTn>
                                        <p:tgtEl>
                                          <p:spTgt spid="103">
                                            <p:txEl>
                                              <p:pRg st="1" end="1"/>
                                            </p:txEl>
                                          </p:spTgt>
                                        </p:tgtEl>
                                        <p:attrNameLst>
                                          <p:attrName>style.visibility</p:attrName>
                                        </p:attrNameLst>
                                      </p:cBhvr>
                                      <p:to>
                                        <p:strVal val="visible"/>
                                      </p:to>
                                    </p:set>
                                  </p:childTnLst>
                                </p:cTn>
                              </p:par>
                            </p:childTnLst>
                          </p:cTn>
                        </p:par>
                      </p:childTnLst>
                    </p:cTn>
                  </p:par>
                  <p:par>
                    <p:cTn id="587" fill="hold">
                      <p:stCondLst>
                        <p:cond delay="indefinite"/>
                      </p:stCondLst>
                      <p:childTnLst>
                        <p:par>
                          <p:cTn id="588" fill="hold">
                            <p:stCondLst>
                              <p:cond delay="0"/>
                            </p:stCondLst>
                            <p:childTnLst>
                              <p:par>
                                <p:cTn id="589" presetID="1" presetClass="entr" presetSubtype="0" fill="hold" nodeType="clickEffect">
                                  <p:stCondLst>
                                    <p:cond delay="0"/>
                                  </p:stCondLst>
                                  <p:childTnLst>
                                    <p:set>
                                      <p:cBhvr>
                                        <p:cTn id="590" dur="1" fill="hold">
                                          <p:stCondLst>
                                            <p:cond delay="0"/>
                                          </p:stCondLst>
                                        </p:cTn>
                                        <p:tgtEl>
                                          <p:spTgt spid="103">
                                            <p:txEl>
                                              <p:pRg st="2" end="2"/>
                                            </p:txEl>
                                          </p:spTgt>
                                        </p:tgtEl>
                                        <p:attrNameLst>
                                          <p:attrName>style.visibility</p:attrName>
                                        </p:attrNameLst>
                                      </p:cBhvr>
                                      <p:to>
                                        <p:strVal val="visible"/>
                                      </p:to>
                                    </p:set>
                                  </p:childTnLst>
                                </p:cTn>
                              </p:par>
                            </p:childTnLst>
                          </p:cTn>
                        </p:par>
                      </p:childTnLst>
                    </p:cTn>
                  </p:par>
                  <p:par>
                    <p:cTn id="591" fill="hold">
                      <p:stCondLst>
                        <p:cond delay="indefinite"/>
                      </p:stCondLst>
                      <p:childTnLst>
                        <p:par>
                          <p:cTn id="592" fill="hold">
                            <p:stCondLst>
                              <p:cond delay="0"/>
                            </p:stCondLst>
                            <p:childTnLst>
                              <p:par>
                                <p:cTn id="593" presetID="1" presetClass="entr" presetSubtype="0" fill="hold" nodeType="clickEffect">
                                  <p:stCondLst>
                                    <p:cond delay="0"/>
                                  </p:stCondLst>
                                  <p:childTnLst>
                                    <p:set>
                                      <p:cBhvr>
                                        <p:cTn id="594" dur="1" fill="hold">
                                          <p:stCondLst>
                                            <p:cond delay="0"/>
                                          </p:stCondLst>
                                        </p:cTn>
                                        <p:tgtEl>
                                          <p:spTgt spid="103">
                                            <p:txEl>
                                              <p:pRg st="3" end="3"/>
                                            </p:txEl>
                                          </p:spTgt>
                                        </p:tgtEl>
                                        <p:attrNameLst>
                                          <p:attrName>style.visibility</p:attrName>
                                        </p:attrNameLst>
                                      </p:cBhvr>
                                      <p:to>
                                        <p:strVal val="visible"/>
                                      </p:to>
                                    </p:set>
                                  </p:childTnLst>
                                </p:cTn>
                              </p:par>
                            </p:childTnLst>
                          </p:cTn>
                        </p:par>
                      </p:childTnLst>
                    </p:cTn>
                  </p:par>
                  <p:par>
                    <p:cTn id="595" fill="hold">
                      <p:stCondLst>
                        <p:cond delay="indefinite"/>
                      </p:stCondLst>
                      <p:childTnLst>
                        <p:par>
                          <p:cTn id="596" fill="hold">
                            <p:stCondLst>
                              <p:cond delay="0"/>
                            </p:stCondLst>
                            <p:childTnLst>
                              <p:par>
                                <p:cTn id="597" presetID="1" presetClass="entr" presetSubtype="0" fill="hold" nodeType="clickEffect">
                                  <p:stCondLst>
                                    <p:cond delay="0"/>
                                  </p:stCondLst>
                                  <p:childTnLst>
                                    <p:set>
                                      <p:cBhvr>
                                        <p:cTn id="598" dur="1" fill="hold">
                                          <p:stCondLst>
                                            <p:cond delay="0"/>
                                          </p:stCondLst>
                                        </p:cTn>
                                        <p:tgtEl>
                                          <p:spTgt spid="103">
                                            <p:txEl>
                                              <p:pRg st="4" end="4"/>
                                            </p:txEl>
                                          </p:spTgt>
                                        </p:tgtEl>
                                        <p:attrNameLst>
                                          <p:attrName>style.visibility</p:attrName>
                                        </p:attrNameLst>
                                      </p:cBhvr>
                                      <p:to>
                                        <p:strVal val="visible"/>
                                      </p:to>
                                    </p:set>
                                  </p:childTnLst>
                                </p:cTn>
                              </p:par>
                            </p:childTnLst>
                          </p:cTn>
                        </p:par>
                      </p:childTnLst>
                    </p:cTn>
                  </p:par>
                  <p:par>
                    <p:cTn id="599" fill="hold">
                      <p:stCondLst>
                        <p:cond delay="indefinite"/>
                      </p:stCondLst>
                      <p:childTnLst>
                        <p:par>
                          <p:cTn id="600" fill="hold">
                            <p:stCondLst>
                              <p:cond delay="0"/>
                            </p:stCondLst>
                            <p:childTnLst>
                              <p:par>
                                <p:cTn id="601" presetID="1" presetClass="entr" presetSubtype="0" fill="hold" nodeType="clickEffect">
                                  <p:stCondLst>
                                    <p:cond delay="0"/>
                                  </p:stCondLst>
                                  <p:childTnLst>
                                    <p:set>
                                      <p:cBhvr>
                                        <p:cTn id="602" dur="1" fill="hold">
                                          <p:stCondLst>
                                            <p:cond delay="0"/>
                                          </p:stCondLst>
                                        </p:cTn>
                                        <p:tgtEl>
                                          <p:spTgt spid="103">
                                            <p:txEl>
                                              <p:pRg st="5" end="5"/>
                                            </p:txEl>
                                          </p:spTgt>
                                        </p:tgtEl>
                                        <p:attrNameLst>
                                          <p:attrName>style.visibility</p:attrName>
                                        </p:attrNameLst>
                                      </p:cBhvr>
                                      <p:to>
                                        <p:strVal val="visible"/>
                                      </p:to>
                                    </p:set>
                                  </p:childTnLst>
                                </p:cTn>
                              </p:par>
                            </p:childTnLst>
                          </p:cTn>
                        </p:par>
                      </p:childTnLst>
                    </p:cTn>
                  </p:par>
                  <p:par>
                    <p:cTn id="603" fill="hold">
                      <p:stCondLst>
                        <p:cond delay="indefinite"/>
                      </p:stCondLst>
                      <p:childTnLst>
                        <p:par>
                          <p:cTn id="604" fill="hold">
                            <p:stCondLst>
                              <p:cond delay="0"/>
                            </p:stCondLst>
                            <p:childTnLst>
                              <p:par>
                                <p:cTn id="605" presetID="1" presetClass="entr" presetSubtype="0" fill="hold" nodeType="clickEffect">
                                  <p:stCondLst>
                                    <p:cond delay="0"/>
                                  </p:stCondLst>
                                  <p:childTnLst>
                                    <p:set>
                                      <p:cBhvr>
                                        <p:cTn id="606" dur="1" fill="hold">
                                          <p:stCondLst>
                                            <p:cond delay="0"/>
                                          </p:stCondLst>
                                        </p:cTn>
                                        <p:tgtEl>
                                          <p:spTgt spid="103">
                                            <p:txEl>
                                              <p:pRg st="6" end="6"/>
                                            </p:txEl>
                                          </p:spTgt>
                                        </p:tgtEl>
                                        <p:attrNameLst>
                                          <p:attrName>style.visibility</p:attrName>
                                        </p:attrNameLst>
                                      </p:cBhvr>
                                      <p:to>
                                        <p:strVal val="visible"/>
                                      </p:to>
                                    </p:set>
                                  </p:childTnLst>
                                </p:cTn>
                              </p:par>
                            </p:childTnLst>
                          </p:cTn>
                        </p:par>
                      </p:childTnLst>
                    </p:cTn>
                  </p:par>
                  <p:par>
                    <p:cTn id="607" fill="hold">
                      <p:stCondLst>
                        <p:cond delay="indefinite"/>
                      </p:stCondLst>
                      <p:childTnLst>
                        <p:par>
                          <p:cTn id="608" fill="hold">
                            <p:stCondLst>
                              <p:cond delay="0"/>
                            </p:stCondLst>
                            <p:childTnLst>
                              <p:par>
                                <p:cTn id="609" presetID="1" presetClass="entr" presetSubtype="0" fill="hold" nodeType="clickEffect">
                                  <p:stCondLst>
                                    <p:cond delay="0"/>
                                  </p:stCondLst>
                                  <p:childTnLst>
                                    <p:set>
                                      <p:cBhvr>
                                        <p:cTn id="610" dur="1" fill="hold">
                                          <p:stCondLst>
                                            <p:cond delay="0"/>
                                          </p:stCondLst>
                                        </p:cTn>
                                        <p:tgtEl>
                                          <p:spTgt spid="103">
                                            <p:txEl>
                                              <p:pRg st="7" end="7"/>
                                            </p:txEl>
                                          </p:spTgt>
                                        </p:tgtEl>
                                        <p:attrNameLst>
                                          <p:attrName>style.visibility</p:attrName>
                                        </p:attrNameLst>
                                      </p:cBhvr>
                                      <p:to>
                                        <p:strVal val="visible"/>
                                      </p:to>
                                    </p:set>
                                  </p:childTnLst>
                                </p:cTn>
                              </p:par>
                            </p:childTnLst>
                          </p:cTn>
                        </p:par>
                      </p:childTnLst>
                    </p:cTn>
                  </p:par>
                  <p:par>
                    <p:cTn id="611" fill="hold">
                      <p:stCondLst>
                        <p:cond delay="indefinite"/>
                      </p:stCondLst>
                      <p:childTnLst>
                        <p:par>
                          <p:cTn id="612" fill="hold">
                            <p:stCondLst>
                              <p:cond delay="0"/>
                            </p:stCondLst>
                            <p:childTnLst>
                              <p:par>
                                <p:cTn id="613" presetID="1" presetClass="entr" presetSubtype="0" fill="hold" nodeType="clickEffect">
                                  <p:stCondLst>
                                    <p:cond delay="0"/>
                                  </p:stCondLst>
                                  <p:childTnLst>
                                    <p:set>
                                      <p:cBhvr>
                                        <p:cTn id="614" dur="1" fill="hold">
                                          <p:stCondLst>
                                            <p:cond delay="0"/>
                                          </p:stCondLst>
                                        </p:cTn>
                                        <p:tgtEl>
                                          <p:spTgt spid="103">
                                            <p:txEl>
                                              <p:pRg st="8" end="8"/>
                                            </p:txEl>
                                          </p:spTgt>
                                        </p:tgtEl>
                                        <p:attrNameLst>
                                          <p:attrName>style.visibility</p:attrName>
                                        </p:attrNameLst>
                                      </p:cBhvr>
                                      <p:to>
                                        <p:strVal val="visible"/>
                                      </p:to>
                                    </p:set>
                                  </p:childTnLst>
                                </p:cTn>
                              </p:par>
                            </p:childTnLst>
                          </p:cTn>
                        </p:par>
                      </p:childTnLst>
                    </p:cTn>
                  </p:par>
                  <p:par>
                    <p:cTn id="615" fill="hold">
                      <p:stCondLst>
                        <p:cond delay="indefinite"/>
                      </p:stCondLst>
                      <p:childTnLst>
                        <p:par>
                          <p:cTn id="616" fill="hold">
                            <p:stCondLst>
                              <p:cond delay="0"/>
                            </p:stCondLst>
                            <p:childTnLst>
                              <p:par>
                                <p:cTn id="617" presetID="1" presetClass="entr" presetSubtype="0" fill="hold" nodeType="clickEffect">
                                  <p:stCondLst>
                                    <p:cond delay="0"/>
                                  </p:stCondLst>
                                  <p:childTnLst>
                                    <p:set>
                                      <p:cBhvr>
                                        <p:cTn id="618" dur="1" fill="hold">
                                          <p:stCondLst>
                                            <p:cond delay="0"/>
                                          </p:stCondLst>
                                        </p:cTn>
                                        <p:tgtEl>
                                          <p:spTgt spid="104">
                                            <p:txEl>
                                              <p:pRg st="0" end="0"/>
                                            </p:txEl>
                                          </p:spTgt>
                                        </p:tgtEl>
                                        <p:attrNameLst>
                                          <p:attrName>style.visibility</p:attrName>
                                        </p:attrNameLst>
                                      </p:cBhvr>
                                      <p:to>
                                        <p:strVal val="visible"/>
                                      </p:to>
                                    </p:set>
                                  </p:childTnLst>
                                </p:cTn>
                              </p:par>
                            </p:childTnLst>
                          </p:cTn>
                        </p:par>
                      </p:childTnLst>
                    </p:cTn>
                  </p:par>
                  <p:par>
                    <p:cTn id="619" fill="hold">
                      <p:stCondLst>
                        <p:cond delay="indefinite"/>
                      </p:stCondLst>
                      <p:childTnLst>
                        <p:par>
                          <p:cTn id="620" fill="hold">
                            <p:stCondLst>
                              <p:cond delay="0"/>
                            </p:stCondLst>
                            <p:childTnLst>
                              <p:par>
                                <p:cTn id="621" presetID="1" presetClass="entr" presetSubtype="0" fill="hold" nodeType="clickEffect">
                                  <p:stCondLst>
                                    <p:cond delay="0"/>
                                  </p:stCondLst>
                                  <p:childTnLst>
                                    <p:set>
                                      <p:cBhvr>
                                        <p:cTn id="622" dur="1" fill="hold">
                                          <p:stCondLst>
                                            <p:cond delay="0"/>
                                          </p:stCondLst>
                                        </p:cTn>
                                        <p:tgtEl>
                                          <p:spTgt spid="104">
                                            <p:txEl>
                                              <p:pRg st="1" end="1"/>
                                            </p:txEl>
                                          </p:spTgt>
                                        </p:tgtEl>
                                        <p:attrNameLst>
                                          <p:attrName>style.visibility</p:attrName>
                                        </p:attrNameLst>
                                      </p:cBhvr>
                                      <p:to>
                                        <p:strVal val="visible"/>
                                      </p:to>
                                    </p:set>
                                  </p:childTnLst>
                                </p:cTn>
                              </p:par>
                            </p:childTnLst>
                          </p:cTn>
                        </p:par>
                      </p:childTnLst>
                    </p:cTn>
                  </p:par>
                  <p:par>
                    <p:cTn id="623" fill="hold">
                      <p:stCondLst>
                        <p:cond delay="indefinite"/>
                      </p:stCondLst>
                      <p:childTnLst>
                        <p:par>
                          <p:cTn id="624" fill="hold">
                            <p:stCondLst>
                              <p:cond delay="0"/>
                            </p:stCondLst>
                            <p:childTnLst>
                              <p:par>
                                <p:cTn id="625" presetID="1" presetClass="entr" presetSubtype="0" fill="hold" nodeType="clickEffect">
                                  <p:stCondLst>
                                    <p:cond delay="0"/>
                                  </p:stCondLst>
                                  <p:childTnLst>
                                    <p:set>
                                      <p:cBhvr>
                                        <p:cTn id="626" dur="1" fill="hold">
                                          <p:stCondLst>
                                            <p:cond delay="0"/>
                                          </p:stCondLst>
                                        </p:cTn>
                                        <p:tgtEl>
                                          <p:spTgt spid="104">
                                            <p:txEl>
                                              <p:pRg st="2" end="2"/>
                                            </p:txEl>
                                          </p:spTgt>
                                        </p:tgtEl>
                                        <p:attrNameLst>
                                          <p:attrName>style.visibility</p:attrName>
                                        </p:attrNameLst>
                                      </p:cBhvr>
                                      <p:to>
                                        <p:strVal val="visible"/>
                                      </p:to>
                                    </p:set>
                                  </p:childTnLst>
                                </p:cTn>
                              </p:par>
                            </p:childTnLst>
                          </p:cTn>
                        </p:par>
                      </p:childTnLst>
                    </p:cTn>
                  </p:par>
                  <p:par>
                    <p:cTn id="627" fill="hold">
                      <p:stCondLst>
                        <p:cond delay="indefinite"/>
                      </p:stCondLst>
                      <p:childTnLst>
                        <p:par>
                          <p:cTn id="628" fill="hold">
                            <p:stCondLst>
                              <p:cond delay="0"/>
                            </p:stCondLst>
                            <p:childTnLst>
                              <p:par>
                                <p:cTn id="629" presetID="1" presetClass="entr" presetSubtype="0" fill="hold" nodeType="clickEffect">
                                  <p:stCondLst>
                                    <p:cond delay="0"/>
                                  </p:stCondLst>
                                  <p:childTnLst>
                                    <p:set>
                                      <p:cBhvr>
                                        <p:cTn id="630" dur="1" fill="hold">
                                          <p:stCondLst>
                                            <p:cond delay="0"/>
                                          </p:stCondLst>
                                        </p:cTn>
                                        <p:tgtEl>
                                          <p:spTgt spid="104">
                                            <p:txEl>
                                              <p:pRg st="3" end="3"/>
                                            </p:txEl>
                                          </p:spTgt>
                                        </p:tgtEl>
                                        <p:attrNameLst>
                                          <p:attrName>style.visibility</p:attrName>
                                        </p:attrNameLst>
                                      </p:cBhvr>
                                      <p:to>
                                        <p:strVal val="visible"/>
                                      </p:to>
                                    </p:set>
                                  </p:childTnLst>
                                </p:cTn>
                              </p:par>
                            </p:childTnLst>
                          </p:cTn>
                        </p:par>
                      </p:childTnLst>
                    </p:cTn>
                  </p:par>
                  <p:par>
                    <p:cTn id="631" fill="hold">
                      <p:stCondLst>
                        <p:cond delay="indefinite"/>
                      </p:stCondLst>
                      <p:childTnLst>
                        <p:par>
                          <p:cTn id="632" fill="hold">
                            <p:stCondLst>
                              <p:cond delay="0"/>
                            </p:stCondLst>
                            <p:childTnLst>
                              <p:par>
                                <p:cTn id="633" presetID="1" presetClass="entr" presetSubtype="0" fill="hold" nodeType="clickEffect">
                                  <p:stCondLst>
                                    <p:cond delay="0"/>
                                  </p:stCondLst>
                                  <p:childTnLst>
                                    <p:set>
                                      <p:cBhvr>
                                        <p:cTn id="634" dur="1" fill="hold">
                                          <p:stCondLst>
                                            <p:cond delay="0"/>
                                          </p:stCondLst>
                                        </p:cTn>
                                        <p:tgtEl>
                                          <p:spTgt spid="104">
                                            <p:txEl>
                                              <p:pRg st="4" end="4"/>
                                            </p:txEl>
                                          </p:spTgt>
                                        </p:tgtEl>
                                        <p:attrNameLst>
                                          <p:attrName>style.visibility</p:attrName>
                                        </p:attrNameLst>
                                      </p:cBhvr>
                                      <p:to>
                                        <p:strVal val="visible"/>
                                      </p:to>
                                    </p:set>
                                  </p:childTnLst>
                                </p:cTn>
                              </p:par>
                            </p:childTnLst>
                          </p:cTn>
                        </p:par>
                      </p:childTnLst>
                    </p:cTn>
                  </p:par>
                  <p:par>
                    <p:cTn id="635" fill="hold">
                      <p:stCondLst>
                        <p:cond delay="indefinite"/>
                      </p:stCondLst>
                      <p:childTnLst>
                        <p:par>
                          <p:cTn id="636" fill="hold">
                            <p:stCondLst>
                              <p:cond delay="0"/>
                            </p:stCondLst>
                            <p:childTnLst>
                              <p:par>
                                <p:cTn id="637" presetID="1" presetClass="entr" presetSubtype="0" fill="hold" nodeType="clickEffect">
                                  <p:stCondLst>
                                    <p:cond delay="0"/>
                                  </p:stCondLst>
                                  <p:childTnLst>
                                    <p:set>
                                      <p:cBhvr>
                                        <p:cTn id="638" dur="1" fill="hold">
                                          <p:stCondLst>
                                            <p:cond delay="0"/>
                                          </p:stCondLst>
                                        </p:cTn>
                                        <p:tgtEl>
                                          <p:spTgt spid="104">
                                            <p:txEl>
                                              <p:pRg st="5" end="5"/>
                                            </p:txEl>
                                          </p:spTgt>
                                        </p:tgtEl>
                                        <p:attrNameLst>
                                          <p:attrName>style.visibility</p:attrName>
                                        </p:attrNameLst>
                                      </p:cBhvr>
                                      <p:to>
                                        <p:strVal val="visible"/>
                                      </p:to>
                                    </p:set>
                                  </p:childTnLst>
                                </p:cTn>
                              </p:par>
                            </p:childTnLst>
                          </p:cTn>
                        </p:par>
                      </p:childTnLst>
                    </p:cTn>
                  </p:par>
                  <p:par>
                    <p:cTn id="639" fill="hold">
                      <p:stCondLst>
                        <p:cond delay="indefinite"/>
                      </p:stCondLst>
                      <p:childTnLst>
                        <p:par>
                          <p:cTn id="640" fill="hold">
                            <p:stCondLst>
                              <p:cond delay="0"/>
                            </p:stCondLst>
                            <p:childTnLst>
                              <p:par>
                                <p:cTn id="641" presetID="1" presetClass="entr" presetSubtype="0" fill="hold" nodeType="clickEffect">
                                  <p:stCondLst>
                                    <p:cond delay="0"/>
                                  </p:stCondLst>
                                  <p:childTnLst>
                                    <p:set>
                                      <p:cBhvr>
                                        <p:cTn id="642" dur="1" fill="hold">
                                          <p:stCondLst>
                                            <p:cond delay="0"/>
                                          </p:stCondLst>
                                        </p:cTn>
                                        <p:tgtEl>
                                          <p:spTgt spid="104">
                                            <p:txEl>
                                              <p:pRg st="6" end="6"/>
                                            </p:txEl>
                                          </p:spTgt>
                                        </p:tgtEl>
                                        <p:attrNameLst>
                                          <p:attrName>style.visibility</p:attrName>
                                        </p:attrNameLst>
                                      </p:cBhvr>
                                      <p:to>
                                        <p:strVal val="visible"/>
                                      </p:to>
                                    </p:set>
                                  </p:childTnLst>
                                </p:cTn>
                              </p:par>
                            </p:childTnLst>
                          </p:cTn>
                        </p:par>
                      </p:childTnLst>
                    </p:cTn>
                  </p:par>
                  <p:par>
                    <p:cTn id="643" fill="hold">
                      <p:stCondLst>
                        <p:cond delay="indefinite"/>
                      </p:stCondLst>
                      <p:childTnLst>
                        <p:par>
                          <p:cTn id="644" fill="hold">
                            <p:stCondLst>
                              <p:cond delay="0"/>
                            </p:stCondLst>
                            <p:childTnLst>
                              <p:par>
                                <p:cTn id="645" presetID="1" presetClass="entr" presetSubtype="0" fill="hold" nodeType="clickEffect">
                                  <p:stCondLst>
                                    <p:cond delay="0"/>
                                  </p:stCondLst>
                                  <p:childTnLst>
                                    <p:set>
                                      <p:cBhvr>
                                        <p:cTn id="646" dur="1" fill="hold">
                                          <p:stCondLst>
                                            <p:cond delay="0"/>
                                          </p:stCondLst>
                                        </p:cTn>
                                        <p:tgtEl>
                                          <p:spTgt spid="104">
                                            <p:txEl>
                                              <p:pRg st="7" end="7"/>
                                            </p:txEl>
                                          </p:spTgt>
                                        </p:tgtEl>
                                        <p:attrNameLst>
                                          <p:attrName>style.visibility</p:attrName>
                                        </p:attrNameLst>
                                      </p:cBhvr>
                                      <p:to>
                                        <p:strVal val="visible"/>
                                      </p:to>
                                    </p:set>
                                  </p:childTnLst>
                                </p:cTn>
                              </p:par>
                            </p:childTnLst>
                          </p:cTn>
                        </p:par>
                      </p:childTnLst>
                    </p:cTn>
                  </p:par>
                  <p:par>
                    <p:cTn id="647" fill="hold">
                      <p:stCondLst>
                        <p:cond delay="indefinite"/>
                      </p:stCondLst>
                      <p:childTnLst>
                        <p:par>
                          <p:cTn id="648" fill="hold">
                            <p:stCondLst>
                              <p:cond delay="0"/>
                            </p:stCondLst>
                            <p:childTnLst>
                              <p:par>
                                <p:cTn id="649" presetID="1" presetClass="entr" presetSubtype="0" fill="hold" nodeType="clickEffect">
                                  <p:stCondLst>
                                    <p:cond delay="0"/>
                                  </p:stCondLst>
                                  <p:childTnLst>
                                    <p:set>
                                      <p:cBhvr>
                                        <p:cTn id="650" dur="1" fill="hold">
                                          <p:stCondLst>
                                            <p:cond delay="0"/>
                                          </p:stCondLst>
                                        </p:cTn>
                                        <p:tgtEl>
                                          <p:spTgt spid="104">
                                            <p:txEl>
                                              <p:pRg st="8" end="8"/>
                                            </p:txEl>
                                          </p:spTgt>
                                        </p:tgtEl>
                                        <p:attrNameLst>
                                          <p:attrName>style.visibility</p:attrName>
                                        </p:attrNameLst>
                                      </p:cBhvr>
                                      <p:to>
                                        <p:strVal val="visible"/>
                                      </p:to>
                                    </p:set>
                                  </p:childTnLst>
                                </p:cTn>
                              </p:par>
                            </p:childTnLst>
                          </p:cTn>
                        </p:par>
                      </p:childTnLst>
                    </p:cTn>
                  </p:par>
                  <p:par>
                    <p:cTn id="651" fill="hold">
                      <p:stCondLst>
                        <p:cond delay="indefinite"/>
                      </p:stCondLst>
                      <p:childTnLst>
                        <p:par>
                          <p:cTn id="652" fill="hold">
                            <p:stCondLst>
                              <p:cond delay="0"/>
                            </p:stCondLst>
                            <p:childTnLst>
                              <p:par>
                                <p:cTn id="653" presetID="1" presetClass="entr" presetSubtype="0" fill="hold" nodeType="clickEffect">
                                  <p:stCondLst>
                                    <p:cond delay="0"/>
                                  </p:stCondLst>
                                  <p:childTnLst>
                                    <p:set>
                                      <p:cBhvr>
                                        <p:cTn id="654" dur="1" fill="hold">
                                          <p:stCondLst>
                                            <p:cond delay="0"/>
                                          </p:stCondLst>
                                        </p:cTn>
                                        <p:tgtEl>
                                          <p:spTgt spid="105">
                                            <p:txEl>
                                              <p:pRg st="0" end="0"/>
                                            </p:txEl>
                                          </p:spTgt>
                                        </p:tgtEl>
                                        <p:attrNameLst>
                                          <p:attrName>style.visibility</p:attrName>
                                        </p:attrNameLst>
                                      </p:cBhvr>
                                      <p:to>
                                        <p:strVal val="visible"/>
                                      </p:to>
                                    </p:set>
                                  </p:childTnLst>
                                </p:cTn>
                              </p:par>
                            </p:childTnLst>
                          </p:cTn>
                        </p:par>
                      </p:childTnLst>
                    </p:cTn>
                  </p:par>
                  <p:par>
                    <p:cTn id="655" fill="hold">
                      <p:stCondLst>
                        <p:cond delay="indefinite"/>
                      </p:stCondLst>
                      <p:childTnLst>
                        <p:par>
                          <p:cTn id="656" fill="hold">
                            <p:stCondLst>
                              <p:cond delay="0"/>
                            </p:stCondLst>
                            <p:childTnLst>
                              <p:par>
                                <p:cTn id="657" presetID="1" presetClass="entr" presetSubtype="0" fill="hold" nodeType="clickEffect">
                                  <p:stCondLst>
                                    <p:cond delay="0"/>
                                  </p:stCondLst>
                                  <p:childTnLst>
                                    <p:set>
                                      <p:cBhvr>
                                        <p:cTn id="658" dur="1" fill="hold">
                                          <p:stCondLst>
                                            <p:cond delay="0"/>
                                          </p:stCondLst>
                                        </p:cTn>
                                        <p:tgtEl>
                                          <p:spTgt spid="105">
                                            <p:txEl>
                                              <p:pRg st="1" end="1"/>
                                            </p:txEl>
                                          </p:spTgt>
                                        </p:tgtEl>
                                        <p:attrNameLst>
                                          <p:attrName>style.visibility</p:attrName>
                                        </p:attrNameLst>
                                      </p:cBhvr>
                                      <p:to>
                                        <p:strVal val="visible"/>
                                      </p:to>
                                    </p:set>
                                  </p:childTnLst>
                                </p:cTn>
                              </p:par>
                            </p:childTnLst>
                          </p:cTn>
                        </p:par>
                      </p:childTnLst>
                    </p:cTn>
                  </p:par>
                  <p:par>
                    <p:cTn id="659" fill="hold">
                      <p:stCondLst>
                        <p:cond delay="indefinite"/>
                      </p:stCondLst>
                      <p:childTnLst>
                        <p:par>
                          <p:cTn id="660" fill="hold">
                            <p:stCondLst>
                              <p:cond delay="0"/>
                            </p:stCondLst>
                            <p:childTnLst>
                              <p:par>
                                <p:cTn id="661" presetID="1" presetClass="entr" presetSubtype="0" fill="hold" nodeType="clickEffect">
                                  <p:stCondLst>
                                    <p:cond delay="0"/>
                                  </p:stCondLst>
                                  <p:childTnLst>
                                    <p:set>
                                      <p:cBhvr>
                                        <p:cTn id="662" dur="1" fill="hold">
                                          <p:stCondLst>
                                            <p:cond delay="0"/>
                                          </p:stCondLst>
                                        </p:cTn>
                                        <p:tgtEl>
                                          <p:spTgt spid="105">
                                            <p:txEl>
                                              <p:pRg st="2" end="2"/>
                                            </p:txEl>
                                          </p:spTgt>
                                        </p:tgtEl>
                                        <p:attrNameLst>
                                          <p:attrName>style.visibility</p:attrName>
                                        </p:attrNameLst>
                                      </p:cBhvr>
                                      <p:to>
                                        <p:strVal val="visible"/>
                                      </p:to>
                                    </p:set>
                                  </p:childTnLst>
                                </p:cTn>
                              </p:par>
                            </p:childTnLst>
                          </p:cTn>
                        </p:par>
                      </p:childTnLst>
                    </p:cTn>
                  </p:par>
                  <p:par>
                    <p:cTn id="663" fill="hold">
                      <p:stCondLst>
                        <p:cond delay="indefinite"/>
                      </p:stCondLst>
                      <p:childTnLst>
                        <p:par>
                          <p:cTn id="664" fill="hold">
                            <p:stCondLst>
                              <p:cond delay="0"/>
                            </p:stCondLst>
                            <p:childTnLst>
                              <p:par>
                                <p:cTn id="665" presetID="1" presetClass="entr" presetSubtype="0" fill="hold" nodeType="clickEffect">
                                  <p:stCondLst>
                                    <p:cond delay="0"/>
                                  </p:stCondLst>
                                  <p:childTnLst>
                                    <p:set>
                                      <p:cBhvr>
                                        <p:cTn id="666" dur="1" fill="hold">
                                          <p:stCondLst>
                                            <p:cond delay="0"/>
                                          </p:stCondLst>
                                        </p:cTn>
                                        <p:tgtEl>
                                          <p:spTgt spid="105">
                                            <p:txEl>
                                              <p:pRg st="3" end="3"/>
                                            </p:txEl>
                                          </p:spTgt>
                                        </p:tgtEl>
                                        <p:attrNameLst>
                                          <p:attrName>style.visibility</p:attrName>
                                        </p:attrNameLst>
                                      </p:cBhvr>
                                      <p:to>
                                        <p:strVal val="visible"/>
                                      </p:to>
                                    </p:set>
                                  </p:childTnLst>
                                </p:cTn>
                              </p:par>
                            </p:childTnLst>
                          </p:cTn>
                        </p:par>
                      </p:childTnLst>
                    </p:cTn>
                  </p:par>
                  <p:par>
                    <p:cTn id="667" fill="hold">
                      <p:stCondLst>
                        <p:cond delay="indefinite"/>
                      </p:stCondLst>
                      <p:childTnLst>
                        <p:par>
                          <p:cTn id="668" fill="hold">
                            <p:stCondLst>
                              <p:cond delay="0"/>
                            </p:stCondLst>
                            <p:childTnLst>
                              <p:par>
                                <p:cTn id="669" presetID="1" presetClass="entr" presetSubtype="0" fill="hold" nodeType="clickEffect">
                                  <p:stCondLst>
                                    <p:cond delay="0"/>
                                  </p:stCondLst>
                                  <p:childTnLst>
                                    <p:set>
                                      <p:cBhvr>
                                        <p:cTn id="670" dur="1" fill="hold">
                                          <p:stCondLst>
                                            <p:cond delay="0"/>
                                          </p:stCondLst>
                                        </p:cTn>
                                        <p:tgtEl>
                                          <p:spTgt spid="105">
                                            <p:txEl>
                                              <p:pRg st="4" end="4"/>
                                            </p:txEl>
                                          </p:spTgt>
                                        </p:tgtEl>
                                        <p:attrNameLst>
                                          <p:attrName>style.visibility</p:attrName>
                                        </p:attrNameLst>
                                      </p:cBhvr>
                                      <p:to>
                                        <p:strVal val="visible"/>
                                      </p:to>
                                    </p:set>
                                  </p:childTnLst>
                                </p:cTn>
                              </p:par>
                            </p:childTnLst>
                          </p:cTn>
                        </p:par>
                      </p:childTnLst>
                    </p:cTn>
                  </p:par>
                  <p:par>
                    <p:cTn id="671" fill="hold">
                      <p:stCondLst>
                        <p:cond delay="indefinite"/>
                      </p:stCondLst>
                      <p:childTnLst>
                        <p:par>
                          <p:cTn id="672" fill="hold">
                            <p:stCondLst>
                              <p:cond delay="0"/>
                            </p:stCondLst>
                            <p:childTnLst>
                              <p:par>
                                <p:cTn id="673" presetID="1" presetClass="entr" presetSubtype="0" fill="hold" nodeType="clickEffect">
                                  <p:stCondLst>
                                    <p:cond delay="0"/>
                                  </p:stCondLst>
                                  <p:childTnLst>
                                    <p:set>
                                      <p:cBhvr>
                                        <p:cTn id="674" dur="1" fill="hold">
                                          <p:stCondLst>
                                            <p:cond delay="0"/>
                                          </p:stCondLst>
                                        </p:cTn>
                                        <p:tgtEl>
                                          <p:spTgt spid="105">
                                            <p:txEl>
                                              <p:pRg st="5" end="5"/>
                                            </p:txEl>
                                          </p:spTgt>
                                        </p:tgtEl>
                                        <p:attrNameLst>
                                          <p:attrName>style.visibility</p:attrName>
                                        </p:attrNameLst>
                                      </p:cBhvr>
                                      <p:to>
                                        <p:strVal val="visible"/>
                                      </p:to>
                                    </p:set>
                                  </p:childTnLst>
                                </p:cTn>
                              </p:par>
                            </p:childTnLst>
                          </p:cTn>
                        </p:par>
                      </p:childTnLst>
                    </p:cTn>
                  </p:par>
                  <p:par>
                    <p:cTn id="675" fill="hold">
                      <p:stCondLst>
                        <p:cond delay="indefinite"/>
                      </p:stCondLst>
                      <p:childTnLst>
                        <p:par>
                          <p:cTn id="676" fill="hold">
                            <p:stCondLst>
                              <p:cond delay="0"/>
                            </p:stCondLst>
                            <p:childTnLst>
                              <p:par>
                                <p:cTn id="677" presetID="1" presetClass="entr" presetSubtype="0" fill="hold" nodeType="clickEffect">
                                  <p:stCondLst>
                                    <p:cond delay="0"/>
                                  </p:stCondLst>
                                  <p:childTnLst>
                                    <p:set>
                                      <p:cBhvr>
                                        <p:cTn id="678" dur="1" fill="hold">
                                          <p:stCondLst>
                                            <p:cond delay="0"/>
                                          </p:stCondLst>
                                        </p:cTn>
                                        <p:tgtEl>
                                          <p:spTgt spid="105">
                                            <p:txEl>
                                              <p:pRg st="6" end="6"/>
                                            </p:txEl>
                                          </p:spTgt>
                                        </p:tgtEl>
                                        <p:attrNameLst>
                                          <p:attrName>style.visibility</p:attrName>
                                        </p:attrNameLst>
                                      </p:cBhvr>
                                      <p:to>
                                        <p:strVal val="visible"/>
                                      </p:to>
                                    </p:set>
                                  </p:childTnLst>
                                </p:cTn>
                              </p:par>
                            </p:childTnLst>
                          </p:cTn>
                        </p:par>
                      </p:childTnLst>
                    </p:cTn>
                  </p:par>
                  <p:par>
                    <p:cTn id="679" fill="hold">
                      <p:stCondLst>
                        <p:cond delay="indefinite"/>
                      </p:stCondLst>
                      <p:childTnLst>
                        <p:par>
                          <p:cTn id="680" fill="hold">
                            <p:stCondLst>
                              <p:cond delay="0"/>
                            </p:stCondLst>
                            <p:childTnLst>
                              <p:par>
                                <p:cTn id="681" presetID="1" presetClass="entr" presetSubtype="0" fill="hold" nodeType="clickEffect">
                                  <p:stCondLst>
                                    <p:cond delay="0"/>
                                  </p:stCondLst>
                                  <p:childTnLst>
                                    <p:set>
                                      <p:cBhvr>
                                        <p:cTn id="682" dur="1" fill="hold">
                                          <p:stCondLst>
                                            <p:cond delay="0"/>
                                          </p:stCondLst>
                                        </p:cTn>
                                        <p:tgtEl>
                                          <p:spTgt spid="105">
                                            <p:txEl>
                                              <p:pRg st="7" end="7"/>
                                            </p:txEl>
                                          </p:spTgt>
                                        </p:tgtEl>
                                        <p:attrNameLst>
                                          <p:attrName>style.visibility</p:attrName>
                                        </p:attrNameLst>
                                      </p:cBhvr>
                                      <p:to>
                                        <p:strVal val="visible"/>
                                      </p:to>
                                    </p:set>
                                  </p:childTnLst>
                                </p:cTn>
                              </p:par>
                            </p:childTnLst>
                          </p:cTn>
                        </p:par>
                      </p:childTnLst>
                    </p:cTn>
                  </p:par>
                  <p:par>
                    <p:cTn id="683" fill="hold">
                      <p:stCondLst>
                        <p:cond delay="indefinite"/>
                      </p:stCondLst>
                      <p:childTnLst>
                        <p:par>
                          <p:cTn id="684" fill="hold">
                            <p:stCondLst>
                              <p:cond delay="0"/>
                            </p:stCondLst>
                            <p:childTnLst>
                              <p:par>
                                <p:cTn id="685" presetID="1" presetClass="entr" presetSubtype="0" fill="hold" nodeType="clickEffect">
                                  <p:stCondLst>
                                    <p:cond delay="0"/>
                                  </p:stCondLst>
                                  <p:childTnLst>
                                    <p:set>
                                      <p:cBhvr>
                                        <p:cTn id="686" dur="1" fill="hold">
                                          <p:stCondLst>
                                            <p:cond delay="0"/>
                                          </p:stCondLst>
                                        </p:cTn>
                                        <p:tgtEl>
                                          <p:spTgt spid="105">
                                            <p:txEl>
                                              <p:pRg st="8" end="8"/>
                                            </p:txEl>
                                          </p:spTgt>
                                        </p:tgtEl>
                                        <p:attrNameLst>
                                          <p:attrName>style.visibility</p:attrName>
                                        </p:attrNameLst>
                                      </p:cBhvr>
                                      <p:to>
                                        <p:strVal val="visible"/>
                                      </p:to>
                                    </p:set>
                                  </p:childTnLst>
                                </p:cTn>
                              </p:par>
                            </p:childTnLst>
                          </p:cTn>
                        </p:par>
                      </p:childTnLst>
                    </p:cTn>
                  </p:par>
                  <p:par>
                    <p:cTn id="687" fill="hold">
                      <p:stCondLst>
                        <p:cond delay="indefinite"/>
                      </p:stCondLst>
                      <p:childTnLst>
                        <p:par>
                          <p:cTn id="688" fill="hold">
                            <p:stCondLst>
                              <p:cond delay="0"/>
                            </p:stCondLst>
                            <p:childTnLst>
                              <p:par>
                                <p:cTn id="689" presetID="1" presetClass="entr" presetSubtype="0" fill="hold" nodeType="clickEffect">
                                  <p:stCondLst>
                                    <p:cond delay="0"/>
                                  </p:stCondLst>
                                  <p:childTnLst>
                                    <p:set>
                                      <p:cBhvr>
                                        <p:cTn id="690" dur="1" fill="hold">
                                          <p:stCondLst>
                                            <p:cond delay="0"/>
                                          </p:stCondLst>
                                        </p:cTn>
                                        <p:tgtEl>
                                          <p:spTgt spid="106">
                                            <p:txEl>
                                              <p:pRg st="0" end="0"/>
                                            </p:txEl>
                                          </p:spTgt>
                                        </p:tgtEl>
                                        <p:attrNameLst>
                                          <p:attrName>style.visibility</p:attrName>
                                        </p:attrNameLst>
                                      </p:cBhvr>
                                      <p:to>
                                        <p:strVal val="visible"/>
                                      </p:to>
                                    </p:set>
                                  </p:childTnLst>
                                </p:cTn>
                              </p:par>
                            </p:childTnLst>
                          </p:cTn>
                        </p:par>
                      </p:childTnLst>
                    </p:cTn>
                  </p:par>
                  <p:par>
                    <p:cTn id="691" fill="hold">
                      <p:stCondLst>
                        <p:cond delay="indefinite"/>
                      </p:stCondLst>
                      <p:childTnLst>
                        <p:par>
                          <p:cTn id="692" fill="hold">
                            <p:stCondLst>
                              <p:cond delay="0"/>
                            </p:stCondLst>
                            <p:childTnLst>
                              <p:par>
                                <p:cTn id="693" presetID="1" presetClass="entr" presetSubtype="0" fill="hold" nodeType="clickEffect">
                                  <p:stCondLst>
                                    <p:cond delay="0"/>
                                  </p:stCondLst>
                                  <p:childTnLst>
                                    <p:set>
                                      <p:cBhvr>
                                        <p:cTn id="694" dur="1" fill="hold">
                                          <p:stCondLst>
                                            <p:cond delay="0"/>
                                          </p:stCondLst>
                                        </p:cTn>
                                        <p:tgtEl>
                                          <p:spTgt spid="106">
                                            <p:txEl>
                                              <p:pRg st="1" end="1"/>
                                            </p:txEl>
                                          </p:spTgt>
                                        </p:tgtEl>
                                        <p:attrNameLst>
                                          <p:attrName>style.visibility</p:attrName>
                                        </p:attrNameLst>
                                      </p:cBhvr>
                                      <p:to>
                                        <p:strVal val="visible"/>
                                      </p:to>
                                    </p:set>
                                  </p:childTnLst>
                                </p:cTn>
                              </p:par>
                            </p:childTnLst>
                          </p:cTn>
                        </p:par>
                      </p:childTnLst>
                    </p:cTn>
                  </p:par>
                  <p:par>
                    <p:cTn id="695" fill="hold">
                      <p:stCondLst>
                        <p:cond delay="indefinite"/>
                      </p:stCondLst>
                      <p:childTnLst>
                        <p:par>
                          <p:cTn id="696" fill="hold">
                            <p:stCondLst>
                              <p:cond delay="0"/>
                            </p:stCondLst>
                            <p:childTnLst>
                              <p:par>
                                <p:cTn id="697" presetID="1" presetClass="entr" presetSubtype="0" fill="hold" nodeType="clickEffect">
                                  <p:stCondLst>
                                    <p:cond delay="0"/>
                                  </p:stCondLst>
                                  <p:childTnLst>
                                    <p:set>
                                      <p:cBhvr>
                                        <p:cTn id="698" dur="1" fill="hold">
                                          <p:stCondLst>
                                            <p:cond delay="0"/>
                                          </p:stCondLst>
                                        </p:cTn>
                                        <p:tgtEl>
                                          <p:spTgt spid="106">
                                            <p:txEl>
                                              <p:pRg st="2" end="2"/>
                                            </p:txEl>
                                          </p:spTgt>
                                        </p:tgtEl>
                                        <p:attrNameLst>
                                          <p:attrName>style.visibility</p:attrName>
                                        </p:attrNameLst>
                                      </p:cBhvr>
                                      <p:to>
                                        <p:strVal val="visible"/>
                                      </p:to>
                                    </p:set>
                                  </p:childTnLst>
                                </p:cTn>
                              </p:par>
                            </p:childTnLst>
                          </p:cTn>
                        </p:par>
                      </p:childTnLst>
                    </p:cTn>
                  </p:par>
                  <p:par>
                    <p:cTn id="699" fill="hold">
                      <p:stCondLst>
                        <p:cond delay="indefinite"/>
                      </p:stCondLst>
                      <p:childTnLst>
                        <p:par>
                          <p:cTn id="700" fill="hold">
                            <p:stCondLst>
                              <p:cond delay="0"/>
                            </p:stCondLst>
                            <p:childTnLst>
                              <p:par>
                                <p:cTn id="701" presetID="1" presetClass="entr" presetSubtype="0" fill="hold" nodeType="clickEffect">
                                  <p:stCondLst>
                                    <p:cond delay="0"/>
                                  </p:stCondLst>
                                  <p:childTnLst>
                                    <p:set>
                                      <p:cBhvr>
                                        <p:cTn id="702" dur="1" fill="hold">
                                          <p:stCondLst>
                                            <p:cond delay="0"/>
                                          </p:stCondLst>
                                        </p:cTn>
                                        <p:tgtEl>
                                          <p:spTgt spid="106">
                                            <p:txEl>
                                              <p:pRg st="3" end="3"/>
                                            </p:txEl>
                                          </p:spTgt>
                                        </p:tgtEl>
                                        <p:attrNameLst>
                                          <p:attrName>style.visibility</p:attrName>
                                        </p:attrNameLst>
                                      </p:cBhvr>
                                      <p:to>
                                        <p:strVal val="visible"/>
                                      </p:to>
                                    </p:set>
                                  </p:childTnLst>
                                </p:cTn>
                              </p:par>
                            </p:childTnLst>
                          </p:cTn>
                        </p:par>
                      </p:childTnLst>
                    </p:cTn>
                  </p:par>
                  <p:par>
                    <p:cTn id="703" fill="hold">
                      <p:stCondLst>
                        <p:cond delay="indefinite"/>
                      </p:stCondLst>
                      <p:childTnLst>
                        <p:par>
                          <p:cTn id="704" fill="hold">
                            <p:stCondLst>
                              <p:cond delay="0"/>
                            </p:stCondLst>
                            <p:childTnLst>
                              <p:par>
                                <p:cTn id="705" presetID="1" presetClass="entr" presetSubtype="0" fill="hold" nodeType="clickEffect">
                                  <p:stCondLst>
                                    <p:cond delay="0"/>
                                  </p:stCondLst>
                                  <p:childTnLst>
                                    <p:set>
                                      <p:cBhvr>
                                        <p:cTn id="706" dur="1" fill="hold">
                                          <p:stCondLst>
                                            <p:cond delay="0"/>
                                          </p:stCondLst>
                                        </p:cTn>
                                        <p:tgtEl>
                                          <p:spTgt spid="106">
                                            <p:txEl>
                                              <p:pRg st="4" end="4"/>
                                            </p:txEl>
                                          </p:spTgt>
                                        </p:tgtEl>
                                        <p:attrNameLst>
                                          <p:attrName>style.visibility</p:attrName>
                                        </p:attrNameLst>
                                      </p:cBhvr>
                                      <p:to>
                                        <p:strVal val="visible"/>
                                      </p:to>
                                    </p:set>
                                  </p:childTnLst>
                                </p:cTn>
                              </p:par>
                            </p:childTnLst>
                          </p:cTn>
                        </p:par>
                      </p:childTnLst>
                    </p:cTn>
                  </p:par>
                  <p:par>
                    <p:cTn id="707" fill="hold">
                      <p:stCondLst>
                        <p:cond delay="indefinite"/>
                      </p:stCondLst>
                      <p:childTnLst>
                        <p:par>
                          <p:cTn id="708" fill="hold">
                            <p:stCondLst>
                              <p:cond delay="0"/>
                            </p:stCondLst>
                            <p:childTnLst>
                              <p:par>
                                <p:cTn id="709" presetID="1" presetClass="entr" presetSubtype="0" fill="hold" nodeType="clickEffect">
                                  <p:stCondLst>
                                    <p:cond delay="0"/>
                                  </p:stCondLst>
                                  <p:childTnLst>
                                    <p:set>
                                      <p:cBhvr>
                                        <p:cTn id="710" dur="1" fill="hold">
                                          <p:stCondLst>
                                            <p:cond delay="0"/>
                                          </p:stCondLst>
                                        </p:cTn>
                                        <p:tgtEl>
                                          <p:spTgt spid="106">
                                            <p:txEl>
                                              <p:pRg st="5" end="5"/>
                                            </p:txEl>
                                          </p:spTgt>
                                        </p:tgtEl>
                                        <p:attrNameLst>
                                          <p:attrName>style.visibility</p:attrName>
                                        </p:attrNameLst>
                                      </p:cBhvr>
                                      <p:to>
                                        <p:strVal val="visible"/>
                                      </p:to>
                                    </p:set>
                                  </p:childTnLst>
                                </p:cTn>
                              </p:par>
                            </p:childTnLst>
                          </p:cTn>
                        </p:par>
                      </p:childTnLst>
                    </p:cTn>
                  </p:par>
                  <p:par>
                    <p:cTn id="711" fill="hold">
                      <p:stCondLst>
                        <p:cond delay="indefinite"/>
                      </p:stCondLst>
                      <p:childTnLst>
                        <p:par>
                          <p:cTn id="712" fill="hold">
                            <p:stCondLst>
                              <p:cond delay="0"/>
                            </p:stCondLst>
                            <p:childTnLst>
                              <p:par>
                                <p:cTn id="713" presetID="1" presetClass="entr" presetSubtype="0" fill="hold" nodeType="clickEffect">
                                  <p:stCondLst>
                                    <p:cond delay="0"/>
                                  </p:stCondLst>
                                  <p:childTnLst>
                                    <p:set>
                                      <p:cBhvr>
                                        <p:cTn id="714" dur="1" fill="hold">
                                          <p:stCondLst>
                                            <p:cond delay="0"/>
                                          </p:stCondLst>
                                        </p:cTn>
                                        <p:tgtEl>
                                          <p:spTgt spid="106">
                                            <p:txEl>
                                              <p:pRg st="6" end="6"/>
                                            </p:txEl>
                                          </p:spTgt>
                                        </p:tgtEl>
                                        <p:attrNameLst>
                                          <p:attrName>style.visibility</p:attrName>
                                        </p:attrNameLst>
                                      </p:cBhvr>
                                      <p:to>
                                        <p:strVal val="visible"/>
                                      </p:to>
                                    </p:set>
                                  </p:childTnLst>
                                </p:cTn>
                              </p:par>
                            </p:childTnLst>
                          </p:cTn>
                        </p:par>
                      </p:childTnLst>
                    </p:cTn>
                  </p:par>
                  <p:par>
                    <p:cTn id="715" fill="hold">
                      <p:stCondLst>
                        <p:cond delay="indefinite"/>
                      </p:stCondLst>
                      <p:childTnLst>
                        <p:par>
                          <p:cTn id="716" fill="hold">
                            <p:stCondLst>
                              <p:cond delay="0"/>
                            </p:stCondLst>
                            <p:childTnLst>
                              <p:par>
                                <p:cTn id="717" presetID="1" presetClass="entr" presetSubtype="0" fill="hold" nodeType="clickEffect">
                                  <p:stCondLst>
                                    <p:cond delay="0"/>
                                  </p:stCondLst>
                                  <p:childTnLst>
                                    <p:set>
                                      <p:cBhvr>
                                        <p:cTn id="718" dur="1" fill="hold">
                                          <p:stCondLst>
                                            <p:cond delay="0"/>
                                          </p:stCondLst>
                                        </p:cTn>
                                        <p:tgtEl>
                                          <p:spTgt spid="106">
                                            <p:txEl>
                                              <p:pRg st="7" end="7"/>
                                            </p:txEl>
                                          </p:spTgt>
                                        </p:tgtEl>
                                        <p:attrNameLst>
                                          <p:attrName>style.visibility</p:attrName>
                                        </p:attrNameLst>
                                      </p:cBhvr>
                                      <p:to>
                                        <p:strVal val="visible"/>
                                      </p:to>
                                    </p:set>
                                  </p:childTnLst>
                                </p:cTn>
                              </p:par>
                            </p:childTnLst>
                          </p:cTn>
                        </p:par>
                      </p:childTnLst>
                    </p:cTn>
                  </p:par>
                  <p:par>
                    <p:cTn id="719" fill="hold">
                      <p:stCondLst>
                        <p:cond delay="indefinite"/>
                      </p:stCondLst>
                      <p:childTnLst>
                        <p:par>
                          <p:cTn id="720" fill="hold">
                            <p:stCondLst>
                              <p:cond delay="0"/>
                            </p:stCondLst>
                            <p:childTnLst>
                              <p:par>
                                <p:cTn id="721" presetID="1" presetClass="entr" presetSubtype="0" fill="hold" nodeType="clickEffect">
                                  <p:stCondLst>
                                    <p:cond delay="0"/>
                                  </p:stCondLst>
                                  <p:childTnLst>
                                    <p:set>
                                      <p:cBhvr>
                                        <p:cTn id="722" dur="1" fill="hold">
                                          <p:stCondLst>
                                            <p:cond delay="0"/>
                                          </p:stCondLst>
                                        </p:cTn>
                                        <p:tgtEl>
                                          <p:spTgt spid="106">
                                            <p:txEl>
                                              <p:pRg st="8" end="8"/>
                                            </p:txEl>
                                          </p:spTgt>
                                        </p:tgtEl>
                                        <p:attrNameLst>
                                          <p:attrName>style.visibility</p:attrName>
                                        </p:attrNameLst>
                                      </p:cBhvr>
                                      <p:to>
                                        <p:strVal val="visible"/>
                                      </p:to>
                                    </p:set>
                                  </p:childTnLst>
                                </p:cTn>
                              </p:par>
                            </p:childTnLst>
                          </p:cTn>
                        </p:par>
                      </p:childTnLst>
                    </p:cTn>
                  </p:par>
                  <p:par>
                    <p:cTn id="723" fill="hold">
                      <p:stCondLst>
                        <p:cond delay="indefinite"/>
                      </p:stCondLst>
                      <p:childTnLst>
                        <p:par>
                          <p:cTn id="724" fill="hold">
                            <p:stCondLst>
                              <p:cond delay="0"/>
                            </p:stCondLst>
                            <p:childTnLst>
                              <p:par>
                                <p:cTn id="725" presetID="1" presetClass="entr" presetSubtype="0" fill="hold" nodeType="clickEffect">
                                  <p:stCondLst>
                                    <p:cond delay="0"/>
                                  </p:stCondLst>
                                  <p:childTnLst>
                                    <p:set>
                                      <p:cBhvr>
                                        <p:cTn id="726" dur="1" fill="hold">
                                          <p:stCondLst>
                                            <p:cond delay="0"/>
                                          </p:stCondLst>
                                        </p:cTn>
                                        <p:tgtEl>
                                          <p:spTgt spid="107">
                                            <p:txEl>
                                              <p:pRg st="0" end="0"/>
                                            </p:txEl>
                                          </p:spTgt>
                                        </p:tgtEl>
                                        <p:attrNameLst>
                                          <p:attrName>style.visibility</p:attrName>
                                        </p:attrNameLst>
                                      </p:cBhvr>
                                      <p:to>
                                        <p:strVal val="visible"/>
                                      </p:to>
                                    </p:set>
                                  </p:childTnLst>
                                </p:cTn>
                              </p:par>
                            </p:childTnLst>
                          </p:cTn>
                        </p:par>
                      </p:childTnLst>
                    </p:cTn>
                  </p:par>
                  <p:par>
                    <p:cTn id="727" fill="hold">
                      <p:stCondLst>
                        <p:cond delay="indefinite"/>
                      </p:stCondLst>
                      <p:childTnLst>
                        <p:par>
                          <p:cTn id="728" fill="hold">
                            <p:stCondLst>
                              <p:cond delay="0"/>
                            </p:stCondLst>
                            <p:childTnLst>
                              <p:par>
                                <p:cTn id="729" presetID="1" presetClass="entr" presetSubtype="0" fill="hold" nodeType="clickEffect">
                                  <p:stCondLst>
                                    <p:cond delay="0"/>
                                  </p:stCondLst>
                                  <p:childTnLst>
                                    <p:set>
                                      <p:cBhvr>
                                        <p:cTn id="730" dur="1" fill="hold">
                                          <p:stCondLst>
                                            <p:cond delay="0"/>
                                          </p:stCondLst>
                                        </p:cTn>
                                        <p:tgtEl>
                                          <p:spTgt spid="107">
                                            <p:txEl>
                                              <p:pRg st="1" end="1"/>
                                            </p:txEl>
                                          </p:spTgt>
                                        </p:tgtEl>
                                        <p:attrNameLst>
                                          <p:attrName>style.visibility</p:attrName>
                                        </p:attrNameLst>
                                      </p:cBhvr>
                                      <p:to>
                                        <p:strVal val="visible"/>
                                      </p:to>
                                    </p:set>
                                  </p:childTnLst>
                                </p:cTn>
                              </p:par>
                            </p:childTnLst>
                          </p:cTn>
                        </p:par>
                      </p:childTnLst>
                    </p:cTn>
                  </p:par>
                  <p:par>
                    <p:cTn id="731" fill="hold">
                      <p:stCondLst>
                        <p:cond delay="indefinite"/>
                      </p:stCondLst>
                      <p:childTnLst>
                        <p:par>
                          <p:cTn id="732" fill="hold">
                            <p:stCondLst>
                              <p:cond delay="0"/>
                            </p:stCondLst>
                            <p:childTnLst>
                              <p:par>
                                <p:cTn id="733" presetID="1" presetClass="entr" presetSubtype="0" fill="hold" nodeType="clickEffect">
                                  <p:stCondLst>
                                    <p:cond delay="0"/>
                                  </p:stCondLst>
                                  <p:childTnLst>
                                    <p:set>
                                      <p:cBhvr>
                                        <p:cTn id="734" dur="1" fill="hold">
                                          <p:stCondLst>
                                            <p:cond delay="0"/>
                                          </p:stCondLst>
                                        </p:cTn>
                                        <p:tgtEl>
                                          <p:spTgt spid="107">
                                            <p:txEl>
                                              <p:pRg st="2" end="2"/>
                                            </p:txEl>
                                          </p:spTgt>
                                        </p:tgtEl>
                                        <p:attrNameLst>
                                          <p:attrName>style.visibility</p:attrName>
                                        </p:attrNameLst>
                                      </p:cBhvr>
                                      <p:to>
                                        <p:strVal val="visible"/>
                                      </p:to>
                                    </p:set>
                                  </p:childTnLst>
                                </p:cTn>
                              </p:par>
                            </p:childTnLst>
                          </p:cTn>
                        </p:par>
                      </p:childTnLst>
                    </p:cTn>
                  </p:par>
                  <p:par>
                    <p:cTn id="735" fill="hold">
                      <p:stCondLst>
                        <p:cond delay="indefinite"/>
                      </p:stCondLst>
                      <p:childTnLst>
                        <p:par>
                          <p:cTn id="736" fill="hold">
                            <p:stCondLst>
                              <p:cond delay="0"/>
                            </p:stCondLst>
                            <p:childTnLst>
                              <p:par>
                                <p:cTn id="737" presetID="1" presetClass="entr" presetSubtype="0" fill="hold" nodeType="clickEffect">
                                  <p:stCondLst>
                                    <p:cond delay="0"/>
                                  </p:stCondLst>
                                  <p:childTnLst>
                                    <p:set>
                                      <p:cBhvr>
                                        <p:cTn id="738" dur="1" fill="hold">
                                          <p:stCondLst>
                                            <p:cond delay="0"/>
                                          </p:stCondLst>
                                        </p:cTn>
                                        <p:tgtEl>
                                          <p:spTgt spid="107">
                                            <p:txEl>
                                              <p:pRg st="3" end="3"/>
                                            </p:txEl>
                                          </p:spTgt>
                                        </p:tgtEl>
                                        <p:attrNameLst>
                                          <p:attrName>style.visibility</p:attrName>
                                        </p:attrNameLst>
                                      </p:cBhvr>
                                      <p:to>
                                        <p:strVal val="visible"/>
                                      </p:to>
                                    </p:set>
                                  </p:childTnLst>
                                </p:cTn>
                              </p:par>
                            </p:childTnLst>
                          </p:cTn>
                        </p:par>
                      </p:childTnLst>
                    </p:cTn>
                  </p:par>
                  <p:par>
                    <p:cTn id="739" fill="hold">
                      <p:stCondLst>
                        <p:cond delay="indefinite"/>
                      </p:stCondLst>
                      <p:childTnLst>
                        <p:par>
                          <p:cTn id="740" fill="hold">
                            <p:stCondLst>
                              <p:cond delay="0"/>
                            </p:stCondLst>
                            <p:childTnLst>
                              <p:par>
                                <p:cTn id="741" presetID="1" presetClass="entr" presetSubtype="0" fill="hold" nodeType="clickEffect">
                                  <p:stCondLst>
                                    <p:cond delay="0"/>
                                  </p:stCondLst>
                                  <p:childTnLst>
                                    <p:set>
                                      <p:cBhvr>
                                        <p:cTn id="742" dur="1" fill="hold">
                                          <p:stCondLst>
                                            <p:cond delay="0"/>
                                          </p:stCondLst>
                                        </p:cTn>
                                        <p:tgtEl>
                                          <p:spTgt spid="107">
                                            <p:txEl>
                                              <p:pRg st="4" end="4"/>
                                            </p:txEl>
                                          </p:spTgt>
                                        </p:tgtEl>
                                        <p:attrNameLst>
                                          <p:attrName>style.visibility</p:attrName>
                                        </p:attrNameLst>
                                      </p:cBhvr>
                                      <p:to>
                                        <p:strVal val="visible"/>
                                      </p:to>
                                    </p:set>
                                  </p:childTnLst>
                                </p:cTn>
                              </p:par>
                            </p:childTnLst>
                          </p:cTn>
                        </p:par>
                      </p:childTnLst>
                    </p:cTn>
                  </p:par>
                  <p:par>
                    <p:cTn id="743" fill="hold">
                      <p:stCondLst>
                        <p:cond delay="indefinite"/>
                      </p:stCondLst>
                      <p:childTnLst>
                        <p:par>
                          <p:cTn id="744" fill="hold">
                            <p:stCondLst>
                              <p:cond delay="0"/>
                            </p:stCondLst>
                            <p:childTnLst>
                              <p:par>
                                <p:cTn id="745" presetID="1" presetClass="entr" presetSubtype="0" fill="hold" nodeType="clickEffect">
                                  <p:stCondLst>
                                    <p:cond delay="0"/>
                                  </p:stCondLst>
                                  <p:childTnLst>
                                    <p:set>
                                      <p:cBhvr>
                                        <p:cTn id="746" dur="1" fill="hold">
                                          <p:stCondLst>
                                            <p:cond delay="0"/>
                                          </p:stCondLst>
                                        </p:cTn>
                                        <p:tgtEl>
                                          <p:spTgt spid="107">
                                            <p:txEl>
                                              <p:pRg st="5" end="5"/>
                                            </p:txEl>
                                          </p:spTgt>
                                        </p:tgtEl>
                                        <p:attrNameLst>
                                          <p:attrName>style.visibility</p:attrName>
                                        </p:attrNameLst>
                                      </p:cBhvr>
                                      <p:to>
                                        <p:strVal val="visible"/>
                                      </p:to>
                                    </p:set>
                                  </p:childTnLst>
                                </p:cTn>
                              </p:par>
                            </p:childTnLst>
                          </p:cTn>
                        </p:par>
                      </p:childTnLst>
                    </p:cTn>
                  </p:par>
                  <p:par>
                    <p:cTn id="747" fill="hold">
                      <p:stCondLst>
                        <p:cond delay="indefinite"/>
                      </p:stCondLst>
                      <p:childTnLst>
                        <p:par>
                          <p:cTn id="748" fill="hold">
                            <p:stCondLst>
                              <p:cond delay="0"/>
                            </p:stCondLst>
                            <p:childTnLst>
                              <p:par>
                                <p:cTn id="749" presetID="1" presetClass="entr" presetSubtype="0" fill="hold" nodeType="clickEffect">
                                  <p:stCondLst>
                                    <p:cond delay="0"/>
                                  </p:stCondLst>
                                  <p:childTnLst>
                                    <p:set>
                                      <p:cBhvr>
                                        <p:cTn id="750" dur="1" fill="hold">
                                          <p:stCondLst>
                                            <p:cond delay="0"/>
                                          </p:stCondLst>
                                        </p:cTn>
                                        <p:tgtEl>
                                          <p:spTgt spid="107">
                                            <p:txEl>
                                              <p:pRg st="6" end="6"/>
                                            </p:txEl>
                                          </p:spTgt>
                                        </p:tgtEl>
                                        <p:attrNameLst>
                                          <p:attrName>style.visibility</p:attrName>
                                        </p:attrNameLst>
                                      </p:cBhvr>
                                      <p:to>
                                        <p:strVal val="visible"/>
                                      </p:to>
                                    </p:set>
                                  </p:childTnLst>
                                </p:cTn>
                              </p:par>
                            </p:childTnLst>
                          </p:cTn>
                        </p:par>
                      </p:childTnLst>
                    </p:cTn>
                  </p:par>
                  <p:par>
                    <p:cTn id="751" fill="hold">
                      <p:stCondLst>
                        <p:cond delay="indefinite"/>
                      </p:stCondLst>
                      <p:childTnLst>
                        <p:par>
                          <p:cTn id="752" fill="hold">
                            <p:stCondLst>
                              <p:cond delay="0"/>
                            </p:stCondLst>
                            <p:childTnLst>
                              <p:par>
                                <p:cTn id="753" presetID="1" presetClass="entr" presetSubtype="0" fill="hold" nodeType="clickEffect">
                                  <p:stCondLst>
                                    <p:cond delay="0"/>
                                  </p:stCondLst>
                                  <p:childTnLst>
                                    <p:set>
                                      <p:cBhvr>
                                        <p:cTn id="754" dur="1" fill="hold">
                                          <p:stCondLst>
                                            <p:cond delay="0"/>
                                          </p:stCondLst>
                                        </p:cTn>
                                        <p:tgtEl>
                                          <p:spTgt spid="107">
                                            <p:txEl>
                                              <p:pRg st="7" end="7"/>
                                            </p:txEl>
                                          </p:spTgt>
                                        </p:tgtEl>
                                        <p:attrNameLst>
                                          <p:attrName>style.visibility</p:attrName>
                                        </p:attrNameLst>
                                      </p:cBhvr>
                                      <p:to>
                                        <p:strVal val="visible"/>
                                      </p:to>
                                    </p:set>
                                  </p:childTnLst>
                                </p:cTn>
                              </p:par>
                            </p:childTnLst>
                          </p:cTn>
                        </p:par>
                      </p:childTnLst>
                    </p:cTn>
                  </p:par>
                  <p:par>
                    <p:cTn id="755" fill="hold">
                      <p:stCondLst>
                        <p:cond delay="indefinite"/>
                      </p:stCondLst>
                      <p:childTnLst>
                        <p:par>
                          <p:cTn id="756" fill="hold">
                            <p:stCondLst>
                              <p:cond delay="0"/>
                            </p:stCondLst>
                            <p:childTnLst>
                              <p:par>
                                <p:cTn id="757" presetID="1" presetClass="entr" presetSubtype="0" fill="hold" nodeType="clickEffect">
                                  <p:stCondLst>
                                    <p:cond delay="0"/>
                                  </p:stCondLst>
                                  <p:childTnLst>
                                    <p:set>
                                      <p:cBhvr>
                                        <p:cTn id="758" dur="1" fill="hold">
                                          <p:stCondLst>
                                            <p:cond delay="0"/>
                                          </p:stCondLst>
                                        </p:cTn>
                                        <p:tgtEl>
                                          <p:spTgt spid="107">
                                            <p:txEl>
                                              <p:pRg st="8" end="8"/>
                                            </p:txEl>
                                          </p:spTgt>
                                        </p:tgtEl>
                                        <p:attrNameLst>
                                          <p:attrName>style.visibility</p:attrName>
                                        </p:attrNameLst>
                                      </p:cBhvr>
                                      <p:to>
                                        <p:strVal val="visible"/>
                                      </p:to>
                                    </p:set>
                                  </p:childTnLst>
                                </p:cTn>
                              </p:par>
                            </p:childTnLst>
                          </p:cTn>
                        </p:par>
                      </p:childTnLst>
                    </p:cTn>
                  </p:par>
                  <p:par>
                    <p:cTn id="759" fill="hold">
                      <p:stCondLst>
                        <p:cond delay="indefinite"/>
                      </p:stCondLst>
                      <p:childTnLst>
                        <p:par>
                          <p:cTn id="760" fill="hold">
                            <p:stCondLst>
                              <p:cond delay="0"/>
                            </p:stCondLst>
                            <p:childTnLst>
                              <p:par>
                                <p:cTn id="761" presetID="1" presetClass="entr" presetSubtype="0" fill="hold" nodeType="clickEffect">
                                  <p:stCondLst>
                                    <p:cond delay="0"/>
                                  </p:stCondLst>
                                  <p:childTnLst>
                                    <p:set>
                                      <p:cBhvr>
                                        <p:cTn id="762" dur="1" fill="hold">
                                          <p:stCondLst>
                                            <p:cond delay="0"/>
                                          </p:stCondLst>
                                        </p:cTn>
                                        <p:tgtEl>
                                          <p:spTgt spid="108">
                                            <p:txEl>
                                              <p:pRg st="0" end="0"/>
                                            </p:txEl>
                                          </p:spTgt>
                                        </p:tgtEl>
                                        <p:attrNameLst>
                                          <p:attrName>style.visibility</p:attrName>
                                        </p:attrNameLst>
                                      </p:cBhvr>
                                      <p:to>
                                        <p:strVal val="visible"/>
                                      </p:to>
                                    </p:set>
                                  </p:childTnLst>
                                </p:cTn>
                              </p:par>
                            </p:childTnLst>
                          </p:cTn>
                        </p:par>
                      </p:childTnLst>
                    </p:cTn>
                  </p:par>
                  <p:par>
                    <p:cTn id="763" fill="hold">
                      <p:stCondLst>
                        <p:cond delay="indefinite"/>
                      </p:stCondLst>
                      <p:childTnLst>
                        <p:par>
                          <p:cTn id="764" fill="hold">
                            <p:stCondLst>
                              <p:cond delay="0"/>
                            </p:stCondLst>
                            <p:childTnLst>
                              <p:par>
                                <p:cTn id="765" presetID="1" presetClass="entr" presetSubtype="0" fill="hold" nodeType="clickEffect">
                                  <p:stCondLst>
                                    <p:cond delay="0"/>
                                  </p:stCondLst>
                                  <p:childTnLst>
                                    <p:set>
                                      <p:cBhvr>
                                        <p:cTn id="766" dur="1" fill="hold">
                                          <p:stCondLst>
                                            <p:cond delay="0"/>
                                          </p:stCondLst>
                                        </p:cTn>
                                        <p:tgtEl>
                                          <p:spTgt spid="108">
                                            <p:txEl>
                                              <p:pRg st="1" end="1"/>
                                            </p:txEl>
                                          </p:spTgt>
                                        </p:tgtEl>
                                        <p:attrNameLst>
                                          <p:attrName>style.visibility</p:attrName>
                                        </p:attrNameLst>
                                      </p:cBhvr>
                                      <p:to>
                                        <p:strVal val="visible"/>
                                      </p:to>
                                    </p:set>
                                  </p:childTnLst>
                                </p:cTn>
                              </p:par>
                            </p:childTnLst>
                          </p:cTn>
                        </p:par>
                      </p:childTnLst>
                    </p:cTn>
                  </p:par>
                  <p:par>
                    <p:cTn id="767" fill="hold">
                      <p:stCondLst>
                        <p:cond delay="indefinite"/>
                      </p:stCondLst>
                      <p:childTnLst>
                        <p:par>
                          <p:cTn id="768" fill="hold">
                            <p:stCondLst>
                              <p:cond delay="0"/>
                            </p:stCondLst>
                            <p:childTnLst>
                              <p:par>
                                <p:cTn id="769" presetID="1" presetClass="entr" presetSubtype="0" fill="hold" nodeType="clickEffect">
                                  <p:stCondLst>
                                    <p:cond delay="0"/>
                                  </p:stCondLst>
                                  <p:childTnLst>
                                    <p:set>
                                      <p:cBhvr>
                                        <p:cTn id="770" dur="1" fill="hold">
                                          <p:stCondLst>
                                            <p:cond delay="0"/>
                                          </p:stCondLst>
                                        </p:cTn>
                                        <p:tgtEl>
                                          <p:spTgt spid="108">
                                            <p:txEl>
                                              <p:pRg st="2" end="2"/>
                                            </p:txEl>
                                          </p:spTgt>
                                        </p:tgtEl>
                                        <p:attrNameLst>
                                          <p:attrName>style.visibility</p:attrName>
                                        </p:attrNameLst>
                                      </p:cBhvr>
                                      <p:to>
                                        <p:strVal val="visible"/>
                                      </p:to>
                                    </p:set>
                                  </p:childTnLst>
                                </p:cTn>
                              </p:par>
                            </p:childTnLst>
                          </p:cTn>
                        </p:par>
                      </p:childTnLst>
                    </p:cTn>
                  </p:par>
                  <p:par>
                    <p:cTn id="771" fill="hold">
                      <p:stCondLst>
                        <p:cond delay="indefinite"/>
                      </p:stCondLst>
                      <p:childTnLst>
                        <p:par>
                          <p:cTn id="772" fill="hold">
                            <p:stCondLst>
                              <p:cond delay="0"/>
                            </p:stCondLst>
                            <p:childTnLst>
                              <p:par>
                                <p:cTn id="773" presetID="1" presetClass="entr" presetSubtype="0" fill="hold" nodeType="clickEffect">
                                  <p:stCondLst>
                                    <p:cond delay="0"/>
                                  </p:stCondLst>
                                  <p:childTnLst>
                                    <p:set>
                                      <p:cBhvr>
                                        <p:cTn id="774" dur="1" fill="hold">
                                          <p:stCondLst>
                                            <p:cond delay="0"/>
                                          </p:stCondLst>
                                        </p:cTn>
                                        <p:tgtEl>
                                          <p:spTgt spid="108">
                                            <p:txEl>
                                              <p:pRg st="3" end="3"/>
                                            </p:txEl>
                                          </p:spTgt>
                                        </p:tgtEl>
                                        <p:attrNameLst>
                                          <p:attrName>style.visibility</p:attrName>
                                        </p:attrNameLst>
                                      </p:cBhvr>
                                      <p:to>
                                        <p:strVal val="visible"/>
                                      </p:to>
                                    </p:set>
                                  </p:childTnLst>
                                </p:cTn>
                              </p:par>
                            </p:childTnLst>
                          </p:cTn>
                        </p:par>
                      </p:childTnLst>
                    </p:cTn>
                  </p:par>
                  <p:par>
                    <p:cTn id="775" fill="hold">
                      <p:stCondLst>
                        <p:cond delay="indefinite"/>
                      </p:stCondLst>
                      <p:childTnLst>
                        <p:par>
                          <p:cTn id="776" fill="hold">
                            <p:stCondLst>
                              <p:cond delay="0"/>
                            </p:stCondLst>
                            <p:childTnLst>
                              <p:par>
                                <p:cTn id="777" presetID="1" presetClass="entr" presetSubtype="0" fill="hold" nodeType="clickEffect">
                                  <p:stCondLst>
                                    <p:cond delay="0"/>
                                  </p:stCondLst>
                                  <p:childTnLst>
                                    <p:set>
                                      <p:cBhvr>
                                        <p:cTn id="778" dur="1" fill="hold">
                                          <p:stCondLst>
                                            <p:cond delay="0"/>
                                          </p:stCondLst>
                                        </p:cTn>
                                        <p:tgtEl>
                                          <p:spTgt spid="108">
                                            <p:txEl>
                                              <p:pRg st="4" end="4"/>
                                            </p:txEl>
                                          </p:spTgt>
                                        </p:tgtEl>
                                        <p:attrNameLst>
                                          <p:attrName>style.visibility</p:attrName>
                                        </p:attrNameLst>
                                      </p:cBhvr>
                                      <p:to>
                                        <p:strVal val="visible"/>
                                      </p:to>
                                    </p:set>
                                  </p:childTnLst>
                                </p:cTn>
                              </p:par>
                            </p:childTnLst>
                          </p:cTn>
                        </p:par>
                      </p:childTnLst>
                    </p:cTn>
                  </p:par>
                  <p:par>
                    <p:cTn id="779" fill="hold">
                      <p:stCondLst>
                        <p:cond delay="indefinite"/>
                      </p:stCondLst>
                      <p:childTnLst>
                        <p:par>
                          <p:cTn id="780" fill="hold">
                            <p:stCondLst>
                              <p:cond delay="0"/>
                            </p:stCondLst>
                            <p:childTnLst>
                              <p:par>
                                <p:cTn id="781" presetID="1" presetClass="entr" presetSubtype="0" fill="hold" nodeType="clickEffect">
                                  <p:stCondLst>
                                    <p:cond delay="0"/>
                                  </p:stCondLst>
                                  <p:childTnLst>
                                    <p:set>
                                      <p:cBhvr>
                                        <p:cTn id="782" dur="1" fill="hold">
                                          <p:stCondLst>
                                            <p:cond delay="0"/>
                                          </p:stCondLst>
                                        </p:cTn>
                                        <p:tgtEl>
                                          <p:spTgt spid="108">
                                            <p:txEl>
                                              <p:pRg st="5" end="5"/>
                                            </p:txEl>
                                          </p:spTgt>
                                        </p:tgtEl>
                                        <p:attrNameLst>
                                          <p:attrName>style.visibility</p:attrName>
                                        </p:attrNameLst>
                                      </p:cBhvr>
                                      <p:to>
                                        <p:strVal val="visible"/>
                                      </p:to>
                                    </p:set>
                                  </p:childTnLst>
                                </p:cTn>
                              </p:par>
                            </p:childTnLst>
                          </p:cTn>
                        </p:par>
                      </p:childTnLst>
                    </p:cTn>
                  </p:par>
                  <p:par>
                    <p:cTn id="783" fill="hold">
                      <p:stCondLst>
                        <p:cond delay="indefinite"/>
                      </p:stCondLst>
                      <p:childTnLst>
                        <p:par>
                          <p:cTn id="784" fill="hold">
                            <p:stCondLst>
                              <p:cond delay="0"/>
                            </p:stCondLst>
                            <p:childTnLst>
                              <p:par>
                                <p:cTn id="785" presetID="1" presetClass="entr" presetSubtype="0" fill="hold" nodeType="clickEffect">
                                  <p:stCondLst>
                                    <p:cond delay="0"/>
                                  </p:stCondLst>
                                  <p:childTnLst>
                                    <p:set>
                                      <p:cBhvr>
                                        <p:cTn id="786" dur="1" fill="hold">
                                          <p:stCondLst>
                                            <p:cond delay="0"/>
                                          </p:stCondLst>
                                        </p:cTn>
                                        <p:tgtEl>
                                          <p:spTgt spid="108">
                                            <p:txEl>
                                              <p:pRg st="6" end="6"/>
                                            </p:txEl>
                                          </p:spTgt>
                                        </p:tgtEl>
                                        <p:attrNameLst>
                                          <p:attrName>style.visibility</p:attrName>
                                        </p:attrNameLst>
                                      </p:cBhvr>
                                      <p:to>
                                        <p:strVal val="visible"/>
                                      </p:to>
                                    </p:set>
                                  </p:childTnLst>
                                </p:cTn>
                              </p:par>
                            </p:childTnLst>
                          </p:cTn>
                        </p:par>
                      </p:childTnLst>
                    </p:cTn>
                  </p:par>
                  <p:par>
                    <p:cTn id="787" fill="hold">
                      <p:stCondLst>
                        <p:cond delay="indefinite"/>
                      </p:stCondLst>
                      <p:childTnLst>
                        <p:par>
                          <p:cTn id="788" fill="hold">
                            <p:stCondLst>
                              <p:cond delay="0"/>
                            </p:stCondLst>
                            <p:childTnLst>
                              <p:par>
                                <p:cTn id="789" presetID="1" presetClass="entr" presetSubtype="0" fill="hold" nodeType="clickEffect">
                                  <p:stCondLst>
                                    <p:cond delay="0"/>
                                  </p:stCondLst>
                                  <p:childTnLst>
                                    <p:set>
                                      <p:cBhvr>
                                        <p:cTn id="790" dur="1" fill="hold">
                                          <p:stCondLst>
                                            <p:cond delay="0"/>
                                          </p:stCondLst>
                                        </p:cTn>
                                        <p:tgtEl>
                                          <p:spTgt spid="108">
                                            <p:txEl>
                                              <p:pRg st="7" end="7"/>
                                            </p:txEl>
                                          </p:spTgt>
                                        </p:tgtEl>
                                        <p:attrNameLst>
                                          <p:attrName>style.visibility</p:attrName>
                                        </p:attrNameLst>
                                      </p:cBhvr>
                                      <p:to>
                                        <p:strVal val="visible"/>
                                      </p:to>
                                    </p:set>
                                  </p:childTnLst>
                                </p:cTn>
                              </p:par>
                            </p:childTnLst>
                          </p:cTn>
                        </p:par>
                      </p:childTnLst>
                    </p:cTn>
                  </p:par>
                  <p:par>
                    <p:cTn id="791" fill="hold">
                      <p:stCondLst>
                        <p:cond delay="indefinite"/>
                      </p:stCondLst>
                      <p:childTnLst>
                        <p:par>
                          <p:cTn id="792" fill="hold">
                            <p:stCondLst>
                              <p:cond delay="0"/>
                            </p:stCondLst>
                            <p:childTnLst>
                              <p:par>
                                <p:cTn id="793" presetID="1" presetClass="entr" presetSubtype="0" fill="hold" nodeType="clickEffect">
                                  <p:stCondLst>
                                    <p:cond delay="0"/>
                                  </p:stCondLst>
                                  <p:childTnLst>
                                    <p:set>
                                      <p:cBhvr>
                                        <p:cTn id="794" dur="1" fill="hold">
                                          <p:stCondLst>
                                            <p:cond delay="0"/>
                                          </p:stCondLst>
                                        </p:cTn>
                                        <p:tgtEl>
                                          <p:spTgt spid="108">
                                            <p:txEl>
                                              <p:pRg st="8" end="8"/>
                                            </p:txEl>
                                          </p:spTgt>
                                        </p:tgtEl>
                                        <p:attrNameLst>
                                          <p:attrName>style.visibility</p:attrName>
                                        </p:attrNameLst>
                                      </p:cBhvr>
                                      <p:to>
                                        <p:strVal val="visible"/>
                                      </p:to>
                                    </p:set>
                                  </p:childTnLst>
                                </p:cTn>
                              </p:par>
                            </p:childTnLst>
                          </p:cTn>
                        </p:par>
                      </p:childTnLst>
                    </p:cTn>
                  </p:par>
                  <p:par>
                    <p:cTn id="795" fill="hold">
                      <p:stCondLst>
                        <p:cond delay="indefinite"/>
                      </p:stCondLst>
                      <p:childTnLst>
                        <p:par>
                          <p:cTn id="796" fill="hold">
                            <p:stCondLst>
                              <p:cond delay="0"/>
                            </p:stCondLst>
                            <p:childTnLst>
                              <p:par>
                                <p:cTn id="797" presetID="1" presetClass="entr" presetSubtype="0" fill="hold" nodeType="clickEffect">
                                  <p:stCondLst>
                                    <p:cond delay="0"/>
                                  </p:stCondLst>
                                  <p:childTnLst>
                                    <p:set>
                                      <p:cBhvr>
                                        <p:cTn id="798" dur="1" fill="hold">
                                          <p:stCondLst>
                                            <p:cond delay="0"/>
                                          </p:stCondLst>
                                        </p:cTn>
                                        <p:tgtEl>
                                          <p:spTgt spid="109">
                                            <p:txEl>
                                              <p:pRg st="0" end="0"/>
                                            </p:txEl>
                                          </p:spTgt>
                                        </p:tgtEl>
                                        <p:attrNameLst>
                                          <p:attrName>style.visibility</p:attrName>
                                        </p:attrNameLst>
                                      </p:cBhvr>
                                      <p:to>
                                        <p:strVal val="visible"/>
                                      </p:to>
                                    </p:set>
                                  </p:childTnLst>
                                </p:cTn>
                              </p:par>
                            </p:childTnLst>
                          </p:cTn>
                        </p:par>
                      </p:childTnLst>
                    </p:cTn>
                  </p:par>
                  <p:par>
                    <p:cTn id="799" fill="hold">
                      <p:stCondLst>
                        <p:cond delay="indefinite"/>
                      </p:stCondLst>
                      <p:childTnLst>
                        <p:par>
                          <p:cTn id="800" fill="hold">
                            <p:stCondLst>
                              <p:cond delay="0"/>
                            </p:stCondLst>
                            <p:childTnLst>
                              <p:par>
                                <p:cTn id="801" presetID="1" presetClass="entr" presetSubtype="0" fill="hold" nodeType="clickEffect">
                                  <p:stCondLst>
                                    <p:cond delay="0"/>
                                  </p:stCondLst>
                                  <p:childTnLst>
                                    <p:set>
                                      <p:cBhvr>
                                        <p:cTn id="802" dur="1" fill="hold">
                                          <p:stCondLst>
                                            <p:cond delay="0"/>
                                          </p:stCondLst>
                                        </p:cTn>
                                        <p:tgtEl>
                                          <p:spTgt spid="109">
                                            <p:txEl>
                                              <p:pRg st="1" end="1"/>
                                            </p:txEl>
                                          </p:spTgt>
                                        </p:tgtEl>
                                        <p:attrNameLst>
                                          <p:attrName>style.visibility</p:attrName>
                                        </p:attrNameLst>
                                      </p:cBhvr>
                                      <p:to>
                                        <p:strVal val="visible"/>
                                      </p:to>
                                    </p:set>
                                  </p:childTnLst>
                                </p:cTn>
                              </p:par>
                            </p:childTnLst>
                          </p:cTn>
                        </p:par>
                      </p:childTnLst>
                    </p:cTn>
                  </p:par>
                  <p:par>
                    <p:cTn id="803" fill="hold">
                      <p:stCondLst>
                        <p:cond delay="indefinite"/>
                      </p:stCondLst>
                      <p:childTnLst>
                        <p:par>
                          <p:cTn id="804" fill="hold">
                            <p:stCondLst>
                              <p:cond delay="0"/>
                            </p:stCondLst>
                            <p:childTnLst>
                              <p:par>
                                <p:cTn id="805" presetID="1" presetClass="entr" presetSubtype="0" fill="hold" nodeType="clickEffect">
                                  <p:stCondLst>
                                    <p:cond delay="0"/>
                                  </p:stCondLst>
                                  <p:childTnLst>
                                    <p:set>
                                      <p:cBhvr>
                                        <p:cTn id="806" dur="1" fill="hold">
                                          <p:stCondLst>
                                            <p:cond delay="0"/>
                                          </p:stCondLst>
                                        </p:cTn>
                                        <p:tgtEl>
                                          <p:spTgt spid="109">
                                            <p:txEl>
                                              <p:pRg st="2" end="2"/>
                                            </p:txEl>
                                          </p:spTgt>
                                        </p:tgtEl>
                                        <p:attrNameLst>
                                          <p:attrName>style.visibility</p:attrName>
                                        </p:attrNameLst>
                                      </p:cBhvr>
                                      <p:to>
                                        <p:strVal val="visible"/>
                                      </p:to>
                                    </p:set>
                                  </p:childTnLst>
                                </p:cTn>
                              </p:par>
                            </p:childTnLst>
                          </p:cTn>
                        </p:par>
                      </p:childTnLst>
                    </p:cTn>
                  </p:par>
                  <p:par>
                    <p:cTn id="807" fill="hold">
                      <p:stCondLst>
                        <p:cond delay="indefinite"/>
                      </p:stCondLst>
                      <p:childTnLst>
                        <p:par>
                          <p:cTn id="808" fill="hold">
                            <p:stCondLst>
                              <p:cond delay="0"/>
                            </p:stCondLst>
                            <p:childTnLst>
                              <p:par>
                                <p:cTn id="809" presetID="1" presetClass="entr" presetSubtype="0" fill="hold" nodeType="clickEffect">
                                  <p:stCondLst>
                                    <p:cond delay="0"/>
                                  </p:stCondLst>
                                  <p:childTnLst>
                                    <p:set>
                                      <p:cBhvr>
                                        <p:cTn id="810" dur="1" fill="hold">
                                          <p:stCondLst>
                                            <p:cond delay="0"/>
                                          </p:stCondLst>
                                        </p:cTn>
                                        <p:tgtEl>
                                          <p:spTgt spid="109">
                                            <p:txEl>
                                              <p:pRg st="3" end="3"/>
                                            </p:txEl>
                                          </p:spTgt>
                                        </p:tgtEl>
                                        <p:attrNameLst>
                                          <p:attrName>style.visibility</p:attrName>
                                        </p:attrNameLst>
                                      </p:cBhvr>
                                      <p:to>
                                        <p:strVal val="visible"/>
                                      </p:to>
                                    </p:set>
                                  </p:childTnLst>
                                </p:cTn>
                              </p:par>
                            </p:childTnLst>
                          </p:cTn>
                        </p:par>
                      </p:childTnLst>
                    </p:cTn>
                  </p:par>
                  <p:par>
                    <p:cTn id="811" fill="hold">
                      <p:stCondLst>
                        <p:cond delay="indefinite"/>
                      </p:stCondLst>
                      <p:childTnLst>
                        <p:par>
                          <p:cTn id="812" fill="hold">
                            <p:stCondLst>
                              <p:cond delay="0"/>
                            </p:stCondLst>
                            <p:childTnLst>
                              <p:par>
                                <p:cTn id="813" presetID="1" presetClass="entr" presetSubtype="0" fill="hold" nodeType="clickEffect">
                                  <p:stCondLst>
                                    <p:cond delay="0"/>
                                  </p:stCondLst>
                                  <p:childTnLst>
                                    <p:set>
                                      <p:cBhvr>
                                        <p:cTn id="814" dur="1" fill="hold">
                                          <p:stCondLst>
                                            <p:cond delay="0"/>
                                          </p:stCondLst>
                                        </p:cTn>
                                        <p:tgtEl>
                                          <p:spTgt spid="109">
                                            <p:txEl>
                                              <p:pRg st="4" end="4"/>
                                            </p:txEl>
                                          </p:spTgt>
                                        </p:tgtEl>
                                        <p:attrNameLst>
                                          <p:attrName>style.visibility</p:attrName>
                                        </p:attrNameLst>
                                      </p:cBhvr>
                                      <p:to>
                                        <p:strVal val="visible"/>
                                      </p:to>
                                    </p:set>
                                  </p:childTnLst>
                                </p:cTn>
                              </p:par>
                            </p:childTnLst>
                          </p:cTn>
                        </p:par>
                      </p:childTnLst>
                    </p:cTn>
                  </p:par>
                  <p:par>
                    <p:cTn id="815" fill="hold">
                      <p:stCondLst>
                        <p:cond delay="indefinite"/>
                      </p:stCondLst>
                      <p:childTnLst>
                        <p:par>
                          <p:cTn id="816" fill="hold">
                            <p:stCondLst>
                              <p:cond delay="0"/>
                            </p:stCondLst>
                            <p:childTnLst>
                              <p:par>
                                <p:cTn id="817" presetID="1" presetClass="entr" presetSubtype="0" fill="hold" nodeType="clickEffect">
                                  <p:stCondLst>
                                    <p:cond delay="0"/>
                                  </p:stCondLst>
                                  <p:childTnLst>
                                    <p:set>
                                      <p:cBhvr>
                                        <p:cTn id="818" dur="1" fill="hold">
                                          <p:stCondLst>
                                            <p:cond delay="0"/>
                                          </p:stCondLst>
                                        </p:cTn>
                                        <p:tgtEl>
                                          <p:spTgt spid="109">
                                            <p:txEl>
                                              <p:pRg st="5" end="5"/>
                                            </p:txEl>
                                          </p:spTgt>
                                        </p:tgtEl>
                                        <p:attrNameLst>
                                          <p:attrName>style.visibility</p:attrName>
                                        </p:attrNameLst>
                                      </p:cBhvr>
                                      <p:to>
                                        <p:strVal val="visible"/>
                                      </p:to>
                                    </p:set>
                                  </p:childTnLst>
                                </p:cTn>
                              </p:par>
                            </p:childTnLst>
                          </p:cTn>
                        </p:par>
                      </p:childTnLst>
                    </p:cTn>
                  </p:par>
                  <p:par>
                    <p:cTn id="819" fill="hold">
                      <p:stCondLst>
                        <p:cond delay="indefinite"/>
                      </p:stCondLst>
                      <p:childTnLst>
                        <p:par>
                          <p:cTn id="820" fill="hold">
                            <p:stCondLst>
                              <p:cond delay="0"/>
                            </p:stCondLst>
                            <p:childTnLst>
                              <p:par>
                                <p:cTn id="821" presetID="1" presetClass="entr" presetSubtype="0" fill="hold" nodeType="clickEffect">
                                  <p:stCondLst>
                                    <p:cond delay="0"/>
                                  </p:stCondLst>
                                  <p:childTnLst>
                                    <p:set>
                                      <p:cBhvr>
                                        <p:cTn id="822" dur="1" fill="hold">
                                          <p:stCondLst>
                                            <p:cond delay="0"/>
                                          </p:stCondLst>
                                        </p:cTn>
                                        <p:tgtEl>
                                          <p:spTgt spid="109">
                                            <p:txEl>
                                              <p:pRg st="6" end="6"/>
                                            </p:txEl>
                                          </p:spTgt>
                                        </p:tgtEl>
                                        <p:attrNameLst>
                                          <p:attrName>style.visibility</p:attrName>
                                        </p:attrNameLst>
                                      </p:cBhvr>
                                      <p:to>
                                        <p:strVal val="visible"/>
                                      </p:to>
                                    </p:set>
                                  </p:childTnLst>
                                </p:cTn>
                              </p:par>
                            </p:childTnLst>
                          </p:cTn>
                        </p:par>
                      </p:childTnLst>
                    </p:cTn>
                  </p:par>
                  <p:par>
                    <p:cTn id="823" fill="hold">
                      <p:stCondLst>
                        <p:cond delay="indefinite"/>
                      </p:stCondLst>
                      <p:childTnLst>
                        <p:par>
                          <p:cTn id="824" fill="hold">
                            <p:stCondLst>
                              <p:cond delay="0"/>
                            </p:stCondLst>
                            <p:childTnLst>
                              <p:par>
                                <p:cTn id="825" presetID="1" presetClass="entr" presetSubtype="0" fill="hold" nodeType="clickEffect">
                                  <p:stCondLst>
                                    <p:cond delay="0"/>
                                  </p:stCondLst>
                                  <p:childTnLst>
                                    <p:set>
                                      <p:cBhvr>
                                        <p:cTn id="826" dur="1" fill="hold">
                                          <p:stCondLst>
                                            <p:cond delay="0"/>
                                          </p:stCondLst>
                                        </p:cTn>
                                        <p:tgtEl>
                                          <p:spTgt spid="109">
                                            <p:txEl>
                                              <p:pRg st="7" end="7"/>
                                            </p:txEl>
                                          </p:spTgt>
                                        </p:tgtEl>
                                        <p:attrNameLst>
                                          <p:attrName>style.visibility</p:attrName>
                                        </p:attrNameLst>
                                      </p:cBhvr>
                                      <p:to>
                                        <p:strVal val="visible"/>
                                      </p:to>
                                    </p:set>
                                  </p:childTnLst>
                                </p:cTn>
                              </p:par>
                            </p:childTnLst>
                          </p:cTn>
                        </p:par>
                      </p:childTnLst>
                    </p:cTn>
                  </p:par>
                  <p:par>
                    <p:cTn id="827" fill="hold">
                      <p:stCondLst>
                        <p:cond delay="indefinite"/>
                      </p:stCondLst>
                      <p:childTnLst>
                        <p:par>
                          <p:cTn id="828" fill="hold">
                            <p:stCondLst>
                              <p:cond delay="0"/>
                            </p:stCondLst>
                            <p:childTnLst>
                              <p:par>
                                <p:cTn id="829" presetID="1" presetClass="entr" presetSubtype="0" fill="hold" nodeType="clickEffect">
                                  <p:stCondLst>
                                    <p:cond delay="0"/>
                                  </p:stCondLst>
                                  <p:childTnLst>
                                    <p:set>
                                      <p:cBhvr>
                                        <p:cTn id="830" dur="1" fill="hold">
                                          <p:stCondLst>
                                            <p:cond delay="0"/>
                                          </p:stCondLst>
                                        </p:cTn>
                                        <p:tgtEl>
                                          <p:spTgt spid="109">
                                            <p:txEl>
                                              <p:pRg st="8" end="8"/>
                                            </p:txEl>
                                          </p:spTgt>
                                        </p:tgtEl>
                                        <p:attrNameLst>
                                          <p:attrName>style.visibility</p:attrName>
                                        </p:attrNameLst>
                                      </p:cBhvr>
                                      <p:to>
                                        <p:strVal val="visible"/>
                                      </p:to>
                                    </p:set>
                                  </p:childTnLst>
                                </p:cTn>
                              </p:par>
                            </p:childTnLst>
                          </p:cTn>
                        </p:par>
                      </p:childTnLst>
                    </p:cTn>
                  </p:par>
                  <p:par>
                    <p:cTn id="831" fill="hold">
                      <p:stCondLst>
                        <p:cond delay="indefinite"/>
                      </p:stCondLst>
                      <p:childTnLst>
                        <p:par>
                          <p:cTn id="832" fill="hold">
                            <p:stCondLst>
                              <p:cond delay="0"/>
                            </p:stCondLst>
                            <p:childTnLst>
                              <p:par>
                                <p:cTn id="833" presetID="1" presetClass="entr" presetSubtype="0" fill="hold" nodeType="clickEffect">
                                  <p:stCondLst>
                                    <p:cond delay="0"/>
                                  </p:stCondLst>
                                  <p:childTnLst>
                                    <p:set>
                                      <p:cBhvr>
                                        <p:cTn id="834" dur="1" fill="hold">
                                          <p:stCondLst>
                                            <p:cond delay="0"/>
                                          </p:stCondLst>
                                        </p:cTn>
                                        <p:tgtEl>
                                          <p:spTgt spid="110">
                                            <p:txEl>
                                              <p:pRg st="0" end="0"/>
                                            </p:txEl>
                                          </p:spTgt>
                                        </p:tgtEl>
                                        <p:attrNameLst>
                                          <p:attrName>style.visibility</p:attrName>
                                        </p:attrNameLst>
                                      </p:cBhvr>
                                      <p:to>
                                        <p:strVal val="visible"/>
                                      </p:to>
                                    </p:set>
                                  </p:childTnLst>
                                </p:cTn>
                              </p:par>
                            </p:childTnLst>
                          </p:cTn>
                        </p:par>
                      </p:childTnLst>
                    </p:cTn>
                  </p:par>
                  <p:par>
                    <p:cTn id="835" fill="hold">
                      <p:stCondLst>
                        <p:cond delay="indefinite"/>
                      </p:stCondLst>
                      <p:childTnLst>
                        <p:par>
                          <p:cTn id="836" fill="hold">
                            <p:stCondLst>
                              <p:cond delay="0"/>
                            </p:stCondLst>
                            <p:childTnLst>
                              <p:par>
                                <p:cTn id="837" presetID="1" presetClass="entr" presetSubtype="0" fill="hold" nodeType="clickEffect">
                                  <p:stCondLst>
                                    <p:cond delay="0"/>
                                  </p:stCondLst>
                                  <p:childTnLst>
                                    <p:set>
                                      <p:cBhvr>
                                        <p:cTn id="838" dur="1" fill="hold">
                                          <p:stCondLst>
                                            <p:cond delay="0"/>
                                          </p:stCondLst>
                                        </p:cTn>
                                        <p:tgtEl>
                                          <p:spTgt spid="110">
                                            <p:txEl>
                                              <p:pRg st="1" end="1"/>
                                            </p:txEl>
                                          </p:spTgt>
                                        </p:tgtEl>
                                        <p:attrNameLst>
                                          <p:attrName>style.visibility</p:attrName>
                                        </p:attrNameLst>
                                      </p:cBhvr>
                                      <p:to>
                                        <p:strVal val="visible"/>
                                      </p:to>
                                    </p:set>
                                  </p:childTnLst>
                                </p:cTn>
                              </p:par>
                            </p:childTnLst>
                          </p:cTn>
                        </p:par>
                      </p:childTnLst>
                    </p:cTn>
                  </p:par>
                  <p:par>
                    <p:cTn id="839" fill="hold">
                      <p:stCondLst>
                        <p:cond delay="indefinite"/>
                      </p:stCondLst>
                      <p:childTnLst>
                        <p:par>
                          <p:cTn id="840" fill="hold">
                            <p:stCondLst>
                              <p:cond delay="0"/>
                            </p:stCondLst>
                            <p:childTnLst>
                              <p:par>
                                <p:cTn id="841" presetID="1" presetClass="entr" presetSubtype="0" fill="hold" nodeType="clickEffect">
                                  <p:stCondLst>
                                    <p:cond delay="0"/>
                                  </p:stCondLst>
                                  <p:childTnLst>
                                    <p:set>
                                      <p:cBhvr>
                                        <p:cTn id="842" dur="1" fill="hold">
                                          <p:stCondLst>
                                            <p:cond delay="0"/>
                                          </p:stCondLst>
                                        </p:cTn>
                                        <p:tgtEl>
                                          <p:spTgt spid="110">
                                            <p:txEl>
                                              <p:pRg st="2" end="2"/>
                                            </p:txEl>
                                          </p:spTgt>
                                        </p:tgtEl>
                                        <p:attrNameLst>
                                          <p:attrName>style.visibility</p:attrName>
                                        </p:attrNameLst>
                                      </p:cBhvr>
                                      <p:to>
                                        <p:strVal val="visible"/>
                                      </p:to>
                                    </p:set>
                                  </p:childTnLst>
                                </p:cTn>
                              </p:par>
                            </p:childTnLst>
                          </p:cTn>
                        </p:par>
                      </p:childTnLst>
                    </p:cTn>
                  </p:par>
                  <p:par>
                    <p:cTn id="843" fill="hold">
                      <p:stCondLst>
                        <p:cond delay="indefinite"/>
                      </p:stCondLst>
                      <p:childTnLst>
                        <p:par>
                          <p:cTn id="844" fill="hold">
                            <p:stCondLst>
                              <p:cond delay="0"/>
                            </p:stCondLst>
                            <p:childTnLst>
                              <p:par>
                                <p:cTn id="845" presetID="1" presetClass="entr" presetSubtype="0" fill="hold" nodeType="clickEffect">
                                  <p:stCondLst>
                                    <p:cond delay="0"/>
                                  </p:stCondLst>
                                  <p:childTnLst>
                                    <p:set>
                                      <p:cBhvr>
                                        <p:cTn id="846" dur="1" fill="hold">
                                          <p:stCondLst>
                                            <p:cond delay="0"/>
                                          </p:stCondLst>
                                        </p:cTn>
                                        <p:tgtEl>
                                          <p:spTgt spid="110">
                                            <p:txEl>
                                              <p:pRg st="3" end="3"/>
                                            </p:txEl>
                                          </p:spTgt>
                                        </p:tgtEl>
                                        <p:attrNameLst>
                                          <p:attrName>style.visibility</p:attrName>
                                        </p:attrNameLst>
                                      </p:cBhvr>
                                      <p:to>
                                        <p:strVal val="visible"/>
                                      </p:to>
                                    </p:set>
                                  </p:childTnLst>
                                </p:cTn>
                              </p:par>
                            </p:childTnLst>
                          </p:cTn>
                        </p:par>
                      </p:childTnLst>
                    </p:cTn>
                  </p:par>
                  <p:par>
                    <p:cTn id="847" fill="hold">
                      <p:stCondLst>
                        <p:cond delay="indefinite"/>
                      </p:stCondLst>
                      <p:childTnLst>
                        <p:par>
                          <p:cTn id="848" fill="hold">
                            <p:stCondLst>
                              <p:cond delay="0"/>
                            </p:stCondLst>
                            <p:childTnLst>
                              <p:par>
                                <p:cTn id="849" presetID="1" presetClass="entr" presetSubtype="0" fill="hold" nodeType="clickEffect">
                                  <p:stCondLst>
                                    <p:cond delay="0"/>
                                  </p:stCondLst>
                                  <p:childTnLst>
                                    <p:set>
                                      <p:cBhvr>
                                        <p:cTn id="850" dur="1" fill="hold">
                                          <p:stCondLst>
                                            <p:cond delay="0"/>
                                          </p:stCondLst>
                                        </p:cTn>
                                        <p:tgtEl>
                                          <p:spTgt spid="110">
                                            <p:txEl>
                                              <p:pRg st="4" end="4"/>
                                            </p:txEl>
                                          </p:spTgt>
                                        </p:tgtEl>
                                        <p:attrNameLst>
                                          <p:attrName>style.visibility</p:attrName>
                                        </p:attrNameLst>
                                      </p:cBhvr>
                                      <p:to>
                                        <p:strVal val="visible"/>
                                      </p:to>
                                    </p:set>
                                  </p:childTnLst>
                                </p:cTn>
                              </p:par>
                            </p:childTnLst>
                          </p:cTn>
                        </p:par>
                      </p:childTnLst>
                    </p:cTn>
                  </p:par>
                  <p:par>
                    <p:cTn id="851" fill="hold">
                      <p:stCondLst>
                        <p:cond delay="indefinite"/>
                      </p:stCondLst>
                      <p:childTnLst>
                        <p:par>
                          <p:cTn id="852" fill="hold">
                            <p:stCondLst>
                              <p:cond delay="0"/>
                            </p:stCondLst>
                            <p:childTnLst>
                              <p:par>
                                <p:cTn id="853" presetID="1" presetClass="entr" presetSubtype="0" fill="hold" nodeType="clickEffect">
                                  <p:stCondLst>
                                    <p:cond delay="0"/>
                                  </p:stCondLst>
                                  <p:childTnLst>
                                    <p:set>
                                      <p:cBhvr>
                                        <p:cTn id="854" dur="1" fill="hold">
                                          <p:stCondLst>
                                            <p:cond delay="0"/>
                                          </p:stCondLst>
                                        </p:cTn>
                                        <p:tgtEl>
                                          <p:spTgt spid="110">
                                            <p:txEl>
                                              <p:pRg st="5" end="5"/>
                                            </p:txEl>
                                          </p:spTgt>
                                        </p:tgtEl>
                                        <p:attrNameLst>
                                          <p:attrName>style.visibility</p:attrName>
                                        </p:attrNameLst>
                                      </p:cBhvr>
                                      <p:to>
                                        <p:strVal val="visible"/>
                                      </p:to>
                                    </p:set>
                                  </p:childTnLst>
                                </p:cTn>
                              </p:par>
                            </p:childTnLst>
                          </p:cTn>
                        </p:par>
                      </p:childTnLst>
                    </p:cTn>
                  </p:par>
                  <p:par>
                    <p:cTn id="855" fill="hold">
                      <p:stCondLst>
                        <p:cond delay="indefinite"/>
                      </p:stCondLst>
                      <p:childTnLst>
                        <p:par>
                          <p:cTn id="856" fill="hold">
                            <p:stCondLst>
                              <p:cond delay="0"/>
                            </p:stCondLst>
                            <p:childTnLst>
                              <p:par>
                                <p:cTn id="857" presetID="1" presetClass="entr" presetSubtype="0" fill="hold" nodeType="clickEffect">
                                  <p:stCondLst>
                                    <p:cond delay="0"/>
                                  </p:stCondLst>
                                  <p:childTnLst>
                                    <p:set>
                                      <p:cBhvr>
                                        <p:cTn id="858" dur="1" fill="hold">
                                          <p:stCondLst>
                                            <p:cond delay="0"/>
                                          </p:stCondLst>
                                        </p:cTn>
                                        <p:tgtEl>
                                          <p:spTgt spid="110">
                                            <p:txEl>
                                              <p:pRg st="6" end="6"/>
                                            </p:txEl>
                                          </p:spTgt>
                                        </p:tgtEl>
                                        <p:attrNameLst>
                                          <p:attrName>style.visibility</p:attrName>
                                        </p:attrNameLst>
                                      </p:cBhvr>
                                      <p:to>
                                        <p:strVal val="visible"/>
                                      </p:to>
                                    </p:set>
                                  </p:childTnLst>
                                </p:cTn>
                              </p:par>
                            </p:childTnLst>
                          </p:cTn>
                        </p:par>
                      </p:childTnLst>
                    </p:cTn>
                  </p:par>
                  <p:par>
                    <p:cTn id="859" fill="hold">
                      <p:stCondLst>
                        <p:cond delay="indefinite"/>
                      </p:stCondLst>
                      <p:childTnLst>
                        <p:par>
                          <p:cTn id="860" fill="hold">
                            <p:stCondLst>
                              <p:cond delay="0"/>
                            </p:stCondLst>
                            <p:childTnLst>
                              <p:par>
                                <p:cTn id="861" presetID="1" presetClass="entr" presetSubtype="0" fill="hold" nodeType="clickEffect">
                                  <p:stCondLst>
                                    <p:cond delay="0"/>
                                  </p:stCondLst>
                                  <p:childTnLst>
                                    <p:set>
                                      <p:cBhvr>
                                        <p:cTn id="862" dur="1" fill="hold">
                                          <p:stCondLst>
                                            <p:cond delay="0"/>
                                          </p:stCondLst>
                                        </p:cTn>
                                        <p:tgtEl>
                                          <p:spTgt spid="110">
                                            <p:txEl>
                                              <p:pRg st="7" end="7"/>
                                            </p:txEl>
                                          </p:spTgt>
                                        </p:tgtEl>
                                        <p:attrNameLst>
                                          <p:attrName>style.visibility</p:attrName>
                                        </p:attrNameLst>
                                      </p:cBhvr>
                                      <p:to>
                                        <p:strVal val="visible"/>
                                      </p:to>
                                    </p:set>
                                  </p:childTnLst>
                                </p:cTn>
                              </p:par>
                            </p:childTnLst>
                          </p:cTn>
                        </p:par>
                      </p:childTnLst>
                    </p:cTn>
                  </p:par>
                  <p:par>
                    <p:cTn id="863" fill="hold">
                      <p:stCondLst>
                        <p:cond delay="indefinite"/>
                      </p:stCondLst>
                      <p:childTnLst>
                        <p:par>
                          <p:cTn id="864" fill="hold">
                            <p:stCondLst>
                              <p:cond delay="0"/>
                            </p:stCondLst>
                            <p:childTnLst>
                              <p:par>
                                <p:cTn id="865" presetID="1" presetClass="entr" presetSubtype="0" fill="hold" nodeType="clickEffect">
                                  <p:stCondLst>
                                    <p:cond delay="0"/>
                                  </p:stCondLst>
                                  <p:childTnLst>
                                    <p:set>
                                      <p:cBhvr>
                                        <p:cTn id="866" dur="1" fill="hold">
                                          <p:stCondLst>
                                            <p:cond delay="0"/>
                                          </p:stCondLst>
                                        </p:cTn>
                                        <p:tgtEl>
                                          <p:spTgt spid="110">
                                            <p:txEl>
                                              <p:pRg st="8" end="8"/>
                                            </p:txEl>
                                          </p:spTgt>
                                        </p:tgtEl>
                                        <p:attrNameLst>
                                          <p:attrName>style.visibility</p:attrName>
                                        </p:attrNameLst>
                                      </p:cBhvr>
                                      <p:to>
                                        <p:strVal val="visible"/>
                                      </p:to>
                                    </p:set>
                                  </p:childTnLst>
                                </p:cTn>
                              </p:par>
                            </p:childTnLst>
                          </p:cTn>
                        </p:par>
                      </p:childTnLst>
                    </p:cTn>
                  </p:par>
                  <p:par>
                    <p:cTn id="867" fill="hold">
                      <p:stCondLst>
                        <p:cond delay="indefinite"/>
                      </p:stCondLst>
                      <p:childTnLst>
                        <p:par>
                          <p:cTn id="868" fill="hold">
                            <p:stCondLst>
                              <p:cond delay="0"/>
                            </p:stCondLst>
                            <p:childTnLst>
                              <p:par>
                                <p:cTn id="869" presetID="1" presetClass="entr" presetSubtype="0" fill="hold" nodeType="clickEffect">
                                  <p:stCondLst>
                                    <p:cond delay="0"/>
                                  </p:stCondLst>
                                  <p:childTnLst>
                                    <p:set>
                                      <p:cBhvr>
                                        <p:cTn id="870" dur="1" fill="hold">
                                          <p:stCondLst>
                                            <p:cond delay="0"/>
                                          </p:stCondLst>
                                        </p:cTn>
                                        <p:tgtEl>
                                          <p:spTgt spid="111">
                                            <p:txEl>
                                              <p:pRg st="0" end="0"/>
                                            </p:txEl>
                                          </p:spTgt>
                                        </p:tgtEl>
                                        <p:attrNameLst>
                                          <p:attrName>style.visibility</p:attrName>
                                        </p:attrNameLst>
                                      </p:cBhvr>
                                      <p:to>
                                        <p:strVal val="visible"/>
                                      </p:to>
                                    </p:set>
                                  </p:childTnLst>
                                </p:cTn>
                              </p:par>
                            </p:childTnLst>
                          </p:cTn>
                        </p:par>
                      </p:childTnLst>
                    </p:cTn>
                  </p:par>
                  <p:par>
                    <p:cTn id="871" fill="hold">
                      <p:stCondLst>
                        <p:cond delay="indefinite"/>
                      </p:stCondLst>
                      <p:childTnLst>
                        <p:par>
                          <p:cTn id="872" fill="hold">
                            <p:stCondLst>
                              <p:cond delay="0"/>
                            </p:stCondLst>
                            <p:childTnLst>
                              <p:par>
                                <p:cTn id="873" presetID="1" presetClass="entr" presetSubtype="0" fill="hold" nodeType="clickEffect">
                                  <p:stCondLst>
                                    <p:cond delay="0"/>
                                  </p:stCondLst>
                                  <p:childTnLst>
                                    <p:set>
                                      <p:cBhvr>
                                        <p:cTn id="874" dur="1" fill="hold">
                                          <p:stCondLst>
                                            <p:cond delay="0"/>
                                          </p:stCondLst>
                                        </p:cTn>
                                        <p:tgtEl>
                                          <p:spTgt spid="111">
                                            <p:txEl>
                                              <p:pRg st="1" end="1"/>
                                            </p:txEl>
                                          </p:spTgt>
                                        </p:tgtEl>
                                        <p:attrNameLst>
                                          <p:attrName>style.visibility</p:attrName>
                                        </p:attrNameLst>
                                      </p:cBhvr>
                                      <p:to>
                                        <p:strVal val="visible"/>
                                      </p:to>
                                    </p:set>
                                  </p:childTnLst>
                                </p:cTn>
                              </p:par>
                            </p:childTnLst>
                          </p:cTn>
                        </p:par>
                      </p:childTnLst>
                    </p:cTn>
                  </p:par>
                  <p:par>
                    <p:cTn id="875" fill="hold">
                      <p:stCondLst>
                        <p:cond delay="indefinite"/>
                      </p:stCondLst>
                      <p:childTnLst>
                        <p:par>
                          <p:cTn id="876" fill="hold">
                            <p:stCondLst>
                              <p:cond delay="0"/>
                            </p:stCondLst>
                            <p:childTnLst>
                              <p:par>
                                <p:cTn id="877" presetID="1" presetClass="entr" presetSubtype="0" fill="hold" nodeType="clickEffect">
                                  <p:stCondLst>
                                    <p:cond delay="0"/>
                                  </p:stCondLst>
                                  <p:childTnLst>
                                    <p:set>
                                      <p:cBhvr>
                                        <p:cTn id="878" dur="1" fill="hold">
                                          <p:stCondLst>
                                            <p:cond delay="0"/>
                                          </p:stCondLst>
                                        </p:cTn>
                                        <p:tgtEl>
                                          <p:spTgt spid="111">
                                            <p:txEl>
                                              <p:pRg st="2" end="2"/>
                                            </p:txEl>
                                          </p:spTgt>
                                        </p:tgtEl>
                                        <p:attrNameLst>
                                          <p:attrName>style.visibility</p:attrName>
                                        </p:attrNameLst>
                                      </p:cBhvr>
                                      <p:to>
                                        <p:strVal val="visible"/>
                                      </p:to>
                                    </p:set>
                                  </p:childTnLst>
                                </p:cTn>
                              </p:par>
                            </p:childTnLst>
                          </p:cTn>
                        </p:par>
                      </p:childTnLst>
                    </p:cTn>
                  </p:par>
                  <p:par>
                    <p:cTn id="879" fill="hold">
                      <p:stCondLst>
                        <p:cond delay="indefinite"/>
                      </p:stCondLst>
                      <p:childTnLst>
                        <p:par>
                          <p:cTn id="880" fill="hold">
                            <p:stCondLst>
                              <p:cond delay="0"/>
                            </p:stCondLst>
                            <p:childTnLst>
                              <p:par>
                                <p:cTn id="881" presetID="1" presetClass="entr" presetSubtype="0" fill="hold" nodeType="clickEffect">
                                  <p:stCondLst>
                                    <p:cond delay="0"/>
                                  </p:stCondLst>
                                  <p:childTnLst>
                                    <p:set>
                                      <p:cBhvr>
                                        <p:cTn id="882" dur="1" fill="hold">
                                          <p:stCondLst>
                                            <p:cond delay="0"/>
                                          </p:stCondLst>
                                        </p:cTn>
                                        <p:tgtEl>
                                          <p:spTgt spid="111">
                                            <p:txEl>
                                              <p:pRg st="3" end="3"/>
                                            </p:txEl>
                                          </p:spTgt>
                                        </p:tgtEl>
                                        <p:attrNameLst>
                                          <p:attrName>style.visibility</p:attrName>
                                        </p:attrNameLst>
                                      </p:cBhvr>
                                      <p:to>
                                        <p:strVal val="visible"/>
                                      </p:to>
                                    </p:set>
                                  </p:childTnLst>
                                </p:cTn>
                              </p:par>
                            </p:childTnLst>
                          </p:cTn>
                        </p:par>
                      </p:childTnLst>
                    </p:cTn>
                  </p:par>
                  <p:par>
                    <p:cTn id="883" fill="hold">
                      <p:stCondLst>
                        <p:cond delay="indefinite"/>
                      </p:stCondLst>
                      <p:childTnLst>
                        <p:par>
                          <p:cTn id="884" fill="hold">
                            <p:stCondLst>
                              <p:cond delay="0"/>
                            </p:stCondLst>
                            <p:childTnLst>
                              <p:par>
                                <p:cTn id="885" presetID="1" presetClass="entr" presetSubtype="0" fill="hold" nodeType="clickEffect">
                                  <p:stCondLst>
                                    <p:cond delay="0"/>
                                  </p:stCondLst>
                                  <p:childTnLst>
                                    <p:set>
                                      <p:cBhvr>
                                        <p:cTn id="886" dur="1" fill="hold">
                                          <p:stCondLst>
                                            <p:cond delay="0"/>
                                          </p:stCondLst>
                                        </p:cTn>
                                        <p:tgtEl>
                                          <p:spTgt spid="111">
                                            <p:txEl>
                                              <p:pRg st="4" end="4"/>
                                            </p:txEl>
                                          </p:spTgt>
                                        </p:tgtEl>
                                        <p:attrNameLst>
                                          <p:attrName>style.visibility</p:attrName>
                                        </p:attrNameLst>
                                      </p:cBhvr>
                                      <p:to>
                                        <p:strVal val="visible"/>
                                      </p:to>
                                    </p:set>
                                  </p:childTnLst>
                                </p:cTn>
                              </p:par>
                            </p:childTnLst>
                          </p:cTn>
                        </p:par>
                      </p:childTnLst>
                    </p:cTn>
                  </p:par>
                  <p:par>
                    <p:cTn id="887" fill="hold">
                      <p:stCondLst>
                        <p:cond delay="indefinite"/>
                      </p:stCondLst>
                      <p:childTnLst>
                        <p:par>
                          <p:cTn id="888" fill="hold">
                            <p:stCondLst>
                              <p:cond delay="0"/>
                            </p:stCondLst>
                            <p:childTnLst>
                              <p:par>
                                <p:cTn id="889" presetID="1" presetClass="entr" presetSubtype="0" fill="hold" nodeType="clickEffect">
                                  <p:stCondLst>
                                    <p:cond delay="0"/>
                                  </p:stCondLst>
                                  <p:childTnLst>
                                    <p:set>
                                      <p:cBhvr>
                                        <p:cTn id="890" dur="1" fill="hold">
                                          <p:stCondLst>
                                            <p:cond delay="0"/>
                                          </p:stCondLst>
                                        </p:cTn>
                                        <p:tgtEl>
                                          <p:spTgt spid="111">
                                            <p:txEl>
                                              <p:pRg st="5" end="5"/>
                                            </p:txEl>
                                          </p:spTgt>
                                        </p:tgtEl>
                                        <p:attrNameLst>
                                          <p:attrName>style.visibility</p:attrName>
                                        </p:attrNameLst>
                                      </p:cBhvr>
                                      <p:to>
                                        <p:strVal val="visible"/>
                                      </p:to>
                                    </p:set>
                                  </p:childTnLst>
                                </p:cTn>
                              </p:par>
                            </p:childTnLst>
                          </p:cTn>
                        </p:par>
                      </p:childTnLst>
                    </p:cTn>
                  </p:par>
                  <p:par>
                    <p:cTn id="891" fill="hold">
                      <p:stCondLst>
                        <p:cond delay="indefinite"/>
                      </p:stCondLst>
                      <p:childTnLst>
                        <p:par>
                          <p:cTn id="892" fill="hold">
                            <p:stCondLst>
                              <p:cond delay="0"/>
                            </p:stCondLst>
                            <p:childTnLst>
                              <p:par>
                                <p:cTn id="893" presetID="1" presetClass="entr" presetSubtype="0" fill="hold" nodeType="clickEffect">
                                  <p:stCondLst>
                                    <p:cond delay="0"/>
                                  </p:stCondLst>
                                  <p:childTnLst>
                                    <p:set>
                                      <p:cBhvr>
                                        <p:cTn id="894" dur="1" fill="hold">
                                          <p:stCondLst>
                                            <p:cond delay="0"/>
                                          </p:stCondLst>
                                        </p:cTn>
                                        <p:tgtEl>
                                          <p:spTgt spid="111">
                                            <p:txEl>
                                              <p:pRg st="6" end="6"/>
                                            </p:txEl>
                                          </p:spTgt>
                                        </p:tgtEl>
                                        <p:attrNameLst>
                                          <p:attrName>style.visibility</p:attrName>
                                        </p:attrNameLst>
                                      </p:cBhvr>
                                      <p:to>
                                        <p:strVal val="visible"/>
                                      </p:to>
                                    </p:set>
                                  </p:childTnLst>
                                </p:cTn>
                              </p:par>
                            </p:childTnLst>
                          </p:cTn>
                        </p:par>
                      </p:childTnLst>
                    </p:cTn>
                  </p:par>
                  <p:par>
                    <p:cTn id="895" fill="hold">
                      <p:stCondLst>
                        <p:cond delay="indefinite"/>
                      </p:stCondLst>
                      <p:childTnLst>
                        <p:par>
                          <p:cTn id="896" fill="hold">
                            <p:stCondLst>
                              <p:cond delay="0"/>
                            </p:stCondLst>
                            <p:childTnLst>
                              <p:par>
                                <p:cTn id="897" presetID="1" presetClass="entr" presetSubtype="0" fill="hold" nodeType="clickEffect">
                                  <p:stCondLst>
                                    <p:cond delay="0"/>
                                  </p:stCondLst>
                                  <p:childTnLst>
                                    <p:set>
                                      <p:cBhvr>
                                        <p:cTn id="898" dur="1" fill="hold">
                                          <p:stCondLst>
                                            <p:cond delay="0"/>
                                          </p:stCondLst>
                                        </p:cTn>
                                        <p:tgtEl>
                                          <p:spTgt spid="111">
                                            <p:txEl>
                                              <p:pRg st="7" end="7"/>
                                            </p:txEl>
                                          </p:spTgt>
                                        </p:tgtEl>
                                        <p:attrNameLst>
                                          <p:attrName>style.visibility</p:attrName>
                                        </p:attrNameLst>
                                      </p:cBhvr>
                                      <p:to>
                                        <p:strVal val="visible"/>
                                      </p:to>
                                    </p:set>
                                  </p:childTnLst>
                                </p:cTn>
                              </p:par>
                            </p:childTnLst>
                          </p:cTn>
                        </p:par>
                      </p:childTnLst>
                    </p:cTn>
                  </p:par>
                  <p:par>
                    <p:cTn id="899" fill="hold">
                      <p:stCondLst>
                        <p:cond delay="indefinite"/>
                      </p:stCondLst>
                      <p:childTnLst>
                        <p:par>
                          <p:cTn id="900" fill="hold">
                            <p:stCondLst>
                              <p:cond delay="0"/>
                            </p:stCondLst>
                            <p:childTnLst>
                              <p:par>
                                <p:cTn id="901" presetID="1" presetClass="entr" presetSubtype="0" fill="hold" nodeType="clickEffect">
                                  <p:stCondLst>
                                    <p:cond delay="0"/>
                                  </p:stCondLst>
                                  <p:childTnLst>
                                    <p:set>
                                      <p:cBhvr>
                                        <p:cTn id="902" dur="1" fill="hold">
                                          <p:stCondLst>
                                            <p:cond delay="0"/>
                                          </p:stCondLst>
                                        </p:cTn>
                                        <p:tgtEl>
                                          <p:spTgt spid="111">
                                            <p:txEl>
                                              <p:pRg st="8" end="8"/>
                                            </p:txEl>
                                          </p:spTgt>
                                        </p:tgtEl>
                                        <p:attrNameLst>
                                          <p:attrName>style.visibility</p:attrName>
                                        </p:attrNameLst>
                                      </p:cBhvr>
                                      <p:to>
                                        <p:strVal val="visible"/>
                                      </p:to>
                                    </p:set>
                                  </p:childTnLst>
                                </p:cTn>
                              </p:par>
                            </p:childTnLst>
                          </p:cTn>
                        </p:par>
                      </p:childTnLst>
                    </p:cTn>
                  </p:par>
                  <p:par>
                    <p:cTn id="903" fill="hold">
                      <p:stCondLst>
                        <p:cond delay="indefinite"/>
                      </p:stCondLst>
                      <p:childTnLst>
                        <p:par>
                          <p:cTn id="904" fill="hold">
                            <p:stCondLst>
                              <p:cond delay="0"/>
                            </p:stCondLst>
                            <p:childTnLst>
                              <p:par>
                                <p:cTn id="905" presetID="1" presetClass="entr" presetSubtype="0" fill="hold" nodeType="clickEffect">
                                  <p:stCondLst>
                                    <p:cond delay="0"/>
                                  </p:stCondLst>
                                  <p:childTnLst>
                                    <p:set>
                                      <p:cBhvr>
                                        <p:cTn id="906" dur="1" fill="hold">
                                          <p:stCondLst>
                                            <p:cond delay="0"/>
                                          </p:stCondLst>
                                        </p:cTn>
                                        <p:tgtEl>
                                          <p:spTgt spid="112">
                                            <p:txEl>
                                              <p:pRg st="0" end="0"/>
                                            </p:txEl>
                                          </p:spTgt>
                                        </p:tgtEl>
                                        <p:attrNameLst>
                                          <p:attrName>style.visibility</p:attrName>
                                        </p:attrNameLst>
                                      </p:cBhvr>
                                      <p:to>
                                        <p:strVal val="visible"/>
                                      </p:to>
                                    </p:set>
                                  </p:childTnLst>
                                </p:cTn>
                              </p:par>
                            </p:childTnLst>
                          </p:cTn>
                        </p:par>
                      </p:childTnLst>
                    </p:cTn>
                  </p:par>
                  <p:par>
                    <p:cTn id="907" fill="hold">
                      <p:stCondLst>
                        <p:cond delay="indefinite"/>
                      </p:stCondLst>
                      <p:childTnLst>
                        <p:par>
                          <p:cTn id="908" fill="hold">
                            <p:stCondLst>
                              <p:cond delay="0"/>
                            </p:stCondLst>
                            <p:childTnLst>
                              <p:par>
                                <p:cTn id="909" presetID="1" presetClass="entr" presetSubtype="0" fill="hold" nodeType="clickEffect">
                                  <p:stCondLst>
                                    <p:cond delay="0"/>
                                  </p:stCondLst>
                                  <p:childTnLst>
                                    <p:set>
                                      <p:cBhvr>
                                        <p:cTn id="910" dur="1" fill="hold">
                                          <p:stCondLst>
                                            <p:cond delay="0"/>
                                          </p:stCondLst>
                                        </p:cTn>
                                        <p:tgtEl>
                                          <p:spTgt spid="112">
                                            <p:txEl>
                                              <p:pRg st="1" end="1"/>
                                            </p:txEl>
                                          </p:spTgt>
                                        </p:tgtEl>
                                        <p:attrNameLst>
                                          <p:attrName>style.visibility</p:attrName>
                                        </p:attrNameLst>
                                      </p:cBhvr>
                                      <p:to>
                                        <p:strVal val="visible"/>
                                      </p:to>
                                    </p:set>
                                  </p:childTnLst>
                                </p:cTn>
                              </p:par>
                            </p:childTnLst>
                          </p:cTn>
                        </p:par>
                      </p:childTnLst>
                    </p:cTn>
                  </p:par>
                  <p:par>
                    <p:cTn id="911" fill="hold">
                      <p:stCondLst>
                        <p:cond delay="indefinite"/>
                      </p:stCondLst>
                      <p:childTnLst>
                        <p:par>
                          <p:cTn id="912" fill="hold">
                            <p:stCondLst>
                              <p:cond delay="0"/>
                            </p:stCondLst>
                            <p:childTnLst>
                              <p:par>
                                <p:cTn id="913" presetID="1" presetClass="entr" presetSubtype="0" fill="hold" nodeType="clickEffect">
                                  <p:stCondLst>
                                    <p:cond delay="0"/>
                                  </p:stCondLst>
                                  <p:childTnLst>
                                    <p:set>
                                      <p:cBhvr>
                                        <p:cTn id="914" dur="1" fill="hold">
                                          <p:stCondLst>
                                            <p:cond delay="0"/>
                                          </p:stCondLst>
                                        </p:cTn>
                                        <p:tgtEl>
                                          <p:spTgt spid="112">
                                            <p:txEl>
                                              <p:pRg st="2" end="2"/>
                                            </p:txEl>
                                          </p:spTgt>
                                        </p:tgtEl>
                                        <p:attrNameLst>
                                          <p:attrName>style.visibility</p:attrName>
                                        </p:attrNameLst>
                                      </p:cBhvr>
                                      <p:to>
                                        <p:strVal val="visible"/>
                                      </p:to>
                                    </p:set>
                                  </p:childTnLst>
                                </p:cTn>
                              </p:par>
                            </p:childTnLst>
                          </p:cTn>
                        </p:par>
                      </p:childTnLst>
                    </p:cTn>
                  </p:par>
                  <p:par>
                    <p:cTn id="915" fill="hold">
                      <p:stCondLst>
                        <p:cond delay="indefinite"/>
                      </p:stCondLst>
                      <p:childTnLst>
                        <p:par>
                          <p:cTn id="916" fill="hold">
                            <p:stCondLst>
                              <p:cond delay="0"/>
                            </p:stCondLst>
                            <p:childTnLst>
                              <p:par>
                                <p:cTn id="917" presetID="1" presetClass="entr" presetSubtype="0" fill="hold" nodeType="clickEffect">
                                  <p:stCondLst>
                                    <p:cond delay="0"/>
                                  </p:stCondLst>
                                  <p:childTnLst>
                                    <p:set>
                                      <p:cBhvr>
                                        <p:cTn id="918" dur="1" fill="hold">
                                          <p:stCondLst>
                                            <p:cond delay="0"/>
                                          </p:stCondLst>
                                        </p:cTn>
                                        <p:tgtEl>
                                          <p:spTgt spid="112">
                                            <p:txEl>
                                              <p:pRg st="3" end="3"/>
                                            </p:txEl>
                                          </p:spTgt>
                                        </p:tgtEl>
                                        <p:attrNameLst>
                                          <p:attrName>style.visibility</p:attrName>
                                        </p:attrNameLst>
                                      </p:cBhvr>
                                      <p:to>
                                        <p:strVal val="visible"/>
                                      </p:to>
                                    </p:set>
                                  </p:childTnLst>
                                </p:cTn>
                              </p:par>
                            </p:childTnLst>
                          </p:cTn>
                        </p:par>
                      </p:childTnLst>
                    </p:cTn>
                  </p:par>
                  <p:par>
                    <p:cTn id="919" fill="hold">
                      <p:stCondLst>
                        <p:cond delay="indefinite"/>
                      </p:stCondLst>
                      <p:childTnLst>
                        <p:par>
                          <p:cTn id="920" fill="hold">
                            <p:stCondLst>
                              <p:cond delay="0"/>
                            </p:stCondLst>
                            <p:childTnLst>
                              <p:par>
                                <p:cTn id="921" presetID="1" presetClass="entr" presetSubtype="0" fill="hold" nodeType="clickEffect">
                                  <p:stCondLst>
                                    <p:cond delay="0"/>
                                  </p:stCondLst>
                                  <p:childTnLst>
                                    <p:set>
                                      <p:cBhvr>
                                        <p:cTn id="922" dur="1" fill="hold">
                                          <p:stCondLst>
                                            <p:cond delay="0"/>
                                          </p:stCondLst>
                                        </p:cTn>
                                        <p:tgtEl>
                                          <p:spTgt spid="112">
                                            <p:txEl>
                                              <p:pRg st="4" end="4"/>
                                            </p:txEl>
                                          </p:spTgt>
                                        </p:tgtEl>
                                        <p:attrNameLst>
                                          <p:attrName>style.visibility</p:attrName>
                                        </p:attrNameLst>
                                      </p:cBhvr>
                                      <p:to>
                                        <p:strVal val="visible"/>
                                      </p:to>
                                    </p:set>
                                  </p:childTnLst>
                                </p:cTn>
                              </p:par>
                            </p:childTnLst>
                          </p:cTn>
                        </p:par>
                      </p:childTnLst>
                    </p:cTn>
                  </p:par>
                  <p:par>
                    <p:cTn id="923" fill="hold">
                      <p:stCondLst>
                        <p:cond delay="indefinite"/>
                      </p:stCondLst>
                      <p:childTnLst>
                        <p:par>
                          <p:cTn id="924" fill="hold">
                            <p:stCondLst>
                              <p:cond delay="0"/>
                            </p:stCondLst>
                            <p:childTnLst>
                              <p:par>
                                <p:cTn id="925" presetID="1" presetClass="entr" presetSubtype="0" fill="hold" nodeType="clickEffect">
                                  <p:stCondLst>
                                    <p:cond delay="0"/>
                                  </p:stCondLst>
                                  <p:childTnLst>
                                    <p:set>
                                      <p:cBhvr>
                                        <p:cTn id="926" dur="1" fill="hold">
                                          <p:stCondLst>
                                            <p:cond delay="0"/>
                                          </p:stCondLst>
                                        </p:cTn>
                                        <p:tgtEl>
                                          <p:spTgt spid="112">
                                            <p:txEl>
                                              <p:pRg st="5" end="5"/>
                                            </p:txEl>
                                          </p:spTgt>
                                        </p:tgtEl>
                                        <p:attrNameLst>
                                          <p:attrName>style.visibility</p:attrName>
                                        </p:attrNameLst>
                                      </p:cBhvr>
                                      <p:to>
                                        <p:strVal val="visible"/>
                                      </p:to>
                                    </p:set>
                                  </p:childTnLst>
                                </p:cTn>
                              </p:par>
                            </p:childTnLst>
                          </p:cTn>
                        </p:par>
                      </p:childTnLst>
                    </p:cTn>
                  </p:par>
                  <p:par>
                    <p:cTn id="927" fill="hold">
                      <p:stCondLst>
                        <p:cond delay="indefinite"/>
                      </p:stCondLst>
                      <p:childTnLst>
                        <p:par>
                          <p:cTn id="928" fill="hold">
                            <p:stCondLst>
                              <p:cond delay="0"/>
                            </p:stCondLst>
                            <p:childTnLst>
                              <p:par>
                                <p:cTn id="929" presetID="1" presetClass="entr" presetSubtype="0" fill="hold" nodeType="clickEffect">
                                  <p:stCondLst>
                                    <p:cond delay="0"/>
                                  </p:stCondLst>
                                  <p:childTnLst>
                                    <p:set>
                                      <p:cBhvr>
                                        <p:cTn id="930" dur="1" fill="hold">
                                          <p:stCondLst>
                                            <p:cond delay="0"/>
                                          </p:stCondLst>
                                        </p:cTn>
                                        <p:tgtEl>
                                          <p:spTgt spid="112">
                                            <p:txEl>
                                              <p:pRg st="6" end="6"/>
                                            </p:txEl>
                                          </p:spTgt>
                                        </p:tgtEl>
                                        <p:attrNameLst>
                                          <p:attrName>style.visibility</p:attrName>
                                        </p:attrNameLst>
                                      </p:cBhvr>
                                      <p:to>
                                        <p:strVal val="visible"/>
                                      </p:to>
                                    </p:set>
                                  </p:childTnLst>
                                </p:cTn>
                              </p:par>
                            </p:childTnLst>
                          </p:cTn>
                        </p:par>
                      </p:childTnLst>
                    </p:cTn>
                  </p:par>
                  <p:par>
                    <p:cTn id="931" fill="hold">
                      <p:stCondLst>
                        <p:cond delay="indefinite"/>
                      </p:stCondLst>
                      <p:childTnLst>
                        <p:par>
                          <p:cTn id="932" fill="hold">
                            <p:stCondLst>
                              <p:cond delay="0"/>
                            </p:stCondLst>
                            <p:childTnLst>
                              <p:par>
                                <p:cTn id="933" presetID="1" presetClass="entr" presetSubtype="0" fill="hold" nodeType="clickEffect">
                                  <p:stCondLst>
                                    <p:cond delay="0"/>
                                  </p:stCondLst>
                                  <p:childTnLst>
                                    <p:set>
                                      <p:cBhvr>
                                        <p:cTn id="934" dur="1" fill="hold">
                                          <p:stCondLst>
                                            <p:cond delay="0"/>
                                          </p:stCondLst>
                                        </p:cTn>
                                        <p:tgtEl>
                                          <p:spTgt spid="112">
                                            <p:txEl>
                                              <p:pRg st="7" end="7"/>
                                            </p:txEl>
                                          </p:spTgt>
                                        </p:tgtEl>
                                        <p:attrNameLst>
                                          <p:attrName>style.visibility</p:attrName>
                                        </p:attrNameLst>
                                      </p:cBhvr>
                                      <p:to>
                                        <p:strVal val="visible"/>
                                      </p:to>
                                    </p:set>
                                  </p:childTnLst>
                                </p:cTn>
                              </p:par>
                            </p:childTnLst>
                          </p:cTn>
                        </p:par>
                      </p:childTnLst>
                    </p:cTn>
                  </p:par>
                  <p:par>
                    <p:cTn id="935" fill="hold">
                      <p:stCondLst>
                        <p:cond delay="indefinite"/>
                      </p:stCondLst>
                      <p:childTnLst>
                        <p:par>
                          <p:cTn id="936" fill="hold">
                            <p:stCondLst>
                              <p:cond delay="0"/>
                            </p:stCondLst>
                            <p:childTnLst>
                              <p:par>
                                <p:cTn id="937" presetID="1" presetClass="entr" presetSubtype="0" fill="hold" nodeType="clickEffect">
                                  <p:stCondLst>
                                    <p:cond delay="0"/>
                                  </p:stCondLst>
                                  <p:childTnLst>
                                    <p:set>
                                      <p:cBhvr>
                                        <p:cTn id="938" dur="1" fill="hold">
                                          <p:stCondLst>
                                            <p:cond delay="0"/>
                                          </p:stCondLst>
                                        </p:cTn>
                                        <p:tgtEl>
                                          <p:spTgt spid="112">
                                            <p:txEl>
                                              <p:pRg st="8" end="8"/>
                                            </p:txEl>
                                          </p:spTgt>
                                        </p:tgtEl>
                                        <p:attrNameLst>
                                          <p:attrName>style.visibility</p:attrName>
                                        </p:attrNameLst>
                                      </p:cBhvr>
                                      <p:to>
                                        <p:strVal val="visible"/>
                                      </p:to>
                                    </p:set>
                                  </p:childTnLst>
                                </p:cTn>
                              </p:par>
                            </p:childTnLst>
                          </p:cTn>
                        </p:par>
                      </p:childTnLst>
                    </p:cTn>
                  </p:par>
                  <p:par>
                    <p:cTn id="939" fill="hold">
                      <p:stCondLst>
                        <p:cond delay="indefinite"/>
                      </p:stCondLst>
                      <p:childTnLst>
                        <p:par>
                          <p:cTn id="940" fill="hold">
                            <p:stCondLst>
                              <p:cond delay="0"/>
                            </p:stCondLst>
                            <p:childTnLst>
                              <p:par>
                                <p:cTn id="941" presetID="1" presetClass="entr" presetSubtype="0" fill="hold" nodeType="clickEffect">
                                  <p:stCondLst>
                                    <p:cond delay="0"/>
                                  </p:stCondLst>
                                  <p:childTnLst>
                                    <p:set>
                                      <p:cBhvr>
                                        <p:cTn id="942" dur="1" fill="hold">
                                          <p:stCondLst>
                                            <p:cond delay="0"/>
                                          </p:stCondLst>
                                        </p:cTn>
                                        <p:tgtEl>
                                          <p:spTgt spid="113">
                                            <p:txEl>
                                              <p:pRg st="0" end="0"/>
                                            </p:txEl>
                                          </p:spTgt>
                                        </p:tgtEl>
                                        <p:attrNameLst>
                                          <p:attrName>style.visibility</p:attrName>
                                        </p:attrNameLst>
                                      </p:cBhvr>
                                      <p:to>
                                        <p:strVal val="visible"/>
                                      </p:to>
                                    </p:set>
                                  </p:childTnLst>
                                </p:cTn>
                              </p:par>
                            </p:childTnLst>
                          </p:cTn>
                        </p:par>
                      </p:childTnLst>
                    </p:cTn>
                  </p:par>
                  <p:par>
                    <p:cTn id="943" fill="hold">
                      <p:stCondLst>
                        <p:cond delay="indefinite"/>
                      </p:stCondLst>
                      <p:childTnLst>
                        <p:par>
                          <p:cTn id="944" fill="hold">
                            <p:stCondLst>
                              <p:cond delay="0"/>
                            </p:stCondLst>
                            <p:childTnLst>
                              <p:par>
                                <p:cTn id="945" presetID="1" presetClass="entr" presetSubtype="0" fill="hold" nodeType="clickEffect">
                                  <p:stCondLst>
                                    <p:cond delay="0"/>
                                  </p:stCondLst>
                                  <p:childTnLst>
                                    <p:set>
                                      <p:cBhvr>
                                        <p:cTn id="946" dur="1" fill="hold">
                                          <p:stCondLst>
                                            <p:cond delay="0"/>
                                          </p:stCondLst>
                                        </p:cTn>
                                        <p:tgtEl>
                                          <p:spTgt spid="113">
                                            <p:txEl>
                                              <p:pRg st="1" end="1"/>
                                            </p:txEl>
                                          </p:spTgt>
                                        </p:tgtEl>
                                        <p:attrNameLst>
                                          <p:attrName>style.visibility</p:attrName>
                                        </p:attrNameLst>
                                      </p:cBhvr>
                                      <p:to>
                                        <p:strVal val="visible"/>
                                      </p:to>
                                    </p:set>
                                  </p:childTnLst>
                                </p:cTn>
                              </p:par>
                            </p:childTnLst>
                          </p:cTn>
                        </p:par>
                      </p:childTnLst>
                    </p:cTn>
                  </p:par>
                  <p:par>
                    <p:cTn id="947" fill="hold">
                      <p:stCondLst>
                        <p:cond delay="indefinite"/>
                      </p:stCondLst>
                      <p:childTnLst>
                        <p:par>
                          <p:cTn id="948" fill="hold">
                            <p:stCondLst>
                              <p:cond delay="0"/>
                            </p:stCondLst>
                            <p:childTnLst>
                              <p:par>
                                <p:cTn id="949" presetID="1" presetClass="entr" presetSubtype="0" fill="hold" nodeType="clickEffect">
                                  <p:stCondLst>
                                    <p:cond delay="0"/>
                                  </p:stCondLst>
                                  <p:childTnLst>
                                    <p:set>
                                      <p:cBhvr>
                                        <p:cTn id="950" dur="1" fill="hold">
                                          <p:stCondLst>
                                            <p:cond delay="0"/>
                                          </p:stCondLst>
                                        </p:cTn>
                                        <p:tgtEl>
                                          <p:spTgt spid="113">
                                            <p:txEl>
                                              <p:pRg st="2" end="2"/>
                                            </p:txEl>
                                          </p:spTgt>
                                        </p:tgtEl>
                                        <p:attrNameLst>
                                          <p:attrName>style.visibility</p:attrName>
                                        </p:attrNameLst>
                                      </p:cBhvr>
                                      <p:to>
                                        <p:strVal val="visible"/>
                                      </p:to>
                                    </p:set>
                                  </p:childTnLst>
                                </p:cTn>
                              </p:par>
                            </p:childTnLst>
                          </p:cTn>
                        </p:par>
                      </p:childTnLst>
                    </p:cTn>
                  </p:par>
                  <p:par>
                    <p:cTn id="951" fill="hold">
                      <p:stCondLst>
                        <p:cond delay="indefinite"/>
                      </p:stCondLst>
                      <p:childTnLst>
                        <p:par>
                          <p:cTn id="952" fill="hold">
                            <p:stCondLst>
                              <p:cond delay="0"/>
                            </p:stCondLst>
                            <p:childTnLst>
                              <p:par>
                                <p:cTn id="953" presetID="1" presetClass="entr" presetSubtype="0" fill="hold" nodeType="clickEffect">
                                  <p:stCondLst>
                                    <p:cond delay="0"/>
                                  </p:stCondLst>
                                  <p:childTnLst>
                                    <p:set>
                                      <p:cBhvr>
                                        <p:cTn id="954" dur="1" fill="hold">
                                          <p:stCondLst>
                                            <p:cond delay="0"/>
                                          </p:stCondLst>
                                        </p:cTn>
                                        <p:tgtEl>
                                          <p:spTgt spid="113">
                                            <p:txEl>
                                              <p:pRg st="3" end="3"/>
                                            </p:txEl>
                                          </p:spTgt>
                                        </p:tgtEl>
                                        <p:attrNameLst>
                                          <p:attrName>style.visibility</p:attrName>
                                        </p:attrNameLst>
                                      </p:cBhvr>
                                      <p:to>
                                        <p:strVal val="visible"/>
                                      </p:to>
                                    </p:set>
                                  </p:childTnLst>
                                </p:cTn>
                              </p:par>
                            </p:childTnLst>
                          </p:cTn>
                        </p:par>
                      </p:childTnLst>
                    </p:cTn>
                  </p:par>
                  <p:par>
                    <p:cTn id="955" fill="hold">
                      <p:stCondLst>
                        <p:cond delay="indefinite"/>
                      </p:stCondLst>
                      <p:childTnLst>
                        <p:par>
                          <p:cTn id="956" fill="hold">
                            <p:stCondLst>
                              <p:cond delay="0"/>
                            </p:stCondLst>
                            <p:childTnLst>
                              <p:par>
                                <p:cTn id="957" presetID="1" presetClass="entr" presetSubtype="0" fill="hold" nodeType="clickEffect">
                                  <p:stCondLst>
                                    <p:cond delay="0"/>
                                  </p:stCondLst>
                                  <p:childTnLst>
                                    <p:set>
                                      <p:cBhvr>
                                        <p:cTn id="958" dur="1" fill="hold">
                                          <p:stCondLst>
                                            <p:cond delay="0"/>
                                          </p:stCondLst>
                                        </p:cTn>
                                        <p:tgtEl>
                                          <p:spTgt spid="113">
                                            <p:txEl>
                                              <p:pRg st="4" end="4"/>
                                            </p:txEl>
                                          </p:spTgt>
                                        </p:tgtEl>
                                        <p:attrNameLst>
                                          <p:attrName>style.visibility</p:attrName>
                                        </p:attrNameLst>
                                      </p:cBhvr>
                                      <p:to>
                                        <p:strVal val="visible"/>
                                      </p:to>
                                    </p:set>
                                  </p:childTnLst>
                                </p:cTn>
                              </p:par>
                            </p:childTnLst>
                          </p:cTn>
                        </p:par>
                      </p:childTnLst>
                    </p:cTn>
                  </p:par>
                  <p:par>
                    <p:cTn id="959" fill="hold">
                      <p:stCondLst>
                        <p:cond delay="indefinite"/>
                      </p:stCondLst>
                      <p:childTnLst>
                        <p:par>
                          <p:cTn id="960" fill="hold">
                            <p:stCondLst>
                              <p:cond delay="0"/>
                            </p:stCondLst>
                            <p:childTnLst>
                              <p:par>
                                <p:cTn id="961" presetID="1" presetClass="entr" presetSubtype="0" fill="hold" nodeType="clickEffect">
                                  <p:stCondLst>
                                    <p:cond delay="0"/>
                                  </p:stCondLst>
                                  <p:childTnLst>
                                    <p:set>
                                      <p:cBhvr>
                                        <p:cTn id="962" dur="1" fill="hold">
                                          <p:stCondLst>
                                            <p:cond delay="0"/>
                                          </p:stCondLst>
                                        </p:cTn>
                                        <p:tgtEl>
                                          <p:spTgt spid="113">
                                            <p:txEl>
                                              <p:pRg st="5" end="5"/>
                                            </p:txEl>
                                          </p:spTgt>
                                        </p:tgtEl>
                                        <p:attrNameLst>
                                          <p:attrName>style.visibility</p:attrName>
                                        </p:attrNameLst>
                                      </p:cBhvr>
                                      <p:to>
                                        <p:strVal val="visible"/>
                                      </p:to>
                                    </p:set>
                                  </p:childTnLst>
                                </p:cTn>
                              </p:par>
                            </p:childTnLst>
                          </p:cTn>
                        </p:par>
                      </p:childTnLst>
                    </p:cTn>
                  </p:par>
                  <p:par>
                    <p:cTn id="963" fill="hold">
                      <p:stCondLst>
                        <p:cond delay="indefinite"/>
                      </p:stCondLst>
                      <p:childTnLst>
                        <p:par>
                          <p:cTn id="964" fill="hold">
                            <p:stCondLst>
                              <p:cond delay="0"/>
                            </p:stCondLst>
                            <p:childTnLst>
                              <p:par>
                                <p:cTn id="965" presetID="1" presetClass="entr" presetSubtype="0" fill="hold" nodeType="clickEffect">
                                  <p:stCondLst>
                                    <p:cond delay="0"/>
                                  </p:stCondLst>
                                  <p:childTnLst>
                                    <p:set>
                                      <p:cBhvr>
                                        <p:cTn id="966" dur="1" fill="hold">
                                          <p:stCondLst>
                                            <p:cond delay="0"/>
                                          </p:stCondLst>
                                        </p:cTn>
                                        <p:tgtEl>
                                          <p:spTgt spid="113">
                                            <p:txEl>
                                              <p:pRg st="6" end="6"/>
                                            </p:txEl>
                                          </p:spTgt>
                                        </p:tgtEl>
                                        <p:attrNameLst>
                                          <p:attrName>style.visibility</p:attrName>
                                        </p:attrNameLst>
                                      </p:cBhvr>
                                      <p:to>
                                        <p:strVal val="visible"/>
                                      </p:to>
                                    </p:set>
                                  </p:childTnLst>
                                </p:cTn>
                              </p:par>
                            </p:childTnLst>
                          </p:cTn>
                        </p:par>
                      </p:childTnLst>
                    </p:cTn>
                  </p:par>
                  <p:par>
                    <p:cTn id="967" fill="hold">
                      <p:stCondLst>
                        <p:cond delay="indefinite"/>
                      </p:stCondLst>
                      <p:childTnLst>
                        <p:par>
                          <p:cTn id="968" fill="hold">
                            <p:stCondLst>
                              <p:cond delay="0"/>
                            </p:stCondLst>
                            <p:childTnLst>
                              <p:par>
                                <p:cTn id="969" presetID="1" presetClass="entr" presetSubtype="0" fill="hold" nodeType="clickEffect">
                                  <p:stCondLst>
                                    <p:cond delay="0"/>
                                  </p:stCondLst>
                                  <p:childTnLst>
                                    <p:set>
                                      <p:cBhvr>
                                        <p:cTn id="970" dur="1" fill="hold">
                                          <p:stCondLst>
                                            <p:cond delay="0"/>
                                          </p:stCondLst>
                                        </p:cTn>
                                        <p:tgtEl>
                                          <p:spTgt spid="113">
                                            <p:txEl>
                                              <p:pRg st="7" end="7"/>
                                            </p:txEl>
                                          </p:spTgt>
                                        </p:tgtEl>
                                        <p:attrNameLst>
                                          <p:attrName>style.visibility</p:attrName>
                                        </p:attrNameLst>
                                      </p:cBhvr>
                                      <p:to>
                                        <p:strVal val="visible"/>
                                      </p:to>
                                    </p:set>
                                  </p:childTnLst>
                                </p:cTn>
                              </p:par>
                            </p:childTnLst>
                          </p:cTn>
                        </p:par>
                      </p:childTnLst>
                    </p:cTn>
                  </p:par>
                  <p:par>
                    <p:cTn id="971" fill="hold">
                      <p:stCondLst>
                        <p:cond delay="indefinite"/>
                      </p:stCondLst>
                      <p:childTnLst>
                        <p:par>
                          <p:cTn id="972" fill="hold">
                            <p:stCondLst>
                              <p:cond delay="0"/>
                            </p:stCondLst>
                            <p:childTnLst>
                              <p:par>
                                <p:cTn id="973" presetID="1" presetClass="entr" presetSubtype="0" fill="hold" nodeType="clickEffect">
                                  <p:stCondLst>
                                    <p:cond delay="0"/>
                                  </p:stCondLst>
                                  <p:childTnLst>
                                    <p:set>
                                      <p:cBhvr>
                                        <p:cTn id="974" dur="1" fill="hold">
                                          <p:stCondLst>
                                            <p:cond delay="0"/>
                                          </p:stCondLst>
                                        </p:cTn>
                                        <p:tgtEl>
                                          <p:spTgt spid="113">
                                            <p:txEl>
                                              <p:pRg st="8" end="8"/>
                                            </p:txEl>
                                          </p:spTgt>
                                        </p:tgtEl>
                                        <p:attrNameLst>
                                          <p:attrName>style.visibility</p:attrName>
                                        </p:attrNameLst>
                                      </p:cBhvr>
                                      <p:to>
                                        <p:strVal val="visible"/>
                                      </p:to>
                                    </p:set>
                                  </p:childTnLst>
                                </p:cTn>
                              </p:par>
                            </p:childTnLst>
                          </p:cTn>
                        </p:par>
                      </p:childTnLst>
                    </p:cTn>
                  </p:par>
                  <p:par>
                    <p:cTn id="975" fill="hold">
                      <p:stCondLst>
                        <p:cond delay="indefinite"/>
                      </p:stCondLst>
                      <p:childTnLst>
                        <p:par>
                          <p:cTn id="976" fill="hold">
                            <p:stCondLst>
                              <p:cond delay="0"/>
                            </p:stCondLst>
                            <p:childTnLst>
                              <p:par>
                                <p:cTn id="977" presetID="1" presetClass="entr" presetSubtype="0" fill="hold" nodeType="clickEffect">
                                  <p:stCondLst>
                                    <p:cond delay="0"/>
                                  </p:stCondLst>
                                  <p:childTnLst>
                                    <p:set>
                                      <p:cBhvr>
                                        <p:cTn id="978" dur="1" fill="hold">
                                          <p:stCondLst>
                                            <p:cond delay="0"/>
                                          </p:stCondLst>
                                        </p:cTn>
                                        <p:tgtEl>
                                          <p:spTgt spid="114">
                                            <p:txEl>
                                              <p:pRg st="0" end="0"/>
                                            </p:txEl>
                                          </p:spTgt>
                                        </p:tgtEl>
                                        <p:attrNameLst>
                                          <p:attrName>style.visibility</p:attrName>
                                        </p:attrNameLst>
                                      </p:cBhvr>
                                      <p:to>
                                        <p:strVal val="visible"/>
                                      </p:to>
                                    </p:set>
                                  </p:childTnLst>
                                </p:cTn>
                              </p:par>
                            </p:childTnLst>
                          </p:cTn>
                        </p:par>
                      </p:childTnLst>
                    </p:cTn>
                  </p:par>
                  <p:par>
                    <p:cTn id="979" fill="hold">
                      <p:stCondLst>
                        <p:cond delay="indefinite"/>
                      </p:stCondLst>
                      <p:childTnLst>
                        <p:par>
                          <p:cTn id="980" fill="hold">
                            <p:stCondLst>
                              <p:cond delay="0"/>
                            </p:stCondLst>
                            <p:childTnLst>
                              <p:par>
                                <p:cTn id="981" presetID="1" presetClass="entr" presetSubtype="0" fill="hold" nodeType="clickEffect">
                                  <p:stCondLst>
                                    <p:cond delay="0"/>
                                  </p:stCondLst>
                                  <p:childTnLst>
                                    <p:set>
                                      <p:cBhvr>
                                        <p:cTn id="982" dur="1" fill="hold">
                                          <p:stCondLst>
                                            <p:cond delay="0"/>
                                          </p:stCondLst>
                                        </p:cTn>
                                        <p:tgtEl>
                                          <p:spTgt spid="114">
                                            <p:txEl>
                                              <p:pRg st="1" end="1"/>
                                            </p:txEl>
                                          </p:spTgt>
                                        </p:tgtEl>
                                        <p:attrNameLst>
                                          <p:attrName>style.visibility</p:attrName>
                                        </p:attrNameLst>
                                      </p:cBhvr>
                                      <p:to>
                                        <p:strVal val="visible"/>
                                      </p:to>
                                    </p:set>
                                  </p:childTnLst>
                                </p:cTn>
                              </p:par>
                            </p:childTnLst>
                          </p:cTn>
                        </p:par>
                      </p:childTnLst>
                    </p:cTn>
                  </p:par>
                  <p:par>
                    <p:cTn id="983" fill="hold">
                      <p:stCondLst>
                        <p:cond delay="indefinite"/>
                      </p:stCondLst>
                      <p:childTnLst>
                        <p:par>
                          <p:cTn id="984" fill="hold">
                            <p:stCondLst>
                              <p:cond delay="0"/>
                            </p:stCondLst>
                            <p:childTnLst>
                              <p:par>
                                <p:cTn id="985" presetID="1" presetClass="entr" presetSubtype="0" fill="hold" nodeType="clickEffect">
                                  <p:stCondLst>
                                    <p:cond delay="0"/>
                                  </p:stCondLst>
                                  <p:childTnLst>
                                    <p:set>
                                      <p:cBhvr>
                                        <p:cTn id="986" dur="1" fill="hold">
                                          <p:stCondLst>
                                            <p:cond delay="0"/>
                                          </p:stCondLst>
                                        </p:cTn>
                                        <p:tgtEl>
                                          <p:spTgt spid="114">
                                            <p:txEl>
                                              <p:pRg st="2" end="2"/>
                                            </p:txEl>
                                          </p:spTgt>
                                        </p:tgtEl>
                                        <p:attrNameLst>
                                          <p:attrName>style.visibility</p:attrName>
                                        </p:attrNameLst>
                                      </p:cBhvr>
                                      <p:to>
                                        <p:strVal val="visible"/>
                                      </p:to>
                                    </p:set>
                                  </p:childTnLst>
                                </p:cTn>
                              </p:par>
                            </p:childTnLst>
                          </p:cTn>
                        </p:par>
                      </p:childTnLst>
                    </p:cTn>
                  </p:par>
                  <p:par>
                    <p:cTn id="987" fill="hold">
                      <p:stCondLst>
                        <p:cond delay="indefinite"/>
                      </p:stCondLst>
                      <p:childTnLst>
                        <p:par>
                          <p:cTn id="988" fill="hold">
                            <p:stCondLst>
                              <p:cond delay="0"/>
                            </p:stCondLst>
                            <p:childTnLst>
                              <p:par>
                                <p:cTn id="989" presetID="1" presetClass="entr" presetSubtype="0" fill="hold" nodeType="clickEffect">
                                  <p:stCondLst>
                                    <p:cond delay="0"/>
                                  </p:stCondLst>
                                  <p:childTnLst>
                                    <p:set>
                                      <p:cBhvr>
                                        <p:cTn id="990" dur="1" fill="hold">
                                          <p:stCondLst>
                                            <p:cond delay="0"/>
                                          </p:stCondLst>
                                        </p:cTn>
                                        <p:tgtEl>
                                          <p:spTgt spid="114">
                                            <p:txEl>
                                              <p:pRg st="3" end="3"/>
                                            </p:txEl>
                                          </p:spTgt>
                                        </p:tgtEl>
                                        <p:attrNameLst>
                                          <p:attrName>style.visibility</p:attrName>
                                        </p:attrNameLst>
                                      </p:cBhvr>
                                      <p:to>
                                        <p:strVal val="visible"/>
                                      </p:to>
                                    </p:set>
                                  </p:childTnLst>
                                </p:cTn>
                              </p:par>
                            </p:childTnLst>
                          </p:cTn>
                        </p:par>
                      </p:childTnLst>
                    </p:cTn>
                  </p:par>
                  <p:par>
                    <p:cTn id="991" fill="hold">
                      <p:stCondLst>
                        <p:cond delay="indefinite"/>
                      </p:stCondLst>
                      <p:childTnLst>
                        <p:par>
                          <p:cTn id="992" fill="hold">
                            <p:stCondLst>
                              <p:cond delay="0"/>
                            </p:stCondLst>
                            <p:childTnLst>
                              <p:par>
                                <p:cTn id="993" presetID="1" presetClass="entr" presetSubtype="0" fill="hold" nodeType="clickEffect">
                                  <p:stCondLst>
                                    <p:cond delay="0"/>
                                  </p:stCondLst>
                                  <p:childTnLst>
                                    <p:set>
                                      <p:cBhvr>
                                        <p:cTn id="994" dur="1" fill="hold">
                                          <p:stCondLst>
                                            <p:cond delay="0"/>
                                          </p:stCondLst>
                                        </p:cTn>
                                        <p:tgtEl>
                                          <p:spTgt spid="114">
                                            <p:txEl>
                                              <p:pRg st="4" end="4"/>
                                            </p:txEl>
                                          </p:spTgt>
                                        </p:tgtEl>
                                        <p:attrNameLst>
                                          <p:attrName>style.visibility</p:attrName>
                                        </p:attrNameLst>
                                      </p:cBhvr>
                                      <p:to>
                                        <p:strVal val="visible"/>
                                      </p:to>
                                    </p:set>
                                  </p:childTnLst>
                                </p:cTn>
                              </p:par>
                            </p:childTnLst>
                          </p:cTn>
                        </p:par>
                      </p:childTnLst>
                    </p:cTn>
                  </p:par>
                  <p:par>
                    <p:cTn id="995" fill="hold">
                      <p:stCondLst>
                        <p:cond delay="indefinite"/>
                      </p:stCondLst>
                      <p:childTnLst>
                        <p:par>
                          <p:cTn id="996" fill="hold">
                            <p:stCondLst>
                              <p:cond delay="0"/>
                            </p:stCondLst>
                            <p:childTnLst>
                              <p:par>
                                <p:cTn id="997" presetID="1" presetClass="entr" presetSubtype="0" fill="hold" nodeType="clickEffect">
                                  <p:stCondLst>
                                    <p:cond delay="0"/>
                                  </p:stCondLst>
                                  <p:childTnLst>
                                    <p:set>
                                      <p:cBhvr>
                                        <p:cTn id="998" dur="1" fill="hold">
                                          <p:stCondLst>
                                            <p:cond delay="0"/>
                                          </p:stCondLst>
                                        </p:cTn>
                                        <p:tgtEl>
                                          <p:spTgt spid="114">
                                            <p:txEl>
                                              <p:pRg st="5" end="5"/>
                                            </p:txEl>
                                          </p:spTgt>
                                        </p:tgtEl>
                                        <p:attrNameLst>
                                          <p:attrName>style.visibility</p:attrName>
                                        </p:attrNameLst>
                                      </p:cBhvr>
                                      <p:to>
                                        <p:strVal val="visible"/>
                                      </p:to>
                                    </p:set>
                                  </p:childTnLst>
                                </p:cTn>
                              </p:par>
                            </p:childTnLst>
                          </p:cTn>
                        </p:par>
                      </p:childTnLst>
                    </p:cTn>
                  </p:par>
                  <p:par>
                    <p:cTn id="999" fill="hold">
                      <p:stCondLst>
                        <p:cond delay="indefinite"/>
                      </p:stCondLst>
                      <p:childTnLst>
                        <p:par>
                          <p:cTn id="1000" fill="hold">
                            <p:stCondLst>
                              <p:cond delay="0"/>
                            </p:stCondLst>
                            <p:childTnLst>
                              <p:par>
                                <p:cTn id="1001" presetID="1" presetClass="entr" presetSubtype="0" fill="hold" nodeType="clickEffect">
                                  <p:stCondLst>
                                    <p:cond delay="0"/>
                                  </p:stCondLst>
                                  <p:childTnLst>
                                    <p:set>
                                      <p:cBhvr>
                                        <p:cTn id="1002" dur="1" fill="hold">
                                          <p:stCondLst>
                                            <p:cond delay="0"/>
                                          </p:stCondLst>
                                        </p:cTn>
                                        <p:tgtEl>
                                          <p:spTgt spid="114">
                                            <p:txEl>
                                              <p:pRg st="6" end="6"/>
                                            </p:txEl>
                                          </p:spTgt>
                                        </p:tgtEl>
                                        <p:attrNameLst>
                                          <p:attrName>style.visibility</p:attrName>
                                        </p:attrNameLst>
                                      </p:cBhvr>
                                      <p:to>
                                        <p:strVal val="visible"/>
                                      </p:to>
                                    </p:set>
                                  </p:childTnLst>
                                </p:cTn>
                              </p:par>
                            </p:childTnLst>
                          </p:cTn>
                        </p:par>
                      </p:childTnLst>
                    </p:cTn>
                  </p:par>
                  <p:par>
                    <p:cTn id="1003" fill="hold">
                      <p:stCondLst>
                        <p:cond delay="indefinite"/>
                      </p:stCondLst>
                      <p:childTnLst>
                        <p:par>
                          <p:cTn id="1004" fill="hold">
                            <p:stCondLst>
                              <p:cond delay="0"/>
                            </p:stCondLst>
                            <p:childTnLst>
                              <p:par>
                                <p:cTn id="1005" presetID="1" presetClass="entr" presetSubtype="0" fill="hold" nodeType="clickEffect">
                                  <p:stCondLst>
                                    <p:cond delay="0"/>
                                  </p:stCondLst>
                                  <p:childTnLst>
                                    <p:set>
                                      <p:cBhvr>
                                        <p:cTn id="1006" dur="1" fill="hold">
                                          <p:stCondLst>
                                            <p:cond delay="0"/>
                                          </p:stCondLst>
                                        </p:cTn>
                                        <p:tgtEl>
                                          <p:spTgt spid="114">
                                            <p:txEl>
                                              <p:pRg st="7" end="7"/>
                                            </p:txEl>
                                          </p:spTgt>
                                        </p:tgtEl>
                                        <p:attrNameLst>
                                          <p:attrName>style.visibility</p:attrName>
                                        </p:attrNameLst>
                                      </p:cBhvr>
                                      <p:to>
                                        <p:strVal val="visible"/>
                                      </p:to>
                                    </p:set>
                                  </p:childTnLst>
                                </p:cTn>
                              </p:par>
                            </p:childTnLst>
                          </p:cTn>
                        </p:par>
                      </p:childTnLst>
                    </p:cTn>
                  </p:par>
                  <p:par>
                    <p:cTn id="1007" fill="hold">
                      <p:stCondLst>
                        <p:cond delay="indefinite"/>
                      </p:stCondLst>
                      <p:childTnLst>
                        <p:par>
                          <p:cTn id="1008" fill="hold">
                            <p:stCondLst>
                              <p:cond delay="0"/>
                            </p:stCondLst>
                            <p:childTnLst>
                              <p:par>
                                <p:cTn id="1009" presetID="1" presetClass="entr" presetSubtype="0" fill="hold" nodeType="clickEffect">
                                  <p:stCondLst>
                                    <p:cond delay="0"/>
                                  </p:stCondLst>
                                  <p:childTnLst>
                                    <p:set>
                                      <p:cBhvr>
                                        <p:cTn id="1010" dur="1" fill="hold">
                                          <p:stCondLst>
                                            <p:cond delay="0"/>
                                          </p:stCondLst>
                                        </p:cTn>
                                        <p:tgtEl>
                                          <p:spTgt spid="114">
                                            <p:txEl>
                                              <p:pRg st="8" end="8"/>
                                            </p:txEl>
                                          </p:spTgt>
                                        </p:tgtEl>
                                        <p:attrNameLst>
                                          <p:attrName>style.visibility</p:attrName>
                                        </p:attrNameLst>
                                      </p:cBhvr>
                                      <p:to>
                                        <p:strVal val="visible"/>
                                      </p:to>
                                    </p:set>
                                  </p:childTnLst>
                                </p:cTn>
                              </p:par>
                            </p:childTnLst>
                          </p:cTn>
                        </p:par>
                      </p:childTnLst>
                    </p:cTn>
                  </p:par>
                  <p:par>
                    <p:cTn id="1011" fill="hold">
                      <p:stCondLst>
                        <p:cond delay="indefinite"/>
                      </p:stCondLst>
                      <p:childTnLst>
                        <p:par>
                          <p:cTn id="1012" fill="hold">
                            <p:stCondLst>
                              <p:cond delay="0"/>
                            </p:stCondLst>
                            <p:childTnLst>
                              <p:par>
                                <p:cTn id="1013" presetID="1" presetClass="entr" presetSubtype="0" fill="hold" nodeType="clickEffect">
                                  <p:stCondLst>
                                    <p:cond delay="0"/>
                                  </p:stCondLst>
                                  <p:childTnLst>
                                    <p:set>
                                      <p:cBhvr>
                                        <p:cTn id="1014" dur="1" fill="hold">
                                          <p:stCondLst>
                                            <p:cond delay="0"/>
                                          </p:stCondLst>
                                        </p:cTn>
                                        <p:tgtEl>
                                          <p:spTgt spid="115">
                                            <p:txEl>
                                              <p:pRg st="0" end="0"/>
                                            </p:txEl>
                                          </p:spTgt>
                                        </p:tgtEl>
                                        <p:attrNameLst>
                                          <p:attrName>style.visibility</p:attrName>
                                        </p:attrNameLst>
                                      </p:cBhvr>
                                      <p:to>
                                        <p:strVal val="visible"/>
                                      </p:to>
                                    </p:set>
                                  </p:childTnLst>
                                </p:cTn>
                              </p:par>
                            </p:childTnLst>
                          </p:cTn>
                        </p:par>
                      </p:childTnLst>
                    </p:cTn>
                  </p:par>
                  <p:par>
                    <p:cTn id="1015" fill="hold">
                      <p:stCondLst>
                        <p:cond delay="indefinite"/>
                      </p:stCondLst>
                      <p:childTnLst>
                        <p:par>
                          <p:cTn id="1016" fill="hold">
                            <p:stCondLst>
                              <p:cond delay="0"/>
                            </p:stCondLst>
                            <p:childTnLst>
                              <p:par>
                                <p:cTn id="1017" presetID="1" presetClass="entr" presetSubtype="0" fill="hold" nodeType="clickEffect">
                                  <p:stCondLst>
                                    <p:cond delay="0"/>
                                  </p:stCondLst>
                                  <p:childTnLst>
                                    <p:set>
                                      <p:cBhvr>
                                        <p:cTn id="1018" dur="1" fill="hold">
                                          <p:stCondLst>
                                            <p:cond delay="0"/>
                                          </p:stCondLst>
                                        </p:cTn>
                                        <p:tgtEl>
                                          <p:spTgt spid="115">
                                            <p:txEl>
                                              <p:pRg st="1" end="1"/>
                                            </p:txEl>
                                          </p:spTgt>
                                        </p:tgtEl>
                                        <p:attrNameLst>
                                          <p:attrName>style.visibility</p:attrName>
                                        </p:attrNameLst>
                                      </p:cBhvr>
                                      <p:to>
                                        <p:strVal val="visible"/>
                                      </p:to>
                                    </p:set>
                                  </p:childTnLst>
                                </p:cTn>
                              </p:par>
                            </p:childTnLst>
                          </p:cTn>
                        </p:par>
                      </p:childTnLst>
                    </p:cTn>
                  </p:par>
                  <p:par>
                    <p:cTn id="1019" fill="hold">
                      <p:stCondLst>
                        <p:cond delay="indefinite"/>
                      </p:stCondLst>
                      <p:childTnLst>
                        <p:par>
                          <p:cTn id="1020" fill="hold">
                            <p:stCondLst>
                              <p:cond delay="0"/>
                            </p:stCondLst>
                            <p:childTnLst>
                              <p:par>
                                <p:cTn id="1021" presetID="1" presetClass="entr" presetSubtype="0" fill="hold" nodeType="clickEffect">
                                  <p:stCondLst>
                                    <p:cond delay="0"/>
                                  </p:stCondLst>
                                  <p:childTnLst>
                                    <p:set>
                                      <p:cBhvr>
                                        <p:cTn id="1022" dur="1" fill="hold">
                                          <p:stCondLst>
                                            <p:cond delay="0"/>
                                          </p:stCondLst>
                                        </p:cTn>
                                        <p:tgtEl>
                                          <p:spTgt spid="115">
                                            <p:txEl>
                                              <p:pRg st="2" end="2"/>
                                            </p:txEl>
                                          </p:spTgt>
                                        </p:tgtEl>
                                        <p:attrNameLst>
                                          <p:attrName>style.visibility</p:attrName>
                                        </p:attrNameLst>
                                      </p:cBhvr>
                                      <p:to>
                                        <p:strVal val="visible"/>
                                      </p:to>
                                    </p:set>
                                  </p:childTnLst>
                                </p:cTn>
                              </p:par>
                            </p:childTnLst>
                          </p:cTn>
                        </p:par>
                      </p:childTnLst>
                    </p:cTn>
                  </p:par>
                  <p:par>
                    <p:cTn id="1023" fill="hold">
                      <p:stCondLst>
                        <p:cond delay="indefinite"/>
                      </p:stCondLst>
                      <p:childTnLst>
                        <p:par>
                          <p:cTn id="1024" fill="hold">
                            <p:stCondLst>
                              <p:cond delay="0"/>
                            </p:stCondLst>
                            <p:childTnLst>
                              <p:par>
                                <p:cTn id="1025" presetID="1" presetClass="entr" presetSubtype="0" fill="hold" nodeType="clickEffect">
                                  <p:stCondLst>
                                    <p:cond delay="0"/>
                                  </p:stCondLst>
                                  <p:childTnLst>
                                    <p:set>
                                      <p:cBhvr>
                                        <p:cTn id="1026" dur="1" fill="hold">
                                          <p:stCondLst>
                                            <p:cond delay="0"/>
                                          </p:stCondLst>
                                        </p:cTn>
                                        <p:tgtEl>
                                          <p:spTgt spid="115">
                                            <p:txEl>
                                              <p:pRg st="3" end="3"/>
                                            </p:txEl>
                                          </p:spTgt>
                                        </p:tgtEl>
                                        <p:attrNameLst>
                                          <p:attrName>style.visibility</p:attrName>
                                        </p:attrNameLst>
                                      </p:cBhvr>
                                      <p:to>
                                        <p:strVal val="visible"/>
                                      </p:to>
                                    </p:set>
                                  </p:childTnLst>
                                </p:cTn>
                              </p:par>
                            </p:childTnLst>
                          </p:cTn>
                        </p:par>
                      </p:childTnLst>
                    </p:cTn>
                  </p:par>
                  <p:par>
                    <p:cTn id="1027" fill="hold">
                      <p:stCondLst>
                        <p:cond delay="indefinite"/>
                      </p:stCondLst>
                      <p:childTnLst>
                        <p:par>
                          <p:cTn id="1028" fill="hold">
                            <p:stCondLst>
                              <p:cond delay="0"/>
                            </p:stCondLst>
                            <p:childTnLst>
                              <p:par>
                                <p:cTn id="1029" presetID="1" presetClass="entr" presetSubtype="0" fill="hold" nodeType="clickEffect">
                                  <p:stCondLst>
                                    <p:cond delay="0"/>
                                  </p:stCondLst>
                                  <p:childTnLst>
                                    <p:set>
                                      <p:cBhvr>
                                        <p:cTn id="1030" dur="1" fill="hold">
                                          <p:stCondLst>
                                            <p:cond delay="0"/>
                                          </p:stCondLst>
                                        </p:cTn>
                                        <p:tgtEl>
                                          <p:spTgt spid="115">
                                            <p:txEl>
                                              <p:pRg st="4" end="4"/>
                                            </p:txEl>
                                          </p:spTgt>
                                        </p:tgtEl>
                                        <p:attrNameLst>
                                          <p:attrName>style.visibility</p:attrName>
                                        </p:attrNameLst>
                                      </p:cBhvr>
                                      <p:to>
                                        <p:strVal val="visible"/>
                                      </p:to>
                                    </p:set>
                                  </p:childTnLst>
                                </p:cTn>
                              </p:par>
                            </p:childTnLst>
                          </p:cTn>
                        </p:par>
                      </p:childTnLst>
                    </p:cTn>
                  </p:par>
                  <p:par>
                    <p:cTn id="1031" fill="hold">
                      <p:stCondLst>
                        <p:cond delay="indefinite"/>
                      </p:stCondLst>
                      <p:childTnLst>
                        <p:par>
                          <p:cTn id="1032" fill="hold">
                            <p:stCondLst>
                              <p:cond delay="0"/>
                            </p:stCondLst>
                            <p:childTnLst>
                              <p:par>
                                <p:cTn id="1033" presetID="1" presetClass="entr" presetSubtype="0" fill="hold" nodeType="clickEffect">
                                  <p:stCondLst>
                                    <p:cond delay="0"/>
                                  </p:stCondLst>
                                  <p:childTnLst>
                                    <p:set>
                                      <p:cBhvr>
                                        <p:cTn id="1034" dur="1" fill="hold">
                                          <p:stCondLst>
                                            <p:cond delay="0"/>
                                          </p:stCondLst>
                                        </p:cTn>
                                        <p:tgtEl>
                                          <p:spTgt spid="115">
                                            <p:txEl>
                                              <p:pRg st="5" end="5"/>
                                            </p:txEl>
                                          </p:spTgt>
                                        </p:tgtEl>
                                        <p:attrNameLst>
                                          <p:attrName>style.visibility</p:attrName>
                                        </p:attrNameLst>
                                      </p:cBhvr>
                                      <p:to>
                                        <p:strVal val="visible"/>
                                      </p:to>
                                    </p:set>
                                  </p:childTnLst>
                                </p:cTn>
                              </p:par>
                            </p:childTnLst>
                          </p:cTn>
                        </p:par>
                      </p:childTnLst>
                    </p:cTn>
                  </p:par>
                  <p:par>
                    <p:cTn id="1035" fill="hold">
                      <p:stCondLst>
                        <p:cond delay="indefinite"/>
                      </p:stCondLst>
                      <p:childTnLst>
                        <p:par>
                          <p:cTn id="1036" fill="hold">
                            <p:stCondLst>
                              <p:cond delay="0"/>
                            </p:stCondLst>
                            <p:childTnLst>
                              <p:par>
                                <p:cTn id="1037" presetID="1" presetClass="entr" presetSubtype="0" fill="hold" nodeType="clickEffect">
                                  <p:stCondLst>
                                    <p:cond delay="0"/>
                                  </p:stCondLst>
                                  <p:childTnLst>
                                    <p:set>
                                      <p:cBhvr>
                                        <p:cTn id="1038" dur="1" fill="hold">
                                          <p:stCondLst>
                                            <p:cond delay="0"/>
                                          </p:stCondLst>
                                        </p:cTn>
                                        <p:tgtEl>
                                          <p:spTgt spid="115">
                                            <p:txEl>
                                              <p:pRg st="6" end="6"/>
                                            </p:txEl>
                                          </p:spTgt>
                                        </p:tgtEl>
                                        <p:attrNameLst>
                                          <p:attrName>style.visibility</p:attrName>
                                        </p:attrNameLst>
                                      </p:cBhvr>
                                      <p:to>
                                        <p:strVal val="visible"/>
                                      </p:to>
                                    </p:set>
                                  </p:childTnLst>
                                </p:cTn>
                              </p:par>
                            </p:childTnLst>
                          </p:cTn>
                        </p:par>
                      </p:childTnLst>
                    </p:cTn>
                  </p:par>
                  <p:par>
                    <p:cTn id="1039" fill="hold">
                      <p:stCondLst>
                        <p:cond delay="indefinite"/>
                      </p:stCondLst>
                      <p:childTnLst>
                        <p:par>
                          <p:cTn id="1040" fill="hold">
                            <p:stCondLst>
                              <p:cond delay="0"/>
                            </p:stCondLst>
                            <p:childTnLst>
                              <p:par>
                                <p:cTn id="1041" presetID="1" presetClass="entr" presetSubtype="0" fill="hold" nodeType="clickEffect">
                                  <p:stCondLst>
                                    <p:cond delay="0"/>
                                  </p:stCondLst>
                                  <p:childTnLst>
                                    <p:set>
                                      <p:cBhvr>
                                        <p:cTn id="1042" dur="1" fill="hold">
                                          <p:stCondLst>
                                            <p:cond delay="0"/>
                                          </p:stCondLst>
                                        </p:cTn>
                                        <p:tgtEl>
                                          <p:spTgt spid="115">
                                            <p:txEl>
                                              <p:pRg st="7" end="7"/>
                                            </p:txEl>
                                          </p:spTgt>
                                        </p:tgtEl>
                                        <p:attrNameLst>
                                          <p:attrName>style.visibility</p:attrName>
                                        </p:attrNameLst>
                                      </p:cBhvr>
                                      <p:to>
                                        <p:strVal val="visible"/>
                                      </p:to>
                                    </p:set>
                                  </p:childTnLst>
                                </p:cTn>
                              </p:par>
                            </p:childTnLst>
                          </p:cTn>
                        </p:par>
                      </p:childTnLst>
                    </p:cTn>
                  </p:par>
                  <p:par>
                    <p:cTn id="1043" fill="hold">
                      <p:stCondLst>
                        <p:cond delay="indefinite"/>
                      </p:stCondLst>
                      <p:childTnLst>
                        <p:par>
                          <p:cTn id="1044" fill="hold">
                            <p:stCondLst>
                              <p:cond delay="0"/>
                            </p:stCondLst>
                            <p:childTnLst>
                              <p:par>
                                <p:cTn id="1045" presetID="1" presetClass="entr" presetSubtype="0" fill="hold" nodeType="clickEffect">
                                  <p:stCondLst>
                                    <p:cond delay="0"/>
                                  </p:stCondLst>
                                  <p:childTnLst>
                                    <p:set>
                                      <p:cBhvr>
                                        <p:cTn id="1046" dur="1" fill="hold">
                                          <p:stCondLst>
                                            <p:cond delay="0"/>
                                          </p:stCondLst>
                                        </p:cTn>
                                        <p:tgtEl>
                                          <p:spTgt spid="115">
                                            <p:txEl>
                                              <p:pRg st="8" end="8"/>
                                            </p:txEl>
                                          </p:spTgt>
                                        </p:tgtEl>
                                        <p:attrNameLst>
                                          <p:attrName>style.visibility</p:attrName>
                                        </p:attrNameLst>
                                      </p:cBhvr>
                                      <p:to>
                                        <p:strVal val="visible"/>
                                      </p:to>
                                    </p:set>
                                  </p:childTnLst>
                                </p:cTn>
                              </p:par>
                            </p:childTnLst>
                          </p:cTn>
                        </p:par>
                      </p:childTnLst>
                    </p:cTn>
                  </p:par>
                  <p:par>
                    <p:cTn id="1047" fill="hold">
                      <p:stCondLst>
                        <p:cond delay="indefinite"/>
                      </p:stCondLst>
                      <p:childTnLst>
                        <p:par>
                          <p:cTn id="1048" fill="hold">
                            <p:stCondLst>
                              <p:cond delay="0"/>
                            </p:stCondLst>
                            <p:childTnLst>
                              <p:par>
                                <p:cTn id="1049" presetID="1" presetClass="entr" presetSubtype="0" fill="hold" nodeType="clickEffect">
                                  <p:stCondLst>
                                    <p:cond delay="0"/>
                                  </p:stCondLst>
                                  <p:childTnLst>
                                    <p:set>
                                      <p:cBhvr>
                                        <p:cTn id="1050" dur="1" fill="hold">
                                          <p:stCondLst>
                                            <p:cond delay="0"/>
                                          </p:stCondLst>
                                        </p:cTn>
                                        <p:tgtEl>
                                          <p:spTgt spid="116">
                                            <p:txEl>
                                              <p:pRg st="0" end="0"/>
                                            </p:txEl>
                                          </p:spTgt>
                                        </p:tgtEl>
                                        <p:attrNameLst>
                                          <p:attrName>style.visibility</p:attrName>
                                        </p:attrNameLst>
                                      </p:cBhvr>
                                      <p:to>
                                        <p:strVal val="visible"/>
                                      </p:to>
                                    </p:set>
                                  </p:childTnLst>
                                </p:cTn>
                              </p:par>
                            </p:childTnLst>
                          </p:cTn>
                        </p:par>
                      </p:childTnLst>
                    </p:cTn>
                  </p:par>
                  <p:par>
                    <p:cTn id="1051" fill="hold">
                      <p:stCondLst>
                        <p:cond delay="indefinite"/>
                      </p:stCondLst>
                      <p:childTnLst>
                        <p:par>
                          <p:cTn id="1052" fill="hold">
                            <p:stCondLst>
                              <p:cond delay="0"/>
                            </p:stCondLst>
                            <p:childTnLst>
                              <p:par>
                                <p:cTn id="1053" presetID="1" presetClass="entr" presetSubtype="0" fill="hold" nodeType="clickEffect">
                                  <p:stCondLst>
                                    <p:cond delay="0"/>
                                  </p:stCondLst>
                                  <p:childTnLst>
                                    <p:set>
                                      <p:cBhvr>
                                        <p:cTn id="1054" dur="1" fill="hold">
                                          <p:stCondLst>
                                            <p:cond delay="0"/>
                                          </p:stCondLst>
                                        </p:cTn>
                                        <p:tgtEl>
                                          <p:spTgt spid="116">
                                            <p:txEl>
                                              <p:pRg st="1" end="1"/>
                                            </p:txEl>
                                          </p:spTgt>
                                        </p:tgtEl>
                                        <p:attrNameLst>
                                          <p:attrName>style.visibility</p:attrName>
                                        </p:attrNameLst>
                                      </p:cBhvr>
                                      <p:to>
                                        <p:strVal val="visible"/>
                                      </p:to>
                                    </p:set>
                                  </p:childTnLst>
                                </p:cTn>
                              </p:par>
                            </p:childTnLst>
                          </p:cTn>
                        </p:par>
                      </p:childTnLst>
                    </p:cTn>
                  </p:par>
                  <p:par>
                    <p:cTn id="1055" fill="hold">
                      <p:stCondLst>
                        <p:cond delay="indefinite"/>
                      </p:stCondLst>
                      <p:childTnLst>
                        <p:par>
                          <p:cTn id="1056" fill="hold">
                            <p:stCondLst>
                              <p:cond delay="0"/>
                            </p:stCondLst>
                            <p:childTnLst>
                              <p:par>
                                <p:cTn id="1057" presetID="1" presetClass="entr" presetSubtype="0" fill="hold" nodeType="clickEffect">
                                  <p:stCondLst>
                                    <p:cond delay="0"/>
                                  </p:stCondLst>
                                  <p:childTnLst>
                                    <p:set>
                                      <p:cBhvr>
                                        <p:cTn id="1058" dur="1" fill="hold">
                                          <p:stCondLst>
                                            <p:cond delay="0"/>
                                          </p:stCondLst>
                                        </p:cTn>
                                        <p:tgtEl>
                                          <p:spTgt spid="116">
                                            <p:txEl>
                                              <p:pRg st="2" end="2"/>
                                            </p:txEl>
                                          </p:spTgt>
                                        </p:tgtEl>
                                        <p:attrNameLst>
                                          <p:attrName>style.visibility</p:attrName>
                                        </p:attrNameLst>
                                      </p:cBhvr>
                                      <p:to>
                                        <p:strVal val="visible"/>
                                      </p:to>
                                    </p:set>
                                  </p:childTnLst>
                                </p:cTn>
                              </p:par>
                            </p:childTnLst>
                          </p:cTn>
                        </p:par>
                      </p:childTnLst>
                    </p:cTn>
                  </p:par>
                  <p:par>
                    <p:cTn id="1059" fill="hold">
                      <p:stCondLst>
                        <p:cond delay="indefinite"/>
                      </p:stCondLst>
                      <p:childTnLst>
                        <p:par>
                          <p:cTn id="1060" fill="hold">
                            <p:stCondLst>
                              <p:cond delay="0"/>
                            </p:stCondLst>
                            <p:childTnLst>
                              <p:par>
                                <p:cTn id="1061" presetID="1" presetClass="entr" presetSubtype="0" fill="hold" nodeType="clickEffect">
                                  <p:stCondLst>
                                    <p:cond delay="0"/>
                                  </p:stCondLst>
                                  <p:childTnLst>
                                    <p:set>
                                      <p:cBhvr>
                                        <p:cTn id="1062" dur="1" fill="hold">
                                          <p:stCondLst>
                                            <p:cond delay="0"/>
                                          </p:stCondLst>
                                        </p:cTn>
                                        <p:tgtEl>
                                          <p:spTgt spid="116">
                                            <p:txEl>
                                              <p:pRg st="3" end="3"/>
                                            </p:txEl>
                                          </p:spTgt>
                                        </p:tgtEl>
                                        <p:attrNameLst>
                                          <p:attrName>style.visibility</p:attrName>
                                        </p:attrNameLst>
                                      </p:cBhvr>
                                      <p:to>
                                        <p:strVal val="visible"/>
                                      </p:to>
                                    </p:set>
                                  </p:childTnLst>
                                </p:cTn>
                              </p:par>
                            </p:childTnLst>
                          </p:cTn>
                        </p:par>
                      </p:childTnLst>
                    </p:cTn>
                  </p:par>
                  <p:par>
                    <p:cTn id="1063" fill="hold">
                      <p:stCondLst>
                        <p:cond delay="indefinite"/>
                      </p:stCondLst>
                      <p:childTnLst>
                        <p:par>
                          <p:cTn id="1064" fill="hold">
                            <p:stCondLst>
                              <p:cond delay="0"/>
                            </p:stCondLst>
                            <p:childTnLst>
                              <p:par>
                                <p:cTn id="1065" presetID="1" presetClass="entr" presetSubtype="0" fill="hold" nodeType="clickEffect">
                                  <p:stCondLst>
                                    <p:cond delay="0"/>
                                  </p:stCondLst>
                                  <p:childTnLst>
                                    <p:set>
                                      <p:cBhvr>
                                        <p:cTn id="1066" dur="1" fill="hold">
                                          <p:stCondLst>
                                            <p:cond delay="0"/>
                                          </p:stCondLst>
                                        </p:cTn>
                                        <p:tgtEl>
                                          <p:spTgt spid="116">
                                            <p:txEl>
                                              <p:pRg st="4" end="4"/>
                                            </p:txEl>
                                          </p:spTgt>
                                        </p:tgtEl>
                                        <p:attrNameLst>
                                          <p:attrName>style.visibility</p:attrName>
                                        </p:attrNameLst>
                                      </p:cBhvr>
                                      <p:to>
                                        <p:strVal val="visible"/>
                                      </p:to>
                                    </p:set>
                                  </p:childTnLst>
                                </p:cTn>
                              </p:par>
                            </p:childTnLst>
                          </p:cTn>
                        </p:par>
                      </p:childTnLst>
                    </p:cTn>
                  </p:par>
                  <p:par>
                    <p:cTn id="1067" fill="hold">
                      <p:stCondLst>
                        <p:cond delay="indefinite"/>
                      </p:stCondLst>
                      <p:childTnLst>
                        <p:par>
                          <p:cTn id="1068" fill="hold">
                            <p:stCondLst>
                              <p:cond delay="0"/>
                            </p:stCondLst>
                            <p:childTnLst>
                              <p:par>
                                <p:cTn id="1069" presetID="1" presetClass="entr" presetSubtype="0" fill="hold" nodeType="clickEffect">
                                  <p:stCondLst>
                                    <p:cond delay="0"/>
                                  </p:stCondLst>
                                  <p:childTnLst>
                                    <p:set>
                                      <p:cBhvr>
                                        <p:cTn id="1070" dur="1" fill="hold">
                                          <p:stCondLst>
                                            <p:cond delay="0"/>
                                          </p:stCondLst>
                                        </p:cTn>
                                        <p:tgtEl>
                                          <p:spTgt spid="116">
                                            <p:txEl>
                                              <p:pRg st="5" end="5"/>
                                            </p:txEl>
                                          </p:spTgt>
                                        </p:tgtEl>
                                        <p:attrNameLst>
                                          <p:attrName>style.visibility</p:attrName>
                                        </p:attrNameLst>
                                      </p:cBhvr>
                                      <p:to>
                                        <p:strVal val="visible"/>
                                      </p:to>
                                    </p:set>
                                  </p:childTnLst>
                                </p:cTn>
                              </p:par>
                            </p:childTnLst>
                          </p:cTn>
                        </p:par>
                      </p:childTnLst>
                    </p:cTn>
                  </p:par>
                  <p:par>
                    <p:cTn id="1071" fill="hold">
                      <p:stCondLst>
                        <p:cond delay="indefinite"/>
                      </p:stCondLst>
                      <p:childTnLst>
                        <p:par>
                          <p:cTn id="1072" fill="hold">
                            <p:stCondLst>
                              <p:cond delay="0"/>
                            </p:stCondLst>
                            <p:childTnLst>
                              <p:par>
                                <p:cTn id="1073" presetID="1" presetClass="entr" presetSubtype="0" fill="hold" nodeType="clickEffect">
                                  <p:stCondLst>
                                    <p:cond delay="0"/>
                                  </p:stCondLst>
                                  <p:childTnLst>
                                    <p:set>
                                      <p:cBhvr>
                                        <p:cTn id="1074" dur="1" fill="hold">
                                          <p:stCondLst>
                                            <p:cond delay="0"/>
                                          </p:stCondLst>
                                        </p:cTn>
                                        <p:tgtEl>
                                          <p:spTgt spid="116">
                                            <p:txEl>
                                              <p:pRg st="6" end="6"/>
                                            </p:txEl>
                                          </p:spTgt>
                                        </p:tgtEl>
                                        <p:attrNameLst>
                                          <p:attrName>style.visibility</p:attrName>
                                        </p:attrNameLst>
                                      </p:cBhvr>
                                      <p:to>
                                        <p:strVal val="visible"/>
                                      </p:to>
                                    </p:set>
                                  </p:childTnLst>
                                </p:cTn>
                              </p:par>
                            </p:childTnLst>
                          </p:cTn>
                        </p:par>
                      </p:childTnLst>
                    </p:cTn>
                  </p:par>
                  <p:par>
                    <p:cTn id="1075" fill="hold">
                      <p:stCondLst>
                        <p:cond delay="indefinite"/>
                      </p:stCondLst>
                      <p:childTnLst>
                        <p:par>
                          <p:cTn id="1076" fill="hold">
                            <p:stCondLst>
                              <p:cond delay="0"/>
                            </p:stCondLst>
                            <p:childTnLst>
                              <p:par>
                                <p:cTn id="1077" presetID="1" presetClass="entr" presetSubtype="0" fill="hold" nodeType="clickEffect">
                                  <p:stCondLst>
                                    <p:cond delay="0"/>
                                  </p:stCondLst>
                                  <p:childTnLst>
                                    <p:set>
                                      <p:cBhvr>
                                        <p:cTn id="1078" dur="1" fill="hold">
                                          <p:stCondLst>
                                            <p:cond delay="0"/>
                                          </p:stCondLst>
                                        </p:cTn>
                                        <p:tgtEl>
                                          <p:spTgt spid="116">
                                            <p:txEl>
                                              <p:pRg st="7" end="7"/>
                                            </p:txEl>
                                          </p:spTgt>
                                        </p:tgtEl>
                                        <p:attrNameLst>
                                          <p:attrName>style.visibility</p:attrName>
                                        </p:attrNameLst>
                                      </p:cBhvr>
                                      <p:to>
                                        <p:strVal val="visible"/>
                                      </p:to>
                                    </p:set>
                                  </p:childTnLst>
                                </p:cTn>
                              </p:par>
                            </p:childTnLst>
                          </p:cTn>
                        </p:par>
                      </p:childTnLst>
                    </p:cTn>
                  </p:par>
                  <p:par>
                    <p:cTn id="1079" fill="hold">
                      <p:stCondLst>
                        <p:cond delay="indefinite"/>
                      </p:stCondLst>
                      <p:childTnLst>
                        <p:par>
                          <p:cTn id="1080" fill="hold">
                            <p:stCondLst>
                              <p:cond delay="0"/>
                            </p:stCondLst>
                            <p:childTnLst>
                              <p:par>
                                <p:cTn id="1081" presetID="1" presetClass="entr" presetSubtype="0" fill="hold" nodeType="clickEffect">
                                  <p:stCondLst>
                                    <p:cond delay="0"/>
                                  </p:stCondLst>
                                  <p:childTnLst>
                                    <p:set>
                                      <p:cBhvr>
                                        <p:cTn id="1082" dur="1" fill="hold">
                                          <p:stCondLst>
                                            <p:cond delay="0"/>
                                          </p:stCondLst>
                                        </p:cTn>
                                        <p:tgtEl>
                                          <p:spTgt spid="116">
                                            <p:txEl>
                                              <p:pRg st="8" end="8"/>
                                            </p:txEl>
                                          </p:spTgt>
                                        </p:tgtEl>
                                        <p:attrNameLst>
                                          <p:attrName>style.visibility</p:attrName>
                                        </p:attrNameLst>
                                      </p:cBhvr>
                                      <p:to>
                                        <p:strVal val="visible"/>
                                      </p:to>
                                    </p:set>
                                  </p:childTnLst>
                                </p:cTn>
                              </p:par>
                            </p:childTnLst>
                          </p:cTn>
                        </p:par>
                      </p:childTnLst>
                    </p:cTn>
                  </p:par>
                  <p:par>
                    <p:cTn id="1083" fill="hold">
                      <p:stCondLst>
                        <p:cond delay="indefinite"/>
                      </p:stCondLst>
                      <p:childTnLst>
                        <p:par>
                          <p:cTn id="1084" fill="hold">
                            <p:stCondLst>
                              <p:cond delay="0"/>
                            </p:stCondLst>
                            <p:childTnLst>
                              <p:par>
                                <p:cTn id="1085" presetID="1" presetClass="entr" presetSubtype="0" fill="hold" nodeType="clickEffect">
                                  <p:stCondLst>
                                    <p:cond delay="0"/>
                                  </p:stCondLst>
                                  <p:childTnLst>
                                    <p:set>
                                      <p:cBhvr>
                                        <p:cTn id="1086" dur="1" fill="hold">
                                          <p:stCondLst>
                                            <p:cond delay="0"/>
                                          </p:stCondLst>
                                        </p:cTn>
                                        <p:tgtEl>
                                          <p:spTgt spid="117">
                                            <p:txEl>
                                              <p:pRg st="0" end="0"/>
                                            </p:txEl>
                                          </p:spTgt>
                                        </p:tgtEl>
                                        <p:attrNameLst>
                                          <p:attrName>style.visibility</p:attrName>
                                        </p:attrNameLst>
                                      </p:cBhvr>
                                      <p:to>
                                        <p:strVal val="visible"/>
                                      </p:to>
                                    </p:set>
                                  </p:childTnLst>
                                </p:cTn>
                              </p:par>
                            </p:childTnLst>
                          </p:cTn>
                        </p:par>
                      </p:childTnLst>
                    </p:cTn>
                  </p:par>
                  <p:par>
                    <p:cTn id="1087" fill="hold">
                      <p:stCondLst>
                        <p:cond delay="indefinite"/>
                      </p:stCondLst>
                      <p:childTnLst>
                        <p:par>
                          <p:cTn id="1088" fill="hold">
                            <p:stCondLst>
                              <p:cond delay="0"/>
                            </p:stCondLst>
                            <p:childTnLst>
                              <p:par>
                                <p:cTn id="1089" presetID="1" presetClass="entr" presetSubtype="0" fill="hold" nodeType="clickEffect">
                                  <p:stCondLst>
                                    <p:cond delay="0"/>
                                  </p:stCondLst>
                                  <p:childTnLst>
                                    <p:set>
                                      <p:cBhvr>
                                        <p:cTn id="1090" dur="1" fill="hold">
                                          <p:stCondLst>
                                            <p:cond delay="0"/>
                                          </p:stCondLst>
                                        </p:cTn>
                                        <p:tgtEl>
                                          <p:spTgt spid="117">
                                            <p:txEl>
                                              <p:pRg st="1" end="1"/>
                                            </p:txEl>
                                          </p:spTgt>
                                        </p:tgtEl>
                                        <p:attrNameLst>
                                          <p:attrName>style.visibility</p:attrName>
                                        </p:attrNameLst>
                                      </p:cBhvr>
                                      <p:to>
                                        <p:strVal val="visible"/>
                                      </p:to>
                                    </p:set>
                                  </p:childTnLst>
                                </p:cTn>
                              </p:par>
                            </p:childTnLst>
                          </p:cTn>
                        </p:par>
                      </p:childTnLst>
                    </p:cTn>
                  </p:par>
                  <p:par>
                    <p:cTn id="1091" fill="hold">
                      <p:stCondLst>
                        <p:cond delay="indefinite"/>
                      </p:stCondLst>
                      <p:childTnLst>
                        <p:par>
                          <p:cTn id="1092" fill="hold">
                            <p:stCondLst>
                              <p:cond delay="0"/>
                            </p:stCondLst>
                            <p:childTnLst>
                              <p:par>
                                <p:cTn id="1093" presetID="1" presetClass="entr" presetSubtype="0" fill="hold" nodeType="clickEffect">
                                  <p:stCondLst>
                                    <p:cond delay="0"/>
                                  </p:stCondLst>
                                  <p:childTnLst>
                                    <p:set>
                                      <p:cBhvr>
                                        <p:cTn id="1094" dur="1" fill="hold">
                                          <p:stCondLst>
                                            <p:cond delay="0"/>
                                          </p:stCondLst>
                                        </p:cTn>
                                        <p:tgtEl>
                                          <p:spTgt spid="117">
                                            <p:txEl>
                                              <p:pRg st="2" end="2"/>
                                            </p:txEl>
                                          </p:spTgt>
                                        </p:tgtEl>
                                        <p:attrNameLst>
                                          <p:attrName>style.visibility</p:attrName>
                                        </p:attrNameLst>
                                      </p:cBhvr>
                                      <p:to>
                                        <p:strVal val="visible"/>
                                      </p:to>
                                    </p:set>
                                  </p:childTnLst>
                                </p:cTn>
                              </p:par>
                            </p:childTnLst>
                          </p:cTn>
                        </p:par>
                      </p:childTnLst>
                    </p:cTn>
                  </p:par>
                  <p:par>
                    <p:cTn id="1095" fill="hold">
                      <p:stCondLst>
                        <p:cond delay="indefinite"/>
                      </p:stCondLst>
                      <p:childTnLst>
                        <p:par>
                          <p:cTn id="1096" fill="hold">
                            <p:stCondLst>
                              <p:cond delay="0"/>
                            </p:stCondLst>
                            <p:childTnLst>
                              <p:par>
                                <p:cTn id="1097" presetID="1" presetClass="entr" presetSubtype="0" fill="hold" nodeType="clickEffect">
                                  <p:stCondLst>
                                    <p:cond delay="0"/>
                                  </p:stCondLst>
                                  <p:childTnLst>
                                    <p:set>
                                      <p:cBhvr>
                                        <p:cTn id="1098" dur="1" fill="hold">
                                          <p:stCondLst>
                                            <p:cond delay="0"/>
                                          </p:stCondLst>
                                        </p:cTn>
                                        <p:tgtEl>
                                          <p:spTgt spid="117">
                                            <p:txEl>
                                              <p:pRg st="3" end="3"/>
                                            </p:txEl>
                                          </p:spTgt>
                                        </p:tgtEl>
                                        <p:attrNameLst>
                                          <p:attrName>style.visibility</p:attrName>
                                        </p:attrNameLst>
                                      </p:cBhvr>
                                      <p:to>
                                        <p:strVal val="visible"/>
                                      </p:to>
                                    </p:set>
                                  </p:childTnLst>
                                </p:cTn>
                              </p:par>
                            </p:childTnLst>
                          </p:cTn>
                        </p:par>
                      </p:childTnLst>
                    </p:cTn>
                  </p:par>
                  <p:par>
                    <p:cTn id="1099" fill="hold">
                      <p:stCondLst>
                        <p:cond delay="indefinite"/>
                      </p:stCondLst>
                      <p:childTnLst>
                        <p:par>
                          <p:cTn id="1100" fill="hold">
                            <p:stCondLst>
                              <p:cond delay="0"/>
                            </p:stCondLst>
                            <p:childTnLst>
                              <p:par>
                                <p:cTn id="1101" presetID="1" presetClass="entr" presetSubtype="0" fill="hold" nodeType="clickEffect">
                                  <p:stCondLst>
                                    <p:cond delay="0"/>
                                  </p:stCondLst>
                                  <p:childTnLst>
                                    <p:set>
                                      <p:cBhvr>
                                        <p:cTn id="1102" dur="1" fill="hold">
                                          <p:stCondLst>
                                            <p:cond delay="0"/>
                                          </p:stCondLst>
                                        </p:cTn>
                                        <p:tgtEl>
                                          <p:spTgt spid="117">
                                            <p:txEl>
                                              <p:pRg st="4" end="4"/>
                                            </p:txEl>
                                          </p:spTgt>
                                        </p:tgtEl>
                                        <p:attrNameLst>
                                          <p:attrName>style.visibility</p:attrName>
                                        </p:attrNameLst>
                                      </p:cBhvr>
                                      <p:to>
                                        <p:strVal val="visible"/>
                                      </p:to>
                                    </p:set>
                                  </p:childTnLst>
                                </p:cTn>
                              </p:par>
                            </p:childTnLst>
                          </p:cTn>
                        </p:par>
                      </p:childTnLst>
                    </p:cTn>
                  </p:par>
                  <p:par>
                    <p:cTn id="1103" fill="hold">
                      <p:stCondLst>
                        <p:cond delay="indefinite"/>
                      </p:stCondLst>
                      <p:childTnLst>
                        <p:par>
                          <p:cTn id="1104" fill="hold">
                            <p:stCondLst>
                              <p:cond delay="0"/>
                            </p:stCondLst>
                            <p:childTnLst>
                              <p:par>
                                <p:cTn id="1105" presetID="1" presetClass="entr" presetSubtype="0" fill="hold" nodeType="clickEffect">
                                  <p:stCondLst>
                                    <p:cond delay="0"/>
                                  </p:stCondLst>
                                  <p:childTnLst>
                                    <p:set>
                                      <p:cBhvr>
                                        <p:cTn id="1106" dur="1" fill="hold">
                                          <p:stCondLst>
                                            <p:cond delay="0"/>
                                          </p:stCondLst>
                                        </p:cTn>
                                        <p:tgtEl>
                                          <p:spTgt spid="117">
                                            <p:txEl>
                                              <p:pRg st="5" end="5"/>
                                            </p:txEl>
                                          </p:spTgt>
                                        </p:tgtEl>
                                        <p:attrNameLst>
                                          <p:attrName>style.visibility</p:attrName>
                                        </p:attrNameLst>
                                      </p:cBhvr>
                                      <p:to>
                                        <p:strVal val="visible"/>
                                      </p:to>
                                    </p:set>
                                  </p:childTnLst>
                                </p:cTn>
                              </p:par>
                            </p:childTnLst>
                          </p:cTn>
                        </p:par>
                      </p:childTnLst>
                    </p:cTn>
                  </p:par>
                  <p:par>
                    <p:cTn id="1107" fill="hold">
                      <p:stCondLst>
                        <p:cond delay="indefinite"/>
                      </p:stCondLst>
                      <p:childTnLst>
                        <p:par>
                          <p:cTn id="1108" fill="hold">
                            <p:stCondLst>
                              <p:cond delay="0"/>
                            </p:stCondLst>
                            <p:childTnLst>
                              <p:par>
                                <p:cTn id="1109" presetID="1" presetClass="entr" presetSubtype="0" fill="hold" nodeType="clickEffect">
                                  <p:stCondLst>
                                    <p:cond delay="0"/>
                                  </p:stCondLst>
                                  <p:childTnLst>
                                    <p:set>
                                      <p:cBhvr>
                                        <p:cTn id="1110" dur="1" fill="hold">
                                          <p:stCondLst>
                                            <p:cond delay="0"/>
                                          </p:stCondLst>
                                        </p:cTn>
                                        <p:tgtEl>
                                          <p:spTgt spid="117">
                                            <p:txEl>
                                              <p:pRg st="6" end="6"/>
                                            </p:txEl>
                                          </p:spTgt>
                                        </p:tgtEl>
                                        <p:attrNameLst>
                                          <p:attrName>style.visibility</p:attrName>
                                        </p:attrNameLst>
                                      </p:cBhvr>
                                      <p:to>
                                        <p:strVal val="visible"/>
                                      </p:to>
                                    </p:set>
                                  </p:childTnLst>
                                </p:cTn>
                              </p:par>
                            </p:childTnLst>
                          </p:cTn>
                        </p:par>
                      </p:childTnLst>
                    </p:cTn>
                  </p:par>
                  <p:par>
                    <p:cTn id="1111" fill="hold">
                      <p:stCondLst>
                        <p:cond delay="indefinite"/>
                      </p:stCondLst>
                      <p:childTnLst>
                        <p:par>
                          <p:cTn id="1112" fill="hold">
                            <p:stCondLst>
                              <p:cond delay="0"/>
                            </p:stCondLst>
                            <p:childTnLst>
                              <p:par>
                                <p:cTn id="1113" presetID="1" presetClass="entr" presetSubtype="0" fill="hold" nodeType="clickEffect">
                                  <p:stCondLst>
                                    <p:cond delay="0"/>
                                  </p:stCondLst>
                                  <p:childTnLst>
                                    <p:set>
                                      <p:cBhvr>
                                        <p:cTn id="1114" dur="1" fill="hold">
                                          <p:stCondLst>
                                            <p:cond delay="0"/>
                                          </p:stCondLst>
                                        </p:cTn>
                                        <p:tgtEl>
                                          <p:spTgt spid="117">
                                            <p:txEl>
                                              <p:pRg st="7" end="7"/>
                                            </p:txEl>
                                          </p:spTgt>
                                        </p:tgtEl>
                                        <p:attrNameLst>
                                          <p:attrName>style.visibility</p:attrName>
                                        </p:attrNameLst>
                                      </p:cBhvr>
                                      <p:to>
                                        <p:strVal val="visible"/>
                                      </p:to>
                                    </p:set>
                                  </p:childTnLst>
                                </p:cTn>
                              </p:par>
                            </p:childTnLst>
                          </p:cTn>
                        </p:par>
                      </p:childTnLst>
                    </p:cTn>
                  </p:par>
                  <p:par>
                    <p:cTn id="1115" fill="hold">
                      <p:stCondLst>
                        <p:cond delay="indefinite"/>
                      </p:stCondLst>
                      <p:childTnLst>
                        <p:par>
                          <p:cTn id="1116" fill="hold">
                            <p:stCondLst>
                              <p:cond delay="0"/>
                            </p:stCondLst>
                            <p:childTnLst>
                              <p:par>
                                <p:cTn id="1117" presetID="1" presetClass="entr" presetSubtype="0" fill="hold" nodeType="clickEffect">
                                  <p:stCondLst>
                                    <p:cond delay="0"/>
                                  </p:stCondLst>
                                  <p:childTnLst>
                                    <p:set>
                                      <p:cBhvr>
                                        <p:cTn id="1118" dur="1" fill="hold">
                                          <p:stCondLst>
                                            <p:cond delay="0"/>
                                          </p:stCondLst>
                                        </p:cTn>
                                        <p:tgtEl>
                                          <p:spTgt spid="117">
                                            <p:txEl>
                                              <p:pRg st="8" end="8"/>
                                            </p:txEl>
                                          </p:spTgt>
                                        </p:tgtEl>
                                        <p:attrNameLst>
                                          <p:attrName>style.visibility</p:attrName>
                                        </p:attrNameLst>
                                      </p:cBhvr>
                                      <p:to>
                                        <p:strVal val="visible"/>
                                      </p:to>
                                    </p:set>
                                  </p:childTnLst>
                                </p:cTn>
                              </p:par>
                            </p:childTnLst>
                          </p:cTn>
                        </p:par>
                      </p:childTnLst>
                    </p:cTn>
                  </p:par>
                  <p:par>
                    <p:cTn id="1119" fill="hold">
                      <p:stCondLst>
                        <p:cond delay="indefinite"/>
                      </p:stCondLst>
                      <p:childTnLst>
                        <p:par>
                          <p:cTn id="1120" fill="hold">
                            <p:stCondLst>
                              <p:cond delay="0"/>
                            </p:stCondLst>
                            <p:childTnLst>
                              <p:par>
                                <p:cTn id="1121" presetID="1" presetClass="entr" presetSubtype="0" fill="hold" nodeType="clickEffect">
                                  <p:stCondLst>
                                    <p:cond delay="0"/>
                                  </p:stCondLst>
                                  <p:childTnLst>
                                    <p:set>
                                      <p:cBhvr>
                                        <p:cTn id="1122" dur="1" fill="hold">
                                          <p:stCondLst>
                                            <p:cond delay="0"/>
                                          </p:stCondLst>
                                        </p:cTn>
                                        <p:tgtEl>
                                          <p:spTgt spid="118">
                                            <p:txEl>
                                              <p:pRg st="0" end="0"/>
                                            </p:txEl>
                                          </p:spTgt>
                                        </p:tgtEl>
                                        <p:attrNameLst>
                                          <p:attrName>style.visibility</p:attrName>
                                        </p:attrNameLst>
                                      </p:cBhvr>
                                      <p:to>
                                        <p:strVal val="visible"/>
                                      </p:to>
                                    </p:set>
                                  </p:childTnLst>
                                </p:cTn>
                              </p:par>
                            </p:childTnLst>
                          </p:cTn>
                        </p:par>
                      </p:childTnLst>
                    </p:cTn>
                  </p:par>
                  <p:par>
                    <p:cTn id="1123" fill="hold">
                      <p:stCondLst>
                        <p:cond delay="indefinite"/>
                      </p:stCondLst>
                      <p:childTnLst>
                        <p:par>
                          <p:cTn id="1124" fill="hold">
                            <p:stCondLst>
                              <p:cond delay="0"/>
                            </p:stCondLst>
                            <p:childTnLst>
                              <p:par>
                                <p:cTn id="1125" presetID="1" presetClass="entr" presetSubtype="0" fill="hold" nodeType="clickEffect">
                                  <p:stCondLst>
                                    <p:cond delay="0"/>
                                  </p:stCondLst>
                                  <p:childTnLst>
                                    <p:set>
                                      <p:cBhvr>
                                        <p:cTn id="1126" dur="1" fill="hold">
                                          <p:stCondLst>
                                            <p:cond delay="0"/>
                                          </p:stCondLst>
                                        </p:cTn>
                                        <p:tgtEl>
                                          <p:spTgt spid="118">
                                            <p:txEl>
                                              <p:pRg st="1" end="1"/>
                                            </p:txEl>
                                          </p:spTgt>
                                        </p:tgtEl>
                                        <p:attrNameLst>
                                          <p:attrName>style.visibility</p:attrName>
                                        </p:attrNameLst>
                                      </p:cBhvr>
                                      <p:to>
                                        <p:strVal val="visible"/>
                                      </p:to>
                                    </p:set>
                                  </p:childTnLst>
                                </p:cTn>
                              </p:par>
                            </p:childTnLst>
                          </p:cTn>
                        </p:par>
                      </p:childTnLst>
                    </p:cTn>
                  </p:par>
                  <p:par>
                    <p:cTn id="1127" fill="hold">
                      <p:stCondLst>
                        <p:cond delay="indefinite"/>
                      </p:stCondLst>
                      <p:childTnLst>
                        <p:par>
                          <p:cTn id="1128" fill="hold">
                            <p:stCondLst>
                              <p:cond delay="0"/>
                            </p:stCondLst>
                            <p:childTnLst>
                              <p:par>
                                <p:cTn id="1129" presetID="1" presetClass="entr" presetSubtype="0" fill="hold" nodeType="clickEffect">
                                  <p:stCondLst>
                                    <p:cond delay="0"/>
                                  </p:stCondLst>
                                  <p:childTnLst>
                                    <p:set>
                                      <p:cBhvr>
                                        <p:cTn id="1130"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1131" fill="hold">
                      <p:stCondLst>
                        <p:cond delay="indefinite"/>
                      </p:stCondLst>
                      <p:childTnLst>
                        <p:par>
                          <p:cTn id="1132" fill="hold">
                            <p:stCondLst>
                              <p:cond delay="0"/>
                            </p:stCondLst>
                            <p:childTnLst>
                              <p:par>
                                <p:cTn id="1133" presetID="1" presetClass="entr" presetSubtype="0" fill="hold" nodeType="clickEffect">
                                  <p:stCondLst>
                                    <p:cond delay="0"/>
                                  </p:stCondLst>
                                  <p:childTnLst>
                                    <p:set>
                                      <p:cBhvr>
                                        <p:cTn id="1134"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35" fill="hold">
                      <p:stCondLst>
                        <p:cond delay="indefinite"/>
                      </p:stCondLst>
                      <p:childTnLst>
                        <p:par>
                          <p:cTn id="1136" fill="hold">
                            <p:stCondLst>
                              <p:cond delay="0"/>
                            </p:stCondLst>
                            <p:childTnLst>
                              <p:par>
                                <p:cTn id="1137" presetID="1" presetClass="entr" presetSubtype="0" fill="hold" nodeType="clickEffect">
                                  <p:stCondLst>
                                    <p:cond delay="0"/>
                                  </p:stCondLst>
                                  <p:childTnLst>
                                    <p:set>
                                      <p:cBhvr>
                                        <p:cTn id="1138"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39" fill="hold">
                      <p:stCondLst>
                        <p:cond delay="indefinite"/>
                      </p:stCondLst>
                      <p:childTnLst>
                        <p:par>
                          <p:cTn id="1140" fill="hold">
                            <p:stCondLst>
                              <p:cond delay="0"/>
                            </p:stCondLst>
                            <p:childTnLst>
                              <p:par>
                                <p:cTn id="1141" presetID="1" presetClass="entr" presetSubtype="0" fill="hold" nodeType="clickEffect">
                                  <p:stCondLst>
                                    <p:cond delay="0"/>
                                  </p:stCondLst>
                                  <p:childTnLst>
                                    <p:set>
                                      <p:cBhvr>
                                        <p:cTn id="1142"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43" fill="hold">
                      <p:stCondLst>
                        <p:cond delay="indefinite"/>
                      </p:stCondLst>
                      <p:childTnLst>
                        <p:par>
                          <p:cTn id="1144" fill="hold">
                            <p:stCondLst>
                              <p:cond delay="0"/>
                            </p:stCondLst>
                            <p:childTnLst>
                              <p:par>
                                <p:cTn id="1145" presetID="1" presetClass="entr" presetSubtype="0" fill="hold" nodeType="clickEffect">
                                  <p:stCondLst>
                                    <p:cond delay="0"/>
                                  </p:stCondLst>
                                  <p:childTnLst>
                                    <p:set>
                                      <p:cBhvr>
                                        <p:cTn id="114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47" fill="hold">
                      <p:stCondLst>
                        <p:cond delay="indefinite"/>
                      </p:stCondLst>
                      <p:childTnLst>
                        <p:par>
                          <p:cTn id="1148" fill="hold">
                            <p:stCondLst>
                              <p:cond delay="0"/>
                            </p:stCondLst>
                            <p:childTnLst>
                              <p:par>
                                <p:cTn id="1149" presetID="1" presetClass="entr" presetSubtype="0" fill="hold" nodeType="clickEffect">
                                  <p:stCondLst>
                                    <p:cond delay="0"/>
                                  </p:stCondLst>
                                  <p:childTnLst>
                                    <p:set>
                                      <p:cBhvr>
                                        <p:cTn id="115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151" fill="hold">
                      <p:stCondLst>
                        <p:cond delay="indefinite"/>
                      </p:stCondLst>
                      <p:childTnLst>
                        <p:par>
                          <p:cTn id="1152" fill="hold">
                            <p:stCondLst>
                              <p:cond delay="0"/>
                            </p:stCondLst>
                            <p:childTnLst>
                              <p:par>
                                <p:cTn id="1153" presetID="1" presetClass="entr" presetSubtype="0" fill="hold" nodeType="clickEffect">
                                  <p:stCondLst>
                                    <p:cond delay="0"/>
                                  </p:stCondLst>
                                  <p:childTnLst>
                                    <p:set>
                                      <p:cBhvr>
                                        <p:cTn id="115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155" fill="hold">
                      <p:stCondLst>
                        <p:cond delay="indefinite"/>
                      </p:stCondLst>
                      <p:childTnLst>
                        <p:par>
                          <p:cTn id="1156" fill="hold">
                            <p:stCondLst>
                              <p:cond delay="0"/>
                            </p:stCondLst>
                            <p:childTnLst>
                              <p:par>
                                <p:cTn id="1157" presetID="1" presetClass="entr" presetSubtype="0" fill="hold" nodeType="clickEffect">
                                  <p:stCondLst>
                                    <p:cond delay="0"/>
                                  </p:stCondLst>
                                  <p:childTnLst>
                                    <p:set>
                                      <p:cBhvr>
                                        <p:cTn id="1158" dur="1" fill="hold">
                                          <p:stCondLst>
                                            <p:cond delay="0"/>
                                          </p:stCondLst>
                                        </p:cTn>
                                        <p:tgtEl>
                                          <p:spTgt spid="119">
                                            <p:txEl>
                                              <p:pRg st="0" end="0"/>
                                            </p:txEl>
                                          </p:spTgt>
                                        </p:tgtEl>
                                        <p:attrNameLst>
                                          <p:attrName>style.visibility</p:attrName>
                                        </p:attrNameLst>
                                      </p:cBhvr>
                                      <p:to>
                                        <p:strVal val="visible"/>
                                      </p:to>
                                    </p:set>
                                  </p:childTnLst>
                                </p:cTn>
                              </p:par>
                            </p:childTnLst>
                          </p:cTn>
                        </p:par>
                      </p:childTnLst>
                    </p:cTn>
                  </p:par>
                  <p:par>
                    <p:cTn id="1159" fill="hold">
                      <p:stCondLst>
                        <p:cond delay="indefinite"/>
                      </p:stCondLst>
                      <p:childTnLst>
                        <p:par>
                          <p:cTn id="1160" fill="hold">
                            <p:stCondLst>
                              <p:cond delay="0"/>
                            </p:stCondLst>
                            <p:childTnLst>
                              <p:par>
                                <p:cTn id="1161" presetID="1" presetClass="entr" presetSubtype="0" fill="hold" nodeType="clickEffect">
                                  <p:stCondLst>
                                    <p:cond delay="0"/>
                                  </p:stCondLst>
                                  <p:childTnLst>
                                    <p:set>
                                      <p:cBhvr>
                                        <p:cTn id="1162" dur="1" fill="hold">
                                          <p:stCondLst>
                                            <p:cond delay="0"/>
                                          </p:stCondLst>
                                        </p:cTn>
                                        <p:tgtEl>
                                          <p:spTgt spid="119">
                                            <p:txEl>
                                              <p:pRg st="1" end="1"/>
                                            </p:txEl>
                                          </p:spTgt>
                                        </p:tgtEl>
                                        <p:attrNameLst>
                                          <p:attrName>style.visibility</p:attrName>
                                        </p:attrNameLst>
                                      </p:cBhvr>
                                      <p:to>
                                        <p:strVal val="visible"/>
                                      </p:to>
                                    </p:set>
                                  </p:childTnLst>
                                </p:cTn>
                              </p:par>
                            </p:childTnLst>
                          </p:cTn>
                        </p:par>
                      </p:childTnLst>
                    </p:cTn>
                  </p:par>
                  <p:par>
                    <p:cTn id="1163" fill="hold">
                      <p:stCondLst>
                        <p:cond delay="indefinite"/>
                      </p:stCondLst>
                      <p:childTnLst>
                        <p:par>
                          <p:cTn id="1164" fill="hold">
                            <p:stCondLst>
                              <p:cond delay="0"/>
                            </p:stCondLst>
                            <p:childTnLst>
                              <p:par>
                                <p:cTn id="1165" presetID="1" presetClass="entr" presetSubtype="0" fill="hold" nodeType="clickEffect">
                                  <p:stCondLst>
                                    <p:cond delay="0"/>
                                  </p:stCondLst>
                                  <p:childTnLst>
                                    <p:set>
                                      <p:cBhvr>
                                        <p:cTn id="1166" dur="1" fill="hold">
                                          <p:stCondLst>
                                            <p:cond delay="0"/>
                                          </p:stCondLst>
                                        </p:cTn>
                                        <p:tgtEl>
                                          <p:spTgt spid="119">
                                            <p:txEl>
                                              <p:pRg st="2" end="2"/>
                                            </p:txEl>
                                          </p:spTgt>
                                        </p:tgtEl>
                                        <p:attrNameLst>
                                          <p:attrName>style.visibility</p:attrName>
                                        </p:attrNameLst>
                                      </p:cBhvr>
                                      <p:to>
                                        <p:strVal val="visible"/>
                                      </p:to>
                                    </p:set>
                                  </p:childTnLst>
                                </p:cTn>
                              </p:par>
                            </p:childTnLst>
                          </p:cTn>
                        </p:par>
                      </p:childTnLst>
                    </p:cTn>
                  </p:par>
                  <p:par>
                    <p:cTn id="1167" fill="hold">
                      <p:stCondLst>
                        <p:cond delay="indefinite"/>
                      </p:stCondLst>
                      <p:childTnLst>
                        <p:par>
                          <p:cTn id="1168" fill="hold">
                            <p:stCondLst>
                              <p:cond delay="0"/>
                            </p:stCondLst>
                            <p:childTnLst>
                              <p:par>
                                <p:cTn id="1169" presetID="1" presetClass="entr" presetSubtype="0" fill="hold" nodeType="clickEffect">
                                  <p:stCondLst>
                                    <p:cond delay="0"/>
                                  </p:stCondLst>
                                  <p:childTnLst>
                                    <p:set>
                                      <p:cBhvr>
                                        <p:cTn id="1170" dur="1" fill="hold">
                                          <p:stCondLst>
                                            <p:cond delay="0"/>
                                          </p:stCondLst>
                                        </p:cTn>
                                        <p:tgtEl>
                                          <p:spTgt spid="119">
                                            <p:txEl>
                                              <p:pRg st="3" end="3"/>
                                            </p:txEl>
                                          </p:spTgt>
                                        </p:tgtEl>
                                        <p:attrNameLst>
                                          <p:attrName>style.visibility</p:attrName>
                                        </p:attrNameLst>
                                      </p:cBhvr>
                                      <p:to>
                                        <p:strVal val="visible"/>
                                      </p:to>
                                    </p:set>
                                  </p:childTnLst>
                                </p:cTn>
                              </p:par>
                            </p:childTnLst>
                          </p:cTn>
                        </p:par>
                      </p:childTnLst>
                    </p:cTn>
                  </p:par>
                  <p:par>
                    <p:cTn id="1171" fill="hold">
                      <p:stCondLst>
                        <p:cond delay="indefinite"/>
                      </p:stCondLst>
                      <p:childTnLst>
                        <p:par>
                          <p:cTn id="1172" fill="hold">
                            <p:stCondLst>
                              <p:cond delay="0"/>
                            </p:stCondLst>
                            <p:childTnLst>
                              <p:par>
                                <p:cTn id="1173" presetID="1" presetClass="entr" presetSubtype="0" fill="hold" nodeType="clickEffect">
                                  <p:stCondLst>
                                    <p:cond delay="0"/>
                                  </p:stCondLst>
                                  <p:childTnLst>
                                    <p:set>
                                      <p:cBhvr>
                                        <p:cTn id="1174" dur="1" fill="hold">
                                          <p:stCondLst>
                                            <p:cond delay="0"/>
                                          </p:stCondLst>
                                        </p:cTn>
                                        <p:tgtEl>
                                          <p:spTgt spid="119">
                                            <p:txEl>
                                              <p:pRg st="4" end="4"/>
                                            </p:txEl>
                                          </p:spTgt>
                                        </p:tgtEl>
                                        <p:attrNameLst>
                                          <p:attrName>style.visibility</p:attrName>
                                        </p:attrNameLst>
                                      </p:cBhvr>
                                      <p:to>
                                        <p:strVal val="visible"/>
                                      </p:to>
                                    </p:set>
                                  </p:childTnLst>
                                </p:cTn>
                              </p:par>
                            </p:childTnLst>
                          </p:cTn>
                        </p:par>
                      </p:childTnLst>
                    </p:cTn>
                  </p:par>
                  <p:par>
                    <p:cTn id="1175" fill="hold">
                      <p:stCondLst>
                        <p:cond delay="indefinite"/>
                      </p:stCondLst>
                      <p:childTnLst>
                        <p:par>
                          <p:cTn id="1176" fill="hold">
                            <p:stCondLst>
                              <p:cond delay="0"/>
                            </p:stCondLst>
                            <p:childTnLst>
                              <p:par>
                                <p:cTn id="1177" presetID="1" presetClass="entr" presetSubtype="0" fill="hold" nodeType="clickEffect">
                                  <p:stCondLst>
                                    <p:cond delay="0"/>
                                  </p:stCondLst>
                                  <p:childTnLst>
                                    <p:set>
                                      <p:cBhvr>
                                        <p:cTn id="1178" dur="1" fill="hold">
                                          <p:stCondLst>
                                            <p:cond delay="0"/>
                                          </p:stCondLst>
                                        </p:cTn>
                                        <p:tgtEl>
                                          <p:spTgt spid="119">
                                            <p:txEl>
                                              <p:pRg st="5" end="5"/>
                                            </p:txEl>
                                          </p:spTgt>
                                        </p:tgtEl>
                                        <p:attrNameLst>
                                          <p:attrName>style.visibility</p:attrName>
                                        </p:attrNameLst>
                                      </p:cBhvr>
                                      <p:to>
                                        <p:strVal val="visible"/>
                                      </p:to>
                                    </p:set>
                                  </p:childTnLst>
                                </p:cTn>
                              </p:par>
                            </p:childTnLst>
                          </p:cTn>
                        </p:par>
                      </p:childTnLst>
                    </p:cTn>
                  </p:par>
                  <p:par>
                    <p:cTn id="1179" fill="hold">
                      <p:stCondLst>
                        <p:cond delay="indefinite"/>
                      </p:stCondLst>
                      <p:childTnLst>
                        <p:par>
                          <p:cTn id="1180" fill="hold">
                            <p:stCondLst>
                              <p:cond delay="0"/>
                            </p:stCondLst>
                            <p:childTnLst>
                              <p:par>
                                <p:cTn id="1181" presetID="1" presetClass="entr" presetSubtype="0" fill="hold" nodeType="clickEffect">
                                  <p:stCondLst>
                                    <p:cond delay="0"/>
                                  </p:stCondLst>
                                  <p:childTnLst>
                                    <p:set>
                                      <p:cBhvr>
                                        <p:cTn id="1182" dur="1" fill="hold">
                                          <p:stCondLst>
                                            <p:cond delay="0"/>
                                          </p:stCondLst>
                                        </p:cTn>
                                        <p:tgtEl>
                                          <p:spTgt spid="119">
                                            <p:txEl>
                                              <p:pRg st="6" end="6"/>
                                            </p:txEl>
                                          </p:spTgt>
                                        </p:tgtEl>
                                        <p:attrNameLst>
                                          <p:attrName>style.visibility</p:attrName>
                                        </p:attrNameLst>
                                      </p:cBhvr>
                                      <p:to>
                                        <p:strVal val="visible"/>
                                      </p:to>
                                    </p:set>
                                  </p:childTnLst>
                                </p:cTn>
                              </p:par>
                            </p:childTnLst>
                          </p:cTn>
                        </p:par>
                      </p:childTnLst>
                    </p:cTn>
                  </p:par>
                  <p:par>
                    <p:cTn id="1183" fill="hold">
                      <p:stCondLst>
                        <p:cond delay="indefinite"/>
                      </p:stCondLst>
                      <p:childTnLst>
                        <p:par>
                          <p:cTn id="1184" fill="hold">
                            <p:stCondLst>
                              <p:cond delay="0"/>
                            </p:stCondLst>
                            <p:childTnLst>
                              <p:par>
                                <p:cTn id="1185" presetID="1" presetClass="entr" presetSubtype="0" fill="hold" nodeType="clickEffect">
                                  <p:stCondLst>
                                    <p:cond delay="0"/>
                                  </p:stCondLst>
                                  <p:childTnLst>
                                    <p:set>
                                      <p:cBhvr>
                                        <p:cTn id="1186" dur="1" fill="hold">
                                          <p:stCondLst>
                                            <p:cond delay="0"/>
                                          </p:stCondLst>
                                        </p:cTn>
                                        <p:tgtEl>
                                          <p:spTgt spid="119">
                                            <p:txEl>
                                              <p:pRg st="7" end="7"/>
                                            </p:txEl>
                                          </p:spTgt>
                                        </p:tgtEl>
                                        <p:attrNameLst>
                                          <p:attrName>style.visibility</p:attrName>
                                        </p:attrNameLst>
                                      </p:cBhvr>
                                      <p:to>
                                        <p:strVal val="visible"/>
                                      </p:to>
                                    </p:set>
                                  </p:childTnLst>
                                </p:cTn>
                              </p:par>
                            </p:childTnLst>
                          </p:cTn>
                        </p:par>
                      </p:childTnLst>
                    </p:cTn>
                  </p:par>
                  <p:par>
                    <p:cTn id="1187" fill="hold">
                      <p:stCondLst>
                        <p:cond delay="indefinite"/>
                      </p:stCondLst>
                      <p:childTnLst>
                        <p:par>
                          <p:cTn id="1188" fill="hold">
                            <p:stCondLst>
                              <p:cond delay="0"/>
                            </p:stCondLst>
                            <p:childTnLst>
                              <p:par>
                                <p:cTn id="1189" presetID="1" presetClass="entr" presetSubtype="0" fill="hold" nodeType="clickEffect">
                                  <p:stCondLst>
                                    <p:cond delay="0"/>
                                  </p:stCondLst>
                                  <p:childTnLst>
                                    <p:set>
                                      <p:cBhvr>
                                        <p:cTn id="1190" dur="1" fill="hold">
                                          <p:stCondLst>
                                            <p:cond delay="0"/>
                                          </p:stCondLst>
                                        </p:cTn>
                                        <p:tgtEl>
                                          <p:spTgt spid="119">
                                            <p:txEl>
                                              <p:pRg st="8" end="8"/>
                                            </p:txEl>
                                          </p:spTgt>
                                        </p:tgtEl>
                                        <p:attrNameLst>
                                          <p:attrName>style.visibility</p:attrName>
                                        </p:attrNameLst>
                                      </p:cBhvr>
                                      <p:to>
                                        <p:strVal val="visible"/>
                                      </p:to>
                                    </p:set>
                                  </p:childTnLst>
                                </p:cTn>
                              </p:par>
                            </p:childTnLst>
                          </p:cTn>
                        </p:par>
                      </p:childTnLst>
                    </p:cTn>
                  </p:par>
                  <p:par>
                    <p:cTn id="1191" fill="hold">
                      <p:stCondLst>
                        <p:cond delay="indefinite"/>
                      </p:stCondLst>
                      <p:childTnLst>
                        <p:par>
                          <p:cTn id="1192" fill="hold">
                            <p:stCondLst>
                              <p:cond delay="0"/>
                            </p:stCondLst>
                            <p:childTnLst>
                              <p:par>
                                <p:cTn id="1193" presetID="1" presetClass="entr" presetSubtype="0" fill="hold" nodeType="clickEffect">
                                  <p:stCondLst>
                                    <p:cond delay="0"/>
                                  </p:stCondLst>
                                  <p:childTnLst>
                                    <p:set>
                                      <p:cBhvr>
                                        <p:cTn id="1194" dur="1" fill="hold">
                                          <p:stCondLst>
                                            <p:cond delay="0"/>
                                          </p:stCondLst>
                                        </p:cTn>
                                        <p:tgtEl>
                                          <p:spTgt spid="120">
                                            <p:txEl>
                                              <p:pRg st="0" end="0"/>
                                            </p:txEl>
                                          </p:spTgt>
                                        </p:tgtEl>
                                        <p:attrNameLst>
                                          <p:attrName>style.visibility</p:attrName>
                                        </p:attrNameLst>
                                      </p:cBhvr>
                                      <p:to>
                                        <p:strVal val="visible"/>
                                      </p:to>
                                    </p:set>
                                  </p:childTnLst>
                                </p:cTn>
                              </p:par>
                            </p:childTnLst>
                          </p:cTn>
                        </p:par>
                      </p:childTnLst>
                    </p:cTn>
                  </p:par>
                  <p:par>
                    <p:cTn id="1195" fill="hold">
                      <p:stCondLst>
                        <p:cond delay="indefinite"/>
                      </p:stCondLst>
                      <p:childTnLst>
                        <p:par>
                          <p:cTn id="1196" fill="hold">
                            <p:stCondLst>
                              <p:cond delay="0"/>
                            </p:stCondLst>
                            <p:childTnLst>
                              <p:par>
                                <p:cTn id="1197" presetID="1" presetClass="entr" presetSubtype="0" fill="hold" nodeType="clickEffect">
                                  <p:stCondLst>
                                    <p:cond delay="0"/>
                                  </p:stCondLst>
                                  <p:childTnLst>
                                    <p:set>
                                      <p:cBhvr>
                                        <p:cTn id="1198" dur="1" fill="hold">
                                          <p:stCondLst>
                                            <p:cond delay="0"/>
                                          </p:stCondLst>
                                        </p:cTn>
                                        <p:tgtEl>
                                          <p:spTgt spid="120">
                                            <p:txEl>
                                              <p:pRg st="1" end="1"/>
                                            </p:txEl>
                                          </p:spTgt>
                                        </p:tgtEl>
                                        <p:attrNameLst>
                                          <p:attrName>style.visibility</p:attrName>
                                        </p:attrNameLst>
                                      </p:cBhvr>
                                      <p:to>
                                        <p:strVal val="visible"/>
                                      </p:to>
                                    </p:set>
                                  </p:childTnLst>
                                </p:cTn>
                              </p:par>
                            </p:childTnLst>
                          </p:cTn>
                        </p:par>
                      </p:childTnLst>
                    </p:cTn>
                  </p:par>
                  <p:par>
                    <p:cTn id="1199" fill="hold">
                      <p:stCondLst>
                        <p:cond delay="indefinite"/>
                      </p:stCondLst>
                      <p:childTnLst>
                        <p:par>
                          <p:cTn id="1200" fill="hold">
                            <p:stCondLst>
                              <p:cond delay="0"/>
                            </p:stCondLst>
                            <p:childTnLst>
                              <p:par>
                                <p:cTn id="1201" presetID="1" presetClass="entr" presetSubtype="0" fill="hold" nodeType="clickEffect">
                                  <p:stCondLst>
                                    <p:cond delay="0"/>
                                  </p:stCondLst>
                                  <p:childTnLst>
                                    <p:set>
                                      <p:cBhvr>
                                        <p:cTn id="1202" dur="1" fill="hold">
                                          <p:stCondLst>
                                            <p:cond delay="0"/>
                                          </p:stCondLst>
                                        </p:cTn>
                                        <p:tgtEl>
                                          <p:spTgt spid="120">
                                            <p:txEl>
                                              <p:pRg st="2" end="2"/>
                                            </p:txEl>
                                          </p:spTgt>
                                        </p:tgtEl>
                                        <p:attrNameLst>
                                          <p:attrName>style.visibility</p:attrName>
                                        </p:attrNameLst>
                                      </p:cBhvr>
                                      <p:to>
                                        <p:strVal val="visible"/>
                                      </p:to>
                                    </p:set>
                                  </p:childTnLst>
                                </p:cTn>
                              </p:par>
                            </p:childTnLst>
                          </p:cTn>
                        </p:par>
                      </p:childTnLst>
                    </p:cTn>
                  </p:par>
                  <p:par>
                    <p:cTn id="1203" fill="hold">
                      <p:stCondLst>
                        <p:cond delay="indefinite"/>
                      </p:stCondLst>
                      <p:childTnLst>
                        <p:par>
                          <p:cTn id="1204" fill="hold">
                            <p:stCondLst>
                              <p:cond delay="0"/>
                            </p:stCondLst>
                            <p:childTnLst>
                              <p:par>
                                <p:cTn id="1205" presetID="1" presetClass="entr" presetSubtype="0" fill="hold" nodeType="clickEffect">
                                  <p:stCondLst>
                                    <p:cond delay="0"/>
                                  </p:stCondLst>
                                  <p:childTnLst>
                                    <p:set>
                                      <p:cBhvr>
                                        <p:cTn id="1206" dur="1" fill="hold">
                                          <p:stCondLst>
                                            <p:cond delay="0"/>
                                          </p:stCondLst>
                                        </p:cTn>
                                        <p:tgtEl>
                                          <p:spTgt spid="120">
                                            <p:txEl>
                                              <p:pRg st="3" end="3"/>
                                            </p:txEl>
                                          </p:spTgt>
                                        </p:tgtEl>
                                        <p:attrNameLst>
                                          <p:attrName>style.visibility</p:attrName>
                                        </p:attrNameLst>
                                      </p:cBhvr>
                                      <p:to>
                                        <p:strVal val="visible"/>
                                      </p:to>
                                    </p:set>
                                  </p:childTnLst>
                                </p:cTn>
                              </p:par>
                            </p:childTnLst>
                          </p:cTn>
                        </p:par>
                      </p:childTnLst>
                    </p:cTn>
                  </p:par>
                  <p:par>
                    <p:cTn id="1207" fill="hold">
                      <p:stCondLst>
                        <p:cond delay="indefinite"/>
                      </p:stCondLst>
                      <p:childTnLst>
                        <p:par>
                          <p:cTn id="1208" fill="hold">
                            <p:stCondLst>
                              <p:cond delay="0"/>
                            </p:stCondLst>
                            <p:childTnLst>
                              <p:par>
                                <p:cTn id="1209" presetID="1" presetClass="entr" presetSubtype="0" fill="hold" nodeType="clickEffect">
                                  <p:stCondLst>
                                    <p:cond delay="0"/>
                                  </p:stCondLst>
                                  <p:childTnLst>
                                    <p:set>
                                      <p:cBhvr>
                                        <p:cTn id="1210" dur="1" fill="hold">
                                          <p:stCondLst>
                                            <p:cond delay="0"/>
                                          </p:stCondLst>
                                        </p:cTn>
                                        <p:tgtEl>
                                          <p:spTgt spid="120">
                                            <p:txEl>
                                              <p:pRg st="4" end="4"/>
                                            </p:txEl>
                                          </p:spTgt>
                                        </p:tgtEl>
                                        <p:attrNameLst>
                                          <p:attrName>style.visibility</p:attrName>
                                        </p:attrNameLst>
                                      </p:cBhvr>
                                      <p:to>
                                        <p:strVal val="visible"/>
                                      </p:to>
                                    </p:set>
                                  </p:childTnLst>
                                </p:cTn>
                              </p:par>
                            </p:childTnLst>
                          </p:cTn>
                        </p:par>
                      </p:childTnLst>
                    </p:cTn>
                  </p:par>
                  <p:par>
                    <p:cTn id="1211" fill="hold">
                      <p:stCondLst>
                        <p:cond delay="indefinite"/>
                      </p:stCondLst>
                      <p:childTnLst>
                        <p:par>
                          <p:cTn id="1212" fill="hold">
                            <p:stCondLst>
                              <p:cond delay="0"/>
                            </p:stCondLst>
                            <p:childTnLst>
                              <p:par>
                                <p:cTn id="1213" presetID="1" presetClass="entr" presetSubtype="0" fill="hold" nodeType="clickEffect">
                                  <p:stCondLst>
                                    <p:cond delay="0"/>
                                  </p:stCondLst>
                                  <p:childTnLst>
                                    <p:set>
                                      <p:cBhvr>
                                        <p:cTn id="1214" dur="1" fill="hold">
                                          <p:stCondLst>
                                            <p:cond delay="0"/>
                                          </p:stCondLst>
                                        </p:cTn>
                                        <p:tgtEl>
                                          <p:spTgt spid="120">
                                            <p:txEl>
                                              <p:pRg st="5" end="5"/>
                                            </p:txEl>
                                          </p:spTgt>
                                        </p:tgtEl>
                                        <p:attrNameLst>
                                          <p:attrName>style.visibility</p:attrName>
                                        </p:attrNameLst>
                                      </p:cBhvr>
                                      <p:to>
                                        <p:strVal val="visible"/>
                                      </p:to>
                                    </p:set>
                                  </p:childTnLst>
                                </p:cTn>
                              </p:par>
                            </p:childTnLst>
                          </p:cTn>
                        </p:par>
                      </p:childTnLst>
                    </p:cTn>
                  </p:par>
                  <p:par>
                    <p:cTn id="1215" fill="hold">
                      <p:stCondLst>
                        <p:cond delay="indefinite"/>
                      </p:stCondLst>
                      <p:childTnLst>
                        <p:par>
                          <p:cTn id="1216" fill="hold">
                            <p:stCondLst>
                              <p:cond delay="0"/>
                            </p:stCondLst>
                            <p:childTnLst>
                              <p:par>
                                <p:cTn id="1217" presetID="1" presetClass="entr" presetSubtype="0" fill="hold" nodeType="clickEffect">
                                  <p:stCondLst>
                                    <p:cond delay="0"/>
                                  </p:stCondLst>
                                  <p:childTnLst>
                                    <p:set>
                                      <p:cBhvr>
                                        <p:cTn id="1218" dur="1" fill="hold">
                                          <p:stCondLst>
                                            <p:cond delay="0"/>
                                          </p:stCondLst>
                                        </p:cTn>
                                        <p:tgtEl>
                                          <p:spTgt spid="120">
                                            <p:txEl>
                                              <p:pRg st="6" end="6"/>
                                            </p:txEl>
                                          </p:spTgt>
                                        </p:tgtEl>
                                        <p:attrNameLst>
                                          <p:attrName>style.visibility</p:attrName>
                                        </p:attrNameLst>
                                      </p:cBhvr>
                                      <p:to>
                                        <p:strVal val="visible"/>
                                      </p:to>
                                    </p:set>
                                  </p:childTnLst>
                                </p:cTn>
                              </p:par>
                            </p:childTnLst>
                          </p:cTn>
                        </p:par>
                      </p:childTnLst>
                    </p:cTn>
                  </p:par>
                  <p:par>
                    <p:cTn id="1219" fill="hold">
                      <p:stCondLst>
                        <p:cond delay="indefinite"/>
                      </p:stCondLst>
                      <p:childTnLst>
                        <p:par>
                          <p:cTn id="1220" fill="hold">
                            <p:stCondLst>
                              <p:cond delay="0"/>
                            </p:stCondLst>
                            <p:childTnLst>
                              <p:par>
                                <p:cTn id="1221" presetID="1" presetClass="entr" presetSubtype="0" fill="hold" nodeType="clickEffect">
                                  <p:stCondLst>
                                    <p:cond delay="0"/>
                                  </p:stCondLst>
                                  <p:childTnLst>
                                    <p:set>
                                      <p:cBhvr>
                                        <p:cTn id="1222" dur="1" fill="hold">
                                          <p:stCondLst>
                                            <p:cond delay="0"/>
                                          </p:stCondLst>
                                        </p:cTn>
                                        <p:tgtEl>
                                          <p:spTgt spid="120">
                                            <p:txEl>
                                              <p:pRg st="7" end="7"/>
                                            </p:txEl>
                                          </p:spTgt>
                                        </p:tgtEl>
                                        <p:attrNameLst>
                                          <p:attrName>style.visibility</p:attrName>
                                        </p:attrNameLst>
                                      </p:cBhvr>
                                      <p:to>
                                        <p:strVal val="visible"/>
                                      </p:to>
                                    </p:set>
                                  </p:childTnLst>
                                </p:cTn>
                              </p:par>
                            </p:childTnLst>
                          </p:cTn>
                        </p:par>
                      </p:childTnLst>
                    </p:cTn>
                  </p:par>
                  <p:par>
                    <p:cTn id="1223" fill="hold">
                      <p:stCondLst>
                        <p:cond delay="indefinite"/>
                      </p:stCondLst>
                      <p:childTnLst>
                        <p:par>
                          <p:cTn id="1224" fill="hold">
                            <p:stCondLst>
                              <p:cond delay="0"/>
                            </p:stCondLst>
                            <p:childTnLst>
                              <p:par>
                                <p:cTn id="1225" presetID="1" presetClass="entr" presetSubtype="0" fill="hold" nodeType="clickEffect">
                                  <p:stCondLst>
                                    <p:cond delay="0"/>
                                  </p:stCondLst>
                                  <p:childTnLst>
                                    <p:set>
                                      <p:cBhvr>
                                        <p:cTn id="1226" dur="1" fill="hold">
                                          <p:stCondLst>
                                            <p:cond delay="0"/>
                                          </p:stCondLst>
                                        </p:cTn>
                                        <p:tgtEl>
                                          <p:spTgt spid="120">
                                            <p:txEl>
                                              <p:pRg st="8" end="8"/>
                                            </p:txEl>
                                          </p:spTgt>
                                        </p:tgtEl>
                                        <p:attrNameLst>
                                          <p:attrName>style.visibility</p:attrName>
                                        </p:attrNameLst>
                                      </p:cBhvr>
                                      <p:to>
                                        <p:strVal val="visible"/>
                                      </p:to>
                                    </p:set>
                                  </p:childTnLst>
                                </p:cTn>
                              </p:par>
                            </p:childTnLst>
                          </p:cTn>
                        </p:par>
                      </p:childTnLst>
                    </p:cTn>
                  </p:par>
                  <p:par>
                    <p:cTn id="1227" fill="hold">
                      <p:stCondLst>
                        <p:cond delay="indefinite"/>
                      </p:stCondLst>
                      <p:childTnLst>
                        <p:par>
                          <p:cTn id="1228" fill="hold">
                            <p:stCondLst>
                              <p:cond delay="0"/>
                            </p:stCondLst>
                            <p:childTnLst>
                              <p:par>
                                <p:cTn id="1229" presetID="1" presetClass="entr" presetSubtype="0" fill="hold" nodeType="clickEffect">
                                  <p:stCondLst>
                                    <p:cond delay="0"/>
                                  </p:stCondLst>
                                  <p:childTnLst>
                                    <p:set>
                                      <p:cBhvr>
                                        <p:cTn id="1230" dur="1" fill="hold">
                                          <p:stCondLst>
                                            <p:cond delay="0"/>
                                          </p:stCondLst>
                                        </p:cTn>
                                        <p:tgtEl>
                                          <p:spTgt spid="121">
                                            <p:txEl>
                                              <p:pRg st="0" end="0"/>
                                            </p:txEl>
                                          </p:spTgt>
                                        </p:tgtEl>
                                        <p:attrNameLst>
                                          <p:attrName>style.visibility</p:attrName>
                                        </p:attrNameLst>
                                      </p:cBhvr>
                                      <p:to>
                                        <p:strVal val="visible"/>
                                      </p:to>
                                    </p:set>
                                  </p:childTnLst>
                                </p:cTn>
                              </p:par>
                            </p:childTnLst>
                          </p:cTn>
                        </p:par>
                      </p:childTnLst>
                    </p:cTn>
                  </p:par>
                  <p:par>
                    <p:cTn id="1231" fill="hold">
                      <p:stCondLst>
                        <p:cond delay="indefinite"/>
                      </p:stCondLst>
                      <p:childTnLst>
                        <p:par>
                          <p:cTn id="1232" fill="hold">
                            <p:stCondLst>
                              <p:cond delay="0"/>
                            </p:stCondLst>
                            <p:childTnLst>
                              <p:par>
                                <p:cTn id="1233" presetID="1" presetClass="entr" presetSubtype="0" fill="hold" nodeType="clickEffect">
                                  <p:stCondLst>
                                    <p:cond delay="0"/>
                                  </p:stCondLst>
                                  <p:childTnLst>
                                    <p:set>
                                      <p:cBhvr>
                                        <p:cTn id="1234" dur="1" fill="hold">
                                          <p:stCondLst>
                                            <p:cond delay="0"/>
                                          </p:stCondLst>
                                        </p:cTn>
                                        <p:tgtEl>
                                          <p:spTgt spid="121">
                                            <p:txEl>
                                              <p:pRg st="1" end="1"/>
                                            </p:txEl>
                                          </p:spTgt>
                                        </p:tgtEl>
                                        <p:attrNameLst>
                                          <p:attrName>style.visibility</p:attrName>
                                        </p:attrNameLst>
                                      </p:cBhvr>
                                      <p:to>
                                        <p:strVal val="visible"/>
                                      </p:to>
                                    </p:set>
                                  </p:childTnLst>
                                </p:cTn>
                              </p:par>
                            </p:childTnLst>
                          </p:cTn>
                        </p:par>
                      </p:childTnLst>
                    </p:cTn>
                  </p:par>
                  <p:par>
                    <p:cTn id="1235" fill="hold">
                      <p:stCondLst>
                        <p:cond delay="indefinite"/>
                      </p:stCondLst>
                      <p:childTnLst>
                        <p:par>
                          <p:cTn id="1236" fill="hold">
                            <p:stCondLst>
                              <p:cond delay="0"/>
                            </p:stCondLst>
                            <p:childTnLst>
                              <p:par>
                                <p:cTn id="1237" presetID="1" presetClass="entr" presetSubtype="0" fill="hold" nodeType="clickEffect">
                                  <p:stCondLst>
                                    <p:cond delay="0"/>
                                  </p:stCondLst>
                                  <p:childTnLst>
                                    <p:set>
                                      <p:cBhvr>
                                        <p:cTn id="1238" dur="1" fill="hold">
                                          <p:stCondLst>
                                            <p:cond delay="0"/>
                                          </p:stCondLst>
                                        </p:cTn>
                                        <p:tgtEl>
                                          <p:spTgt spid="121">
                                            <p:txEl>
                                              <p:pRg st="2" end="2"/>
                                            </p:txEl>
                                          </p:spTgt>
                                        </p:tgtEl>
                                        <p:attrNameLst>
                                          <p:attrName>style.visibility</p:attrName>
                                        </p:attrNameLst>
                                      </p:cBhvr>
                                      <p:to>
                                        <p:strVal val="visible"/>
                                      </p:to>
                                    </p:set>
                                  </p:childTnLst>
                                </p:cTn>
                              </p:par>
                            </p:childTnLst>
                          </p:cTn>
                        </p:par>
                      </p:childTnLst>
                    </p:cTn>
                  </p:par>
                  <p:par>
                    <p:cTn id="1239" fill="hold">
                      <p:stCondLst>
                        <p:cond delay="indefinite"/>
                      </p:stCondLst>
                      <p:childTnLst>
                        <p:par>
                          <p:cTn id="1240" fill="hold">
                            <p:stCondLst>
                              <p:cond delay="0"/>
                            </p:stCondLst>
                            <p:childTnLst>
                              <p:par>
                                <p:cTn id="1241" presetID="1" presetClass="entr" presetSubtype="0" fill="hold" nodeType="clickEffect">
                                  <p:stCondLst>
                                    <p:cond delay="0"/>
                                  </p:stCondLst>
                                  <p:childTnLst>
                                    <p:set>
                                      <p:cBhvr>
                                        <p:cTn id="1242" dur="1" fill="hold">
                                          <p:stCondLst>
                                            <p:cond delay="0"/>
                                          </p:stCondLst>
                                        </p:cTn>
                                        <p:tgtEl>
                                          <p:spTgt spid="121">
                                            <p:txEl>
                                              <p:pRg st="3" end="3"/>
                                            </p:txEl>
                                          </p:spTgt>
                                        </p:tgtEl>
                                        <p:attrNameLst>
                                          <p:attrName>style.visibility</p:attrName>
                                        </p:attrNameLst>
                                      </p:cBhvr>
                                      <p:to>
                                        <p:strVal val="visible"/>
                                      </p:to>
                                    </p:set>
                                  </p:childTnLst>
                                </p:cTn>
                              </p:par>
                            </p:childTnLst>
                          </p:cTn>
                        </p:par>
                      </p:childTnLst>
                    </p:cTn>
                  </p:par>
                  <p:par>
                    <p:cTn id="1243" fill="hold">
                      <p:stCondLst>
                        <p:cond delay="indefinite"/>
                      </p:stCondLst>
                      <p:childTnLst>
                        <p:par>
                          <p:cTn id="1244" fill="hold">
                            <p:stCondLst>
                              <p:cond delay="0"/>
                            </p:stCondLst>
                            <p:childTnLst>
                              <p:par>
                                <p:cTn id="1245" presetID="1" presetClass="entr" presetSubtype="0" fill="hold" nodeType="clickEffect">
                                  <p:stCondLst>
                                    <p:cond delay="0"/>
                                  </p:stCondLst>
                                  <p:childTnLst>
                                    <p:set>
                                      <p:cBhvr>
                                        <p:cTn id="1246" dur="1" fill="hold">
                                          <p:stCondLst>
                                            <p:cond delay="0"/>
                                          </p:stCondLst>
                                        </p:cTn>
                                        <p:tgtEl>
                                          <p:spTgt spid="121">
                                            <p:txEl>
                                              <p:pRg st="4" end="4"/>
                                            </p:txEl>
                                          </p:spTgt>
                                        </p:tgtEl>
                                        <p:attrNameLst>
                                          <p:attrName>style.visibility</p:attrName>
                                        </p:attrNameLst>
                                      </p:cBhvr>
                                      <p:to>
                                        <p:strVal val="visible"/>
                                      </p:to>
                                    </p:set>
                                  </p:childTnLst>
                                </p:cTn>
                              </p:par>
                            </p:childTnLst>
                          </p:cTn>
                        </p:par>
                      </p:childTnLst>
                    </p:cTn>
                  </p:par>
                  <p:par>
                    <p:cTn id="1247" fill="hold">
                      <p:stCondLst>
                        <p:cond delay="indefinite"/>
                      </p:stCondLst>
                      <p:childTnLst>
                        <p:par>
                          <p:cTn id="1248" fill="hold">
                            <p:stCondLst>
                              <p:cond delay="0"/>
                            </p:stCondLst>
                            <p:childTnLst>
                              <p:par>
                                <p:cTn id="1249" presetID="1" presetClass="entr" presetSubtype="0" fill="hold" nodeType="clickEffect">
                                  <p:stCondLst>
                                    <p:cond delay="0"/>
                                  </p:stCondLst>
                                  <p:childTnLst>
                                    <p:set>
                                      <p:cBhvr>
                                        <p:cTn id="1250" dur="1" fill="hold">
                                          <p:stCondLst>
                                            <p:cond delay="0"/>
                                          </p:stCondLst>
                                        </p:cTn>
                                        <p:tgtEl>
                                          <p:spTgt spid="121">
                                            <p:txEl>
                                              <p:pRg st="5" end="5"/>
                                            </p:txEl>
                                          </p:spTgt>
                                        </p:tgtEl>
                                        <p:attrNameLst>
                                          <p:attrName>style.visibility</p:attrName>
                                        </p:attrNameLst>
                                      </p:cBhvr>
                                      <p:to>
                                        <p:strVal val="visible"/>
                                      </p:to>
                                    </p:set>
                                  </p:childTnLst>
                                </p:cTn>
                              </p:par>
                            </p:childTnLst>
                          </p:cTn>
                        </p:par>
                      </p:childTnLst>
                    </p:cTn>
                  </p:par>
                  <p:par>
                    <p:cTn id="1251" fill="hold">
                      <p:stCondLst>
                        <p:cond delay="indefinite"/>
                      </p:stCondLst>
                      <p:childTnLst>
                        <p:par>
                          <p:cTn id="1252" fill="hold">
                            <p:stCondLst>
                              <p:cond delay="0"/>
                            </p:stCondLst>
                            <p:childTnLst>
                              <p:par>
                                <p:cTn id="1253" presetID="1" presetClass="entr" presetSubtype="0" fill="hold" nodeType="clickEffect">
                                  <p:stCondLst>
                                    <p:cond delay="0"/>
                                  </p:stCondLst>
                                  <p:childTnLst>
                                    <p:set>
                                      <p:cBhvr>
                                        <p:cTn id="1254" dur="1" fill="hold">
                                          <p:stCondLst>
                                            <p:cond delay="0"/>
                                          </p:stCondLst>
                                        </p:cTn>
                                        <p:tgtEl>
                                          <p:spTgt spid="121">
                                            <p:txEl>
                                              <p:pRg st="6" end="6"/>
                                            </p:txEl>
                                          </p:spTgt>
                                        </p:tgtEl>
                                        <p:attrNameLst>
                                          <p:attrName>style.visibility</p:attrName>
                                        </p:attrNameLst>
                                      </p:cBhvr>
                                      <p:to>
                                        <p:strVal val="visible"/>
                                      </p:to>
                                    </p:set>
                                  </p:childTnLst>
                                </p:cTn>
                              </p:par>
                            </p:childTnLst>
                          </p:cTn>
                        </p:par>
                      </p:childTnLst>
                    </p:cTn>
                  </p:par>
                  <p:par>
                    <p:cTn id="1255" fill="hold">
                      <p:stCondLst>
                        <p:cond delay="indefinite"/>
                      </p:stCondLst>
                      <p:childTnLst>
                        <p:par>
                          <p:cTn id="1256" fill="hold">
                            <p:stCondLst>
                              <p:cond delay="0"/>
                            </p:stCondLst>
                            <p:childTnLst>
                              <p:par>
                                <p:cTn id="1257" presetID="1" presetClass="entr" presetSubtype="0" fill="hold" nodeType="clickEffect">
                                  <p:stCondLst>
                                    <p:cond delay="0"/>
                                  </p:stCondLst>
                                  <p:childTnLst>
                                    <p:set>
                                      <p:cBhvr>
                                        <p:cTn id="1258" dur="1" fill="hold">
                                          <p:stCondLst>
                                            <p:cond delay="0"/>
                                          </p:stCondLst>
                                        </p:cTn>
                                        <p:tgtEl>
                                          <p:spTgt spid="121">
                                            <p:txEl>
                                              <p:pRg st="7" end="7"/>
                                            </p:txEl>
                                          </p:spTgt>
                                        </p:tgtEl>
                                        <p:attrNameLst>
                                          <p:attrName>style.visibility</p:attrName>
                                        </p:attrNameLst>
                                      </p:cBhvr>
                                      <p:to>
                                        <p:strVal val="visible"/>
                                      </p:to>
                                    </p:set>
                                  </p:childTnLst>
                                </p:cTn>
                              </p:par>
                            </p:childTnLst>
                          </p:cTn>
                        </p:par>
                      </p:childTnLst>
                    </p:cTn>
                  </p:par>
                  <p:par>
                    <p:cTn id="1259" fill="hold">
                      <p:stCondLst>
                        <p:cond delay="indefinite"/>
                      </p:stCondLst>
                      <p:childTnLst>
                        <p:par>
                          <p:cTn id="1260" fill="hold">
                            <p:stCondLst>
                              <p:cond delay="0"/>
                            </p:stCondLst>
                            <p:childTnLst>
                              <p:par>
                                <p:cTn id="1261" presetID="1" presetClass="entr" presetSubtype="0" fill="hold" nodeType="clickEffect">
                                  <p:stCondLst>
                                    <p:cond delay="0"/>
                                  </p:stCondLst>
                                  <p:childTnLst>
                                    <p:set>
                                      <p:cBhvr>
                                        <p:cTn id="1262" dur="1" fill="hold">
                                          <p:stCondLst>
                                            <p:cond delay="0"/>
                                          </p:stCondLst>
                                        </p:cTn>
                                        <p:tgtEl>
                                          <p:spTgt spid="121">
                                            <p:txEl>
                                              <p:pRg st="8" end="8"/>
                                            </p:txEl>
                                          </p:spTgt>
                                        </p:tgtEl>
                                        <p:attrNameLst>
                                          <p:attrName>style.visibility</p:attrName>
                                        </p:attrNameLst>
                                      </p:cBhvr>
                                      <p:to>
                                        <p:strVal val="visible"/>
                                      </p:to>
                                    </p:set>
                                  </p:childTnLst>
                                </p:cTn>
                              </p:par>
                            </p:childTnLst>
                          </p:cTn>
                        </p:par>
                      </p:childTnLst>
                    </p:cTn>
                  </p:par>
                  <p:par>
                    <p:cTn id="1263" fill="hold">
                      <p:stCondLst>
                        <p:cond delay="indefinite"/>
                      </p:stCondLst>
                      <p:childTnLst>
                        <p:par>
                          <p:cTn id="1264" fill="hold">
                            <p:stCondLst>
                              <p:cond delay="0"/>
                            </p:stCondLst>
                            <p:childTnLst>
                              <p:par>
                                <p:cTn id="1265" presetID="1" presetClass="entr" presetSubtype="0" fill="hold" nodeType="clickEffect">
                                  <p:stCondLst>
                                    <p:cond delay="0"/>
                                  </p:stCondLst>
                                  <p:childTnLst>
                                    <p:set>
                                      <p:cBhvr>
                                        <p:cTn id="1266" dur="1" fill="hold">
                                          <p:stCondLst>
                                            <p:cond delay="0"/>
                                          </p:stCondLst>
                                        </p:cTn>
                                        <p:tgtEl>
                                          <p:spTgt spid="122">
                                            <p:txEl>
                                              <p:pRg st="0" end="0"/>
                                            </p:txEl>
                                          </p:spTgt>
                                        </p:tgtEl>
                                        <p:attrNameLst>
                                          <p:attrName>style.visibility</p:attrName>
                                        </p:attrNameLst>
                                      </p:cBhvr>
                                      <p:to>
                                        <p:strVal val="visible"/>
                                      </p:to>
                                    </p:set>
                                  </p:childTnLst>
                                </p:cTn>
                              </p:par>
                            </p:childTnLst>
                          </p:cTn>
                        </p:par>
                      </p:childTnLst>
                    </p:cTn>
                  </p:par>
                  <p:par>
                    <p:cTn id="1267" fill="hold">
                      <p:stCondLst>
                        <p:cond delay="indefinite"/>
                      </p:stCondLst>
                      <p:childTnLst>
                        <p:par>
                          <p:cTn id="1268" fill="hold">
                            <p:stCondLst>
                              <p:cond delay="0"/>
                            </p:stCondLst>
                            <p:childTnLst>
                              <p:par>
                                <p:cTn id="1269" presetID="1" presetClass="entr" presetSubtype="0" fill="hold" nodeType="clickEffect">
                                  <p:stCondLst>
                                    <p:cond delay="0"/>
                                  </p:stCondLst>
                                  <p:childTnLst>
                                    <p:set>
                                      <p:cBhvr>
                                        <p:cTn id="1270" dur="1" fill="hold">
                                          <p:stCondLst>
                                            <p:cond delay="0"/>
                                          </p:stCondLst>
                                        </p:cTn>
                                        <p:tgtEl>
                                          <p:spTgt spid="122">
                                            <p:txEl>
                                              <p:pRg st="1" end="1"/>
                                            </p:txEl>
                                          </p:spTgt>
                                        </p:tgtEl>
                                        <p:attrNameLst>
                                          <p:attrName>style.visibility</p:attrName>
                                        </p:attrNameLst>
                                      </p:cBhvr>
                                      <p:to>
                                        <p:strVal val="visible"/>
                                      </p:to>
                                    </p:set>
                                  </p:childTnLst>
                                </p:cTn>
                              </p:par>
                            </p:childTnLst>
                          </p:cTn>
                        </p:par>
                      </p:childTnLst>
                    </p:cTn>
                  </p:par>
                  <p:par>
                    <p:cTn id="1271" fill="hold">
                      <p:stCondLst>
                        <p:cond delay="indefinite"/>
                      </p:stCondLst>
                      <p:childTnLst>
                        <p:par>
                          <p:cTn id="1272" fill="hold">
                            <p:stCondLst>
                              <p:cond delay="0"/>
                            </p:stCondLst>
                            <p:childTnLst>
                              <p:par>
                                <p:cTn id="1273" presetID="1" presetClass="entr" presetSubtype="0" fill="hold" nodeType="clickEffect">
                                  <p:stCondLst>
                                    <p:cond delay="0"/>
                                  </p:stCondLst>
                                  <p:childTnLst>
                                    <p:set>
                                      <p:cBhvr>
                                        <p:cTn id="1274" dur="1" fill="hold">
                                          <p:stCondLst>
                                            <p:cond delay="0"/>
                                          </p:stCondLst>
                                        </p:cTn>
                                        <p:tgtEl>
                                          <p:spTgt spid="122">
                                            <p:txEl>
                                              <p:pRg st="2" end="2"/>
                                            </p:txEl>
                                          </p:spTgt>
                                        </p:tgtEl>
                                        <p:attrNameLst>
                                          <p:attrName>style.visibility</p:attrName>
                                        </p:attrNameLst>
                                      </p:cBhvr>
                                      <p:to>
                                        <p:strVal val="visible"/>
                                      </p:to>
                                    </p:set>
                                  </p:childTnLst>
                                </p:cTn>
                              </p:par>
                            </p:childTnLst>
                          </p:cTn>
                        </p:par>
                      </p:childTnLst>
                    </p:cTn>
                  </p:par>
                  <p:par>
                    <p:cTn id="1275" fill="hold">
                      <p:stCondLst>
                        <p:cond delay="indefinite"/>
                      </p:stCondLst>
                      <p:childTnLst>
                        <p:par>
                          <p:cTn id="1276" fill="hold">
                            <p:stCondLst>
                              <p:cond delay="0"/>
                            </p:stCondLst>
                            <p:childTnLst>
                              <p:par>
                                <p:cTn id="1277" presetID="1" presetClass="entr" presetSubtype="0" fill="hold" nodeType="clickEffect">
                                  <p:stCondLst>
                                    <p:cond delay="0"/>
                                  </p:stCondLst>
                                  <p:childTnLst>
                                    <p:set>
                                      <p:cBhvr>
                                        <p:cTn id="1278" dur="1" fill="hold">
                                          <p:stCondLst>
                                            <p:cond delay="0"/>
                                          </p:stCondLst>
                                        </p:cTn>
                                        <p:tgtEl>
                                          <p:spTgt spid="122">
                                            <p:txEl>
                                              <p:pRg st="3" end="3"/>
                                            </p:txEl>
                                          </p:spTgt>
                                        </p:tgtEl>
                                        <p:attrNameLst>
                                          <p:attrName>style.visibility</p:attrName>
                                        </p:attrNameLst>
                                      </p:cBhvr>
                                      <p:to>
                                        <p:strVal val="visible"/>
                                      </p:to>
                                    </p:set>
                                  </p:childTnLst>
                                </p:cTn>
                              </p:par>
                            </p:childTnLst>
                          </p:cTn>
                        </p:par>
                      </p:childTnLst>
                    </p:cTn>
                  </p:par>
                  <p:par>
                    <p:cTn id="1279" fill="hold">
                      <p:stCondLst>
                        <p:cond delay="indefinite"/>
                      </p:stCondLst>
                      <p:childTnLst>
                        <p:par>
                          <p:cTn id="1280" fill="hold">
                            <p:stCondLst>
                              <p:cond delay="0"/>
                            </p:stCondLst>
                            <p:childTnLst>
                              <p:par>
                                <p:cTn id="1281" presetID="1" presetClass="entr" presetSubtype="0" fill="hold" nodeType="clickEffect">
                                  <p:stCondLst>
                                    <p:cond delay="0"/>
                                  </p:stCondLst>
                                  <p:childTnLst>
                                    <p:set>
                                      <p:cBhvr>
                                        <p:cTn id="1282" dur="1" fill="hold">
                                          <p:stCondLst>
                                            <p:cond delay="0"/>
                                          </p:stCondLst>
                                        </p:cTn>
                                        <p:tgtEl>
                                          <p:spTgt spid="122">
                                            <p:txEl>
                                              <p:pRg st="4" end="4"/>
                                            </p:txEl>
                                          </p:spTgt>
                                        </p:tgtEl>
                                        <p:attrNameLst>
                                          <p:attrName>style.visibility</p:attrName>
                                        </p:attrNameLst>
                                      </p:cBhvr>
                                      <p:to>
                                        <p:strVal val="visible"/>
                                      </p:to>
                                    </p:set>
                                  </p:childTnLst>
                                </p:cTn>
                              </p:par>
                            </p:childTnLst>
                          </p:cTn>
                        </p:par>
                      </p:childTnLst>
                    </p:cTn>
                  </p:par>
                  <p:par>
                    <p:cTn id="1283" fill="hold">
                      <p:stCondLst>
                        <p:cond delay="indefinite"/>
                      </p:stCondLst>
                      <p:childTnLst>
                        <p:par>
                          <p:cTn id="1284" fill="hold">
                            <p:stCondLst>
                              <p:cond delay="0"/>
                            </p:stCondLst>
                            <p:childTnLst>
                              <p:par>
                                <p:cTn id="1285" presetID="1" presetClass="entr" presetSubtype="0" fill="hold" nodeType="clickEffect">
                                  <p:stCondLst>
                                    <p:cond delay="0"/>
                                  </p:stCondLst>
                                  <p:childTnLst>
                                    <p:set>
                                      <p:cBhvr>
                                        <p:cTn id="1286" dur="1" fill="hold">
                                          <p:stCondLst>
                                            <p:cond delay="0"/>
                                          </p:stCondLst>
                                        </p:cTn>
                                        <p:tgtEl>
                                          <p:spTgt spid="122">
                                            <p:txEl>
                                              <p:pRg st="5" end="5"/>
                                            </p:txEl>
                                          </p:spTgt>
                                        </p:tgtEl>
                                        <p:attrNameLst>
                                          <p:attrName>style.visibility</p:attrName>
                                        </p:attrNameLst>
                                      </p:cBhvr>
                                      <p:to>
                                        <p:strVal val="visible"/>
                                      </p:to>
                                    </p:set>
                                  </p:childTnLst>
                                </p:cTn>
                              </p:par>
                            </p:childTnLst>
                          </p:cTn>
                        </p:par>
                      </p:childTnLst>
                    </p:cTn>
                  </p:par>
                  <p:par>
                    <p:cTn id="1287" fill="hold">
                      <p:stCondLst>
                        <p:cond delay="indefinite"/>
                      </p:stCondLst>
                      <p:childTnLst>
                        <p:par>
                          <p:cTn id="1288" fill="hold">
                            <p:stCondLst>
                              <p:cond delay="0"/>
                            </p:stCondLst>
                            <p:childTnLst>
                              <p:par>
                                <p:cTn id="1289" presetID="1" presetClass="entr" presetSubtype="0" fill="hold" nodeType="clickEffect">
                                  <p:stCondLst>
                                    <p:cond delay="0"/>
                                  </p:stCondLst>
                                  <p:childTnLst>
                                    <p:set>
                                      <p:cBhvr>
                                        <p:cTn id="1290" dur="1" fill="hold">
                                          <p:stCondLst>
                                            <p:cond delay="0"/>
                                          </p:stCondLst>
                                        </p:cTn>
                                        <p:tgtEl>
                                          <p:spTgt spid="122">
                                            <p:txEl>
                                              <p:pRg st="6" end="6"/>
                                            </p:txEl>
                                          </p:spTgt>
                                        </p:tgtEl>
                                        <p:attrNameLst>
                                          <p:attrName>style.visibility</p:attrName>
                                        </p:attrNameLst>
                                      </p:cBhvr>
                                      <p:to>
                                        <p:strVal val="visible"/>
                                      </p:to>
                                    </p:set>
                                  </p:childTnLst>
                                </p:cTn>
                              </p:par>
                            </p:childTnLst>
                          </p:cTn>
                        </p:par>
                      </p:childTnLst>
                    </p:cTn>
                  </p:par>
                  <p:par>
                    <p:cTn id="1291" fill="hold">
                      <p:stCondLst>
                        <p:cond delay="indefinite"/>
                      </p:stCondLst>
                      <p:childTnLst>
                        <p:par>
                          <p:cTn id="1292" fill="hold">
                            <p:stCondLst>
                              <p:cond delay="0"/>
                            </p:stCondLst>
                            <p:childTnLst>
                              <p:par>
                                <p:cTn id="1293" presetID="1" presetClass="entr" presetSubtype="0" fill="hold" nodeType="clickEffect">
                                  <p:stCondLst>
                                    <p:cond delay="0"/>
                                  </p:stCondLst>
                                  <p:childTnLst>
                                    <p:set>
                                      <p:cBhvr>
                                        <p:cTn id="1294" dur="1" fill="hold">
                                          <p:stCondLst>
                                            <p:cond delay="0"/>
                                          </p:stCondLst>
                                        </p:cTn>
                                        <p:tgtEl>
                                          <p:spTgt spid="122">
                                            <p:txEl>
                                              <p:pRg st="7" end="7"/>
                                            </p:txEl>
                                          </p:spTgt>
                                        </p:tgtEl>
                                        <p:attrNameLst>
                                          <p:attrName>style.visibility</p:attrName>
                                        </p:attrNameLst>
                                      </p:cBhvr>
                                      <p:to>
                                        <p:strVal val="visible"/>
                                      </p:to>
                                    </p:set>
                                  </p:childTnLst>
                                </p:cTn>
                              </p:par>
                            </p:childTnLst>
                          </p:cTn>
                        </p:par>
                      </p:childTnLst>
                    </p:cTn>
                  </p:par>
                  <p:par>
                    <p:cTn id="1295" fill="hold">
                      <p:stCondLst>
                        <p:cond delay="indefinite"/>
                      </p:stCondLst>
                      <p:childTnLst>
                        <p:par>
                          <p:cTn id="1296" fill="hold">
                            <p:stCondLst>
                              <p:cond delay="0"/>
                            </p:stCondLst>
                            <p:childTnLst>
                              <p:par>
                                <p:cTn id="1297" presetID="1" presetClass="entr" presetSubtype="0" fill="hold" nodeType="clickEffect">
                                  <p:stCondLst>
                                    <p:cond delay="0"/>
                                  </p:stCondLst>
                                  <p:childTnLst>
                                    <p:set>
                                      <p:cBhvr>
                                        <p:cTn id="1298" dur="1" fill="hold">
                                          <p:stCondLst>
                                            <p:cond delay="0"/>
                                          </p:stCondLst>
                                        </p:cTn>
                                        <p:tgtEl>
                                          <p:spTgt spid="122">
                                            <p:txEl>
                                              <p:pRg st="8" end="8"/>
                                            </p:txEl>
                                          </p:spTgt>
                                        </p:tgtEl>
                                        <p:attrNameLst>
                                          <p:attrName>style.visibility</p:attrName>
                                        </p:attrNameLst>
                                      </p:cBhvr>
                                      <p:to>
                                        <p:strVal val="visible"/>
                                      </p:to>
                                    </p:set>
                                  </p:childTnLst>
                                </p:cTn>
                              </p:par>
                            </p:childTnLst>
                          </p:cTn>
                        </p:par>
                      </p:childTnLst>
                    </p:cTn>
                  </p:par>
                  <p:par>
                    <p:cTn id="1299" fill="hold">
                      <p:stCondLst>
                        <p:cond delay="indefinite"/>
                      </p:stCondLst>
                      <p:childTnLst>
                        <p:par>
                          <p:cTn id="1300" fill="hold">
                            <p:stCondLst>
                              <p:cond delay="0"/>
                            </p:stCondLst>
                            <p:childTnLst>
                              <p:par>
                                <p:cTn id="1301" presetID="1" presetClass="entr" presetSubtype="0" fill="hold" nodeType="clickEffect">
                                  <p:stCondLst>
                                    <p:cond delay="0"/>
                                  </p:stCondLst>
                                  <p:childTnLst>
                                    <p:set>
                                      <p:cBhvr>
                                        <p:cTn id="1302" dur="1" fill="hold">
                                          <p:stCondLst>
                                            <p:cond delay="0"/>
                                          </p:stCondLst>
                                        </p:cTn>
                                        <p:tgtEl>
                                          <p:spTgt spid="123">
                                            <p:txEl>
                                              <p:pRg st="0" end="0"/>
                                            </p:txEl>
                                          </p:spTgt>
                                        </p:tgtEl>
                                        <p:attrNameLst>
                                          <p:attrName>style.visibility</p:attrName>
                                        </p:attrNameLst>
                                      </p:cBhvr>
                                      <p:to>
                                        <p:strVal val="visible"/>
                                      </p:to>
                                    </p:set>
                                  </p:childTnLst>
                                </p:cTn>
                              </p:par>
                            </p:childTnLst>
                          </p:cTn>
                        </p:par>
                      </p:childTnLst>
                    </p:cTn>
                  </p:par>
                  <p:par>
                    <p:cTn id="1303" fill="hold">
                      <p:stCondLst>
                        <p:cond delay="indefinite"/>
                      </p:stCondLst>
                      <p:childTnLst>
                        <p:par>
                          <p:cTn id="1304" fill="hold">
                            <p:stCondLst>
                              <p:cond delay="0"/>
                            </p:stCondLst>
                            <p:childTnLst>
                              <p:par>
                                <p:cTn id="1305" presetID="1" presetClass="entr" presetSubtype="0" fill="hold" nodeType="clickEffect">
                                  <p:stCondLst>
                                    <p:cond delay="0"/>
                                  </p:stCondLst>
                                  <p:childTnLst>
                                    <p:set>
                                      <p:cBhvr>
                                        <p:cTn id="1306" dur="1" fill="hold">
                                          <p:stCondLst>
                                            <p:cond delay="0"/>
                                          </p:stCondLst>
                                        </p:cTn>
                                        <p:tgtEl>
                                          <p:spTgt spid="123">
                                            <p:txEl>
                                              <p:pRg st="1" end="1"/>
                                            </p:txEl>
                                          </p:spTgt>
                                        </p:tgtEl>
                                        <p:attrNameLst>
                                          <p:attrName>style.visibility</p:attrName>
                                        </p:attrNameLst>
                                      </p:cBhvr>
                                      <p:to>
                                        <p:strVal val="visible"/>
                                      </p:to>
                                    </p:set>
                                  </p:childTnLst>
                                </p:cTn>
                              </p:par>
                            </p:childTnLst>
                          </p:cTn>
                        </p:par>
                      </p:childTnLst>
                    </p:cTn>
                  </p:par>
                  <p:par>
                    <p:cTn id="1307" fill="hold">
                      <p:stCondLst>
                        <p:cond delay="indefinite"/>
                      </p:stCondLst>
                      <p:childTnLst>
                        <p:par>
                          <p:cTn id="1308" fill="hold">
                            <p:stCondLst>
                              <p:cond delay="0"/>
                            </p:stCondLst>
                            <p:childTnLst>
                              <p:par>
                                <p:cTn id="1309" presetID="1" presetClass="entr" presetSubtype="0" fill="hold" nodeType="clickEffect">
                                  <p:stCondLst>
                                    <p:cond delay="0"/>
                                  </p:stCondLst>
                                  <p:childTnLst>
                                    <p:set>
                                      <p:cBhvr>
                                        <p:cTn id="1310" dur="1" fill="hold">
                                          <p:stCondLst>
                                            <p:cond delay="0"/>
                                          </p:stCondLst>
                                        </p:cTn>
                                        <p:tgtEl>
                                          <p:spTgt spid="123">
                                            <p:txEl>
                                              <p:pRg st="2" end="2"/>
                                            </p:txEl>
                                          </p:spTgt>
                                        </p:tgtEl>
                                        <p:attrNameLst>
                                          <p:attrName>style.visibility</p:attrName>
                                        </p:attrNameLst>
                                      </p:cBhvr>
                                      <p:to>
                                        <p:strVal val="visible"/>
                                      </p:to>
                                    </p:set>
                                  </p:childTnLst>
                                </p:cTn>
                              </p:par>
                            </p:childTnLst>
                          </p:cTn>
                        </p:par>
                      </p:childTnLst>
                    </p:cTn>
                  </p:par>
                  <p:par>
                    <p:cTn id="1311" fill="hold">
                      <p:stCondLst>
                        <p:cond delay="indefinite"/>
                      </p:stCondLst>
                      <p:childTnLst>
                        <p:par>
                          <p:cTn id="1312" fill="hold">
                            <p:stCondLst>
                              <p:cond delay="0"/>
                            </p:stCondLst>
                            <p:childTnLst>
                              <p:par>
                                <p:cTn id="1313" presetID="1" presetClass="entr" presetSubtype="0" fill="hold" nodeType="clickEffect">
                                  <p:stCondLst>
                                    <p:cond delay="0"/>
                                  </p:stCondLst>
                                  <p:childTnLst>
                                    <p:set>
                                      <p:cBhvr>
                                        <p:cTn id="1314" dur="1" fill="hold">
                                          <p:stCondLst>
                                            <p:cond delay="0"/>
                                          </p:stCondLst>
                                        </p:cTn>
                                        <p:tgtEl>
                                          <p:spTgt spid="123">
                                            <p:txEl>
                                              <p:pRg st="3" end="3"/>
                                            </p:txEl>
                                          </p:spTgt>
                                        </p:tgtEl>
                                        <p:attrNameLst>
                                          <p:attrName>style.visibility</p:attrName>
                                        </p:attrNameLst>
                                      </p:cBhvr>
                                      <p:to>
                                        <p:strVal val="visible"/>
                                      </p:to>
                                    </p:set>
                                  </p:childTnLst>
                                </p:cTn>
                              </p:par>
                            </p:childTnLst>
                          </p:cTn>
                        </p:par>
                      </p:childTnLst>
                    </p:cTn>
                  </p:par>
                  <p:par>
                    <p:cTn id="1315" fill="hold">
                      <p:stCondLst>
                        <p:cond delay="indefinite"/>
                      </p:stCondLst>
                      <p:childTnLst>
                        <p:par>
                          <p:cTn id="1316" fill="hold">
                            <p:stCondLst>
                              <p:cond delay="0"/>
                            </p:stCondLst>
                            <p:childTnLst>
                              <p:par>
                                <p:cTn id="1317" presetID="1" presetClass="entr" presetSubtype="0" fill="hold" nodeType="clickEffect">
                                  <p:stCondLst>
                                    <p:cond delay="0"/>
                                  </p:stCondLst>
                                  <p:childTnLst>
                                    <p:set>
                                      <p:cBhvr>
                                        <p:cTn id="1318" dur="1" fill="hold">
                                          <p:stCondLst>
                                            <p:cond delay="0"/>
                                          </p:stCondLst>
                                        </p:cTn>
                                        <p:tgtEl>
                                          <p:spTgt spid="123">
                                            <p:txEl>
                                              <p:pRg st="4" end="4"/>
                                            </p:txEl>
                                          </p:spTgt>
                                        </p:tgtEl>
                                        <p:attrNameLst>
                                          <p:attrName>style.visibility</p:attrName>
                                        </p:attrNameLst>
                                      </p:cBhvr>
                                      <p:to>
                                        <p:strVal val="visible"/>
                                      </p:to>
                                    </p:set>
                                  </p:childTnLst>
                                </p:cTn>
                              </p:par>
                            </p:childTnLst>
                          </p:cTn>
                        </p:par>
                      </p:childTnLst>
                    </p:cTn>
                  </p:par>
                  <p:par>
                    <p:cTn id="1319" fill="hold">
                      <p:stCondLst>
                        <p:cond delay="indefinite"/>
                      </p:stCondLst>
                      <p:childTnLst>
                        <p:par>
                          <p:cTn id="1320" fill="hold">
                            <p:stCondLst>
                              <p:cond delay="0"/>
                            </p:stCondLst>
                            <p:childTnLst>
                              <p:par>
                                <p:cTn id="1321" presetID="1" presetClass="entr" presetSubtype="0" fill="hold" nodeType="clickEffect">
                                  <p:stCondLst>
                                    <p:cond delay="0"/>
                                  </p:stCondLst>
                                  <p:childTnLst>
                                    <p:set>
                                      <p:cBhvr>
                                        <p:cTn id="1322" dur="1" fill="hold">
                                          <p:stCondLst>
                                            <p:cond delay="0"/>
                                          </p:stCondLst>
                                        </p:cTn>
                                        <p:tgtEl>
                                          <p:spTgt spid="123">
                                            <p:txEl>
                                              <p:pRg st="5" end="5"/>
                                            </p:txEl>
                                          </p:spTgt>
                                        </p:tgtEl>
                                        <p:attrNameLst>
                                          <p:attrName>style.visibility</p:attrName>
                                        </p:attrNameLst>
                                      </p:cBhvr>
                                      <p:to>
                                        <p:strVal val="visible"/>
                                      </p:to>
                                    </p:set>
                                  </p:childTnLst>
                                </p:cTn>
                              </p:par>
                            </p:childTnLst>
                          </p:cTn>
                        </p:par>
                      </p:childTnLst>
                    </p:cTn>
                  </p:par>
                  <p:par>
                    <p:cTn id="1323" fill="hold">
                      <p:stCondLst>
                        <p:cond delay="indefinite"/>
                      </p:stCondLst>
                      <p:childTnLst>
                        <p:par>
                          <p:cTn id="1324" fill="hold">
                            <p:stCondLst>
                              <p:cond delay="0"/>
                            </p:stCondLst>
                            <p:childTnLst>
                              <p:par>
                                <p:cTn id="1325" presetID="1" presetClass="entr" presetSubtype="0" fill="hold" nodeType="clickEffect">
                                  <p:stCondLst>
                                    <p:cond delay="0"/>
                                  </p:stCondLst>
                                  <p:childTnLst>
                                    <p:set>
                                      <p:cBhvr>
                                        <p:cTn id="1326" dur="1" fill="hold">
                                          <p:stCondLst>
                                            <p:cond delay="0"/>
                                          </p:stCondLst>
                                        </p:cTn>
                                        <p:tgtEl>
                                          <p:spTgt spid="123">
                                            <p:txEl>
                                              <p:pRg st="6" end="6"/>
                                            </p:txEl>
                                          </p:spTgt>
                                        </p:tgtEl>
                                        <p:attrNameLst>
                                          <p:attrName>style.visibility</p:attrName>
                                        </p:attrNameLst>
                                      </p:cBhvr>
                                      <p:to>
                                        <p:strVal val="visible"/>
                                      </p:to>
                                    </p:set>
                                  </p:childTnLst>
                                </p:cTn>
                              </p:par>
                            </p:childTnLst>
                          </p:cTn>
                        </p:par>
                      </p:childTnLst>
                    </p:cTn>
                  </p:par>
                  <p:par>
                    <p:cTn id="1327" fill="hold">
                      <p:stCondLst>
                        <p:cond delay="indefinite"/>
                      </p:stCondLst>
                      <p:childTnLst>
                        <p:par>
                          <p:cTn id="1328" fill="hold">
                            <p:stCondLst>
                              <p:cond delay="0"/>
                            </p:stCondLst>
                            <p:childTnLst>
                              <p:par>
                                <p:cTn id="1329" presetID="1" presetClass="entr" presetSubtype="0" fill="hold" nodeType="clickEffect">
                                  <p:stCondLst>
                                    <p:cond delay="0"/>
                                  </p:stCondLst>
                                  <p:childTnLst>
                                    <p:set>
                                      <p:cBhvr>
                                        <p:cTn id="1330" dur="1" fill="hold">
                                          <p:stCondLst>
                                            <p:cond delay="0"/>
                                          </p:stCondLst>
                                        </p:cTn>
                                        <p:tgtEl>
                                          <p:spTgt spid="123">
                                            <p:txEl>
                                              <p:pRg st="7" end="7"/>
                                            </p:txEl>
                                          </p:spTgt>
                                        </p:tgtEl>
                                        <p:attrNameLst>
                                          <p:attrName>style.visibility</p:attrName>
                                        </p:attrNameLst>
                                      </p:cBhvr>
                                      <p:to>
                                        <p:strVal val="visible"/>
                                      </p:to>
                                    </p:set>
                                  </p:childTnLst>
                                </p:cTn>
                              </p:par>
                            </p:childTnLst>
                          </p:cTn>
                        </p:par>
                      </p:childTnLst>
                    </p:cTn>
                  </p:par>
                  <p:par>
                    <p:cTn id="1331" fill="hold">
                      <p:stCondLst>
                        <p:cond delay="indefinite"/>
                      </p:stCondLst>
                      <p:childTnLst>
                        <p:par>
                          <p:cTn id="1332" fill="hold">
                            <p:stCondLst>
                              <p:cond delay="0"/>
                            </p:stCondLst>
                            <p:childTnLst>
                              <p:par>
                                <p:cTn id="1333" presetID="1" presetClass="entr" presetSubtype="0" fill="hold" nodeType="clickEffect">
                                  <p:stCondLst>
                                    <p:cond delay="0"/>
                                  </p:stCondLst>
                                  <p:childTnLst>
                                    <p:set>
                                      <p:cBhvr>
                                        <p:cTn id="1334" dur="1" fill="hold">
                                          <p:stCondLst>
                                            <p:cond delay="0"/>
                                          </p:stCondLst>
                                        </p:cTn>
                                        <p:tgtEl>
                                          <p:spTgt spid="123">
                                            <p:txEl>
                                              <p:pRg st="8" end="8"/>
                                            </p:txEl>
                                          </p:spTgt>
                                        </p:tgtEl>
                                        <p:attrNameLst>
                                          <p:attrName>style.visibility</p:attrName>
                                        </p:attrNameLst>
                                      </p:cBhvr>
                                      <p:to>
                                        <p:strVal val="visible"/>
                                      </p:to>
                                    </p:set>
                                  </p:childTnLst>
                                </p:cTn>
                              </p:par>
                            </p:childTnLst>
                          </p:cTn>
                        </p:par>
                      </p:childTnLst>
                    </p:cTn>
                  </p:par>
                  <p:par>
                    <p:cTn id="1335" fill="hold">
                      <p:stCondLst>
                        <p:cond delay="indefinite"/>
                      </p:stCondLst>
                      <p:childTnLst>
                        <p:par>
                          <p:cTn id="1336" fill="hold">
                            <p:stCondLst>
                              <p:cond delay="0"/>
                            </p:stCondLst>
                            <p:childTnLst>
                              <p:par>
                                <p:cTn id="1337" presetID="1" presetClass="entr" presetSubtype="0" fill="hold" nodeType="clickEffect">
                                  <p:stCondLst>
                                    <p:cond delay="0"/>
                                  </p:stCondLst>
                                  <p:childTnLst>
                                    <p:set>
                                      <p:cBhvr>
                                        <p:cTn id="1338" dur="1" fill="hold">
                                          <p:stCondLst>
                                            <p:cond delay="0"/>
                                          </p:stCondLst>
                                        </p:cTn>
                                        <p:tgtEl>
                                          <p:spTgt spid="124">
                                            <p:txEl>
                                              <p:pRg st="0" end="0"/>
                                            </p:txEl>
                                          </p:spTgt>
                                        </p:tgtEl>
                                        <p:attrNameLst>
                                          <p:attrName>style.visibility</p:attrName>
                                        </p:attrNameLst>
                                      </p:cBhvr>
                                      <p:to>
                                        <p:strVal val="visible"/>
                                      </p:to>
                                    </p:set>
                                  </p:childTnLst>
                                </p:cTn>
                              </p:par>
                            </p:childTnLst>
                          </p:cTn>
                        </p:par>
                      </p:childTnLst>
                    </p:cTn>
                  </p:par>
                  <p:par>
                    <p:cTn id="1339" fill="hold">
                      <p:stCondLst>
                        <p:cond delay="indefinite"/>
                      </p:stCondLst>
                      <p:childTnLst>
                        <p:par>
                          <p:cTn id="1340" fill="hold">
                            <p:stCondLst>
                              <p:cond delay="0"/>
                            </p:stCondLst>
                            <p:childTnLst>
                              <p:par>
                                <p:cTn id="1341" presetID="1" presetClass="entr" presetSubtype="0" fill="hold" nodeType="clickEffect">
                                  <p:stCondLst>
                                    <p:cond delay="0"/>
                                  </p:stCondLst>
                                  <p:childTnLst>
                                    <p:set>
                                      <p:cBhvr>
                                        <p:cTn id="1342" dur="1" fill="hold">
                                          <p:stCondLst>
                                            <p:cond delay="0"/>
                                          </p:stCondLst>
                                        </p:cTn>
                                        <p:tgtEl>
                                          <p:spTgt spid="124">
                                            <p:txEl>
                                              <p:pRg st="1" end="1"/>
                                            </p:txEl>
                                          </p:spTgt>
                                        </p:tgtEl>
                                        <p:attrNameLst>
                                          <p:attrName>style.visibility</p:attrName>
                                        </p:attrNameLst>
                                      </p:cBhvr>
                                      <p:to>
                                        <p:strVal val="visible"/>
                                      </p:to>
                                    </p:set>
                                  </p:childTnLst>
                                </p:cTn>
                              </p:par>
                            </p:childTnLst>
                          </p:cTn>
                        </p:par>
                      </p:childTnLst>
                    </p:cTn>
                  </p:par>
                  <p:par>
                    <p:cTn id="1343" fill="hold">
                      <p:stCondLst>
                        <p:cond delay="indefinite"/>
                      </p:stCondLst>
                      <p:childTnLst>
                        <p:par>
                          <p:cTn id="1344" fill="hold">
                            <p:stCondLst>
                              <p:cond delay="0"/>
                            </p:stCondLst>
                            <p:childTnLst>
                              <p:par>
                                <p:cTn id="1345" presetID="1" presetClass="entr" presetSubtype="0" fill="hold" nodeType="clickEffect">
                                  <p:stCondLst>
                                    <p:cond delay="0"/>
                                  </p:stCondLst>
                                  <p:childTnLst>
                                    <p:set>
                                      <p:cBhvr>
                                        <p:cTn id="1346" dur="1" fill="hold">
                                          <p:stCondLst>
                                            <p:cond delay="0"/>
                                          </p:stCondLst>
                                        </p:cTn>
                                        <p:tgtEl>
                                          <p:spTgt spid="124">
                                            <p:txEl>
                                              <p:pRg st="2" end="2"/>
                                            </p:txEl>
                                          </p:spTgt>
                                        </p:tgtEl>
                                        <p:attrNameLst>
                                          <p:attrName>style.visibility</p:attrName>
                                        </p:attrNameLst>
                                      </p:cBhvr>
                                      <p:to>
                                        <p:strVal val="visible"/>
                                      </p:to>
                                    </p:set>
                                  </p:childTnLst>
                                </p:cTn>
                              </p:par>
                            </p:childTnLst>
                          </p:cTn>
                        </p:par>
                      </p:childTnLst>
                    </p:cTn>
                  </p:par>
                  <p:par>
                    <p:cTn id="1347" fill="hold">
                      <p:stCondLst>
                        <p:cond delay="indefinite"/>
                      </p:stCondLst>
                      <p:childTnLst>
                        <p:par>
                          <p:cTn id="1348" fill="hold">
                            <p:stCondLst>
                              <p:cond delay="0"/>
                            </p:stCondLst>
                            <p:childTnLst>
                              <p:par>
                                <p:cTn id="1349" presetID="1" presetClass="entr" presetSubtype="0" fill="hold" nodeType="clickEffect">
                                  <p:stCondLst>
                                    <p:cond delay="0"/>
                                  </p:stCondLst>
                                  <p:childTnLst>
                                    <p:set>
                                      <p:cBhvr>
                                        <p:cTn id="1350" dur="1" fill="hold">
                                          <p:stCondLst>
                                            <p:cond delay="0"/>
                                          </p:stCondLst>
                                        </p:cTn>
                                        <p:tgtEl>
                                          <p:spTgt spid="124">
                                            <p:txEl>
                                              <p:pRg st="3" end="3"/>
                                            </p:txEl>
                                          </p:spTgt>
                                        </p:tgtEl>
                                        <p:attrNameLst>
                                          <p:attrName>style.visibility</p:attrName>
                                        </p:attrNameLst>
                                      </p:cBhvr>
                                      <p:to>
                                        <p:strVal val="visible"/>
                                      </p:to>
                                    </p:set>
                                  </p:childTnLst>
                                </p:cTn>
                              </p:par>
                            </p:childTnLst>
                          </p:cTn>
                        </p:par>
                      </p:childTnLst>
                    </p:cTn>
                  </p:par>
                  <p:par>
                    <p:cTn id="1351" fill="hold">
                      <p:stCondLst>
                        <p:cond delay="indefinite"/>
                      </p:stCondLst>
                      <p:childTnLst>
                        <p:par>
                          <p:cTn id="1352" fill="hold">
                            <p:stCondLst>
                              <p:cond delay="0"/>
                            </p:stCondLst>
                            <p:childTnLst>
                              <p:par>
                                <p:cTn id="1353" presetID="1" presetClass="entr" presetSubtype="0" fill="hold" nodeType="clickEffect">
                                  <p:stCondLst>
                                    <p:cond delay="0"/>
                                  </p:stCondLst>
                                  <p:childTnLst>
                                    <p:set>
                                      <p:cBhvr>
                                        <p:cTn id="1354" dur="1" fill="hold">
                                          <p:stCondLst>
                                            <p:cond delay="0"/>
                                          </p:stCondLst>
                                        </p:cTn>
                                        <p:tgtEl>
                                          <p:spTgt spid="124">
                                            <p:txEl>
                                              <p:pRg st="4" end="4"/>
                                            </p:txEl>
                                          </p:spTgt>
                                        </p:tgtEl>
                                        <p:attrNameLst>
                                          <p:attrName>style.visibility</p:attrName>
                                        </p:attrNameLst>
                                      </p:cBhvr>
                                      <p:to>
                                        <p:strVal val="visible"/>
                                      </p:to>
                                    </p:set>
                                  </p:childTnLst>
                                </p:cTn>
                              </p:par>
                            </p:childTnLst>
                          </p:cTn>
                        </p:par>
                      </p:childTnLst>
                    </p:cTn>
                  </p:par>
                  <p:par>
                    <p:cTn id="1355" fill="hold">
                      <p:stCondLst>
                        <p:cond delay="indefinite"/>
                      </p:stCondLst>
                      <p:childTnLst>
                        <p:par>
                          <p:cTn id="1356" fill="hold">
                            <p:stCondLst>
                              <p:cond delay="0"/>
                            </p:stCondLst>
                            <p:childTnLst>
                              <p:par>
                                <p:cTn id="1357" presetID="1" presetClass="entr" presetSubtype="0" fill="hold" nodeType="clickEffect">
                                  <p:stCondLst>
                                    <p:cond delay="0"/>
                                  </p:stCondLst>
                                  <p:childTnLst>
                                    <p:set>
                                      <p:cBhvr>
                                        <p:cTn id="1358" dur="1" fill="hold">
                                          <p:stCondLst>
                                            <p:cond delay="0"/>
                                          </p:stCondLst>
                                        </p:cTn>
                                        <p:tgtEl>
                                          <p:spTgt spid="124">
                                            <p:txEl>
                                              <p:pRg st="5" end="5"/>
                                            </p:txEl>
                                          </p:spTgt>
                                        </p:tgtEl>
                                        <p:attrNameLst>
                                          <p:attrName>style.visibility</p:attrName>
                                        </p:attrNameLst>
                                      </p:cBhvr>
                                      <p:to>
                                        <p:strVal val="visible"/>
                                      </p:to>
                                    </p:set>
                                  </p:childTnLst>
                                </p:cTn>
                              </p:par>
                            </p:childTnLst>
                          </p:cTn>
                        </p:par>
                      </p:childTnLst>
                    </p:cTn>
                  </p:par>
                  <p:par>
                    <p:cTn id="1359" fill="hold">
                      <p:stCondLst>
                        <p:cond delay="indefinite"/>
                      </p:stCondLst>
                      <p:childTnLst>
                        <p:par>
                          <p:cTn id="1360" fill="hold">
                            <p:stCondLst>
                              <p:cond delay="0"/>
                            </p:stCondLst>
                            <p:childTnLst>
                              <p:par>
                                <p:cTn id="1361" presetID="1" presetClass="entr" presetSubtype="0" fill="hold" nodeType="clickEffect">
                                  <p:stCondLst>
                                    <p:cond delay="0"/>
                                  </p:stCondLst>
                                  <p:childTnLst>
                                    <p:set>
                                      <p:cBhvr>
                                        <p:cTn id="1362" dur="1" fill="hold">
                                          <p:stCondLst>
                                            <p:cond delay="0"/>
                                          </p:stCondLst>
                                        </p:cTn>
                                        <p:tgtEl>
                                          <p:spTgt spid="124">
                                            <p:txEl>
                                              <p:pRg st="6" end="6"/>
                                            </p:txEl>
                                          </p:spTgt>
                                        </p:tgtEl>
                                        <p:attrNameLst>
                                          <p:attrName>style.visibility</p:attrName>
                                        </p:attrNameLst>
                                      </p:cBhvr>
                                      <p:to>
                                        <p:strVal val="visible"/>
                                      </p:to>
                                    </p:set>
                                  </p:childTnLst>
                                </p:cTn>
                              </p:par>
                            </p:childTnLst>
                          </p:cTn>
                        </p:par>
                      </p:childTnLst>
                    </p:cTn>
                  </p:par>
                  <p:par>
                    <p:cTn id="1363" fill="hold">
                      <p:stCondLst>
                        <p:cond delay="indefinite"/>
                      </p:stCondLst>
                      <p:childTnLst>
                        <p:par>
                          <p:cTn id="1364" fill="hold">
                            <p:stCondLst>
                              <p:cond delay="0"/>
                            </p:stCondLst>
                            <p:childTnLst>
                              <p:par>
                                <p:cTn id="1365" presetID="1" presetClass="entr" presetSubtype="0" fill="hold" nodeType="clickEffect">
                                  <p:stCondLst>
                                    <p:cond delay="0"/>
                                  </p:stCondLst>
                                  <p:childTnLst>
                                    <p:set>
                                      <p:cBhvr>
                                        <p:cTn id="1366" dur="1" fill="hold">
                                          <p:stCondLst>
                                            <p:cond delay="0"/>
                                          </p:stCondLst>
                                        </p:cTn>
                                        <p:tgtEl>
                                          <p:spTgt spid="124">
                                            <p:txEl>
                                              <p:pRg st="7" end="7"/>
                                            </p:txEl>
                                          </p:spTgt>
                                        </p:tgtEl>
                                        <p:attrNameLst>
                                          <p:attrName>style.visibility</p:attrName>
                                        </p:attrNameLst>
                                      </p:cBhvr>
                                      <p:to>
                                        <p:strVal val="visible"/>
                                      </p:to>
                                    </p:set>
                                  </p:childTnLst>
                                </p:cTn>
                              </p:par>
                            </p:childTnLst>
                          </p:cTn>
                        </p:par>
                      </p:childTnLst>
                    </p:cTn>
                  </p:par>
                  <p:par>
                    <p:cTn id="1367" fill="hold">
                      <p:stCondLst>
                        <p:cond delay="indefinite"/>
                      </p:stCondLst>
                      <p:childTnLst>
                        <p:par>
                          <p:cTn id="1368" fill="hold">
                            <p:stCondLst>
                              <p:cond delay="0"/>
                            </p:stCondLst>
                            <p:childTnLst>
                              <p:par>
                                <p:cTn id="1369" presetID="1" presetClass="entr" presetSubtype="0" fill="hold" nodeType="clickEffect">
                                  <p:stCondLst>
                                    <p:cond delay="0"/>
                                  </p:stCondLst>
                                  <p:childTnLst>
                                    <p:set>
                                      <p:cBhvr>
                                        <p:cTn id="1370" dur="1" fill="hold">
                                          <p:stCondLst>
                                            <p:cond delay="0"/>
                                          </p:stCondLst>
                                        </p:cTn>
                                        <p:tgtEl>
                                          <p:spTgt spid="124">
                                            <p:txEl>
                                              <p:pRg st="8" end="8"/>
                                            </p:txEl>
                                          </p:spTgt>
                                        </p:tgtEl>
                                        <p:attrNameLst>
                                          <p:attrName>style.visibility</p:attrName>
                                        </p:attrNameLst>
                                      </p:cBhvr>
                                      <p:to>
                                        <p:strVal val="visible"/>
                                      </p:to>
                                    </p:set>
                                  </p:childTnLst>
                                </p:cTn>
                              </p:par>
                            </p:childTnLst>
                          </p:cTn>
                        </p:par>
                      </p:childTnLst>
                    </p:cTn>
                  </p:par>
                  <p:par>
                    <p:cTn id="1371" fill="hold">
                      <p:stCondLst>
                        <p:cond delay="indefinite"/>
                      </p:stCondLst>
                      <p:childTnLst>
                        <p:par>
                          <p:cTn id="1372" fill="hold">
                            <p:stCondLst>
                              <p:cond delay="0"/>
                            </p:stCondLst>
                            <p:childTnLst>
                              <p:par>
                                <p:cTn id="1373" presetID="1" presetClass="entr" presetSubtype="0" fill="hold" nodeType="clickEffect">
                                  <p:stCondLst>
                                    <p:cond delay="0"/>
                                  </p:stCondLst>
                                  <p:childTnLst>
                                    <p:set>
                                      <p:cBhvr>
                                        <p:cTn id="1374" dur="1" fill="hold">
                                          <p:stCondLst>
                                            <p:cond delay="0"/>
                                          </p:stCondLst>
                                        </p:cTn>
                                        <p:tgtEl>
                                          <p:spTgt spid="125">
                                            <p:txEl>
                                              <p:pRg st="0" end="0"/>
                                            </p:txEl>
                                          </p:spTgt>
                                        </p:tgtEl>
                                        <p:attrNameLst>
                                          <p:attrName>style.visibility</p:attrName>
                                        </p:attrNameLst>
                                      </p:cBhvr>
                                      <p:to>
                                        <p:strVal val="visible"/>
                                      </p:to>
                                    </p:set>
                                  </p:childTnLst>
                                </p:cTn>
                              </p:par>
                            </p:childTnLst>
                          </p:cTn>
                        </p:par>
                      </p:childTnLst>
                    </p:cTn>
                  </p:par>
                  <p:par>
                    <p:cTn id="1375" fill="hold">
                      <p:stCondLst>
                        <p:cond delay="indefinite"/>
                      </p:stCondLst>
                      <p:childTnLst>
                        <p:par>
                          <p:cTn id="1376" fill="hold">
                            <p:stCondLst>
                              <p:cond delay="0"/>
                            </p:stCondLst>
                            <p:childTnLst>
                              <p:par>
                                <p:cTn id="1377" presetID="1" presetClass="entr" presetSubtype="0" fill="hold" nodeType="clickEffect">
                                  <p:stCondLst>
                                    <p:cond delay="0"/>
                                  </p:stCondLst>
                                  <p:childTnLst>
                                    <p:set>
                                      <p:cBhvr>
                                        <p:cTn id="1378" dur="1" fill="hold">
                                          <p:stCondLst>
                                            <p:cond delay="0"/>
                                          </p:stCondLst>
                                        </p:cTn>
                                        <p:tgtEl>
                                          <p:spTgt spid="125">
                                            <p:txEl>
                                              <p:pRg st="1" end="1"/>
                                            </p:txEl>
                                          </p:spTgt>
                                        </p:tgtEl>
                                        <p:attrNameLst>
                                          <p:attrName>style.visibility</p:attrName>
                                        </p:attrNameLst>
                                      </p:cBhvr>
                                      <p:to>
                                        <p:strVal val="visible"/>
                                      </p:to>
                                    </p:set>
                                  </p:childTnLst>
                                </p:cTn>
                              </p:par>
                            </p:childTnLst>
                          </p:cTn>
                        </p:par>
                      </p:childTnLst>
                    </p:cTn>
                  </p:par>
                  <p:par>
                    <p:cTn id="1379" fill="hold">
                      <p:stCondLst>
                        <p:cond delay="indefinite"/>
                      </p:stCondLst>
                      <p:childTnLst>
                        <p:par>
                          <p:cTn id="1380" fill="hold">
                            <p:stCondLst>
                              <p:cond delay="0"/>
                            </p:stCondLst>
                            <p:childTnLst>
                              <p:par>
                                <p:cTn id="1381" presetID="1" presetClass="entr" presetSubtype="0" fill="hold" nodeType="clickEffect">
                                  <p:stCondLst>
                                    <p:cond delay="0"/>
                                  </p:stCondLst>
                                  <p:childTnLst>
                                    <p:set>
                                      <p:cBhvr>
                                        <p:cTn id="1382" dur="1" fill="hold">
                                          <p:stCondLst>
                                            <p:cond delay="0"/>
                                          </p:stCondLst>
                                        </p:cTn>
                                        <p:tgtEl>
                                          <p:spTgt spid="125">
                                            <p:txEl>
                                              <p:pRg st="2" end="2"/>
                                            </p:txEl>
                                          </p:spTgt>
                                        </p:tgtEl>
                                        <p:attrNameLst>
                                          <p:attrName>style.visibility</p:attrName>
                                        </p:attrNameLst>
                                      </p:cBhvr>
                                      <p:to>
                                        <p:strVal val="visible"/>
                                      </p:to>
                                    </p:set>
                                  </p:childTnLst>
                                </p:cTn>
                              </p:par>
                            </p:childTnLst>
                          </p:cTn>
                        </p:par>
                      </p:childTnLst>
                    </p:cTn>
                  </p:par>
                  <p:par>
                    <p:cTn id="1383" fill="hold">
                      <p:stCondLst>
                        <p:cond delay="indefinite"/>
                      </p:stCondLst>
                      <p:childTnLst>
                        <p:par>
                          <p:cTn id="1384" fill="hold">
                            <p:stCondLst>
                              <p:cond delay="0"/>
                            </p:stCondLst>
                            <p:childTnLst>
                              <p:par>
                                <p:cTn id="1385" presetID="1" presetClass="entr" presetSubtype="0" fill="hold" nodeType="clickEffect">
                                  <p:stCondLst>
                                    <p:cond delay="0"/>
                                  </p:stCondLst>
                                  <p:childTnLst>
                                    <p:set>
                                      <p:cBhvr>
                                        <p:cTn id="1386" dur="1" fill="hold">
                                          <p:stCondLst>
                                            <p:cond delay="0"/>
                                          </p:stCondLst>
                                        </p:cTn>
                                        <p:tgtEl>
                                          <p:spTgt spid="125">
                                            <p:txEl>
                                              <p:pRg st="3" end="3"/>
                                            </p:txEl>
                                          </p:spTgt>
                                        </p:tgtEl>
                                        <p:attrNameLst>
                                          <p:attrName>style.visibility</p:attrName>
                                        </p:attrNameLst>
                                      </p:cBhvr>
                                      <p:to>
                                        <p:strVal val="visible"/>
                                      </p:to>
                                    </p:set>
                                  </p:childTnLst>
                                </p:cTn>
                              </p:par>
                            </p:childTnLst>
                          </p:cTn>
                        </p:par>
                      </p:childTnLst>
                    </p:cTn>
                  </p:par>
                  <p:par>
                    <p:cTn id="1387" fill="hold">
                      <p:stCondLst>
                        <p:cond delay="indefinite"/>
                      </p:stCondLst>
                      <p:childTnLst>
                        <p:par>
                          <p:cTn id="1388" fill="hold">
                            <p:stCondLst>
                              <p:cond delay="0"/>
                            </p:stCondLst>
                            <p:childTnLst>
                              <p:par>
                                <p:cTn id="1389" presetID="1" presetClass="entr" presetSubtype="0" fill="hold" nodeType="clickEffect">
                                  <p:stCondLst>
                                    <p:cond delay="0"/>
                                  </p:stCondLst>
                                  <p:childTnLst>
                                    <p:set>
                                      <p:cBhvr>
                                        <p:cTn id="1390" dur="1" fill="hold">
                                          <p:stCondLst>
                                            <p:cond delay="0"/>
                                          </p:stCondLst>
                                        </p:cTn>
                                        <p:tgtEl>
                                          <p:spTgt spid="125">
                                            <p:txEl>
                                              <p:pRg st="4" end="4"/>
                                            </p:txEl>
                                          </p:spTgt>
                                        </p:tgtEl>
                                        <p:attrNameLst>
                                          <p:attrName>style.visibility</p:attrName>
                                        </p:attrNameLst>
                                      </p:cBhvr>
                                      <p:to>
                                        <p:strVal val="visible"/>
                                      </p:to>
                                    </p:set>
                                  </p:childTnLst>
                                </p:cTn>
                              </p:par>
                            </p:childTnLst>
                          </p:cTn>
                        </p:par>
                      </p:childTnLst>
                    </p:cTn>
                  </p:par>
                  <p:par>
                    <p:cTn id="1391" fill="hold">
                      <p:stCondLst>
                        <p:cond delay="indefinite"/>
                      </p:stCondLst>
                      <p:childTnLst>
                        <p:par>
                          <p:cTn id="1392" fill="hold">
                            <p:stCondLst>
                              <p:cond delay="0"/>
                            </p:stCondLst>
                            <p:childTnLst>
                              <p:par>
                                <p:cTn id="1393" presetID="1" presetClass="entr" presetSubtype="0" fill="hold" nodeType="clickEffect">
                                  <p:stCondLst>
                                    <p:cond delay="0"/>
                                  </p:stCondLst>
                                  <p:childTnLst>
                                    <p:set>
                                      <p:cBhvr>
                                        <p:cTn id="1394" dur="1" fill="hold">
                                          <p:stCondLst>
                                            <p:cond delay="0"/>
                                          </p:stCondLst>
                                        </p:cTn>
                                        <p:tgtEl>
                                          <p:spTgt spid="125">
                                            <p:txEl>
                                              <p:pRg st="5" end="5"/>
                                            </p:txEl>
                                          </p:spTgt>
                                        </p:tgtEl>
                                        <p:attrNameLst>
                                          <p:attrName>style.visibility</p:attrName>
                                        </p:attrNameLst>
                                      </p:cBhvr>
                                      <p:to>
                                        <p:strVal val="visible"/>
                                      </p:to>
                                    </p:set>
                                  </p:childTnLst>
                                </p:cTn>
                              </p:par>
                            </p:childTnLst>
                          </p:cTn>
                        </p:par>
                      </p:childTnLst>
                    </p:cTn>
                  </p:par>
                  <p:par>
                    <p:cTn id="1395" fill="hold">
                      <p:stCondLst>
                        <p:cond delay="indefinite"/>
                      </p:stCondLst>
                      <p:childTnLst>
                        <p:par>
                          <p:cTn id="1396" fill="hold">
                            <p:stCondLst>
                              <p:cond delay="0"/>
                            </p:stCondLst>
                            <p:childTnLst>
                              <p:par>
                                <p:cTn id="1397" presetID="1" presetClass="entr" presetSubtype="0" fill="hold" nodeType="clickEffect">
                                  <p:stCondLst>
                                    <p:cond delay="0"/>
                                  </p:stCondLst>
                                  <p:childTnLst>
                                    <p:set>
                                      <p:cBhvr>
                                        <p:cTn id="1398" dur="1" fill="hold">
                                          <p:stCondLst>
                                            <p:cond delay="0"/>
                                          </p:stCondLst>
                                        </p:cTn>
                                        <p:tgtEl>
                                          <p:spTgt spid="125">
                                            <p:txEl>
                                              <p:pRg st="6" end="6"/>
                                            </p:txEl>
                                          </p:spTgt>
                                        </p:tgtEl>
                                        <p:attrNameLst>
                                          <p:attrName>style.visibility</p:attrName>
                                        </p:attrNameLst>
                                      </p:cBhvr>
                                      <p:to>
                                        <p:strVal val="visible"/>
                                      </p:to>
                                    </p:set>
                                  </p:childTnLst>
                                </p:cTn>
                              </p:par>
                            </p:childTnLst>
                          </p:cTn>
                        </p:par>
                      </p:childTnLst>
                    </p:cTn>
                  </p:par>
                  <p:par>
                    <p:cTn id="1399" fill="hold">
                      <p:stCondLst>
                        <p:cond delay="indefinite"/>
                      </p:stCondLst>
                      <p:childTnLst>
                        <p:par>
                          <p:cTn id="1400" fill="hold">
                            <p:stCondLst>
                              <p:cond delay="0"/>
                            </p:stCondLst>
                            <p:childTnLst>
                              <p:par>
                                <p:cTn id="1401" presetID="1" presetClass="entr" presetSubtype="0" fill="hold" nodeType="clickEffect">
                                  <p:stCondLst>
                                    <p:cond delay="0"/>
                                  </p:stCondLst>
                                  <p:childTnLst>
                                    <p:set>
                                      <p:cBhvr>
                                        <p:cTn id="1402" dur="1" fill="hold">
                                          <p:stCondLst>
                                            <p:cond delay="0"/>
                                          </p:stCondLst>
                                        </p:cTn>
                                        <p:tgtEl>
                                          <p:spTgt spid="125">
                                            <p:txEl>
                                              <p:pRg st="7" end="7"/>
                                            </p:txEl>
                                          </p:spTgt>
                                        </p:tgtEl>
                                        <p:attrNameLst>
                                          <p:attrName>style.visibility</p:attrName>
                                        </p:attrNameLst>
                                      </p:cBhvr>
                                      <p:to>
                                        <p:strVal val="visible"/>
                                      </p:to>
                                    </p:set>
                                  </p:childTnLst>
                                </p:cTn>
                              </p:par>
                            </p:childTnLst>
                          </p:cTn>
                        </p:par>
                      </p:childTnLst>
                    </p:cTn>
                  </p:par>
                  <p:par>
                    <p:cTn id="1403" fill="hold">
                      <p:stCondLst>
                        <p:cond delay="indefinite"/>
                      </p:stCondLst>
                      <p:childTnLst>
                        <p:par>
                          <p:cTn id="1404" fill="hold">
                            <p:stCondLst>
                              <p:cond delay="0"/>
                            </p:stCondLst>
                            <p:childTnLst>
                              <p:par>
                                <p:cTn id="1405" presetID="1" presetClass="entr" presetSubtype="0" fill="hold" nodeType="clickEffect">
                                  <p:stCondLst>
                                    <p:cond delay="0"/>
                                  </p:stCondLst>
                                  <p:childTnLst>
                                    <p:set>
                                      <p:cBhvr>
                                        <p:cTn id="1406" dur="1" fill="hold">
                                          <p:stCondLst>
                                            <p:cond delay="0"/>
                                          </p:stCondLst>
                                        </p:cTn>
                                        <p:tgtEl>
                                          <p:spTgt spid="125">
                                            <p:txEl>
                                              <p:pRg st="8" end="8"/>
                                            </p:txEl>
                                          </p:spTgt>
                                        </p:tgtEl>
                                        <p:attrNameLst>
                                          <p:attrName>style.visibility</p:attrName>
                                        </p:attrNameLst>
                                      </p:cBhvr>
                                      <p:to>
                                        <p:strVal val="visible"/>
                                      </p:to>
                                    </p:set>
                                  </p:childTnLst>
                                </p:cTn>
                              </p:par>
                            </p:childTnLst>
                          </p:cTn>
                        </p:par>
                      </p:childTnLst>
                    </p:cTn>
                  </p:par>
                  <p:par>
                    <p:cTn id="1407" fill="hold">
                      <p:stCondLst>
                        <p:cond delay="indefinite"/>
                      </p:stCondLst>
                      <p:childTnLst>
                        <p:par>
                          <p:cTn id="1408" fill="hold">
                            <p:stCondLst>
                              <p:cond delay="0"/>
                            </p:stCondLst>
                            <p:childTnLst>
                              <p:par>
                                <p:cTn id="1409" presetID="1" presetClass="entr" presetSubtype="0" fill="hold" nodeType="clickEffect">
                                  <p:stCondLst>
                                    <p:cond delay="0"/>
                                  </p:stCondLst>
                                  <p:childTnLst>
                                    <p:set>
                                      <p:cBhvr>
                                        <p:cTn id="1410" dur="1" fill="hold">
                                          <p:stCondLst>
                                            <p:cond delay="0"/>
                                          </p:stCondLst>
                                        </p:cTn>
                                        <p:tgtEl>
                                          <p:spTgt spid="126">
                                            <p:txEl>
                                              <p:pRg st="0" end="0"/>
                                            </p:txEl>
                                          </p:spTgt>
                                        </p:tgtEl>
                                        <p:attrNameLst>
                                          <p:attrName>style.visibility</p:attrName>
                                        </p:attrNameLst>
                                      </p:cBhvr>
                                      <p:to>
                                        <p:strVal val="visible"/>
                                      </p:to>
                                    </p:set>
                                  </p:childTnLst>
                                </p:cTn>
                              </p:par>
                            </p:childTnLst>
                          </p:cTn>
                        </p:par>
                      </p:childTnLst>
                    </p:cTn>
                  </p:par>
                  <p:par>
                    <p:cTn id="1411" fill="hold">
                      <p:stCondLst>
                        <p:cond delay="indefinite"/>
                      </p:stCondLst>
                      <p:childTnLst>
                        <p:par>
                          <p:cTn id="1412" fill="hold">
                            <p:stCondLst>
                              <p:cond delay="0"/>
                            </p:stCondLst>
                            <p:childTnLst>
                              <p:par>
                                <p:cTn id="1413" presetID="1" presetClass="entr" presetSubtype="0" fill="hold" nodeType="clickEffect">
                                  <p:stCondLst>
                                    <p:cond delay="0"/>
                                  </p:stCondLst>
                                  <p:childTnLst>
                                    <p:set>
                                      <p:cBhvr>
                                        <p:cTn id="1414" dur="1" fill="hold">
                                          <p:stCondLst>
                                            <p:cond delay="0"/>
                                          </p:stCondLst>
                                        </p:cTn>
                                        <p:tgtEl>
                                          <p:spTgt spid="126">
                                            <p:txEl>
                                              <p:pRg st="1" end="1"/>
                                            </p:txEl>
                                          </p:spTgt>
                                        </p:tgtEl>
                                        <p:attrNameLst>
                                          <p:attrName>style.visibility</p:attrName>
                                        </p:attrNameLst>
                                      </p:cBhvr>
                                      <p:to>
                                        <p:strVal val="visible"/>
                                      </p:to>
                                    </p:set>
                                  </p:childTnLst>
                                </p:cTn>
                              </p:par>
                            </p:childTnLst>
                          </p:cTn>
                        </p:par>
                      </p:childTnLst>
                    </p:cTn>
                  </p:par>
                  <p:par>
                    <p:cTn id="1415" fill="hold">
                      <p:stCondLst>
                        <p:cond delay="indefinite"/>
                      </p:stCondLst>
                      <p:childTnLst>
                        <p:par>
                          <p:cTn id="1416" fill="hold">
                            <p:stCondLst>
                              <p:cond delay="0"/>
                            </p:stCondLst>
                            <p:childTnLst>
                              <p:par>
                                <p:cTn id="1417" presetID="1" presetClass="entr" presetSubtype="0" fill="hold" nodeType="clickEffect">
                                  <p:stCondLst>
                                    <p:cond delay="0"/>
                                  </p:stCondLst>
                                  <p:childTnLst>
                                    <p:set>
                                      <p:cBhvr>
                                        <p:cTn id="1418" dur="1" fill="hold">
                                          <p:stCondLst>
                                            <p:cond delay="0"/>
                                          </p:stCondLst>
                                        </p:cTn>
                                        <p:tgtEl>
                                          <p:spTgt spid="126">
                                            <p:txEl>
                                              <p:pRg st="2" end="2"/>
                                            </p:txEl>
                                          </p:spTgt>
                                        </p:tgtEl>
                                        <p:attrNameLst>
                                          <p:attrName>style.visibility</p:attrName>
                                        </p:attrNameLst>
                                      </p:cBhvr>
                                      <p:to>
                                        <p:strVal val="visible"/>
                                      </p:to>
                                    </p:set>
                                  </p:childTnLst>
                                </p:cTn>
                              </p:par>
                            </p:childTnLst>
                          </p:cTn>
                        </p:par>
                      </p:childTnLst>
                    </p:cTn>
                  </p:par>
                  <p:par>
                    <p:cTn id="1419" fill="hold">
                      <p:stCondLst>
                        <p:cond delay="indefinite"/>
                      </p:stCondLst>
                      <p:childTnLst>
                        <p:par>
                          <p:cTn id="1420" fill="hold">
                            <p:stCondLst>
                              <p:cond delay="0"/>
                            </p:stCondLst>
                            <p:childTnLst>
                              <p:par>
                                <p:cTn id="1421" presetID="1" presetClass="entr" presetSubtype="0" fill="hold" nodeType="clickEffect">
                                  <p:stCondLst>
                                    <p:cond delay="0"/>
                                  </p:stCondLst>
                                  <p:childTnLst>
                                    <p:set>
                                      <p:cBhvr>
                                        <p:cTn id="1422" dur="1" fill="hold">
                                          <p:stCondLst>
                                            <p:cond delay="0"/>
                                          </p:stCondLst>
                                        </p:cTn>
                                        <p:tgtEl>
                                          <p:spTgt spid="126">
                                            <p:txEl>
                                              <p:pRg st="3" end="3"/>
                                            </p:txEl>
                                          </p:spTgt>
                                        </p:tgtEl>
                                        <p:attrNameLst>
                                          <p:attrName>style.visibility</p:attrName>
                                        </p:attrNameLst>
                                      </p:cBhvr>
                                      <p:to>
                                        <p:strVal val="visible"/>
                                      </p:to>
                                    </p:set>
                                  </p:childTnLst>
                                </p:cTn>
                              </p:par>
                            </p:childTnLst>
                          </p:cTn>
                        </p:par>
                      </p:childTnLst>
                    </p:cTn>
                  </p:par>
                  <p:par>
                    <p:cTn id="1423" fill="hold">
                      <p:stCondLst>
                        <p:cond delay="indefinite"/>
                      </p:stCondLst>
                      <p:childTnLst>
                        <p:par>
                          <p:cTn id="1424" fill="hold">
                            <p:stCondLst>
                              <p:cond delay="0"/>
                            </p:stCondLst>
                            <p:childTnLst>
                              <p:par>
                                <p:cTn id="1425" presetID="1" presetClass="entr" presetSubtype="0" fill="hold" nodeType="clickEffect">
                                  <p:stCondLst>
                                    <p:cond delay="0"/>
                                  </p:stCondLst>
                                  <p:childTnLst>
                                    <p:set>
                                      <p:cBhvr>
                                        <p:cTn id="1426" dur="1" fill="hold">
                                          <p:stCondLst>
                                            <p:cond delay="0"/>
                                          </p:stCondLst>
                                        </p:cTn>
                                        <p:tgtEl>
                                          <p:spTgt spid="126">
                                            <p:txEl>
                                              <p:pRg st="4" end="4"/>
                                            </p:txEl>
                                          </p:spTgt>
                                        </p:tgtEl>
                                        <p:attrNameLst>
                                          <p:attrName>style.visibility</p:attrName>
                                        </p:attrNameLst>
                                      </p:cBhvr>
                                      <p:to>
                                        <p:strVal val="visible"/>
                                      </p:to>
                                    </p:set>
                                  </p:childTnLst>
                                </p:cTn>
                              </p:par>
                            </p:childTnLst>
                          </p:cTn>
                        </p:par>
                      </p:childTnLst>
                    </p:cTn>
                  </p:par>
                  <p:par>
                    <p:cTn id="1427" fill="hold">
                      <p:stCondLst>
                        <p:cond delay="indefinite"/>
                      </p:stCondLst>
                      <p:childTnLst>
                        <p:par>
                          <p:cTn id="1428" fill="hold">
                            <p:stCondLst>
                              <p:cond delay="0"/>
                            </p:stCondLst>
                            <p:childTnLst>
                              <p:par>
                                <p:cTn id="1429" presetID="1" presetClass="entr" presetSubtype="0" fill="hold" nodeType="clickEffect">
                                  <p:stCondLst>
                                    <p:cond delay="0"/>
                                  </p:stCondLst>
                                  <p:childTnLst>
                                    <p:set>
                                      <p:cBhvr>
                                        <p:cTn id="1430" dur="1" fill="hold">
                                          <p:stCondLst>
                                            <p:cond delay="0"/>
                                          </p:stCondLst>
                                        </p:cTn>
                                        <p:tgtEl>
                                          <p:spTgt spid="126">
                                            <p:txEl>
                                              <p:pRg st="5" end="5"/>
                                            </p:txEl>
                                          </p:spTgt>
                                        </p:tgtEl>
                                        <p:attrNameLst>
                                          <p:attrName>style.visibility</p:attrName>
                                        </p:attrNameLst>
                                      </p:cBhvr>
                                      <p:to>
                                        <p:strVal val="visible"/>
                                      </p:to>
                                    </p:set>
                                  </p:childTnLst>
                                </p:cTn>
                              </p:par>
                            </p:childTnLst>
                          </p:cTn>
                        </p:par>
                      </p:childTnLst>
                    </p:cTn>
                  </p:par>
                  <p:par>
                    <p:cTn id="1431" fill="hold">
                      <p:stCondLst>
                        <p:cond delay="indefinite"/>
                      </p:stCondLst>
                      <p:childTnLst>
                        <p:par>
                          <p:cTn id="1432" fill="hold">
                            <p:stCondLst>
                              <p:cond delay="0"/>
                            </p:stCondLst>
                            <p:childTnLst>
                              <p:par>
                                <p:cTn id="1433" presetID="1" presetClass="entr" presetSubtype="0" fill="hold" nodeType="clickEffect">
                                  <p:stCondLst>
                                    <p:cond delay="0"/>
                                  </p:stCondLst>
                                  <p:childTnLst>
                                    <p:set>
                                      <p:cBhvr>
                                        <p:cTn id="1434" dur="1" fill="hold">
                                          <p:stCondLst>
                                            <p:cond delay="0"/>
                                          </p:stCondLst>
                                        </p:cTn>
                                        <p:tgtEl>
                                          <p:spTgt spid="126">
                                            <p:txEl>
                                              <p:pRg st="6" end="6"/>
                                            </p:txEl>
                                          </p:spTgt>
                                        </p:tgtEl>
                                        <p:attrNameLst>
                                          <p:attrName>style.visibility</p:attrName>
                                        </p:attrNameLst>
                                      </p:cBhvr>
                                      <p:to>
                                        <p:strVal val="visible"/>
                                      </p:to>
                                    </p:set>
                                  </p:childTnLst>
                                </p:cTn>
                              </p:par>
                            </p:childTnLst>
                          </p:cTn>
                        </p:par>
                      </p:childTnLst>
                    </p:cTn>
                  </p:par>
                  <p:par>
                    <p:cTn id="1435" fill="hold">
                      <p:stCondLst>
                        <p:cond delay="indefinite"/>
                      </p:stCondLst>
                      <p:childTnLst>
                        <p:par>
                          <p:cTn id="1436" fill="hold">
                            <p:stCondLst>
                              <p:cond delay="0"/>
                            </p:stCondLst>
                            <p:childTnLst>
                              <p:par>
                                <p:cTn id="1437" presetID="1" presetClass="entr" presetSubtype="0" fill="hold" nodeType="clickEffect">
                                  <p:stCondLst>
                                    <p:cond delay="0"/>
                                  </p:stCondLst>
                                  <p:childTnLst>
                                    <p:set>
                                      <p:cBhvr>
                                        <p:cTn id="1438" dur="1" fill="hold">
                                          <p:stCondLst>
                                            <p:cond delay="0"/>
                                          </p:stCondLst>
                                        </p:cTn>
                                        <p:tgtEl>
                                          <p:spTgt spid="126">
                                            <p:txEl>
                                              <p:pRg st="7" end="7"/>
                                            </p:txEl>
                                          </p:spTgt>
                                        </p:tgtEl>
                                        <p:attrNameLst>
                                          <p:attrName>style.visibility</p:attrName>
                                        </p:attrNameLst>
                                      </p:cBhvr>
                                      <p:to>
                                        <p:strVal val="visible"/>
                                      </p:to>
                                    </p:set>
                                  </p:childTnLst>
                                </p:cTn>
                              </p:par>
                            </p:childTnLst>
                          </p:cTn>
                        </p:par>
                      </p:childTnLst>
                    </p:cTn>
                  </p:par>
                  <p:par>
                    <p:cTn id="1439" fill="hold">
                      <p:stCondLst>
                        <p:cond delay="indefinite"/>
                      </p:stCondLst>
                      <p:childTnLst>
                        <p:par>
                          <p:cTn id="1440" fill="hold">
                            <p:stCondLst>
                              <p:cond delay="0"/>
                            </p:stCondLst>
                            <p:childTnLst>
                              <p:par>
                                <p:cTn id="1441" presetID="1" presetClass="entr" presetSubtype="0" fill="hold" nodeType="clickEffect">
                                  <p:stCondLst>
                                    <p:cond delay="0"/>
                                  </p:stCondLst>
                                  <p:childTnLst>
                                    <p:set>
                                      <p:cBhvr>
                                        <p:cTn id="1442" dur="1" fill="hold">
                                          <p:stCondLst>
                                            <p:cond delay="0"/>
                                          </p:stCondLst>
                                        </p:cTn>
                                        <p:tgtEl>
                                          <p:spTgt spid="126">
                                            <p:txEl>
                                              <p:pRg st="8" end="8"/>
                                            </p:txEl>
                                          </p:spTgt>
                                        </p:tgtEl>
                                        <p:attrNameLst>
                                          <p:attrName>style.visibility</p:attrName>
                                        </p:attrNameLst>
                                      </p:cBhvr>
                                      <p:to>
                                        <p:strVal val="visible"/>
                                      </p:to>
                                    </p:set>
                                  </p:childTnLst>
                                </p:cTn>
                              </p:par>
                            </p:childTnLst>
                          </p:cTn>
                        </p:par>
                      </p:childTnLst>
                    </p:cTn>
                  </p:par>
                  <p:par>
                    <p:cTn id="1443" fill="hold">
                      <p:stCondLst>
                        <p:cond delay="indefinite"/>
                      </p:stCondLst>
                      <p:childTnLst>
                        <p:par>
                          <p:cTn id="1444" fill="hold">
                            <p:stCondLst>
                              <p:cond delay="0"/>
                            </p:stCondLst>
                            <p:childTnLst>
                              <p:par>
                                <p:cTn id="1445" presetID="1" presetClass="entr" presetSubtype="0" fill="hold" nodeType="clickEffect">
                                  <p:stCondLst>
                                    <p:cond delay="0"/>
                                  </p:stCondLst>
                                  <p:childTnLst>
                                    <p:set>
                                      <p:cBhvr>
                                        <p:cTn id="1446" dur="1" fill="hold">
                                          <p:stCondLst>
                                            <p:cond delay="0"/>
                                          </p:stCondLst>
                                        </p:cTn>
                                        <p:tgtEl>
                                          <p:spTgt spid="127">
                                            <p:txEl>
                                              <p:pRg st="0" end="0"/>
                                            </p:txEl>
                                          </p:spTgt>
                                        </p:tgtEl>
                                        <p:attrNameLst>
                                          <p:attrName>style.visibility</p:attrName>
                                        </p:attrNameLst>
                                      </p:cBhvr>
                                      <p:to>
                                        <p:strVal val="visible"/>
                                      </p:to>
                                    </p:set>
                                  </p:childTnLst>
                                </p:cTn>
                              </p:par>
                            </p:childTnLst>
                          </p:cTn>
                        </p:par>
                      </p:childTnLst>
                    </p:cTn>
                  </p:par>
                  <p:par>
                    <p:cTn id="1447" fill="hold">
                      <p:stCondLst>
                        <p:cond delay="indefinite"/>
                      </p:stCondLst>
                      <p:childTnLst>
                        <p:par>
                          <p:cTn id="1448" fill="hold">
                            <p:stCondLst>
                              <p:cond delay="0"/>
                            </p:stCondLst>
                            <p:childTnLst>
                              <p:par>
                                <p:cTn id="1449" presetID="1" presetClass="entr" presetSubtype="0" fill="hold" nodeType="clickEffect">
                                  <p:stCondLst>
                                    <p:cond delay="0"/>
                                  </p:stCondLst>
                                  <p:childTnLst>
                                    <p:set>
                                      <p:cBhvr>
                                        <p:cTn id="1450" dur="1" fill="hold">
                                          <p:stCondLst>
                                            <p:cond delay="0"/>
                                          </p:stCondLst>
                                        </p:cTn>
                                        <p:tgtEl>
                                          <p:spTgt spid="127">
                                            <p:txEl>
                                              <p:pRg st="1" end="1"/>
                                            </p:txEl>
                                          </p:spTgt>
                                        </p:tgtEl>
                                        <p:attrNameLst>
                                          <p:attrName>style.visibility</p:attrName>
                                        </p:attrNameLst>
                                      </p:cBhvr>
                                      <p:to>
                                        <p:strVal val="visible"/>
                                      </p:to>
                                    </p:set>
                                  </p:childTnLst>
                                </p:cTn>
                              </p:par>
                            </p:childTnLst>
                          </p:cTn>
                        </p:par>
                      </p:childTnLst>
                    </p:cTn>
                  </p:par>
                  <p:par>
                    <p:cTn id="1451" fill="hold">
                      <p:stCondLst>
                        <p:cond delay="indefinite"/>
                      </p:stCondLst>
                      <p:childTnLst>
                        <p:par>
                          <p:cTn id="1452" fill="hold">
                            <p:stCondLst>
                              <p:cond delay="0"/>
                            </p:stCondLst>
                            <p:childTnLst>
                              <p:par>
                                <p:cTn id="1453" presetID="1" presetClass="entr" presetSubtype="0" fill="hold" nodeType="clickEffect">
                                  <p:stCondLst>
                                    <p:cond delay="0"/>
                                  </p:stCondLst>
                                  <p:childTnLst>
                                    <p:set>
                                      <p:cBhvr>
                                        <p:cTn id="1454" dur="1" fill="hold">
                                          <p:stCondLst>
                                            <p:cond delay="0"/>
                                          </p:stCondLst>
                                        </p:cTn>
                                        <p:tgtEl>
                                          <p:spTgt spid="127">
                                            <p:txEl>
                                              <p:pRg st="2" end="2"/>
                                            </p:txEl>
                                          </p:spTgt>
                                        </p:tgtEl>
                                        <p:attrNameLst>
                                          <p:attrName>style.visibility</p:attrName>
                                        </p:attrNameLst>
                                      </p:cBhvr>
                                      <p:to>
                                        <p:strVal val="visible"/>
                                      </p:to>
                                    </p:set>
                                  </p:childTnLst>
                                </p:cTn>
                              </p:par>
                            </p:childTnLst>
                          </p:cTn>
                        </p:par>
                      </p:childTnLst>
                    </p:cTn>
                  </p:par>
                  <p:par>
                    <p:cTn id="1455" fill="hold">
                      <p:stCondLst>
                        <p:cond delay="indefinite"/>
                      </p:stCondLst>
                      <p:childTnLst>
                        <p:par>
                          <p:cTn id="1456" fill="hold">
                            <p:stCondLst>
                              <p:cond delay="0"/>
                            </p:stCondLst>
                            <p:childTnLst>
                              <p:par>
                                <p:cTn id="1457" presetID="1" presetClass="entr" presetSubtype="0" fill="hold" nodeType="clickEffect">
                                  <p:stCondLst>
                                    <p:cond delay="0"/>
                                  </p:stCondLst>
                                  <p:childTnLst>
                                    <p:set>
                                      <p:cBhvr>
                                        <p:cTn id="1458" dur="1" fill="hold">
                                          <p:stCondLst>
                                            <p:cond delay="0"/>
                                          </p:stCondLst>
                                        </p:cTn>
                                        <p:tgtEl>
                                          <p:spTgt spid="127">
                                            <p:txEl>
                                              <p:pRg st="3" end="3"/>
                                            </p:txEl>
                                          </p:spTgt>
                                        </p:tgtEl>
                                        <p:attrNameLst>
                                          <p:attrName>style.visibility</p:attrName>
                                        </p:attrNameLst>
                                      </p:cBhvr>
                                      <p:to>
                                        <p:strVal val="visible"/>
                                      </p:to>
                                    </p:set>
                                  </p:childTnLst>
                                </p:cTn>
                              </p:par>
                            </p:childTnLst>
                          </p:cTn>
                        </p:par>
                      </p:childTnLst>
                    </p:cTn>
                  </p:par>
                  <p:par>
                    <p:cTn id="1459" fill="hold">
                      <p:stCondLst>
                        <p:cond delay="indefinite"/>
                      </p:stCondLst>
                      <p:childTnLst>
                        <p:par>
                          <p:cTn id="1460" fill="hold">
                            <p:stCondLst>
                              <p:cond delay="0"/>
                            </p:stCondLst>
                            <p:childTnLst>
                              <p:par>
                                <p:cTn id="1461" presetID="1" presetClass="entr" presetSubtype="0" fill="hold" nodeType="clickEffect">
                                  <p:stCondLst>
                                    <p:cond delay="0"/>
                                  </p:stCondLst>
                                  <p:childTnLst>
                                    <p:set>
                                      <p:cBhvr>
                                        <p:cTn id="1462" dur="1" fill="hold">
                                          <p:stCondLst>
                                            <p:cond delay="0"/>
                                          </p:stCondLst>
                                        </p:cTn>
                                        <p:tgtEl>
                                          <p:spTgt spid="127">
                                            <p:txEl>
                                              <p:pRg st="4" end="4"/>
                                            </p:txEl>
                                          </p:spTgt>
                                        </p:tgtEl>
                                        <p:attrNameLst>
                                          <p:attrName>style.visibility</p:attrName>
                                        </p:attrNameLst>
                                      </p:cBhvr>
                                      <p:to>
                                        <p:strVal val="visible"/>
                                      </p:to>
                                    </p:set>
                                  </p:childTnLst>
                                </p:cTn>
                              </p:par>
                            </p:childTnLst>
                          </p:cTn>
                        </p:par>
                      </p:childTnLst>
                    </p:cTn>
                  </p:par>
                  <p:par>
                    <p:cTn id="1463" fill="hold">
                      <p:stCondLst>
                        <p:cond delay="indefinite"/>
                      </p:stCondLst>
                      <p:childTnLst>
                        <p:par>
                          <p:cTn id="1464" fill="hold">
                            <p:stCondLst>
                              <p:cond delay="0"/>
                            </p:stCondLst>
                            <p:childTnLst>
                              <p:par>
                                <p:cTn id="1465" presetID="1" presetClass="entr" presetSubtype="0" fill="hold" nodeType="clickEffect">
                                  <p:stCondLst>
                                    <p:cond delay="0"/>
                                  </p:stCondLst>
                                  <p:childTnLst>
                                    <p:set>
                                      <p:cBhvr>
                                        <p:cTn id="1466" dur="1" fill="hold">
                                          <p:stCondLst>
                                            <p:cond delay="0"/>
                                          </p:stCondLst>
                                        </p:cTn>
                                        <p:tgtEl>
                                          <p:spTgt spid="127">
                                            <p:txEl>
                                              <p:pRg st="5" end="5"/>
                                            </p:txEl>
                                          </p:spTgt>
                                        </p:tgtEl>
                                        <p:attrNameLst>
                                          <p:attrName>style.visibility</p:attrName>
                                        </p:attrNameLst>
                                      </p:cBhvr>
                                      <p:to>
                                        <p:strVal val="visible"/>
                                      </p:to>
                                    </p:set>
                                  </p:childTnLst>
                                </p:cTn>
                              </p:par>
                            </p:childTnLst>
                          </p:cTn>
                        </p:par>
                      </p:childTnLst>
                    </p:cTn>
                  </p:par>
                  <p:par>
                    <p:cTn id="1467" fill="hold">
                      <p:stCondLst>
                        <p:cond delay="indefinite"/>
                      </p:stCondLst>
                      <p:childTnLst>
                        <p:par>
                          <p:cTn id="1468" fill="hold">
                            <p:stCondLst>
                              <p:cond delay="0"/>
                            </p:stCondLst>
                            <p:childTnLst>
                              <p:par>
                                <p:cTn id="1469" presetID="1" presetClass="entr" presetSubtype="0" fill="hold" nodeType="clickEffect">
                                  <p:stCondLst>
                                    <p:cond delay="0"/>
                                  </p:stCondLst>
                                  <p:childTnLst>
                                    <p:set>
                                      <p:cBhvr>
                                        <p:cTn id="1470" dur="1" fill="hold">
                                          <p:stCondLst>
                                            <p:cond delay="0"/>
                                          </p:stCondLst>
                                        </p:cTn>
                                        <p:tgtEl>
                                          <p:spTgt spid="127">
                                            <p:txEl>
                                              <p:pRg st="6" end="6"/>
                                            </p:txEl>
                                          </p:spTgt>
                                        </p:tgtEl>
                                        <p:attrNameLst>
                                          <p:attrName>style.visibility</p:attrName>
                                        </p:attrNameLst>
                                      </p:cBhvr>
                                      <p:to>
                                        <p:strVal val="visible"/>
                                      </p:to>
                                    </p:set>
                                  </p:childTnLst>
                                </p:cTn>
                              </p:par>
                            </p:childTnLst>
                          </p:cTn>
                        </p:par>
                      </p:childTnLst>
                    </p:cTn>
                  </p:par>
                  <p:par>
                    <p:cTn id="1471" fill="hold">
                      <p:stCondLst>
                        <p:cond delay="indefinite"/>
                      </p:stCondLst>
                      <p:childTnLst>
                        <p:par>
                          <p:cTn id="1472" fill="hold">
                            <p:stCondLst>
                              <p:cond delay="0"/>
                            </p:stCondLst>
                            <p:childTnLst>
                              <p:par>
                                <p:cTn id="1473" presetID="1" presetClass="entr" presetSubtype="0" fill="hold" nodeType="clickEffect">
                                  <p:stCondLst>
                                    <p:cond delay="0"/>
                                  </p:stCondLst>
                                  <p:childTnLst>
                                    <p:set>
                                      <p:cBhvr>
                                        <p:cTn id="1474" dur="1" fill="hold">
                                          <p:stCondLst>
                                            <p:cond delay="0"/>
                                          </p:stCondLst>
                                        </p:cTn>
                                        <p:tgtEl>
                                          <p:spTgt spid="127">
                                            <p:txEl>
                                              <p:pRg st="7" end="7"/>
                                            </p:txEl>
                                          </p:spTgt>
                                        </p:tgtEl>
                                        <p:attrNameLst>
                                          <p:attrName>style.visibility</p:attrName>
                                        </p:attrNameLst>
                                      </p:cBhvr>
                                      <p:to>
                                        <p:strVal val="visible"/>
                                      </p:to>
                                    </p:set>
                                  </p:childTnLst>
                                </p:cTn>
                              </p:par>
                            </p:childTnLst>
                          </p:cTn>
                        </p:par>
                      </p:childTnLst>
                    </p:cTn>
                  </p:par>
                  <p:par>
                    <p:cTn id="1475" fill="hold">
                      <p:stCondLst>
                        <p:cond delay="indefinite"/>
                      </p:stCondLst>
                      <p:childTnLst>
                        <p:par>
                          <p:cTn id="1476" fill="hold">
                            <p:stCondLst>
                              <p:cond delay="0"/>
                            </p:stCondLst>
                            <p:childTnLst>
                              <p:par>
                                <p:cTn id="1477" presetID="1" presetClass="entr" presetSubtype="0" fill="hold" nodeType="clickEffect">
                                  <p:stCondLst>
                                    <p:cond delay="0"/>
                                  </p:stCondLst>
                                  <p:childTnLst>
                                    <p:set>
                                      <p:cBhvr>
                                        <p:cTn id="1478" dur="1" fill="hold">
                                          <p:stCondLst>
                                            <p:cond delay="0"/>
                                          </p:stCondLst>
                                        </p:cTn>
                                        <p:tgtEl>
                                          <p:spTgt spid="127">
                                            <p:txEl>
                                              <p:pRg st="8" end="8"/>
                                            </p:txEl>
                                          </p:spTgt>
                                        </p:tgtEl>
                                        <p:attrNameLst>
                                          <p:attrName>style.visibility</p:attrName>
                                        </p:attrNameLst>
                                      </p:cBhvr>
                                      <p:to>
                                        <p:strVal val="visible"/>
                                      </p:to>
                                    </p:set>
                                  </p:childTnLst>
                                </p:cTn>
                              </p:par>
                            </p:childTnLst>
                          </p:cTn>
                        </p:par>
                      </p:childTnLst>
                    </p:cTn>
                  </p:par>
                  <p:par>
                    <p:cTn id="1479" fill="hold">
                      <p:stCondLst>
                        <p:cond delay="indefinite"/>
                      </p:stCondLst>
                      <p:childTnLst>
                        <p:par>
                          <p:cTn id="1480" fill="hold">
                            <p:stCondLst>
                              <p:cond delay="0"/>
                            </p:stCondLst>
                            <p:childTnLst>
                              <p:par>
                                <p:cTn id="1481" presetID="1" presetClass="entr" presetSubtype="0" fill="hold" nodeType="clickEffect">
                                  <p:stCondLst>
                                    <p:cond delay="0"/>
                                  </p:stCondLst>
                                  <p:childTnLst>
                                    <p:set>
                                      <p:cBhvr>
                                        <p:cTn id="1482" dur="1" fill="hold">
                                          <p:stCondLst>
                                            <p:cond delay="0"/>
                                          </p:stCondLst>
                                        </p:cTn>
                                        <p:tgtEl>
                                          <p:spTgt spid="128">
                                            <p:txEl>
                                              <p:pRg st="0" end="0"/>
                                            </p:txEl>
                                          </p:spTgt>
                                        </p:tgtEl>
                                        <p:attrNameLst>
                                          <p:attrName>style.visibility</p:attrName>
                                        </p:attrNameLst>
                                      </p:cBhvr>
                                      <p:to>
                                        <p:strVal val="visible"/>
                                      </p:to>
                                    </p:set>
                                  </p:childTnLst>
                                </p:cTn>
                              </p:par>
                            </p:childTnLst>
                          </p:cTn>
                        </p:par>
                      </p:childTnLst>
                    </p:cTn>
                  </p:par>
                  <p:par>
                    <p:cTn id="1483" fill="hold">
                      <p:stCondLst>
                        <p:cond delay="indefinite"/>
                      </p:stCondLst>
                      <p:childTnLst>
                        <p:par>
                          <p:cTn id="1484" fill="hold">
                            <p:stCondLst>
                              <p:cond delay="0"/>
                            </p:stCondLst>
                            <p:childTnLst>
                              <p:par>
                                <p:cTn id="1485" presetID="1" presetClass="entr" presetSubtype="0" fill="hold" nodeType="clickEffect">
                                  <p:stCondLst>
                                    <p:cond delay="0"/>
                                  </p:stCondLst>
                                  <p:childTnLst>
                                    <p:set>
                                      <p:cBhvr>
                                        <p:cTn id="1486" dur="1" fill="hold">
                                          <p:stCondLst>
                                            <p:cond delay="0"/>
                                          </p:stCondLst>
                                        </p:cTn>
                                        <p:tgtEl>
                                          <p:spTgt spid="128">
                                            <p:txEl>
                                              <p:pRg st="1" end="1"/>
                                            </p:txEl>
                                          </p:spTgt>
                                        </p:tgtEl>
                                        <p:attrNameLst>
                                          <p:attrName>style.visibility</p:attrName>
                                        </p:attrNameLst>
                                      </p:cBhvr>
                                      <p:to>
                                        <p:strVal val="visible"/>
                                      </p:to>
                                    </p:set>
                                  </p:childTnLst>
                                </p:cTn>
                              </p:par>
                            </p:childTnLst>
                          </p:cTn>
                        </p:par>
                      </p:childTnLst>
                    </p:cTn>
                  </p:par>
                  <p:par>
                    <p:cTn id="1487" fill="hold">
                      <p:stCondLst>
                        <p:cond delay="indefinite"/>
                      </p:stCondLst>
                      <p:childTnLst>
                        <p:par>
                          <p:cTn id="1488" fill="hold">
                            <p:stCondLst>
                              <p:cond delay="0"/>
                            </p:stCondLst>
                            <p:childTnLst>
                              <p:par>
                                <p:cTn id="1489" presetID="1" presetClass="entr" presetSubtype="0" fill="hold" nodeType="clickEffect">
                                  <p:stCondLst>
                                    <p:cond delay="0"/>
                                  </p:stCondLst>
                                  <p:childTnLst>
                                    <p:set>
                                      <p:cBhvr>
                                        <p:cTn id="1490" dur="1" fill="hold">
                                          <p:stCondLst>
                                            <p:cond delay="0"/>
                                          </p:stCondLst>
                                        </p:cTn>
                                        <p:tgtEl>
                                          <p:spTgt spid="128">
                                            <p:txEl>
                                              <p:pRg st="2" end="2"/>
                                            </p:txEl>
                                          </p:spTgt>
                                        </p:tgtEl>
                                        <p:attrNameLst>
                                          <p:attrName>style.visibility</p:attrName>
                                        </p:attrNameLst>
                                      </p:cBhvr>
                                      <p:to>
                                        <p:strVal val="visible"/>
                                      </p:to>
                                    </p:set>
                                  </p:childTnLst>
                                </p:cTn>
                              </p:par>
                            </p:childTnLst>
                          </p:cTn>
                        </p:par>
                      </p:childTnLst>
                    </p:cTn>
                  </p:par>
                  <p:par>
                    <p:cTn id="1491" fill="hold">
                      <p:stCondLst>
                        <p:cond delay="indefinite"/>
                      </p:stCondLst>
                      <p:childTnLst>
                        <p:par>
                          <p:cTn id="1492" fill="hold">
                            <p:stCondLst>
                              <p:cond delay="0"/>
                            </p:stCondLst>
                            <p:childTnLst>
                              <p:par>
                                <p:cTn id="1493" presetID="1" presetClass="entr" presetSubtype="0" fill="hold" nodeType="clickEffect">
                                  <p:stCondLst>
                                    <p:cond delay="0"/>
                                  </p:stCondLst>
                                  <p:childTnLst>
                                    <p:set>
                                      <p:cBhvr>
                                        <p:cTn id="1494" dur="1" fill="hold">
                                          <p:stCondLst>
                                            <p:cond delay="0"/>
                                          </p:stCondLst>
                                        </p:cTn>
                                        <p:tgtEl>
                                          <p:spTgt spid="128">
                                            <p:txEl>
                                              <p:pRg st="3" end="3"/>
                                            </p:txEl>
                                          </p:spTgt>
                                        </p:tgtEl>
                                        <p:attrNameLst>
                                          <p:attrName>style.visibility</p:attrName>
                                        </p:attrNameLst>
                                      </p:cBhvr>
                                      <p:to>
                                        <p:strVal val="visible"/>
                                      </p:to>
                                    </p:set>
                                  </p:childTnLst>
                                </p:cTn>
                              </p:par>
                            </p:childTnLst>
                          </p:cTn>
                        </p:par>
                      </p:childTnLst>
                    </p:cTn>
                  </p:par>
                  <p:par>
                    <p:cTn id="1495" fill="hold">
                      <p:stCondLst>
                        <p:cond delay="indefinite"/>
                      </p:stCondLst>
                      <p:childTnLst>
                        <p:par>
                          <p:cTn id="1496" fill="hold">
                            <p:stCondLst>
                              <p:cond delay="0"/>
                            </p:stCondLst>
                            <p:childTnLst>
                              <p:par>
                                <p:cTn id="1497" presetID="1" presetClass="entr" presetSubtype="0" fill="hold" nodeType="clickEffect">
                                  <p:stCondLst>
                                    <p:cond delay="0"/>
                                  </p:stCondLst>
                                  <p:childTnLst>
                                    <p:set>
                                      <p:cBhvr>
                                        <p:cTn id="1498" dur="1" fill="hold">
                                          <p:stCondLst>
                                            <p:cond delay="0"/>
                                          </p:stCondLst>
                                        </p:cTn>
                                        <p:tgtEl>
                                          <p:spTgt spid="128">
                                            <p:txEl>
                                              <p:pRg st="4" end="4"/>
                                            </p:txEl>
                                          </p:spTgt>
                                        </p:tgtEl>
                                        <p:attrNameLst>
                                          <p:attrName>style.visibility</p:attrName>
                                        </p:attrNameLst>
                                      </p:cBhvr>
                                      <p:to>
                                        <p:strVal val="visible"/>
                                      </p:to>
                                    </p:set>
                                  </p:childTnLst>
                                </p:cTn>
                              </p:par>
                            </p:childTnLst>
                          </p:cTn>
                        </p:par>
                      </p:childTnLst>
                    </p:cTn>
                  </p:par>
                  <p:par>
                    <p:cTn id="1499" fill="hold">
                      <p:stCondLst>
                        <p:cond delay="indefinite"/>
                      </p:stCondLst>
                      <p:childTnLst>
                        <p:par>
                          <p:cTn id="1500" fill="hold">
                            <p:stCondLst>
                              <p:cond delay="0"/>
                            </p:stCondLst>
                            <p:childTnLst>
                              <p:par>
                                <p:cTn id="1501" presetID="1" presetClass="entr" presetSubtype="0" fill="hold" nodeType="clickEffect">
                                  <p:stCondLst>
                                    <p:cond delay="0"/>
                                  </p:stCondLst>
                                  <p:childTnLst>
                                    <p:set>
                                      <p:cBhvr>
                                        <p:cTn id="1502" dur="1" fill="hold">
                                          <p:stCondLst>
                                            <p:cond delay="0"/>
                                          </p:stCondLst>
                                        </p:cTn>
                                        <p:tgtEl>
                                          <p:spTgt spid="128">
                                            <p:txEl>
                                              <p:pRg st="5" end="5"/>
                                            </p:txEl>
                                          </p:spTgt>
                                        </p:tgtEl>
                                        <p:attrNameLst>
                                          <p:attrName>style.visibility</p:attrName>
                                        </p:attrNameLst>
                                      </p:cBhvr>
                                      <p:to>
                                        <p:strVal val="visible"/>
                                      </p:to>
                                    </p:set>
                                  </p:childTnLst>
                                </p:cTn>
                              </p:par>
                            </p:childTnLst>
                          </p:cTn>
                        </p:par>
                      </p:childTnLst>
                    </p:cTn>
                  </p:par>
                  <p:par>
                    <p:cTn id="1503" fill="hold">
                      <p:stCondLst>
                        <p:cond delay="indefinite"/>
                      </p:stCondLst>
                      <p:childTnLst>
                        <p:par>
                          <p:cTn id="1504" fill="hold">
                            <p:stCondLst>
                              <p:cond delay="0"/>
                            </p:stCondLst>
                            <p:childTnLst>
                              <p:par>
                                <p:cTn id="1505" presetID="1" presetClass="entr" presetSubtype="0" fill="hold" nodeType="clickEffect">
                                  <p:stCondLst>
                                    <p:cond delay="0"/>
                                  </p:stCondLst>
                                  <p:childTnLst>
                                    <p:set>
                                      <p:cBhvr>
                                        <p:cTn id="1506" dur="1" fill="hold">
                                          <p:stCondLst>
                                            <p:cond delay="0"/>
                                          </p:stCondLst>
                                        </p:cTn>
                                        <p:tgtEl>
                                          <p:spTgt spid="128">
                                            <p:txEl>
                                              <p:pRg st="6" end="6"/>
                                            </p:txEl>
                                          </p:spTgt>
                                        </p:tgtEl>
                                        <p:attrNameLst>
                                          <p:attrName>style.visibility</p:attrName>
                                        </p:attrNameLst>
                                      </p:cBhvr>
                                      <p:to>
                                        <p:strVal val="visible"/>
                                      </p:to>
                                    </p:set>
                                  </p:childTnLst>
                                </p:cTn>
                              </p:par>
                            </p:childTnLst>
                          </p:cTn>
                        </p:par>
                      </p:childTnLst>
                    </p:cTn>
                  </p:par>
                  <p:par>
                    <p:cTn id="1507" fill="hold">
                      <p:stCondLst>
                        <p:cond delay="indefinite"/>
                      </p:stCondLst>
                      <p:childTnLst>
                        <p:par>
                          <p:cTn id="1508" fill="hold">
                            <p:stCondLst>
                              <p:cond delay="0"/>
                            </p:stCondLst>
                            <p:childTnLst>
                              <p:par>
                                <p:cTn id="1509" presetID="1" presetClass="entr" presetSubtype="0" fill="hold" nodeType="clickEffect">
                                  <p:stCondLst>
                                    <p:cond delay="0"/>
                                  </p:stCondLst>
                                  <p:childTnLst>
                                    <p:set>
                                      <p:cBhvr>
                                        <p:cTn id="1510" dur="1" fill="hold">
                                          <p:stCondLst>
                                            <p:cond delay="0"/>
                                          </p:stCondLst>
                                        </p:cTn>
                                        <p:tgtEl>
                                          <p:spTgt spid="128">
                                            <p:txEl>
                                              <p:pRg st="7" end="7"/>
                                            </p:txEl>
                                          </p:spTgt>
                                        </p:tgtEl>
                                        <p:attrNameLst>
                                          <p:attrName>style.visibility</p:attrName>
                                        </p:attrNameLst>
                                      </p:cBhvr>
                                      <p:to>
                                        <p:strVal val="visible"/>
                                      </p:to>
                                    </p:set>
                                  </p:childTnLst>
                                </p:cTn>
                              </p:par>
                            </p:childTnLst>
                          </p:cTn>
                        </p:par>
                      </p:childTnLst>
                    </p:cTn>
                  </p:par>
                  <p:par>
                    <p:cTn id="1511" fill="hold">
                      <p:stCondLst>
                        <p:cond delay="indefinite"/>
                      </p:stCondLst>
                      <p:childTnLst>
                        <p:par>
                          <p:cTn id="1512" fill="hold">
                            <p:stCondLst>
                              <p:cond delay="0"/>
                            </p:stCondLst>
                            <p:childTnLst>
                              <p:par>
                                <p:cTn id="1513" presetID="1" presetClass="entr" presetSubtype="0" fill="hold" nodeType="clickEffect">
                                  <p:stCondLst>
                                    <p:cond delay="0"/>
                                  </p:stCondLst>
                                  <p:childTnLst>
                                    <p:set>
                                      <p:cBhvr>
                                        <p:cTn id="1514" dur="1" fill="hold">
                                          <p:stCondLst>
                                            <p:cond delay="0"/>
                                          </p:stCondLst>
                                        </p:cTn>
                                        <p:tgtEl>
                                          <p:spTgt spid="12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Activity">
  <p:cSld name="Activity">
    <p:spTree>
      <p:nvGrpSpPr>
        <p:cNvPr id="1" name="Shape 129"/>
        <p:cNvGrpSpPr/>
        <p:nvPr/>
      </p:nvGrpSpPr>
      <p:grpSpPr>
        <a:xfrm>
          <a:off x="0" y="0"/>
          <a:ext cx="0" cy="0"/>
          <a:chOff x="0" y="0"/>
          <a:chExt cx="0" cy="0"/>
        </a:xfrm>
      </p:grpSpPr>
      <p:sp>
        <p:nvSpPr>
          <p:cNvPr id="130" name="Google Shape;130;p17"/>
          <p:cNvSpPr txBox="1">
            <a:spLocks noGrp="1"/>
          </p:cNvSpPr>
          <p:nvPr>
            <p:ph type="title"/>
          </p:nvPr>
        </p:nvSpPr>
        <p:spPr>
          <a:xfrm>
            <a:off x="1039579" y="119975"/>
            <a:ext cx="7795200" cy="577200"/>
          </a:xfrm>
          <a:prstGeom prst="rect">
            <a:avLst/>
          </a:prstGeom>
          <a:noFill/>
          <a:ln>
            <a:noFill/>
          </a:ln>
        </p:spPr>
        <p:txBody>
          <a:bodyPr spcFirstLastPara="1" wrap="square" lIns="68575" tIns="34275" rIns="68575" bIns="34275" anchor="ctr" anchorCtr="0">
            <a:normAutofit/>
          </a:bodyPr>
          <a:lstStyle>
            <a:lvl1pPr lvl="0" algn="l" rtl="0">
              <a:lnSpc>
                <a:spcPct val="100000"/>
              </a:lnSpc>
              <a:spcBef>
                <a:spcPts val="0"/>
              </a:spcBef>
              <a:spcAft>
                <a:spcPts val="0"/>
              </a:spcAft>
              <a:buClr>
                <a:schemeClr val="dk2"/>
              </a:buClr>
              <a:buSzPts val="3300"/>
              <a:buFont typeface="Calibri"/>
              <a:buNone/>
              <a:defRPr b="1">
                <a:solidFill>
                  <a:schemeClr val="dk2"/>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31" name="Google Shape;131;p17"/>
          <p:cNvSpPr txBox="1">
            <a:spLocks noGrp="1"/>
          </p:cNvSpPr>
          <p:nvPr>
            <p:ph type="body" idx="1"/>
          </p:nvPr>
        </p:nvSpPr>
        <p:spPr>
          <a:xfrm>
            <a:off x="300382" y="768629"/>
            <a:ext cx="3399300" cy="3864300"/>
          </a:xfrm>
          <a:prstGeom prst="rect">
            <a:avLst/>
          </a:prstGeom>
          <a:noFill/>
          <a:ln>
            <a:noFill/>
          </a:ln>
        </p:spPr>
        <p:txBody>
          <a:bodyPr spcFirstLastPara="1" wrap="square" lIns="68575" tIns="34275" rIns="68575" bIns="34275" anchor="t" anchorCtr="0">
            <a:normAutofit/>
          </a:bodyPr>
          <a:lstStyle>
            <a:lvl1pPr marL="457200" lvl="0" indent="-228600" algn="l" rtl="0">
              <a:lnSpc>
                <a:spcPct val="90000"/>
              </a:lnSpc>
              <a:spcBef>
                <a:spcPts val="800"/>
              </a:spcBef>
              <a:spcAft>
                <a:spcPts val="0"/>
              </a:spcAft>
              <a:buClr>
                <a:schemeClr val="dk1"/>
              </a:buClr>
              <a:buSzPts val="1800"/>
              <a:buNone/>
              <a:defRPr sz="1800"/>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cxnSp>
        <p:nvCxnSpPr>
          <p:cNvPr id="132" name="Google Shape;132;p17"/>
          <p:cNvCxnSpPr/>
          <p:nvPr/>
        </p:nvCxnSpPr>
        <p:spPr>
          <a:xfrm>
            <a:off x="300382" y="736560"/>
            <a:ext cx="8534400" cy="0"/>
          </a:xfrm>
          <a:prstGeom prst="straightConnector1">
            <a:avLst/>
          </a:prstGeom>
          <a:noFill/>
          <a:ln w="63500" cap="flat" cmpd="thickThin">
            <a:solidFill>
              <a:schemeClr val="lt2"/>
            </a:solidFill>
            <a:prstDash val="solid"/>
            <a:miter lim="800000"/>
            <a:headEnd type="none" w="sm" len="sm"/>
            <a:tailEnd type="none" w="sm" len="sm"/>
          </a:ln>
        </p:spPr>
      </p:cxnSp>
      <p:sp>
        <p:nvSpPr>
          <p:cNvPr id="133" name="Google Shape;133;p17"/>
          <p:cNvSpPr txBox="1">
            <a:spLocks noGrp="1"/>
          </p:cNvSpPr>
          <p:nvPr>
            <p:ph type="body" idx="2"/>
          </p:nvPr>
        </p:nvSpPr>
        <p:spPr>
          <a:xfrm>
            <a:off x="3699710" y="784668"/>
            <a:ext cx="5135100" cy="4258500"/>
          </a:xfrm>
          <a:prstGeom prst="rect">
            <a:avLst/>
          </a:prstGeom>
          <a:noFill/>
          <a:ln w="38100" cap="flat" cmpd="sng">
            <a:solidFill>
              <a:schemeClr val="dk1"/>
            </a:solidFill>
            <a:prstDash val="solid"/>
            <a:round/>
            <a:headEnd type="none" w="sm" len="sm"/>
            <a:tailEnd type="none" w="sm" len="sm"/>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dk1"/>
              </a:buClr>
              <a:buSzPts val="1800"/>
              <a:buNone/>
              <a:defRPr sz="1800" b="1">
                <a:solidFill>
                  <a:schemeClr val="dk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34" name="Google Shape;134;p17"/>
          <p:cNvSpPr txBox="1">
            <a:spLocks noGrp="1"/>
          </p:cNvSpPr>
          <p:nvPr>
            <p:ph type="body" idx="3"/>
          </p:nvPr>
        </p:nvSpPr>
        <p:spPr>
          <a:xfrm>
            <a:off x="-2811780" y="230948"/>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dk1"/>
              </a:buClr>
              <a:buSzPts val="1800"/>
              <a:buNone/>
              <a:defRPr sz="1800" b="1">
                <a:solidFill>
                  <a:schemeClr val="dk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35" name="Google Shape;135;p17"/>
          <p:cNvSpPr txBox="1">
            <a:spLocks noGrp="1"/>
          </p:cNvSpPr>
          <p:nvPr>
            <p:ph type="body" idx="4"/>
          </p:nvPr>
        </p:nvSpPr>
        <p:spPr>
          <a:xfrm>
            <a:off x="-2811780" y="467191"/>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dk1"/>
              </a:buClr>
              <a:buSzPts val="1800"/>
              <a:buNone/>
              <a:defRPr sz="1800" b="1">
                <a:solidFill>
                  <a:schemeClr val="dk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36" name="Google Shape;136;p17"/>
          <p:cNvSpPr txBox="1">
            <a:spLocks noGrp="1"/>
          </p:cNvSpPr>
          <p:nvPr>
            <p:ph type="body" idx="5"/>
          </p:nvPr>
        </p:nvSpPr>
        <p:spPr>
          <a:xfrm>
            <a:off x="-2811780" y="692863"/>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dk1"/>
              </a:buClr>
              <a:buSzPts val="1800"/>
              <a:buNone/>
              <a:defRPr sz="1800" b="1">
                <a:solidFill>
                  <a:schemeClr val="dk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37" name="Google Shape;137;p17"/>
          <p:cNvSpPr txBox="1">
            <a:spLocks noGrp="1"/>
          </p:cNvSpPr>
          <p:nvPr>
            <p:ph type="body" idx="6"/>
          </p:nvPr>
        </p:nvSpPr>
        <p:spPr>
          <a:xfrm>
            <a:off x="-2811780" y="917200"/>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dk1"/>
              </a:buClr>
              <a:buSzPts val="1800"/>
              <a:buNone/>
              <a:defRPr sz="1800" b="1">
                <a:solidFill>
                  <a:schemeClr val="dk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38" name="Google Shape;138;p17"/>
          <p:cNvSpPr txBox="1">
            <a:spLocks noGrp="1"/>
          </p:cNvSpPr>
          <p:nvPr>
            <p:ph type="body" idx="7"/>
          </p:nvPr>
        </p:nvSpPr>
        <p:spPr>
          <a:xfrm>
            <a:off x="-2811780" y="1140214"/>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dk1"/>
              </a:buClr>
              <a:buSzPts val="1800"/>
              <a:buNone/>
              <a:defRPr sz="1800" b="1">
                <a:solidFill>
                  <a:schemeClr val="dk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39" name="Google Shape;139;p17"/>
          <p:cNvSpPr txBox="1">
            <a:spLocks noGrp="1"/>
          </p:cNvSpPr>
          <p:nvPr>
            <p:ph type="body" idx="8"/>
          </p:nvPr>
        </p:nvSpPr>
        <p:spPr>
          <a:xfrm>
            <a:off x="-2811780" y="1370827"/>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dk1"/>
              </a:buClr>
              <a:buSzPts val="1800"/>
              <a:buNone/>
              <a:defRPr sz="1800" b="1">
                <a:solidFill>
                  <a:schemeClr val="dk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40" name="Google Shape;140;p17"/>
          <p:cNvSpPr txBox="1">
            <a:spLocks noGrp="1"/>
          </p:cNvSpPr>
          <p:nvPr>
            <p:ph type="body" idx="9"/>
          </p:nvPr>
        </p:nvSpPr>
        <p:spPr>
          <a:xfrm>
            <a:off x="-2811780" y="1595164"/>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dk1"/>
              </a:buClr>
              <a:buSzPts val="1800"/>
              <a:buNone/>
              <a:defRPr sz="1800" b="1">
                <a:solidFill>
                  <a:schemeClr val="dk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41" name="Google Shape;141;p17"/>
          <p:cNvSpPr txBox="1">
            <a:spLocks noGrp="1"/>
          </p:cNvSpPr>
          <p:nvPr>
            <p:ph type="body" idx="13"/>
          </p:nvPr>
        </p:nvSpPr>
        <p:spPr>
          <a:xfrm>
            <a:off x="-2811780" y="1826381"/>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dk1"/>
              </a:buClr>
              <a:buSzPts val="1800"/>
              <a:buNone/>
              <a:defRPr sz="1800" b="1">
                <a:solidFill>
                  <a:schemeClr val="dk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42" name="Google Shape;142;p17"/>
          <p:cNvSpPr txBox="1">
            <a:spLocks noGrp="1"/>
          </p:cNvSpPr>
          <p:nvPr>
            <p:ph type="body" idx="14"/>
          </p:nvPr>
        </p:nvSpPr>
        <p:spPr>
          <a:xfrm>
            <a:off x="-2811780" y="2070151"/>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dk1"/>
              </a:buClr>
              <a:buSzPts val="1800"/>
              <a:buNone/>
              <a:defRPr sz="1800" b="1">
                <a:solidFill>
                  <a:schemeClr val="dk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43" name="Google Shape;143;p17"/>
          <p:cNvSpPr txBox="1">
            <a:spLocks noGrp="1"/>
          </p:cNvSpPr>
          <p:nvPr>
            <p:ph type="body" idx="15"/>
          </p:nvPr>
        </p:nvSpPr>
        <p:spPr>
          <a:xfrm>
            <a:off x="-2811780" y="2307013"/>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dk1"/>
              </a:buClr>
              <a:buSzPts val="1800"/>
              <a:buNone/>
              <a:defRPr sz="1800" b="1">
                <a:solidFill>
                  <a:schemeClr val="dk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44" name="Google Shape;144;p17"/>
          <p:cNvSpPr txBox="1">
            <a:spLocks noGrp="1"/>
          </p:cNvSpPr>
          <p:nvPr>
            <p:ph type="body" idx="16"/>
          </p:nvPr>
        </p:nvSpPr>
        <p:spPr>
          <a:xfrm>
            <a:off x="-2811780" y="2531350"/>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dk1"/>
              </a:buClr>
              <a:buSzPts val="1800"/>
              <a:buNone/>
              <a:defRPr sz="1800" b="1">
                <a:solidFill>
                  <a:schemeClr val="dk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45" name="Google Shape;145;p17"/>
          <p:cNvSpPr txBox="1">
            <a:spLocks noGrp="1"/>
          </p:cNvSpPr>
          <p:nvPr>
            <p:ph type="body" idx="17"/>
          </p:nvPr>
        </p:nvSpPr>
        <p:spPr>
          <a:xfrm>
            <a:off x="-2811780" y="2750212"/>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dk1"/>
              </a:buClr>
              <a:buSzPts val="1800"/>
              <a:buNone/>
              <a:defRPr sz="1800" b="1">
                <a:solidFill>
                  <a:schemeClr val="dk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46" name="Google Shape;146;p17"/>
          <p:cNvSpPr/>
          <p:nvPr/>
        </p:nvSpPr>
        <p:spPr>
          <a:xfrm>
            <a:off x="277239" y="109654"/>
            <a:ext cx="633000" cy="578700"/>
          </a:xfrm>
          <a:prstGeom prst="roundRect">
            <a:avLst>
              <a:gd name="adj" fmla="val 16667"/>
            </a:avLst>
          </a:prstGeom>
          <a:gradFill>
            <a:gsLst>
              <a:gs pos="0">
                <a:srgbClr val="FFFFFF"/>
              </a:gs>
              <a:gs pos="66000">
                <a:srgbClr val="FFFFFF"/>
              </a:gs>
              <a:gs pos="100000">
                <a:schemeClr val="dk2"/>
              </a:gs>
            </a:gsLst>
            <a:path path="circle">
              <a:fillToRect l="50000" t="50000" r="50000" b="50000"/>
            </a:path>
            <a:tileRect/>
          </a:gradFill>
          <a:ln w="12700" cap="flat" cmpd="sng">
            <a:solidFill>
              <a:srgbClr val="A24600"/>
            </a:solidFill>
            <a:prstDash val="solid"/>
            <a:miter lim="800000"/>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a:solidFill>
                <a:schemeClr val="lt1"/>
              </a:solidFill>
              <a:latin typeface="Calibri"/>
              <a:ea typeface="Calibri"/>
              <a:cs typeface="Calibri"/>
              <a:sym typeface="Calibri"/>
            </a:endParaRPr>
          </a:p>
        </p:txBody>
      </p:sp>
      <p:sp>
        <p:nvSpPr>
          <p:cNvPr id="147" name="Google Shape;147;p17"/>
          <p:cNvSpPr/>
          <p:nvPr/>
        </p:nvSpPr>
        <p:spPr>
          <a:xfrm>
            <a:off x="412441" y="97590"/>
            <a:ext cx="394800" cy="577200"/>
          </a:xfrm>
          <a:prstGeom prst="rect">
            <a:avLst/>
          </a:prstGeom>
          <a:noFill/>
          <a:ln>
            <a:noFill/>
          </a:ln>
        </p:spPr>
        <p:txBody>
          <a:bodyPr spcFirstLastPara="1" wrap="square" lIns="68575" tIns="34275" rIns="68575" bIns="34275" anchor="t" anchorCtr="0">
            <a:noAutofit/>
          </a:bodyPr>
          <a:lstStyle/>
          <a:p>
            <a:pPr marL="0" marR="0" lvl="0" indent="0" algn="ctr" rtl="0">
              <a:spcBef>
                <a:spcPts val="0"/>
              </a:spcBef>
              <a:spcAft>
                <a:spcPts val="0"/>
              </a:spcAft>
              <a:buNone/>
            </a:pPr>
            <a:r>
              <a:rPr lang="en" sz="3300" b="1" cap="none">
                <a:solidFill>
                  <a:schemeClr val="dk2"/>
                </a:solidFill>
                <a:latin typeface="Calibri"/>
                <a:ea typeface="Calibri"/>
                <a:cs typeface="Calibri"/>
                <a:sym typeface="Calibri"/>
              </a:rPr>
              <a:t>A</a:t>
            </a:r>
            <a:endParaRPr sz="1100"/>
          </a:p>
        </p:txBody>
      </p:sp>
      <p:sp>
        <p:nvSpPr>
          <p:cNvPr id="148" name="Google Shape;148;p17"/>
          <p:cNvSpPr txBox="1">
            <a:spLocks noGrp="1"/>
          </p:cNvSpPr>
          <p:nvPr>
            <p:ph type="body" idx="18"/>
          </p:nvPr>
        </p:nvSpPr>
        <p:spPr>
          <a:xfrm>
            <a:off x="-2811780" y="3036700"/>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dk1"/>
              </a:buClr>
              <a:buSzPts val="1800"/>
              <a:buNone/>
              <a:defRPr sz="1800" b="1">
                <a:solidFill>
                  <a:schemeClr val="dk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49" name="Google Shape;149;p17"/>
          <p:cNvSpPr txBox="1">
            <a:spLocks noGrp="1"/>
          </p:cNvSpPr>
          <p:nvPr>
            <p:ph type="body" idx="19"/>
          </p:nvPr>
        </p:nvSpPr>
        <p:spPr>
          <a:xfrm>
            <a:off x="-2811780" y="3267647"/>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dk1"/>
              </a:buClr>
              <a:buSzPts val="1800"/>
              <a:buNone/>
              <a:defRPr sz="1800" b="1">
                <a:solidFill>
                  <a:schemeClr val="dk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50" name="Google Shape;150;p17"/>
          <p:cNvSpPr txBox="1">
            <a:spLocks noGrp="1"/>
          </p:cNvSpPr>
          <p:nvPr>
            <p:ph type="body" idx="20"/>
          </p:nvPr>
        </p:nvSpPr>
        <p:spPr>
          <a:xfrm>
            <a:off x="-2811780" y="3503890"/>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dk1"/>
              </a:buClr>
              <a:buSzPts val="1800"/>
              <a:buNone/>
              <a:defRPr sz="1800" b="1">
                <a:solidFill>
                  <a:schemeClr val="dk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51" name="Google Shape;151;p17"/>
          <p:cNvSpPr txBox="1">
            <a:spLocks noGrp="1"/>
          </p:cNvSpPr>
          <p:nvPr>
            <p:ph type="body" idx="21"/>
          </p:nvPr>
        </p:nvSpPr>
        <p:spPr>
          <a:xfrm>
            <a:off x="-2811780" y="3729563"/>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dk1"/>
              </a:buClr>
              <a:buSzPts val="1800"/>
              <a:buNone/>
              <a:defRPr sz="1800" b="1">
                <a:solidFill>
                  <a:schemeClr val="dk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52" name="Google Shape;152;p17"/>
          <p:cNvSpPr txBox="1">
            <a:spLocks noGrp="1"/>
          </p:cNvSpPr>
          <p:nvPr>
            <p:ph type="body" idx="22"/>
          </p:nvPr>
        </p:nvSpPr>
        <p:spPr>
          <a:xfrm>
            <a:off x="-2811780" y="3953900"/>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dk1"/>
              </a:buClr>
              <a:buSzPts val="1800"/>
              <a:buNone/>
              <a:defRPr sz="1800" b="1">
                <a:solidFill>
                  <a:schemeClr val="dk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53" name="Google Shape;153;p17"/>
          <p:cNvSpPr txBox="1">
            <a:spLocks noGrp="1"/>
          </p:cNvSpPr>
          <p:nvPr>
            <p:ph type="body" idx="23"/>
          </p:nvPr>
        </p:nvSpPr>
        <p:spPr>
          <a:xfrm>
            <a:off x="-2811780" y="4176913"/>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dk1"/>
              </a:buClr>
              <a:buSzPts val="1800"/>
              <a:buNone/>
              <a:defRPr sz="1800" b="1">
                <a:solidFill>
                  <a:schemeClr val="dk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54" name="Google Shape;154;p17"/>
          <p:cNvSpPr txBox="1">
            <a:spLocks noGrp="1"/>
          </p:cNvSpPr>
          <p:nvPr>
            <p:ph type="body" idx="24"/>
          </p:nvPr>
        </p:nvSpPr>
        <p:spPr>
          <a:xfrm>
            <a:off x="-2811780" y="4407526"/>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dk1"/>
              </a:buClr>
              <a:buSzPts val="1800"/>
              <a:buNone/>
              <a:defRPr sz="1800" b="1">
                <a:solidFill>
                  <a:schemeClr val="dk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55" name="Google Shape;155;p17"/>
          <p:cNvSpPr txBox="1">
            <a:spLocks noGrp="1"/>
          </p:cNvSpPr>
          <p:nvPr>
            <p:ph type="body" idx="25"/>
          </p:nvPr>
        </p:nvSpPr>
        <p:spPr>
          <a:xfrm>
            <a:off x="-2811780" y="4631863"/>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dk1"/>
              </a:buClr>
              <a:buSzPts val="1800"/>
              <a:buNone/>
              <a:defRPr sz="1800" b="1">
                <a:solidFill>
                  <a:schemeClr val="dk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3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3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3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3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3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3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3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34">
                                            <p:txEl>
                                              <p:pRg st="0" end="0"/>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134">
                                            <p:txEl>
                                              <p:pRg st="1" end="1"/>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134">
                                            <p:txEl>
                                              <p:pRg st="2" end="2"/>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134">
                                            <p:txEl>
                                              <p:pRg st="3" end="3"/>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134">
                                            <p:txEl>
                                              <p:pRg st="4" end="4"/>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134">
                                            <p:txEl>
                                              <p:pRg st="5" end="5"/>
                                            </p:txEl>
                                          </p:spTgt>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nodeType="clickEffect">
                                  <p:stCondLst>
                                    <p:cond delay="0"/>
                                  </p:stCondLst>
                                  <p:childTnLst>
                                    <p:set>
                                      <p:cBhvr>
                                        <p:cTn id="66" dur="1" fill="hold">
                                          <p:stCondLst>
                                            <p:cond delay="0"/>
                                          </p:stCondLst>
                                        </p:cTn>
                                        <p:tgtEl>
                                          <p:spTgt spid="134">
                                            <p:txEl>
                                              <p:pRg st="6" end="6"/>
                                            </p:txEl>
                                          </p:spTgt>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nodeType="clickEffect">
                                  <p:stCondLst>
                                    <p:cond delay="0"/>
                                  </p:stCondLst>
                                  <p:childTnLst>
                                    <p:set>
                                      <p:cBhvr>
                                        <p:cTn id="70" dur="1" fill="hold">
                                          <p:stCondLst>
                                            <p:cond delay="0"/>
                                          </p:stCondLst>
                                        </p:cTn>
                                        <p:tgtEl>
                                          <p:spTgt spid="134">
                                            <p:txEl>
                                              <p:pRg st="7" end="7"/>
                                            </p:txEl>
                                          </p:spTgt>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1" presetClass="entr" presetSubtype="0" fill="hold" nodeType="clickEffect">
                                  <p:stCondLst>
                                    <p:cond delay="0"/>
                                  </p:stCondLst>
                                  <p:childTnLst>
                                    <p:set>
                                      <p:cBhvr>
                                        <p:cTn id="74" dur="1" fill="hold">
                                          <p:stCondLst>
                                            <p:cond delay="0"/>
                                          </p:stCondLst>
                                        </p:cTn>
                                        <p:tgtEl>
                                          <p:spTgt spid="134">
                                            <p:txEl>
                                              <p:pRg st="8" end="8"/>
                                            </p:txEl>
                                          </p:spTgt>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nodeType="clickEffect">
                                  <p:stCondLst>
                                    <p:cond delay="0"/>
                                  </p:stCondLst>
                                  <p:childTnLst>
                                    <p:set>
                                      <p:cBhvr>
                                        <p:cTn id="78" dur="1" fill="hold">
                                          <p:stCondLst>
                                            <p:cond delay="0"/>
                                          </p:stCondLst>
                                        </p:cTn>
                                        <p:tgtEl>
                                          <p:spTgt spid="135">
                                            <p:txEl>
                                              <p:pRg st="0" end="0"/>
                                            </p:txEl>
                                          </p:spTgt>
                                        </p:tgtEl>
                                        <p:attrNameLst>
                                          <p:attrName>style.visibility</p:attrName>
                                        </p:attrNameLst>
                                      </p:cBhvr>
                                      <p:to>
                                        <p:strVal val="visible"/>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nodeType="clickEffect">
                                  <p:stCondLst>
                                    <p:cond delay="0"/>
                                  </p:stCondLst>
                                  <p:childTnLst>
                                    <p:set>
                                      <p:cBhvr>
                                        <p:cTn id="82" dur="1" fill="hold">
                                          <p:stCondLst>
                                            <p:cond delay="0"/>
                                          </p:stCondLst>
                                        </p:cTn>
                                        <p:tgtEl>
                                          <p:spTgt spid="135">
                                            <p:txEl>
                                              <p:pRg st="1" end="1"/>
                                            </p:txEl>
                                          </p:spTgt>
                                        </p:tgtEl>
                                        <p:attrNameLst>
                                          <p:attrName>style.visibility</p:attrName>
                                        </p:attrNameLst>
                                      </p:cBhvr>
                                      <p:to>
                                        <p:strVal val="visible"/>
                                      </p:to>
                                    </p:set>
                                  </p:childTnLst>
                                </p:cTn>
                              </p:par>
                            </p:childTnLst>
                          </p:cTn>
                        </p:par>
                      </p:childTnLst>
                    </p:cTn>
                  </p:par>
                  <p:par>
                    <p:cTn id="83" fill="hold">
                      <p:stCondLst>
                        <p:cond delay="indefinite"/>
                      </p:stCondLst>
                      <p:childTnLst>
                        <p:par>
                          <p:cTn id="84" fill="hold">
                            <p:stCondLst>
                              <p:cond delay="0"/>
                            </p:stCondLst>
                            <p:childTnLst>
                              <p:par>
                                <p:cTn id="85" presetID="1" presetClass="entr" presetSubtype="0" fill="hold" nodeType="clickEffect">
                                  <p:stCondLst>
                                    <p:cond delay="0"/>
                                  </p:stCondLst>
                                  <p:childTnLst>
                                    <p:set>
                                      <p:cBhvr>
                                        <p:cTn id="86" dur="1" fill="hold">
                                          <p:stCondLst>
                                            <p:cond delay="0"/>
                                          </p:stCondLst>
                                        </p:cTn>
                                        <p:tgtEl>
                                          <p:spTgt spid="135">
                                            <p:txEl>
                                              <p:pRg st="2" end="2"/>
                                            </p:txEl>
                                          </p:spTgt>
                                        </p:tgtEl>
                                        <p:attrNameLst>
                                          <p:attrName>style.visibility</p:attrName>
                                        </p:attrNameLst>
                                      </p:cBhvr>
                                      <p:to>
                                        <p:strVal val="visible"/>
                                      </p:to>
                                    </p:set>
                                  </p:childTnLst>
                                </p:cTn>
                              </p:par>
                            </p:childTnLst>
                          </p:cTn>
                        </p:par>
                      </p:childTnLst>
                    </p:cTn>
                  </p:par>
                  <p:par>
                    <p:cTn id="87" fill="hold">
                      <p:stCondLst>
                        <p:cond delay="indefinite"/>
                      </p:stCondLst>
                      <p:childTnLst>
                        <p:par>
                          <p:cTn id="88" fill="hold">
                            <p:stCondLst>
                              <p:cond delay="0"/>
                            </p:stCondLst>
                            <p:childTnLst>
                              <p:par>
                                <p:cTn id="89" presetID="1" presetClass="entr" presetSubtype="0" fill="hold" nodeType="clickEffect">
                                  <p:stCondLst>
                                    <p:cond delay="0"/>
                                  </p:stCondLst>
                                  <p:childTnLst>
                                    <p:set>
                                      <p:cBhvr>
                                        <p:cTn id="90" dur="1" fill="hold">
                                          <p:stCondLst>
                                            <p:cond delay="0"/>
                                          </p:stCondLst>
                                        </p:cTn>
                                        <p:tgtEl>
                                          <p:spTgt spid="135">
                                            <p:txEl>
                                              <p:pRg st="3" end="3"/>
                                            </p:txEl>
                                          </p:spTgt>
                                        </p:tgtEl>
                                        <p:attrNameLst>
                                          <p:attrName>style.visibility</p:attrName>
                                        </p:attrNameLst>
                                      </p:cBhvr>
                                      <p:to>
                                        <p:strVal val="visible"/>
                                      </p:to>
                                    </p:set>
                                  </p:childTnLst>
                                </p:cTn>
                              </p:par>
                            </p:childTnLst>
                          </p:cTn>
                        </p:par>
                      </p:childTnLst>
                    </p:cTn>
                  </p:par>
                  <p:par>
                    <p:cTn id="91" fill="hold">
                      <p:stCondLst>
                        <p:cond delay="indefinite"/>
                      </p:stCondLst>
                      <p:childTnLst>
                        <p:par>
                          <p:cTn id="92" fill="hold">
                            <p:stCondLst>
                              <p:cond delay="0"/>
                            </p:stCondLst>
                            <p:childTnLst>
                              <p:par>
                                <p:cTn id="93" presetID="1" presetClass="entr" presetSubtype="0" fill="hold" nodeType="clickEffect">
                                  <p:stCondLst>
                                    <p:cond delay="0"/>
                                  </p:stCondLst>
                                  <p:childTnLst>
                                    <p:set>
                                      <p:cBhvr>
                                        <p:cTn id="94" dur="1" fill="hold">
                                          <p:stCondLst>
                                            <p:cond delay="0"/>
                                          </p:stCondLst>
                                        </p:cTn>
                                        <p:tgtEl>
                                          <p:spTgt spid="135">
                                            <p:txEl>
                                              <p:pRg st="4" end="4"/>
                                            </p:txEl>
                                          </p:spTgt>
                                        </p:tgtEl>
                                        <p:attrNameLst>
                                          <p:attrName>style.visibility</p:attrName>
                                        </p:attrNameLst>
                                      </p:cBhvr>
                                      <p:to>
                                        <p:strVal val="visible"/>
                                      </p:to>
                                    </p:set>
                                  </p:childTnLst>
                                </p:cTn>
                              </p:par>
                            </p:childTnLst>
                          </p:cTn>
                        </p:par>
                      </p:childTnLst>
                    </p:cTn>
                  </p:par>
                  <p:par>
                    <p:cTn id="95" fill="hold">
                      <p:stCondLst>
                        <p:cond delay="indefinite"/>
                      </p:stCondLst>
                      <p:childTnLst>
                        <p:par>
                          <p:cTn id="96" fill="hold">
                            <p:stCondLst>
                              <p:cond delay="0"/>
                            </p:stCondLst>
                            <p:childTnLst>
                              <p:par>
                                <p:cTn id="97" presetID="1" presetClass="entr" presetSubtype="0" fill="hold" nodeType="clickEffect">
                                  <p:stCondLst>
                                    <p:cond delay="0"/>
                                  </p:stCondLst>
                                  <p:childTnLst>
                                    <p:set>
                                      <p:cBhvr>
                                        <p:cTn id="98" dur="1" fill="hold">
                                          <p:stCondLst>
                                            <p:cond delay="0"/>
                                          </p:stCondLst>
                                        </p:cTn>
                                        <p:tgtEl>
                                          <p:spTgt spid="135">
                                            <p:txEl>
                                              <p:pRg st="5" end="5"/>
                                            </p:txEl>
                                          </p:spTgt>
                                        </p:tgtEl>
                                        <p:attrNameLst>
                                          <p:attrName>style.visibility</p:attrName>
                                        </p:attrNameLst>
                                      </p:cBhvr>
                                      <p:to>
                                        <p:strVal val="visible"/>
                                      </p:to>
                                    </p:set>
                                  </p:childTnLst>
                                </p:cTn>
                              </p:par>
                            </p:childTnLst>
                          </p:cTn>
                        </p:par>
                      </p:childTnLst>
                    </p:cTn>
                  </p:par>
                  <p:par>
                    <p:cTn id="99" fill="hold">
                      <p:stCondLst>
                        <p:cond delay="indefinite"/>
                      </p:stCondLst>
                      <p:childTnLst>
                        <p:par>
                          <p:cTn id="100" fill="hold">
                            <p:stCondLst>
                              <p:cond delay="0"/>
                            </p:stCondLst>
                            <p:childTnLst>
                              <p:par>
                                <p:cTn id="101" presetID="1" presetClass="entr" presetSubtype="0" fill="hold" nodeType="clickEffect">
                                  <p:stCondLst>
                                    <p:cond delay="0"/>
                                  </p:stCondLst>
                                  <p:childTnLst>
                                    <p:set>
                                      <p:cBhvr>
                                        <p:cTn id="102" dur="1" fill="hold">
                                          <p:stCondLst>
                                            <p:cond delay="0"/>
                                          </p:stCondLst>
                                        </p:cTn>
                                        <p:tgtEl>
                                          <p:spTgt spid="135">
                                            <p:txEl>
                                              <p:pRg st="6" end="6"/>
                                            </p:txEl>
                                          </p:spTgt>
                                        </p:tgtEl>
                                        <p:attrNameLst>
                                          <p:attrName>style.visibility</p:attrName>
                                        </p:attrNameLst>
                                      </p:cBhvr>
                                      <p:to>
                                        <p:strVal val="visible"/>
                                      </p:to>
                                    </p:set>
                                  </p:childTnLst>
                                </p:cTn>
                              </p:par>
                            </p:childTnLst>
                          </p:cTn>
                        </p:par>
                      </p:childTnLst>
                    </p:cTn>
                  </p:par>
                  <p:par>
                    <p:cTn id="103" fill="hold">
                      <p:stCondLst>
                        <p:cond delay="indefinite"/>
                      </p:stCondLst>
                      <p:childTnLst>
                        <p:par>
                          <p:cTn id="104" fill="hold">
                            <p:stCondLst>
                              <p:cond delay="0"/>
                            </p:stCondLst>
                            <p:childTnLst>
                              <p:par>
                                <p:cTn id="105" presetID="1" presetClass="entr" presetSubtype="0" fill="hold" nodeType="clickEffect">
                                  <p:stCondLst>
                                    <p:cond delay="0"/>
                                  </p:stCondLst>
                                  <p:childTnLst>
                                    <p:set>
                                      <p:cBhvr>
                                        <p:cTn id="106" dur="1" fill="hold">
                                          <p:stCondLst>
                                            <p:cond delay="0"/>
                                          </p:stCondLst>
                                        </p:cTn>
                                        <p:tgtEl>
                                          <p:spTgt spid="135">
                                            <p:txEl>
                                              <p:pRg st="7" end="7"/>
                                            </p:txEl>
                                          </p:spTgt>
                                        </p:tgtEl>
                                        <p:attrNameLst>
                                          <p:attrName>style.visibility</p:attrName>
                                        </p:attrNameLst>
                                      </p:cBhvr>
                                      <p:to>
                                        <p:strVal val="visible"/>
                                      </p:to>
                                    </p:set>
                                  </p:childTnLst>
                                </p:cTn>
                              </p:par>
                            </p:childTnLst>
                          </p:cTn>
                        </p:par>
                      </p:childTnLst>
                    </p:cTn>
                  </p:par>
                  <p:par>
                    <p:cTn id="107" fill="hold">
                      <p:stCondLst>
                        <p:cond delay="indefinite"/>
                      </p:stCondLst>
                      <p:childTnLst>
                        <p:par>
                          <p:cTn id="108" fill="hold">
                            <p:stCondLst>
                              <p:cond delay="0"/>
                            </p:stCondLst>
                            <p:childTnLst>
                              <p:par>
                                <p:cTn id="109" presetID="1" presetClass="entr" presetSubtype="0" fill="hold" nodeType="clickEffect">
                                  <p:stCondLst>
                                    <p:cond delay="0"/>
                                  </p:stCondLst>
                                  <p:childTnLst>
                                    <p:set>
                                      <p:cBhvr>
                                        <p:cTn id="110" dur="1" fill="hold">
                                          <p:stCondLst>
                                            <p:cond delay="0"/>
                                          </p:stCondLst>
                                        </p:cTn>
                                        <p:tgtEl>
                                          <p:spTgt spid="135">
                                            <p:txEl>
                                              <p:pRg st="8" end="8"/>
                                            </p:txEl>
                                          </p:spTgt>
                                        </p:tgtEl>
                                        <p:attrNameLst>
                                          <p:attrName>style.visibility</p:attrName>
                                        </p:attrNameLst>
                                      </p:cBhvr>
                                      <p:to>
                                        <p:strVal val="visible"/>
                                      </p:to>
                                    </p:set>
                                  </p:childTnLst>
                                </p:cTn>
                              </p:par>
                            </p:childTnLst>
                          </p:cTn>
                        </p:par>
                      </p:childTnLst>
                    </p:cTn>
                  </p:par>
                  <p:par>
                    <p:cTn id="111" fill="hold">
                      <p:stCondLst>
                        <p:cond delay="indefinite"/>
                      </p:stCondLst>
                      <p:childTnLst>
                        <p:par>
                          <p:cTn id="112" fill="hold">
                            <p:stCondLst>
                              <p:cond delay="0"/>
                            </p:stCondLst>
                            <p:childTnLst>
                              <p:par>
                                <p:cTn id="113" presetID="1" presetClass="entr" presetSubtype="0" fill="hold" nodeType="clickEffect">
                                  <p:stCondLst>
                                    <p:cond delay="0"/>
                                  </p:stCondLst>
                                  <p:childTnLst>
                                    <p:set>
                                      <p:cBhvr>
                                        <p:cTn id="114" dur="1" fill="hold">
                                          <p:stCondLst>
                                            <p:cond delay="0"/>
                                          </p:stCondLst>
                                        </p:cTn>
                                        <p:tgtEl>
                                          <p:spTgt spid="136">
                                            <p:txEl>
                                              <p:pRg st="0" end="0"/>
                                            </p:txEl>
                                          </p:spTgt>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nodeType="clickEffect">
                                  <p:stCondLst>
                                    <p:cond delay="0"/>
                                  </p:stCondLst>
                                  <p:childTnLst>
                                    <p:set>
                                      <p:cBhvr>
                                        <p:cTn id="118" dur="1" fill="hold">
                                          <p:stCondLst>
                                            <p:cond delay="0"/>
                                          </p:stCondLst>
                                        </p:cTn>
                                        <p:tgtEl>
                                          <p:spTgt spid="136">
                                            <p:txEl>
                                              <p:pRg st="1" end="1"/>
                                            </p:txEl>
                                          </p:spTgt>
                                        </p:tgtEl>
                                        <p:attrNameLst>
                                          <p:attrName>style.visibility</p:attrName>
                                        </p:attrNameLst>
                                      </p:cBhvr>
                                      <p:to>
                                        <p:strVal val="visible"/>
                                      </p:to>
                                    </p:set>
                                  </p:childTnLst>
                                </p:cTn>
                              </p:par>
                            </p:childTnLst>
                          </p:cTn>
                        </p:par>
                      </p:childTnLst>
                    </p:cTn>
                  </p:par>
                  <p:par>
                    <p:cTn id="119" fill="hold">
                      <p:stCondLst>
                        <p:cond delay="indefinite"/>
                      </p:stCondLst>
                      <p:childTnLst>
                        <p:par>
                          <p:cTn id="120" fill="hold">
                            <p:stCondLst>
                              <p:cond delay="0"/>
                            </p:stCondLst>
                            <p:childTnLst>
                              <p:par>
                                <p:cTn id="121" presetID="1" presetClass="entr" presetSubtype="0" fill="hold" nodeType="clickEffect">
                                  <p:stCondLst>
                                    <p:cond delay="0"/>
                                  </p:stCondLst>
                                  <p:childTnLst>
                                    <p:set>
                                      <p:cBhvr>
                                        <p:cTn id="122" dur="1" fill="hold">
                                          <p:stCondLst>
                                            <p:cond delay="0"/>
                                          </p:stCondLst>
                                        </p:cTn>
                                        <p:tgtEl>
                                          <p:spTgt spid="136">
                                            <p:txEl>
                                              <p:pRg st="2" end="2"/>
                                            </p:txEl>
                                          </p:spTgt>
                                        </p:tgtEl>
                                        <p:attrNameLst>
                                          <p:attrName>style.visibility</p:attrName>
                                        </p:attrNameLst>
                                      </p:cBhvr>
                                      <p:to>
                                        <p:strVal val="visible"/>
                                      </p:to>
                                    </p:set>
                                  </p:childTnLst>
                                </p:cTn>
                              </p:par>
                            </p:childTnLst>
                          </p:cTn>
                        </p:par>
                      </p:childTnLst>
                    </p:cTn>
                  </p:par>
                  <p:par>
                    <p:cTn id="123" fill="hold">
                      <p:stCondLst>
                        <p:cond delay="indefinite"/>
                      </p:stCondLst>
                      <p:childTnLst>
                        <p:par>
                          <p:cTn id="124" fill="hold">
                            <p:stCondLst>
                              <p:cond delay="0"/>
                            </p:stCondLst>
                            <p:childTnLst>
                              <p:par>
                                <p:cTn id="125" presetID="1" presetClass="entr" presetSubtype="0" fill="hold" nodeType="clickEffect">
                                  <p:stCondLst>
                                    <p:cond delay="0"/>
                                  </p:stCondLst>
                                  <p:childTnLst>
                                    <p:set>
                                      <p:cBhvr>
                                        <p:cTn id="126" dur="1" fill="hold">
                                          <p:stCondLst>
                                            <p:cond delay="0"/>
                                          </p:stCondLst>
                                        </p:cTn>
                                        <p:tgtEl>
                                          <p:spTgt spid="136">
                                            <p:txEl>
                                              <p:pRg st="3" end="3"/>
                                            </p:txEl>
                                          </p:spTgt>
                                        </p:tgtEl>
                                        <p:attrNameLst>
                                          <p:attrName>style.visibility</p:attrName>
                                        </p:attrNameLst>
                                      </p:cBhvr>
                                      <p:to>
                                        <p:strVal val="visible"/>
                                      </p:to>
                                    </p:set>
                                  </p:childTnLst>
                                </p:cTn>
                              </p:par>
                            </p:childTnLst>
                          </p:cTn>
                        </p:par>
                      </p:childTnLst>
                    </p:cTn>
                  </p:par>
                  <p:par>
                    <p:cTn id="127" fill="hold">
                      <p:stCondLst>
                        <p:cond delay="indefinite"/>
                      </p:stCondLst>
                      <p:childTnLst>
                        <p:par>
                          <p:cTn id="128" fill="hold">
                            <p:stCondLst>
                              <p:cond delay="0"/>
                            </p:stCondLst>
                            <p:childTnLst>
                              <p:par>
                                <p:cTn id="129" presetID="1" presetClass="entr" presetSubtype="0" fill="hold" nodeType="clickEffect">
                                  <p:stCondLst>
                                    <p:cond delay="0"/>
                                  </p:stCondLst>
                                  <p:childTnLst>
                                    <p:set>
                                      <p:cBhvr>
                                        <p:cTn id="130" dur="1" fill="hold">
                                          <p:stCondLst>
                                            <p:cond delay="0"/>
                                          </p:stCondLst>
                                        </p:cTn>
                                        <p:tgtEl>
                                          <p:spTgt spid="136">
                                            <p:txEl>
                                              <p:pRg st="4" end="4"/>
                                            </p:txEl>
                                          </p:spTgt>
                                        </p:tgtEl>
                                        <p:attrNameLst>
                                          <p:attrName>style.visibility</p:attrName>
                                        </p:attrNameLst>
                                      </p:cBhvr>
                                      <p:to>
                                        <p:strVal val="visible"/>
                                      </p:to>
                                    </p:set>
                                  </p:childTnLst>
                                </p:cTn>
                              </p:par>
                            </p:childTnLst>
                          </p:cTn>
                        </p:par>
                      </p:childTnLst>
                    </p:cTn>
                  </p:par>
                  <p:par>
                    <p:cTn id="131" fill="hold">
                      <p:stCondLst>
                        <p:cond delay="indefinite"/>
                      </p:stCondLst>
                      <p:childTnLst>
                        <p:par>
                          <p:cTn id="132" fill="hold">
                            <p:stCondLst>
                              <p:cond delay="0"/>
                            </p:stCondLst>
                            <p:childTnLst>
                              <p:par>
                                <p:cTn id="133" presetID="1" presetClass="entr" presetSubtype="0" fill="hold" nodeType="clickEffect">
                                  <p:stCondLst>
                                    <p:cond delay="0"/>
                                  </p:stCondLst>
                                  <p:childTnLst>
                                    <p:set>
                                      <p:cBhvr>
                                        <p:cTn id="134" dur="1" fill="hold">
                                          <p:stCondLst>
                                            <p:cond delay="0"/>
                                          </p:stCondLst>
                                        </p:cTn>
                                        <p:tgtEl>
                                          <p:spTgt spid="136">
                                            <p:txEl>
                                              <p:pRg st="5" end="5"/>
                                            </p:txEl>
                                          </p:spTgt>
                                        </p:tgtEl>
                                        <p:attrNameLst>
                                          <p:attrName>style.visibility</p:attrName>
                                        </p:attrNameLst>
                                      </p:cBhvr>
                                      <p:to>
                                        <p:strVal val="visible"/>
                                      </p:to>
                                    </p:set>
                                  </p:childTnLst>
                                </p:cTn>
                              </p:par>
                            </p:childTnLst>
                          </p:cTn>
                        </p:par>
                      </p:childTnLst>
                    </p:cTn>
                  </p:par>
                  <p:par>
                    <p:cTn id="135" fill="hold">
                      <p:stCondLst>
                        <p:cond delay="indefinite"/>
                      </p:stCondLst>
                      <p:childTnLst>
                        <p:par>
                          <p:cTn id="136" fill="hold">
                            <p:stCondLst>
                              <p:cond delay="0"/>
                            </p:stCondLst>
                            <p:childTnLst>
                              <p:par>
                                <p:cTn id="137" presetID="1" presetClass="entr" presetSubtype="0" fill="hold" nodeType="clickEffect">
                                  <p:stCondLst>
                                    <p:cond delay="0"/>
                                  </p:stCondLst>
                                  <p:childTnLst>
                                    <p:set>
                                      <p:cBhvr>
                                        <p:cTn id="138" dur="1" fill="hold">
                                          <p:stCondLst>
                                            <p:cond delay="0"/>
                                          </p:stCondLst>
                                        </p:cTn>
                                        <p:tgtEl>
                                          <p:spTgt spid="136">
                                            <p:txEl>
                                              <p:pRg st="6" end="6"/>
                                            </p:txEl>
                                          </p:spTgt>
                                        </p:tgtEl>
                                        <p:attrNameLst>
                                          <p:attrName>style.visibility</p:attrName>
                                        </p:attrNameLst>
                                      </p:cBhvr>
                                      <p:to>
                                        <p:strVal val="visible"/>
                                      </p:to>
                                    </p:set>
                                  </p:childTnLst>
                                </p:cTn>
                              </p:par>
                            </p:childTnLst>
                          </p:cTn>
                        </p:par>
                      </p:childTnLst>
                    </p:cTn>
                  </p:par>
                  <p:par>
                    <p:cTn id="139" fill="hold">
                      <p:stCondLst>
                        <p:cond delay="indefinite"/>
                      </p:stCondLst>
                      <p:childTnLst>
                        <p:par>
                          <p:cTn id="140" fill="hold">
                            <p:stCondLst>
                              <p:cond delay="0"/>
                            </p:stCondLst>
                            <p:childTnLst>
                              <p:par>
                                <p:cTn id="141" presetID="1" presetClass="entr" presetSubtype="0" fill="hold" nodeType="clickEffect">
                                  <p:stCondLst>
                                    <p:cond delay="0"/>
                                  </p:stCondLst>
                                  <p:childTnLst>
                                    <p:set>
                                      <p:cBhvr>
                                        <p:cTn id="142" dur="1" fill="hold">
                                          <p:stCondLst>
                                            <p:cond delay="0"/>
                                          </p:stCondLst>
                                        </p:cTn>
                                        <p:tgtEl>
                                          <p:spTgt spid="136">
                                            <p:txEl>
                                              <p:pRg st="7" end="7"/>
                                            </p:txEl>
                                          </p:spTgt>
                                        </p:tgtEl>
                                        <p:attrNameLst>
                                          <p:attrName>style.visibility</p:attrName>
                                        </p:attrNameLst>
                                      </p:cBhvr>
                                      <p:to>
                                        <p:strVal val="visible"/>
                                      </p:to>
                                    </p:set>
                                  </p:childTnLst>
                                </p:cTn>
                              </p:par>
                            </p:childTnLst>
                          </p:cTn>
                        </p:par>
                      </p:childTnLst>
                    </p:cTn>
                  </p:par>
                  <p:par>
                    <p:cTn id="143" fill="hold">
                      <p:stCondLst>
                        <p:cond delay="indefinite"/>
                      </p:stCondLst>
                      <p:childTnLst>
                        <p:par>
                          <p:cTn id="144" fill="hold">
                            <p:stCondLst>
                              <p:cond delay="0"/>
                            </p:stCondLst>
                            <p:childTnLst>
                              <p:par>
                                <p:cTn id="145" presetID="1" presetClass="entr" presetSubtype="0" fill="hold" nodeType="clickEffect">
                                  <p:stCondLst>
                                    <p:cond delay="0"/>
                                  </p:stCondLst>
                                  <p:childTnLst>
                                    <p:set>
                                      <p:cBhvr>
                                        <p:cTn id="146" dur="1" fill="hold">
                                          <p:stCondLst>
                                            <p:cond delay="0"/>
                                          </p:stCondLst>
                                        </p:cTn>
                                        <p:tgtEl>
                                          <p:spTgt spid="136">
                                            <p:txEl>
                                              <p:pRg st="8" end="8"/>
                                            </p:txEl>
                                          </p:spTgt>
                                        </p:tgtEl>
                                        <p:attrNameLst>
                                          <p:attrName>style.visibility</p:attrName>
                                        </p:attrNameLst>
                                      </p:cBhvr>
                                      <p:to>
                                        <p:strVal val="visible"/>
                                      </p:to>
                                    </p:set>
                                  </p:childTnLst>
                                </p:cTn>
                              </p:par>
                            </p:childTnLst>
                          </p:cTn>
                        </p:par>
                      </p:childTnLst>
                    </p:cTn>
                  </p:par>
                  <p:par>
                    <p:cTn id="147" fill="hold">
                      <p:stCondLst>
                        <p:cond delay="indefinite"/>
                      </p:stCondLst>
                      <p:childTnLst>
                        <p:par>
                          <p:cTn id="148" fill="hold">
                            <p:stCondLst>
                              <p:cond delay="0"/>
                            </p:stCondLst>
                            <p:childTnLst>
                              <p:par>
                                <p:cTn id="149" presetID="1" presetClass="entr" presetSubtype="0" fill="hold" nodeType="clickEffect">
                                  <p:stCondLst>
                                    <p:cond delay="0"/>
                                  </p:stCondLst>
                                  <p:childTnLst>
                                    <p:set>
                                      <p:cBhvr>
                                        <p:cTn id="150" dur="1" fill="hold">
                                          <p:stCondLst>
                                            <p:cond delay="0"/>
                                          </p:stCondLst>
                                        </p:cTn>
                                        <p:tgtEl>
                                          <p:spTgt spid="137">
                                            <p:txEl>
                                              <p:pRg st="0" end="0"/>
                                            </p:txEl>
                                          </p:spTgt>
                                        </p:tgtEl>
                                        <p:attrNameLst>
                                          <p:attrName>style.visibility</p:attrName>
                                        </p:attrNameLst>
                                      </p:cBhvr>
                                      <p:to>
                                        <p:strVal val="visible"/>
                                      </p:to>
                                    </p:set>
                                  </p:childTnLst>
                                </p:cTn>
                              </p:par>
                            </p:childTnLst>
                          </p:cTn>
                        </p:par>
                      </p:childTnLst>
                    </p:cTn>
                  </p:par>
                  <p:par>
                    <p:cTn id="151" fill="hold">
                      <p:stCondLst>
                        <p:cond delay="indefinite"/>
                      </p:stCondLst>
                      <p:childTnLst>
                        <p:par>
                          <p:cTn id="152" fill="hold">
                            <p:stCondLst>
                              <p:cond delay="0"/>
                            </p:stCondLst>
                            <p:childTnLst>
                              <p:par>
                                <p:cTn id="153" presetID="1" presetClass="entr" presetSubtype="0" fill="hold" nodeType="clickEffect">
                                  <p:stCondLst>
                                    <p:cond delay="0"/>
                                  </p:stCondLst>
                                  <p:childTnLst>
                                    <p:set>
                                      <p:cBhvr>
                                        <p:cTn id="154" dur="1" fill="hold">
                                          <p:stCondLst>
                                            <p:cond delay="0"/>
                                          </p:stCondLst>
                                        </p:cTn>
                                        <p:tgtEl>
                                          <p:spTgt spid="137">
                                            <p:txEl>
                                              <p:pRg st="1" end="1"/>
                                            </p:txEl>
                                          </p:spTgt>
                                        </p:tgtEl>
                                        <p:attrNameLst>
                                          <p:attrName>style.visibility</p:attrName>
                                        </p:attrNameLst>
                                      </p:cBhvr>
                                      <p:to>
                                        <p:strVal val="visible"/>
                                      </p:to>
                                    </p:set>
                                  </p:childTnLst>
                                </p:cTn>
                              </p:par>
                            </p:childTnLst>
                          </p:cTn>
                        </p:par>
                      </p:childTnLst>
                    </p:cTn>
                  </p:par>
                  <p:par>
                    <p:cTn id="155" fill="hold">
                      <p:stCondLst>
                        <p:cond delay="indefinite"/>
                      </p:stCondLst>
                      <p:childTnLst>
                        <p:par>
                          <p:cTn id="156" fill="hold">
                            <p:stCondLst>
                              <p:cond delay="0"/>
                            </p:stCondLst>
                            <p:childTnLst>
                              <p:par>
                                <p:cTn id="157" presetID="1" presetClass="entr" presetSubtype="0" fill="hold" nodeType="clickEffect">
                                  <p:stCondLst>
                                    <p:cond delay="0"/>
                                  </p:stCondLst>
                                  <p:childTnLst>
                                    <p:set>
                                      <p:cBhvr>
                                        <p:cTn id="158" dur="1" fill="hold">
                                          <p:stCondLst>
                                            <p:cond delay="0"/>
                                          </p:stCondLst>
                                        </p:cTn>
                                        <p:tgtEl>
                                          <p:spTgt spid="137">
                                            <p:txEl>
                                              <p:pRg st="2" end="2"/>
                                            </p:txEl>
                                          </p:spTgt>
                                        </p:tgtEl>
                                        <p:attrNameLst>
                                          <p:attrName>style.visibility</p:attrName>
                                        </p:attrNameLst>
                                      </p:cBhvr>
                                      <p:to>
                                        <p:strVal val="visible"/>
                                      </p:to>
                                    </p:set>
                                  </p:childTnLst>
                                </p:cTn>
                              </p:par>
                            </p:childTnLst>
                          </p:cTn>
                        </p:par>
                      </p:childTnLst>
                    </p:cTn>
                  </p:par>
                  <p:par>
                    <p:cTn id="159" fill="hold">
                      <p:stCondLst>
                        <p:cond delay="indefinite"/>
                      </p:stCondLst>
                      <p:childTnLst>
                        <p:par>
                          <p:cTn id="160" fill="hold">
                            <p:stCondLst>
                              <p:cond delay="0"/>
                            </p:stCondLst>
                            <p:childTnLst>
                              <p:par>
                                <p:cTn id="161" presetID="1" presetClass="entr" presetSubtype="0" fill="hold" nodeType="clickEffect">
                                  <p:stCondLst>
                                    <p:cond delay="0"/>
                                  </p:stCondLst>
                                  <p:childTnLst>
                                    <p:set>
                                      <p:cBhvr>
                                        <p:cTn id="162" dur="1" fill="hold">
                                          <p:stCondLst>
                                            <p:cond delay="0"/>
                                          </p:stCondLst>
                                        </p:cTn>
                                        <p:tgtEl>
                                          <p:spTgt spid="137">
                                            <p:txEl>
                                              <p:pRg st="3" end="3"/>
                                            </p:txEl>
                                          </p:spTgt>
                                        </p:tgtEl>
                                        <p:attrNameLst>
                                          <p:attrName>style.visibility</p:attrName>
                                        </p:attrNameLst>
                                      </p:cBhvr>
                                      <p:to>
                                        <p:strVal val="visible"/>
                                      </p:to>
                                    </p:set>
                                  </p:childTnLst>
                                </p:cTn>
                              </p:par>
                            </p:childTnLst>
                          </p:cTn>
                        </p:par>
                      </p:childTnLst>
                    </p:cTn>
                  </p:par>
                  <p:par>
                    <p:cTn id="163" fill="hold">
                      <p:stCondLst>
                        <p:cond delay="indefinite"/>
                      </p:stCondLst>
                      <p:childTnLst>
                        <p:par>
                          <p:cTn id="164" fill="hold">
                            <p:stCondLst>
                              <p:cond delay="0"/>
                            </p:stCondLst>
                            <p:childTnLst>
                              <p:par>
                                <p:cTn id="165" presetID="1" presetClass="entr" presetSubtype="0" fill="hold" nodeType="clickEffect">
                                  <p:stCondLst>
                                    <p:cond delay="0"/>
                                  </p:stCondLst>
                                  <p:childTnLst>
                                    <p:set>
                                      <p:cBhvr>
                                        <p:cTn id="166" dur="1" fill="hold">
                                          <p:stCondLst>
                                            <p:cond delay="0"/>
                                          </p:stCondLst>
                                        </p:cTn>
                                        <p:tgtEl>
                                          <p:spTgt spid="137">
                                            <p:txEl>
                                              <p:pRg st="4" end="4"/>
                                            </p:txEl>
                                          </p:spTgt>
                                        </p:tgtEl>
                                        <p:attrNameLst>
                                          <p:attrName>style.visibility</p:attrName>
                                        </p:attrNameLst>
                                      </p:cBhvr>
                                      <p:to>
                                        <p:strVal val="visible"/>
                                      </p:to>
                                    </p:set>
                                  </p:childTnLst>
                                </p:cTn>
                              </p:par>
                            </p:childTnLst>
                          </p:cTn>
                        </p:par>
                      </p:childTnLst>
                    </p:cTn>
                  </p:par>
                  <p:par>
                    <p:cTn id="167" fill="hold">
                      <p:stCondLst>
                        <p:cond delay="indefinite"/>
                      </p:stCondLst>
                      <p:childTnLst>
                        <p:par>
                          <p:cTn id="168" fill="hold">
                            <p:stCondLst>
                              <p:cond delay="0"/>
                            </p:stCondLst>
                            <p:childTnLst>
                              <p:par>
                                <p:cTn id="169" presetID="1" presetClass="entr" presetSubtype="0" fill="hold" nodeType="clickEffect">
                                  <p:stCondLst>
                                    <p:cond delay="0"/>
                                  </p:stCondLst>
                                  <p:childTnLst>
                                    <p:set>
                                      <p:cBhvr>
                                        <p:cTn id="170" dur="1" fill="hold">
                                          <p:stCondLst>
                                            <p:cond delay="0"/>
                                          </p:stCondLst>
                                        </p:cTn>
                                        <p:tgtEl>
                                          <p:spTgt spid="137">
                                            <p:txEl>
                                              <p:pRg st="5" end="5"/>
                                            </p:txEl>
                                          </p:spTgt>
                                        </p:tgtEl>
                                        <p:attrNameLst>
                                          <p:attrName>style.visibility</p:attrName>
                                        </p:attrNameLst>
                                      </p:cBhvr>
                                      <p:to>
                                        <p:strVal val="visible"/>
                                      </p:to>
                                    </p:set>
                                  </p:childTnLst>
                                </p:cTn>
                              </p:par>
                            </p:childTnLst>
                          </p:cTn>
                        </p:par>
                      </p:childTnLst>
                    </p:cTn>
                  </p:par>
                  <p:par>
                    <p:cTn id="171" fill="hold">
                      <p:stCondLst>
                        <p:cond delay="indefinite"/>
                      </p:stCondLst>
                      <p:childTnLst>
                        <p:par>
                          <p:cTn id="172" fill="hold">
                            <p:stCondLst>
                              <p:cond delay="0"/>
                            </p:stCondLst>
                            <p:childTnLst>
                              <p:par>
                                <p:cTn id="173" presetID="1" presetClass="entr" presetSubtype="0" fill="hold" nodeType="clickEffect">
                                  <p:stCondLst>
                                    <p:cond delay="0"/>
                                  </p:stCondLst>
                                  <p:childTnLst>
                                    <p:set>
                                      <p:cBhvr>
                                        <p:cTn id="174" dur="1" fill="hold">
                                          <p:stCondLst>
                                            <p:cond delay="0"/>
                                          </p:stCondLst>
                                        </p:cTn>
                                        <p:tgtEl>
                                          <p:spTgt spid="137">
                                            <p:txEl>
                                              <p:pRg st="6" end="6"/>
                                            </p:txEl>
                                          </p:spTgt>
                                        </p:tgtEl>
                                        <p:attrNameLst>
                                          <p:attrName>style.visibility</p:attrName>
                                        </p:attrNameLst>
                                      </p:cBhvr>
                                      <p:to>
                                        <p:strVal val="visible"/>
                                      </p:to>
                                    </p:set>
                                  </p:childTnLst>
                                </p:cTn>
                              </p:par>
                            </p:childTnLst>
                          </p:cTn>
                        </p:par>
                      </p:childTnLst>
                    </p:cTn>
                  </p:par>
                  <p:par>
                    <p:cTn id="175" fill="hold">
                      <p:stCondLst>
                        <p:cond delay="indefinite"/>
                      </p:stCondLst>
                      <p:childTnLst>
                        <p:par>
                          <p:cTn id="176" fill="hold">
                            <p:stCondLst>
                              <p:cond delay="0"/>
                            </p:stCondLst>
                            <p:childTnLst>
                              <p:par>
                                <p:cTn id="177" presetID="1" presetClass="entr" presetSubtype="0" fill="hold" nodeType="clickEffect">
                                  <p:stCondLst>
                                    <p:cond delay="0"/>
                                  </p:stCondLst>
                                  <p:childTnLst>
                                    <p:set>
                                      <p:cBhvr>
                                        <p:cTn id="178" dur="1" fill="hold">
                                          <p:stCondLst>
                                            <p:cond delay="0"/>
                                          </p:stCondLst>
                                        </p:cTn>
                                        <p:tgtEl>
                                          <p:spTgt spid="137">
                                            <p:txEl>
                                              <p:pRg st="7" end="7"/>
                                            </p:txEl>
                                          </p:spTgt>
                                        </p:tgtEl>
                                        <p:attrNameLst>
                                          <p:attrName>style.visibility</p:attrName>
                                        </p:attrNameLst>
                                      </p:cBhvr>
                                      <p:to>
                                        <p:strVal val="visible"/>
                                      </p:to>
                                    </p:set>
                                  </p:childTnLst>
                                </p:cTn>
                              </p:par>
                            </p:childTnLst>
                          </p:cTn>
                        </p:par>
                      </p:childTnLst>
                    </p:cTn>
                  </p:par>
                  <p:par>
                    <p:cTn id="179" fill="hold">
                      <p:stCondLst>
                        <p:cond delay="indefinite"/>
                      </p:stCondLst>
                      <p:childTnLst>
                        <p:par>
                          <p:cTn id="180" fill="hold">
                            <p:stCondLst>
                              <p:cond delay="0"/>
                            </p:stCondLst>
                            <p:childTnLst>
                              <p:par>
                                <p:cTn id="181" presetID="1" presetClass="entr" presetSubtype="0" fill="hold" nodeType="clickEffect">
                                  <p:stCondLst>
                                    <p:cond delay="0"/>
                                  </p:stCondLst>
                                  <p:childTnLst>
                                    <p:set>
                                      <p:cBhvr>
                                        <p:cTn id="182" dur="1" fill="hold">
                                          <p:stCondLst>
                                            <p:cond delay="0"/>
                                          </p:stCondLst>
                                        </p:cTn>
                                        <p:tgtEl>
                                          <p:spTgt spid="137">
                                            <p:txEl>
                                              <p:pRg st="8" end="8"/>
                                            </p:txEl>
                                          </p:spTgt>
                                        </p:tgtEl>
                                        <p:attrNameLst>
                                          <p:attrName>style.visibility</p:attrName>
                                        </p:attrNameLst>
                                      </p:cBhvr>
                                      <p:to>
                                        <p:strVal val="visible"/>
                                      </p:to>
                                    </p:set>
                                  </p:childTnLst>
                                </p:cTn>
                              </p:par>
                            </p:childTnLst>
                          </p:cTn>
                        </p:par>
                      </p:childTnLst>
                    </p:cTn>
                  </p:par>
                  <p:par>
                    <p:cTn id="183" fill="hold">
                      <p:stCondLst>
                        <p:cond delay="indefinite"/>
                      </p:stCondLst>
                      <p:childTnLst>
                        <p:par>
                          <p:cTn id="184" fill="hold">
                            <p:stCondLst>
                              <p:cond delay="0"/>
                            </p:stCondLst>
                            <p:childTnLst>
                              <p:par>
                                <p:cTn id="185" presetID="1" presetClass="entr" presetSubtype="0" fill="hold" nodeType="clickEffect">
                                  <p:stCondLst>
                                    <p:cond delay="0"/>
                                  </p:stCondLst>
                                  <p:childTnLst>
                                    <p:set>
                                      <p:cBhvr>
                                        <p:cTn id="186" dur="1" fill="hold">
                                          <p:stCondLst>
                                            <p:cond delay="0"/>
                                          </p:stCondLst>
                                        </p:cTn>
                                        <p:tgtEl>
                                          <p:spTgt spid="138">
                                            <p:txEl>
                                              <p:pRg st="0" end="0"/>
                                            </p:txEl>
                                          </p:spTgt>
                                        </p:tgtEl>
                                        <p:attrNameLst>
                                          <p:attrName>style.visibility</p:attrName>
                                        </p:attrNameLst>
                                      </p:cBhvr>
                                      <p:to>
                                        <p:strVal val="visible"/>
                                      </p:to>
                                    </p:set>
                                  </p:childTnLst>
                                </p:cTn>
                              </p:par>
                            </p:childTnLst>
                          </p:cTn>
                        </p:par>
                      </p:childTnLst>
                    </p:cTn>
                  </p:par>
                  <p:par>
                    <p:cTn id="187" fill="hold">
                      <p:stCondLst>
                        <p:cond delay="indefinite"/>
                      </p:stCondLst>
                      <p:childTnLst>
                        <p:par>
                          <p:cTn id="188" fill="hold">
                            <p:stCondLst>
                              <p:cond delay="0"/>
                            </p:stCondLst>
                            <p:childTnLst>
                              <p:par>
                                <p:cTn id="189" presetID="1" presetClass="entr" presetSubtype="0" fill="hold" nodeType="clickEffect">
                                  <p:stCondLst>
                                    <p:cond delay="0"/>
                                  </p:stCondLst>
                                  <p:childTnLst>
                                    <p:set>
                                      <p:cBhvr>
                                        <p:cTn id="190" dur="1" fill="hold">
                                          <p:stCondLst>
                                            <p:cond delay="0"/>
                                          </p:stCondLst>
                                        </p:cTn>
                                        <p:tgtEl>
                                          <p:spTgt spid="138">
                                            <p:txEl>
                                              <p:pRg st="1" end="1"/>
                                            </p:txEl>
                                          </p:spTgt>
                                        </p:tgtEl>
                                        <p:attrNameLst>
                                          <p:attrName>style.visibility</p:attrName>
                                        </p:attrNameLst>
                                      </p:cBhvr>
                                      <p:to>
                                        <p:strVal val="visible"/>
                                      </p:to>
                                    </p:set>
                                  </p:childTnLst>
                                </p:cTn>
                              </p:par>
                            </p:childTnLst>
                          </p:cTn>
                        </p:par>
                      </p:childTnLst>
                    </p:cTn>
                  </p:par>
                  <p:par>
                    <p:cTn id="191" fill="hold">
                      <p:stCondLst>
                        <p:cond delay="indefinite"/>
                      </p:stCondLst>
                      <p:childTnLst>
                        <p:par>
                          <p:cTn id="192" fill="hold">
                            <p:stCondLst>
                              <p:cond delay="0"/>
                            </p:stCondLst>
                            <p:childTnLst>
                              <p:par>
                                <p:cTn id="193" presetID="1" presetClass="entr" presetSubtype="0" fill="hold" nodeType="clickEffect">
                                  <p:stCondLst>
                                    <p:cond delay="0"/>
                                  </p:stCondLst>
                                  <p:childTnLst>
                                    <p:set>
                                      <p:cBhvr>
                                        <p:cTn id="194" dur="1" fill="hold">
                                          <p:stCondLst>
                                            <p:cond delay="0"/>
                                          </p:stCondLst>
                                        </p:cTn>
                                        <p:tgtEl>
                                          <p:spTgt spid="138">
                                            <p:txEl>
                                              <p:pRg st="2" end="2"/>
                                            </p:txEl>
                                          </p:spTgt>
                                        </p:tgtEl>
                                        <p:attrNameLst>
                                          <p:attrName>style.visibility</p:attrName>
                                        </p:attrNameLst>
                                      </p:cBhvr>
                                      <p:to>
                                        <p:strVal val="visible"/>
                                      </p:to>
                                    </p:set>
                                  </p:childTnLst>
                                </p:cTn>
                              </p:par>
                            </p:childTnLst>
                          </p:cTn>
                        </p:par>
                      </p:childTnLst>
                    </p:cTn>
                  </p:par>
                  <p:par>
                    <p:cTn id="195" fill="hold">
                      <p:stCondLst>
                        <p:cond delay="indefinite"/>
                      </p:stCondLst>
                      <p:childTnLst>
                        <p:par>
                          <p:cTn id="196" fill="hold">
                            <p:stCondLst>
                              <p:cond delay="0"/>
                            </p:stCondLst>
                            <p:childTnLst>
                              <p:par>
                                <p:cTn id="197" presetID="1" presetClass="entr" presetSubtype="0" fill="hold" nodeType="clickEffect">
                                  <p:stCondLst>
                                    <p:cond delay="0"/>
                                  </p:stCondLst>
                                  <p:childTnLst>
                                    <p:set>
                                      <p:cBhvr>
                                        <p:cTn id="198" dur="1" fill="hold">
                                          <p:stCondLst>
                                            <p:cond delay="0"/>
                                          </p:stCondLst>
                                        </p:cTn>
                                        <p:tgtEl>
                                          <p:spTgt spid="138">
                                            <p:txEl>
                                              <p:pRg st="3" end="3"/>
                                            </p:txEl>
                                          </p:spTgt>
                                        </p:tgtEl>
                                        <p:attrNameLst>
                                          <p:attrName>style.visibility</p:attrName>
                                        </p:attrNameLst>
                                      </p:cBhvr>
                                      <p:to>
                                        <p:strVal val="visible"/>
                                      </p:to>
                                    </p:set>
                                  </p:childTnLst>
                                </p:cTn>
                              </p:par>
                            </p:childTnLst>
                          </p:cTn>
                        </p:par>
                      </p:childTnLst>
                    </p:cTn>
                  </p:par>
                  <p:par>
                    <p:cTn id="199" fill="hold">
                      <p:stCondLst>
                        <p:cond delay="indefinite"/>
                      </p:stCondLst>
                      <p:childTnLst>
                        <p:par>
                          <p:cTn id="200" fill="hold">
                            <p:stCondLst>
                              <p:cond delay="0"/>
                            </p:stCondLst>
                            <p:childTnLst>
                              <p:par>
                                <p:cTn id="201" presetID="1" presetClass="entr" presetSubtype="0" fill="hold" nodeType="clickEffect">
                                  <p:stCondLst>
                                    <p:cond delay="0"/>
                                  </p:stCondLst>
                                  <p:childTnLst>
                                    <p:set>
                                      <p:cBhvr>
                                        <p:cTn id="202" dur="1" fill="hold">
                                          <p:stCondLst>
                                            <p:cond delay="0"/>
                                          </p:stCondLst>
                                        </p:cTn>
                                        <p:tgtEl>
                                          <p:spTgt spid="138">
                                            <p:txEl>
                                              <p:pRg st="4" end="4"/>
                                            </p:txEl>
                                          </p:spTgt>
                                        </p:tgtEl>
                                        <p:attrNameLst>
                                          <p:attrName>style.visibility</p:attrName>
                                        </p:attrNameLst>
                                      </p:cBhvr>
                                      <p:to>
                                        <p:strVal val="visible"/>
                                      </p:to>
                                    </p:set>
                                  </p:childTnLst>
                                </p:cTn>
                              </p:par>
                            </p:childTnLst>
                          </p:cTn>
                        </p:par>
                      </p:childTnLst>
                    </p:cTn>
                  </p:par>
                  <p:par>
                    <p:cTn id="203" fill="hold">
                      <p:stCondLst>
                        <p:cond delay="indefinite"/>
                      </p:stCondLst>
                      <p:childTnLst>
                        <p:par>
                          <p:cTn id="204" fill="hold">
                            <p:stCondLst>
                              <p:cond delay="0"/>
                            </p:stCondLst>
                            <p:childTnLst>
                              <p:par>
                                <p:cTn id="205" presetID="1" presetClass="entr" presetSubtype="0" fill="hold" nodeType="clickEffect">
                                  <p:stCondLst>
                                    <p:cond delay="0"/>
                                  </p:stCondLst>
                                  <p:childTnLst>
                                    <p:set>
                                      <p:cBhvr>
                                        <p:cTn id="206" dur="1" fill="hold">
                                          <p:stCondLst>
                                            <p:cond delay="0"/>
                                          </p:stCondLst>
                                        </p:cTn>
                                        <p:tgtEl>
                                          <p:spTgt spid="138">
                                            <p:txEl>
                                              <p:pRg st="5" end="5"/>
                                            </p:txEl>
                                          </p:spTgt>
                                        </p:tgtEl>
                                        <p:attrNameLst>
                                          <p:attrName>style.visibility</p:attrName>
                                        </p:attrNameLst>
                                      </p:cBhvr>
                                      <p:to>
                                        <p:strVal val="visible"/>
                                      </p:to>
                                    </p:set>
                                  </p:childTnLst>
                                </p:cTn>
                              </p:par>
                            </p:childTnLst>
                          </p:cTn>
                        </p:par>
                      </p:childTnLst>
                    </p:cTn>
                  </p:par>
                  <p:par>
                    <p:cTn id="207" fill="hold">
                      <p:stCondLst>
                        <p:cond delay="indefinite"/>
                      </p:stCondLst>
                      <p:childTnLst>
                        <p:par>
                          <p:cTn id="208" fill="hold">
                            <p:stCondLst>
                              <p:cond delay="0"/>
                            </p:stCondLst>
                            <p:childTnLst>
                              <p:par>
                                <p:cTn id="209" presetID="1" presetClass="entr" presetSubtype="0" fill="hold" nodeType="clickEffect">
                                  <p:stCondLst>
                                    <p:cond delay="0"/>
                                  </p:stCondLst>
                                  <p:childTnLst>
                                    <p:set>
                                      <p:cBhvr>
                                        <p:cTn id="210" dur="1" fill="hold">
                                          <p:stCondLst>
                                            <p:cond delay="0"/>
                                          </p:stCondLst>
                                        </p:cTn>
                                        <p:tgtEl>
                                          <p:spTgt spid="138">
                                            <p:txEl>
                                              <p:pRg st="6" end="6"/>
                                            </p:txEl>
                                          </p:spTgt>
                                        </p:tgtEl>
                                        <p:attrNameLst>
                                          <p:attrName>style.visibility</p:attrName>
                                        </p:attrNameLst>
                                      </p:cBhvr>
                                      <p:to>
                                        <p:strVal val="visible"/>
                                      </p:to>
                                    </p:set>
                                  </p:childTnLst>
                                </p:cTn>
                              </p:par>
                            </p:childTnLst>
                          </p:cTn>
                        </p:par>
                      </p:childTnLst>
                    </p:cTn>
                  </p:par>
                  <p:par>
                    <p:cTn id="211" fill="hold">
                      <p:stCondLst>
                        <p:cond delay="indefinite"/>
                      </p:stCondLst>
                      <p:childTnLst>
                        <p:par>
                          <p:cTn id="212" fill="hold">
                            <p:stCondLst>
                              <p:cond delay="0"/>
                            </p:stCondLst>
                            <p:childTnLst>
                              <p:par>
                                <p:cTn id="213" presetID="1" presetClass="entr" presetSubtype="0" fill="hold" nodeType="clickEffect">
                                  <p:stCondLst>
                                    <p:cond delay="0"/>
                                  </p:stCondLst>
                                  <p:childTnLst>
                                    <p:set>
                                      <p:cBhvr>
                                        <p:cTn id="214" dur="1" fill="hold">
                                          <p:stCondLst>
                                            <p:cond delay="0"/>
                                          </p:stCondLst>
                                        </p:cTn>
                                        <p:tgtEl>
                                          <p:spTgt spid="138">
                                            <p:txEl>
                                              <p:pRg st="7" end="7"/>
                                            </p:txEl>
                                          </p:spTgt>
                                        </p:tgtEl>
                                        <p:attrNameLst>
                                          <p:attrName>style.visibility</p:attrName>
                                        </p:attrNameLst>
                                      </p:cBhvr>
                                      <p:to>
                                        <p:strVal val="visible"/>
                                      </p:to>
                                    </p:set>
                                  </p:childTnLst>
                                </p:cTn>
                              </p:par>
                            </p:childTnLst>
                          </p:cTn>
                        </p:par>
                      </p:childTnLst>
                    </p:cTn>
                  </p:par>
                  <p:par>
                    <p:cTn id="215" fill="hold">
                      <p:stCondLst>
                        <p:cond delay="indefinite"/>
                      </p:stCondLst>
                      <p:childTnLst>
                        <p:par>
                          <p:cTn id="216" fill="hold">
                            <p:stCondLst>
                              <p:cond delay="0"/>
                            </p:stCondLst>
                            <p:childTnLst>
                              <p:par>
                                <p:cTn id="217" presetID="1" presetClass="entr" presetSubtype="0" fill="hold" nodeType="clickEffect">
                                  <p:stCondLst>
                                    <p:cond delay="0"/>
                                  </p:stCondLst>
                                  <p:childTnLst>
                                    <p:set>
                                      <p:cBhvr>
                                        <p:cTn id="218" dur="1" fill="hold">
                                          <p:stCondLst>
                                            <p:cond delay="0"/>
                                          </p:stCondLst>
                                        </p:cTn>
                                        <p:tgtEl>
                                          <p:spTgt spid="138">
                                            <p:txEl>
                                              <p:pRg st="8" end="8"/>
                                            </p:txEl>
                                          </p:spTgt>
                                        </p:tgtEl>
                                        <p:attrNameLst>
                                          <p:attrName>style.visibility</p:attrName>
                                        </p:attrNameLst>
                                      </p:cBhvr>
                                      <p:to>
                                        <p:strVal val="visible"/>
                                      </p:to>
                                    </p:set>
                                  </p:childTnLst>
                                </p:cTn>
                              </p:par>
                            </p:childTnLst>
                          </p:cTn>
                        </p:par>
                      </p:childTnLst>
                    </p:cTn>
                  </p:par>
                  <p:par>
                    <p:cTn id="219" fill="hold">
                      <p:stCondLst>
                        <p:cond delay="indefinite"/>
                      </p:stCondLst>
                      <p:childTnLst>
                        <p:par>
                          <p:cTn id="220" fill="hold">
                            <p:stCondLst>
                              <p:cond delay="0"/>
                            </p:stCondLst>
                            <p:childTnLst>
                              <p:par>
                                <p:cTn id="221" presetID="1" presetClass="entr" presetSubtype="0" fill="hold" nodeType="clickEffect">
                                  <p:stCondLst>
                                    <p:cond delay="0"/>
                                  </p:stCondLst>
                                  <p:childTnLst>
                                    <p:set>
                                      <p:cBhvr>
                                        <p:cTn id="222" dur="1" fill="hold">
                                          <p:stCondLst>
                                            <p:cond delay="0"/>
                                          </p:stCondLst>
                                        </p:cTn>
                                        <p:tgtEl>
                                          <p:spTgt spid="139">
                                            <p:txEl>
                                              <p:pRg st="0" end="0"/>
                                            </p:txEl>
                                          </p:spTgt>
                                        </p:tgtEl>
                                        <p:attrNameLst>
                                          <p:attrName>style.visibility</p:attrName>
                                        </p:attrNameLst>
                                      </p:cBhvr>
                                      <p:to>
                                        <p:strVal val="visible"/>
                                      </p:to>
                                    </p:set>
                                  </p:childTnLst>
                                </p:cTn>
                              </p:par>
                            </p:childTnLst>
                          </p:cTn>
                        </p:par>
                      </p:childTnLst>
                    </p:cTn>
                  </p:par>
                  <p:par>
                    <p:cTn id="223" fill="hold">
                      <p:stCondLst>
                        <p:cond delay="indefinite"/>
                      </p:stCondLst>
                      <p:childTnLst>
                        <p:par>
                          <p:cTn id="224" fill="hold">
                            <p:stCondLst>
                              <p:cond delay="0"/>
                            </p:stCondLst>
                            <p:childTnLst>
                              <p:par>
                                <p:cTn id="225" presetID="1" presetClass="entr" presetSubtype="0" fill="hold" nodeType="clickEffect">
                                  <p:stCondLst>
                                    <p:cond delay="0"/>
                                  </p:stCondLst>
                                  <p:childTnLst>
                                    <p:set>
                                      <p:cBhvr>
                                        <p:cTn id="226" dur="1" fill="hold">
                                          <p:stCondLst>
                                            <p:cond delay="0"/>
                                          </p:stCondLst>
                                        </p:cTn>
                                        <p:tgtEl>
                                          <p:spTgt spid="139">
                                            <p:txEl>
                                              <p:pRg st="1" end="1"/>
                                            </p:txEl>
                                          </p:spTgt>
                                        </p:tgtEl>
                                        <p:attrNameLst>
                                          <p:attrName>style.visibility</p:attrName>
                                        </p:attrNameLst>
                                      </p:cBhvr>
                                      <p:to>
                                        <p:strVal val="visible"/>
                                      </p:to>
                                    </p:set>
                                  </p:childTnLst>
                                </p:cTn>
                              </p:par>
                            </p:childTnLst>
                          </p:cTn>
                        </p:par>
                      </p:childTnLst>
                    </p:cTn>
                  </p:par>
                  <p:par>
                    <p:cTn id="227" fill="hold">
                      <p:stCondLst>
                        <p:cond delay="indefinite"/>
                      </p:stCondLst>
                      <p:childTnLst>
                        <p:par>
                          <p:cTn id="228" fill="hold">
                            <p:stCondLst>
                              <p:cond delay="0"/>
                            </p:stCondLst>
                            <p:childTnLst>
                              <p:par>
                                <p:cTn id="229" presetID="1" presetClass="entr" presetSubtype="0" fill="hold" nodeType="clickEffect">
                                  <p:stCondLst>
                                    <p:cond delay="0"/>
                                  </p:stCondLst>
                                  <p:childTnLst>
                                    <p:set>
                                      <p:cBhvr>
                                        <p:cTn id="230" dur="1" fill="hold">
                                          <p:stCondLst>
                                            <p:cond delay="0"/>
                                          </p:stCondLst>
                                        </p:cTn>
                                        <p:tgtEl>
                                          <p:spTgt spid="139">
                                            <p:txEl>
                                              <p:pRg st="2" end="2"/>
                                            </p:txEl>
                                          </p:spTgt>
                                        </p:tgtEl>
                                        <p:attrNameLst>
                                          <p:attrName>style.visibility</p:attrName>
                                        </p:attrNameLst>
                                      </p:cBhvr>
                                      <p:to>
                                        <p:strVal val="visible"/>
                                      </p:to>
                                    </p:set>
                                  </p:childTnLst>
                                </p:cTn>
                              </p:par>
                            </p:childTnLst>
                          </p:cTn>
                        </p:par>
                      </p:childTnLst>
                    </p:cTn>
                  </p:par>
                  <p:par>
                    <p:cTn id="231" fill="hold">
                      <p:stCondLst>
                        <p:cond delay="indefinite"/>
                      </p:stCondLst>
                      <p:childTnLst>
                        <p:par>
                          <p:cTn id="232" fill="hold">
                            <p:stCondLst>
                              <p:cond delay="0"/>
                            </p:stCondLst>
                            <p:childTnLst>
                              <p:par>
                                <p:cTn id="233" presetID="1" presetClass="entr" presetSubtype="0" fill="hold" nodeType="clickEffect">
                                  <p:stCondLst>
                                    <p:cond delay="0"/>
                                  </p:stCondLst>
                                  <p:childTnLst>
                                    <p:set>
                                      <p:cBhvr>
                                        <p:cTn id="234" dur="1" fill="hold">
                                          <p:stCondLst>
                                            <p:cond delay="0"/>
                                          </p:stCondLst>
                                        </p:cTn>
                                        <p:tgtEl>
                                          <p:spTgt spid="139">
                                            <p:txEl>
                                              <p:pRg st="3" end="3"/>
                                            </p:txEl>
                                          </p:spTgt>
                                        </p:tgtEl>
                                        <p:attrNameLst>
                                          <p:attrName>style.visibility</p:attrName>
                                        </p:attrNameLst>
                                      </p:cBhvr>
                                      <p:to>
                                        <p:strVal val="visible"/>
                                      </p:to>
                                    </p:set>
                                  </p:childTnLst>
                                </p:cTn>
                              </p:par>
                            </p:childTnLst>
                          </p:cTn>
                        </p:par>
                      </p:childTnLst>
                    </p:cTn>
                  </p:par>
                  <p:par>
                    <p:cTn id="235" fill="hold">
                      <p:stCondLst>
                        <p:cond delay="indefinite"/>
                      </p:stCondLst>
                      <p:childTnLst>
                        <p:par>
                          <p:cTn id="236" fill="hold">
                            <p:stCondLst>
                              <p:cond delay="0"/>
                            </p:stCondLst>
                            <p:childTnLst>
                              <p:par>
                                <p:cTn id="237" presetID="1" presetClass="entr" presetSubtype="0" fill="hold" nodeType="clickEffect">
                                  <p:stCondLst>
                                    <p:cond delay="0"/>
                                  </p:stCondLst>
                                  <p:childTnLst>
                                    <p:set>
                                      <p:cBhvr>
                                        <p:cTn id="238" dur="1" fill="hold">
                                          <p:stCondLst>
                                            <p:cond delay="0"/>
                                          </p:stCondLst>
                                        </p:cTn>
                                        <p:tgtEl>
                                          <p:spTgt spid="139">
                                            <p:txEl>
                                              <p:pRg st="4" end="4"/>
                                            </p:txEl>
                                          </p:spTgt>
                                        </p:tgtEl>
                                        <p:attrNameLst>
                                          <p:attrName>style.visibility</p:attrName>
                                        </p:attrNameLst>
                                      </p:cBhvr>
                                      <p:to>
                                        <p:strVal val="visible"/>
                                      </p:to>
                                    </p:set>
                                  </p:childTnLst>
                                </p:cTn>
                              </p:par>
                            </p:childTnLst>
                          </p:cTn>
                        </p:par>
                      </p:childTnLst>
                    </p:cTn>
                  </p:par>
                  <p:par>
                    <p:cTn id="239" fill="hold">
                      <p:stCondLst>
                        <p:cond delay="indefinite"/>
                      </p:stCondLst>
                      <p:childTnLst>
                        <p:par>
                          <p:cTn id="240" fill="hold">
                            <p:stCondLst>
                              <p:cond delay="0"/>
                            </p:stCondLst>
                            <p:childTnLst>
                              <p:par>
                                <p:cTn id="241" presetID="1" presetClass="entr" presetSubtype="0" fill="hold" nodeType="clickEffect">
                                  <p:stCondLst>
                                    <p:cond delay="0"/>
                                  </p:stCondLst>
                                  <p:childTnLst>
                                    <p:set>
                                      <p:cBhvr>
                                        <p:cTn id="242" dur="1" fill="hold">
                                          <p:stCondLst>
                                            <p:cond delay="0"/>
                                          </p:stCondLst>
                                        </p:cTn>
                                        <p:tgtEl>
                                          <p:spTgt spid="139">
                                            <p:txEl>
                                              <p:pRg st="5" end="5"/>
                                            </p:txEl>
                                          </p:spTgt>
                                        </p:tgtEl>
                                        <p:attrNameLst>
                                          <p:attrName>style.visibility</p:attrName>
                                        </p:attrNameLst>
                                      </p:cBhvr>
                                      <p:to>
                                        <p:strVal val="visible"/>
                                      </p:to>
                                    </p:set>
                                  </p:childTnLst>
                                </p:cTn>
                              </p:par>
                            </p:childTnLst>
                          </p:cTn>
                        </p:par>
                      </p:childTnLst>
                    </p:cTn>
                  </p:par>
                  <p:par>
                    <p:cTn id="243" fill="hold">
                      <p:stCondLst>
                        <p:cond delay="indefinite"/>
                      </p:stCondLst>
                      <p:childTnLst>
                        <p:par>
                          <p:cTn id="244" fill="hold">
                            <p:stCondLst>
                              <p:cond delay="0"/>
                            </p:stCondLst>
                            <p:childTnLst>
                              <p:par>
                                <p:cTn id="245" presetID="1" presetClass="entr" presetSubtype="0" fill="hold" nodeType="clickEffect">
                                  <p:stCondLst>
                                    <p:cond delay="0"/>
                                  </p:stCondLst>
                                  <p:childTnLst>
                                    <p:set>
                                      <p:cBhvr>
                                        <p:cTn id="246" dur="1" fill="hold">
                                          <p:stCondLst>
                                            <p:cond delay="0"/>
                                          </p:stCondLst>
                                        </p:cTn>
                                        <p:tgtEl>
                                          <p:spTgt spid="139">
                                            <p:txEl>
                                              <p:pRg st="6" end="6"/>
                                            </p:txEl>
                                          </p:spTgt>
                                        </p:tgtEl>
                                        <p:attrNameLst>
                                          <p:attrName>style.visibility</p:attrName>
                                        </p:attrNameLst>
                                      </p:cBhvr>
                                      <p:to>
                                        <p:strVal val="visible"/>
                                      </p:to>
                                    </p:set>
                                  </p:childTnLst>
                                </p:cTn>
                              </p:par>
                            </p:childTnLst>
                          </p:cTn>
                        </p:par>
                      </p:childTnLst>
                    </p:cTn>
                  </p:par>
                  <p:par>
                    <p:cTn id="247" fill="hold">
                      <p:stCondLst>
                        <p:cond delay="indefinite"/>
                      </p:stCondLst>
                      <p:childTnLst>
                        <p:par>
                          <p:cTn id="248" fill="hold">
                            <p:stCondLst>
                              <p:cond delay="0"/>
                            </p:stCondLst>
                            <p:childTnLst>
                              <p:par>
                                <p:cTn id="249" presetID="1" presetClass="entr" presetSubtype="0" fill="hold" nodeType="clickEffect">
                                  <p:stCondLst>
                                    <p:cond delay="0"/>
                                  </p:stCondLst>
                                  <p:childTnLst>
                                    <p:set>
                                      <p:cBhvr>
                                        <p:cTn id="250" dur="1" fill="hold">
                                          <p:stCondLst>
                                            <p:cond delay="0"/>
                                          </p:stCondLst>
                                        </p:cTn>
                                        <p:tgtEl>
                                          <p:spTgt spid="139">
                                            <p:txEl>
                                              <p:pRg st="7" end="7"/>
                                            </p:txEl>
                                          </p:spTgt>
                                        </p:tgtEl>
                                        <p:attrNameLst>
                                          <p:attrName>style.visibility</p:attrName>
                                        </p:attrNameLst>
                                      </p:cBhvr>
                                      <p:to>
                                        <p:strVal val="visible"/>
                                      </p:to>
                                    </p:set>
                                  </p:childTnLst>
                                </p:cTn>
                              </p:par>
                            </p:childTnLst>
                          </p:cTn>
                        </p:par>
                      </p:childTnLst>
                    </p:cTn>
                  </p:par>
                  <p:par>
                    <p:cTn id="251" fill="hold">
                      <p:stCondLst>
                        <p:cond delay="indefinite"/>
                      </p:stCondLst>
                      <p:childTnLst>
                        <p:par>
                          <p:cTn id="252" fill="hold">
                            <p:stCondLst>
                              <p:cond delay="0"/>
                            </p:stCondLst>
                            <p:childTnLst>
                              <p:par>
                                <p:cTn id="253" presetID="1" presetClass="entr" presetSubtype="0" fill="hold" nodeType="clickEffect">
                                  <p:stCondLst>
                                    <p:cond delay="0"/>
                                  </p:stCondLst>
                                  <p:childTnLst>
                                    <p:set>
                                      <p:cBhvr>
                                        <p:cTn id="254" dur="1" fill="hold">
                                          <p:stCondLst>
                                            <p:cond delay="0"/>
                                          </p:stCondLst>
                                        </p:cTn>
                                        <p:tgtEl>
                                          <p:spTgt spid="139">
                                            <p:txEl>
                                              <p:pRg st="8" end="8"/>
                                            </p:txEl>
                                          </p:spTgt>
                                        </p:tgtEl>
                                        <p:attrNameLst>
                                          <p:attrName>style.visibility</p:attrName>
                                        </p:attrNameLst>
                                      </p:cBhvr>
                                      <p:to>
                                        <p:strVal val="visible"/>
                                      </p:to>
                                    </p:set>
                                  </p:childTnLst>
                                </p:cTn>
                              </p:par>
                            </p:childTnLst>
                          </p:cTn>
                        </p:par>
                      </p:childTnLst>
                    </p:cTn>
                  </p:par>
                  <p:par>
                    <p:cTn id="255" fill="hold">
                      <p:stCondLst>
                        <p:cond delay="indefinite"/>
                      </p:stCondLst>
                      <p:childTnLst>
                        <p:par>
                          <p:cTn id="256" fill="hold">
                            <p:stCondLst>
                              <p:cond delay="0"/>
                            </p:stCondLst>
                            <p:childTnLst>
                              <p:par>
                                <p:cTn id="257" presetID="1" presetClass="entr" presetSubtype="0" fill="hold" nodeType="clickEffect">
                                  <p:stCondLst>
                                    <p:cond delay="0"/>
                                  </p:stCondLst>
                                  <p:childTnLst>
                                    <p:set>
                                      <p:cBhvr>
                                        <p:cTn id="258" dur="1" fill="hold">
                                          <p:stCondLst>
                                            <p:cond delay="0"/>
                                          </p:stCondLst>
                                        </p:cTn>
                                        <p:tgtEl>
                                          <p:spTgt spid="140">
                                            <p:txEl>
                                              <p:pRg st="0" end="0"/>
                                            </p:txEl>
                                          </p:spTgt>
                                        </p:tgtEl>
                                        <p:attrNameLst>
                                          <p:attrName>style.visibility</p:attrName>
                                        </p:attrNameLst>
                                      </p:cBhvr>
                                      <p:to>
                                        <p:strVal val="visible"/>
                                      </p:to>
                                    </p:set>
                                  </p:childTnLst>
                                </p:cTn>
                              </p:par>
                            </p:childTnLst>
                          </p:cTn>
                        </p:par>
                      </p:childTnLst>
                    </p:cTn>
                  </p:par>
                  <p:par>
                    <p:cTn id="259" fill="hold">
                      <p:stCondLst>
                        <p:cond delay="indefinite"/>
                      </p:stCondLst>
                      <p:childTnLst>
                        <p:par>
                          <p:cTn id="260" fill="hold">
                            <p:stCondLst>
                              <p:cond delay="0"/>
                            </p:stCondLst>
                            <p:childTnLst>
                              <p:par>
                                <p:cTn id="261" presetID="1" presetClass="entr" presetSubtype="0" fill="hold" nodeType="clickEffect">
                                  <p:stCondLst>
                                    <p:cond delay="0"/>
                                  </p:stCondLst>
                                  <p:childTnLst>
                                    <p:set>
                                      <p:cBhvr>
                                        <p:cTn id="262" dur="1" fill="hold">
                                          <p:stCondLst>
                                            <p:cond delay="0"/>
                                          </p:stCondLst>
                                        </p:cTn>
                                        <p:tgtEl>
                                          <p:spTgt spid="140">
                                            <p:txEl>
                                              <p:pRg st="1" end="1"/>
                                            </p:txEl>
                                          </p:spTgt>
                                        </p:tgtEl>
                                        <p:attrNameLst>
                                          <p:attrName>style.visibility</p:attrName>
                                        </p:attrNameLst>
                                      </p:cBhvr>
                                      <p:to>
                                        <p:strVal val="visible"/>
                                      </p:to>
                                    </p:set>
                                  </p:childTnLst>
                                </p:cTn>
                              </p:par>
                            </p:childTnLst>
                          </p:cTn>
                        </p:par>
                      </p:childTnLst>
                    </p:cTn>
                  </p:par>
                  <p:par>
                    <p:cTn id="263" fill="hold">
                      <p:stCondLst>
                        <p:cond delay="indefinite"/>
                      </p:stCondLst>
                      <p:childTnLst>
                        <p:par>
                          <p:cTn id="264" fill="hold">
                            <p:stCondLst>
                              <p:cond delay="0"/>
                            </p:stCondLst>
                            <p:childTnLst>
                              <p:par>
                                <p:cTn id="265" presetID="1" presetClass="entr" presetSubtype="0" fill="hold" nodeType="clickEffect">
                                  <p:stCondLst>
                                    <p:cond delay="0"/>
                                  </p:stCondLst>
                                  <p:childTnLst>
                                    <p:set>
                                      <p:cBhvr>
                                        <p:cTn id="266" dur="1" fill="hold">
                                          <p:stCondLst>
                                            <p:cond delay="0"/>
                                          </p:stCondLst>
                                        </p:cTn>
                                        <p:tgtEl>
                                          <p:spTgt spid="140">
                                            <p:txEl>
                                              <p:pRg st="2" end="2"/>
                                            </p:txEl>
                                          </p:spTgt>
                                        </p:tgtEl>
                                        <p:attrNameLst>
                                          <p:attrName>style.visibility</p:attrName>
                                        </p:attrNameLst>
                                      </p:cBhvr>
                                      <p:to>
                                        <p:strVal val="visible"/>
                                      </p:to>
                                    </p:set>
                                  </p:childTnLst>
                                </p:cTn>
                              </p:par>
                            </p:childTnLst>
                          </p:cTn>
                        </p:par>
                      </p:childTnLst>
                    </p:cTn>
                  </p:par>
                  <p:par>
                    <p:cTn id="267" fill="hold">
                      <p:stCondLst>
                        <p:cond delay="indefinite"/>
                      </p:stCondLst>
                      <p:childTnLst>
                        <p:par>
                          <p:cTn id="268" fill="hold">
                            <p:stCondLst>
                              <p:cond delay="0"/>
                            </p:stCondLst>
                            <p:childTnLst>
                              <p:par>
                                <p:cTn id="269" presetID="1" presetClass="entr" presetSubtype="0" fill="hold" nodeType="clickEffect">
                                  <p:stCondLst>
                                    <p:cond delay="0"/>
                                  </p:stCondLst>
                                  <p:childTnLst>
                                    <p:set>
                                      <p:cBhvr>
                                        <p:cTn id="270" dur="1" fill="hold">
                                          <p:stCondLst>
                                            <p:cond delay="0"/>
                                          </p:stCondLst>
                                        </p:cTn>
                                        <p:tgtEl>
                                          <p:spTgt spid="140">
                                            <p:txEl>
                                              <p:pRg st="3" end="3"/>
                                            </p:txEl>
                                          </p:spTgt>
                                        </p:tgtEl>
                                        <p:attrNameLst>
                                          <p:attrName>style.visibility</p:attrName>
                                        </p:attrNameLst>
                                      </p:cBhvr>
                                      <p:to>
                                        <p:strVal val="visible"/>
                                      </p:to>
                                    </p:set>
                                  </p:childTnLst>
                                </p:cTn>
                              </p:par>
                            </p:childTnLst>
                          </p:cTn>
                        </p:par>
                      </p:childTnLst>
                    </p:cTn>
                  </p:par>
                  <p:par>
                    <p:cTn id="271" fill="hold">
                      <p:stCondLst>
                        <p:cond delay="indefinite"/>
                      </p:stCondLst>
                      <p:childTnLst>
                        <p:par>
                          <p:cTn id="272" fill="hold">
                            <p:stCondLst>
                              <p:cond delay="0"/>
                            </p:stCondLst>
                            <p:childTnLst>
                              <p:par>
                                <p:cTn id="273" presetID="1" presetClass="entr" presetSubtype="0" fill="hold" nodeType="clickEffect">
                                  <p:stCondLst>
                                    <p:cond delay="0"/>
                                  </p:stCondLst>
                                  <p:childTnLst>
                                    <p:set>
                                      <p:cBhvr>
                                        <p:cTn id="274" dur="1" fill="hold">
                                          <p:stCondLst>
                                            <p:cond delay="0"/>
                                          </p:stCondLst>
                                        </p:cTn>
                                        <p:tgtEl>
                                          <p:spTgt spid="140">
                                            <p:txEl>
                                              <p:pRg st="4" end="4"/>
                                            </p:txEl>
                                          </p:spTgt>
                                        </p:tgtEl>
                                        <p:attrNameLst>
                                          <p:attrName>style.visibility</p:attrName>
                                        </p:attrNameLst>
                                      </p:cBhvr>
                                      <p:to>
                                        <p:strVal val="visible"/>
                                      </p:to>
                                    </p:set>
                                  </p:childTnLst>
                                </p:cTn>
                              </p:par>
                            </p:childTnLst>
                          </p:cTn>
                        </p:par>
                      </p:childTnLst>
                    </p:cTn>
                  </p:par>
                  <p:par>
                    <p:cTn id="275" fill="hold">
                      <p:stCondLst>
                        <p:cond delay="indefinite"/>
                      </p:stCondLst>
                      <p:childTnLst>
                        <p:par>
                          <p:cTn id="276" fill="hold">
                            <p:stCondLst>
                              <p:cond delay="0"/>
                            </p:stCondLst>
                            <p:childTnLst>
                              <p:par>
                                <p:cTn id="277" presetID="1" presetClass="entr" presetSubtype="0" fill="hold" nodeType="clickEffect">
                                  <p:stCondLst>
                                    <p:cond delay="0"/>
                                  </p:stCondLst>
                                  <p:childTnLst>
                                    <p:set>
                                      <p:cBhvr>
                                        <p:cTn id="278" dur="1" fill="hold">
                                          <p:stCondLst>
                                            <p:cond delay="0"/>
                                          </p:stCondLst>
                                        </p:cTn>
                                        <p:tgtEl>
                                          <p:spTgt spid="140">
                                            <p:txEl>
                                              <p:pRg st="5" end="5"/>
                                            </p:txEl>
                                          </p:spTgt>
                                        </p:tgtEl>
                                        <p:attrNameLst>
                                          <p:attrName>style.visibility</p:attrName>
                                        </p:attrNameLst>
                                      </p:cBhvr>
                                      <p:to>
                                        <p:strVal val="visible"/>
                                      </p:to>
                                    </p:set>
                                  </p:childTnLst>
                                </p:cTn>
                              </p:par>
                            </p:childTnLst>
                          </p:cTn>
                        </p:par>
                      </p:childTnLst>
                    </p:cTn>
                  </p:par>
                  <p:par>
                    <p:cTn id="279" fill="hold">
                      <p:stCondLst>
                        <p:cond delay="indefinite"/>
                      </p:stCondLst>
                      <p:childTnLst>
                        <p:par>
                          <p:cTn id="280" fill="hold">
                            <p:stCondLst>
                              <p:cond delay="0"/>
                            </p:stCondLst>
                            <p:childTnLst>
                              <p:par>
                                <p:cTn id="281" presetID="1" presetClass="entr" presetSubtype="0" fill="hold" nodeType="clickEffect">
                                  <p:stCondLst>
                                    <p:cond delay="0"/>
                                  </p:stCondLst>
                                  <p:childTnLst>
                                    <p:set>
                                      <p:cBhvr>
                                        <p:cTn id="282" dur="1" fill="hold">
                                          <p:stCondLst>
                                            <p:cond delay="0"/>
                                          </p:stCondLst>
                                        </p:cTn>
                                        <p:tgtEl>
                                          <p:spTgt spid="140">
                                            <p:txEl>
                                              <p:pRg st="6" end="6"/>
                                            </p:txEl>
                                          </p:spTgt>
                                        </p:tgtEl>
                                        <p:attrNameLst>
                                          <p:attrName>style.visibility</p:attrName>
                                        </p:attrNameLst>
                                      </p:cBhvr>
                                      <p:to>
                                        <p:strVal val="visible"/>
                                      </p:to>
                                    </p:set>
                                  </p:childTnLst>
                                </p:cTn>
                              </p:par>
                            </p:childTnLst>
                          </p:cTn>
                        </p:par>
                      </p:childTnLst>
                    </p:cTn>
                  </p:par>
                  <p:par>
                    <p:cTn id="283" fill="hold">
                      <p:stCondLst>
                        <p:cond delay="indefinite"/>
                      </p:stCondLst>
                      <p:childTnLst>
                        <p:par>
                          <p:cTn id="284" fill="hold">
                            <p:stCondLst>
                              <p:cond delay="0"/>
                            </p:stCondLst>
                            <p:childTnLst>
                              <p:par>
                                <p:cTn id="285" presetID="1" presetClass="entr" presetSubtype="0" fill="hold" nodeType="clickEffect">
                                  <p:stCondLst>
                                    <p:cond delay="0"/>
                                  </p:stCondLst>
                                  <p:childTnLst>
                                    <p:set>
                                      <p:cBhvr>
                                        <p:cTn id="286" dur="1" fill="hold">
                                          <p:stCondLst>
                                            <p:cond delay="0"/>
                                          </p:stCondLst>
                                        </p:cTn>
                                        <p:tgtEl>
                                          <p:spTgt spid="140">
                                            <p:txEl>
                                              <p:pRg st="7" end="7"/>
                                            </p:txEl>
                                          </p:spTgt>
                                        </p:tgtEl>
                                        <p:attrNameLst>
                                          <p:attrName>style.visibility</p:attrName>
                                        </p:attrNameLst>
                                      </p:cBhvr>
                                      <p:to>
                                        <p:strVal val="visible"/>
                                      </p:to>
                                    </p:set>
                                  </p:childTnLst>
                                </p:cTn>
                              </p:par>
                            </p:childTnLst>
                          </p:cTn>
                        </p:par>
                      </p:childTnLst>
                    </p:cTn>
                  </p:par>
                  <p:par>
                    <p:cTn id="287" fill="hold">
                      <p:stCondLst>
                        <p:cond delay="indefinite"/>
                      </p:stCondLst>
                      <p:childTnLst>
                        <p:par>
                          <p:cTn id="288" fill="hold">
                            <p:stCondLst>
                              <p:cond delay="0"/>
                            </p:stCondLst>
                            <p:childTnLst>
                              <p:par>
                                <p:cTn id="289" presetID="1" presetClass="entr" presetSubtype="0" fill="hold" nodeType="clickEffect">
                                  <p:stCondLst>
                                    <p:cond delay="0"/>
                                  </p:stCondLst>
                                  <p:childTnLst>
                                    <p:set>
                                      <p:cBhvr>
                                        <p:cTn id="290" dur="1" fill="hold">
                                          <p:stCondLst>
                                            <p:cond delay="0"/>
                                          </p:stCondLst>
                                        </p:cTn>
                                        <p:tgtEl>
                                          <p:spTgt spid="140">
                                            <p:txEl>
                                              <p:pRg st="8" end="8"/>
                                            </p:txEl>
                                          </p:spTgt>
                                        </p:tgtEl>
                                        <p:attrNameLst>
                                          <p:attrName>style.visibility</p:attrName>
                                        </p:attrNameLst>
                                      </p:cBhvr>
                                      <p:to>
                                        <p:strVal val="visible"/>
                                      </p:to>
                                    </p:set>
                                  </p:childTnLst>
                                </p:cTn>
                              </p:par>
                            </p:childTnLst>
                          </p:cTn>
                        </p:par>
                      </p:childTnLst>
                    </p:cTn>
                  </p:par>
                  <p:par>
                    <p:cTn id="291" fill="hold">
                      <p:stCondLst>
                        <p:cond delay="indefinite"/>
                      </p:stCondLst>
                      <p:childTnLst>
                        <p:par>
                          <p:cTn id="292" fill="hold">
                            <p:stCondLst>
                              <p:cond delay="0"/>
                            </p:stCondLst>
                            <p:childTnLst>
                              <p:par>
                                <p:cTn id="293" presetID="1" presetClass="entr" presetSubtype="0" fill="hold" nodeType="clickEffect">
                                  <p:stCondLst>
                                    <p:cond delay="0"/>
                                  </p:stCondLst>
                                  <p:childTnLst>
                                    <p:set>
                                      <p:cBhvr>
                                        <p:cTn id="294" dur="1" fill="hold">
                                          <p:stCondLst>
                                            <p:cond delay="0"/>
                                          </p:stCondLst>
                                        </p:cTn>
                                        <p:tgtEl>
                                          <p:spTgt spid="141">
                                            <p:txEl>
                                              <p:pRg st="0" end="0"/>
                                            </p:txEl>
                                          </p:spTgt>
                                        </p:tgtEl>
                                        <p:attrNameLst>
                                          <p:attrName>style.visibility</p:attrName>
                                        </p:attrNameLst>
                                      </p:cBhvr>
                                      <p:to>
                                        <p:strVal val="visible"/>
                                      </p:to>
                                    </p:set>
                                  </p:childTnLst>
                                </p:cTn>
                              </p:par>
                            </p:childTnLst>
                          </p:cTn>
                        </p:par>
                      </p:childTnLst>
                    </p:cTn>
                  </p:par>
                  <p:par>
                    <p:cTn id="295" fill="hold">
                      <p:stCondLst>
                        <p:cond delay="indefinite"/>
                      </p:stCondLst>
                      <p:childTnLst>
                        <p:par>
                          <p:cTn id="296" fill="hold">
                            <p:stCondLst>
                              <p:cond delay="0"/>
                            </p:stCondLst>
                            <p:childTnLst>
                              <p:par>
                                <p:cTn id="297" presetID="1" presetClass="entr" presetSubtype="0" fill="hold" nodeType="clickEffect">
                                  <p:stCondLst>
                                    <p:cond delay="0"/>
                                  </p:stCondLst>
                                  <p:childTnLst>
                                    <p:set>
                                      <p:cBhvr>
                                        <p:cTn id="298" dur="1" fill="hold">
                                          <p:stCondLst>
                                            <p:cond delay="0"/>
                                          </p:stCondLst>
                                        </p:cTn>
                                        <p:tgtEl>
                                          <p:spTgt spid="141">
                                            <p:txEl>
                                              <p:pRg st="1" end="1"/>
                                            </p:txEl>
                                          </p:spTgt>
                                        </p:tgtEl>
                                        <p:attrNameLst>
                                          <p:attrName>style.visibility</p:attrName>
                                        </p:attrNameLst>
                                      </p:cBhvr>
                                      <p:to>
                                        <p:strVal val="visible"/>
                                      </p:to>
                                    </p:set>
                                  </p:childTnLst>
                                </p:cTn>
                              </p:par>
                            </p:childTnLst>
                          </p:cTn>
                        </p:par>
                      </p:childTnLst>
                    </p:cTn>
                  </p:par>
                  <p:par>
                    <p:cTn id="299" fill="hold">
                      <p:stCondLst>
                        <p:cond delay="indefinite"/>
                      </p:stCondLst>
                      <p:childTnLst>
                        <p:par>
                          <p:cTn id="300" fill="hold">
                            <p:stCondLst>
                              <p:cond delay="0"/>
                            </p:stCondLst>
                            <p:childTnLst>
                              <p:par>
                                <p:cTn id="301" presetID="1" presetClass="entr" presetSubtype="0" fill="hold" nodeType="clickEffect">
                                  <p:stCondLst>
                                    <p:cond delay="0"/>
                                  </p:stCondLst>
                                  <p:childTnLst>
                                    <p:set>
                                      <p:cBhvr>
                                        <p:cTn id="302" dur="1" fill="hold">
                                          <p:stCondLst>
                                            <p:cond delay="0"/>
                                          </p:stCondLst>
                                        </p:cTn>
                                        <p:tgtEl>
                                          <p:spTgt spid="141">
                                            <p:txEl>
                                              <p:pRg st="2" end="2"/>
                                            </p:txEl>
                                          </p:spTgt>
                                        </p:tgtEl>
                                        <p:attrNameLst>
                                          <p:attrName>style.visibility</p:attrName>
                                        </p:attrNameLst>
                                      </p:cBhvr>
                                      <p:to>
                                        <p:strVal val="visible"/>
                                      </p:to>
                                    </p:set>
                                  </p:childTnLst>
                                </p:cTn>
                              </p:par>
                            </p:childTnLst>
                          </p:cTn>
                        </p:par>
                      </p:childTnLst>
                    </p:cTn>
                  </p:par>
                  <p:par>
                    <p:cTn id="303" fill="hold">
                      <p:stCondLst>
                        <p:cond delay="indefinite"/>
                      </p:stCondLst>
                      <p:childTnLst>
                        <p:par>
                          <p:cTn id="304" fill="hold">
                            <p:stCondLst>
                              <p:cond delay="0"/>
                            </p:stCondLst>
                            <p:childTnLst>
                              <p:par>
                                <p:cTn id="305" presetID="1" presetClass="entr" presetSubtype="0" fill="hold" nodeType="clickEffect">
                                  <p:stCondLst>
                                    <p:cond delay="0"/>
                                  </p:stCondLst>
                                  <p:childTnLst>
                                    <p:set>
                                      <p:cBhvr>
                                        <p:cTn id="306" dur="1" fill="hold">
                                          <p:stCondLst>
                                            <p:cond delay="0"/>
                                          </p:stCondLst>
                                        </p:cTn>
                                        <p:tgtEl>
                                          <p:spTgt spid="141">
                                            <p:txEl>
                                              <p:pRg st="3" end="3"/>
                                            </p:txEl>
                                          </p:spTgt>
                                        </p:tgtEl>
                                        <p:attrNameLst>
                                          <p:attrName>style.visibility</p:attrName>
                                        </p:attrNameLst>
                                      </p:cBhvr>
                                      <p:to>
                                        <p:strVal val="visible"/>
                                      </p:to>
                                    </p:set>
                                  </p:childTnLst>
                                </p:cTn>
                              </p:par>
                            </p:childTnLst>
                          </p:cTn>
                        </p:par>
                      </p:childTnLst>
                    </p:cTn>
                  </p:par>
                  <p:par>
                    <p:cTn id="307" fill="hold">
                      <p:stCondLst>
                        <p:cond delay="indefinite"/>
                      </p:stCondLst>
                      <p:childTnLst>
                        <p:par>
                          <p:cTn id="308" fill="hold">
                            <p:stCondLst>
                              <p:cond delay="0"/>
                            </p:stCondLst>
                            <p:childTnLst>
                              <p:par>
                                <p:cTn id="309" presetID="1" presetClass="entr" presetSubtype="0" fill="hold" nodeType="clickEffect">
                                  <p:stCondLst>
                                    <p:cond delay="0"/>
                                  </p:stCondLst>
                                  <p:childTnLst>
                                    <p:set>
                                      <p:cBhvr>
                                        <p:cTn id="310" dur="1" fill="hold">
                                          <p:stCondLst>
                                            <p:cond delay="0"/>
                                          </p:stCondLst>
                                        </p:cTn>
                                        <p:tgtEl>
                                          <p:spTgt spid="141">
                                            <p:txEl>
                                              <p:pRg st="4" end="4"/>
                                            </p:txEl>
                                          </p:spTgt>
                                        </p:tgtEl>
                                        <p:attrNameLst>
                                          <p:attrName>style.visibility</p:attrName>
                                        </p:attrNameLst>
                                      </p:cBhvr>
                                      <p:to>
                                        <p:strVal val="visible"/>
                                      </p:to>
                                    </p:set>
                                  </p:childTnLst>
                                </p:cTn>
                              </p:par>
                            </p:childTnLst>
                          </p:cTn>
                        </p:par>
                      </p:childTnLst>
                    </p:cTn>
                  </p:par>
                  <p:par>
                    <p:cTn id="311" fill="hold">
                      <p:stCondLst>
                        <p:cond delay="indefinite"/>
                      </p:stCondLst>
                      <p:childTnLst>
                        <p:par>
                          <p:cTn id="312" fill="hold">
                            <p:stCondLst>
                              <p:cond delay="0"/>
                            </p:stCondLst>
                            <p:childTnLst>
                              <p:par>
                                <p:cTn id="313" presetID="1" presetClass="entr" presetSubtype="0" fill="hold" nodeType="clickEffect">
                                  <p:stCondLst>
                                    <p:cond delay="0"/>
                                  </p:stCondLst>
                                  <p:childTnLst>
                                    <p:set>
                                      <p:cBhvr>
                                        <p:cTn id="314" dur="1" fill="hold">
                                          <p:stCondLst>
                                            <p:cond delay="0"/>
                                          </p:stCondLst>
                                        </p:cTn>
                                        <p:tgtEl>
                                          <p:spTgt spid="141">
                                            <p:txEl>
                                              <p:pRg st="5" end="5"/>
                                            </p:txEl>
                                          </p:spTgt>
                                        </p:tgtEl>
                                        <p:attrNameLst>
                                          <p:attrName>style.visibility</p:attrName>
                                        </p:attrNameLst>
                                      </p:cBhvr>
                                      <p:to>
                                        <p:strVal val="visible"/>
                                      </p:to>
                                    </p:set>
                                  </p:childTnLst>
                                </p:cTn>
                              </p:par>
                            </p:childTnLst>
                          </p:cTn>
                        </p:par>
                      </p:childTnLst>
                    </p:cTn>
                  </p:par>
                  <p:par>
                    <p:cTn id="315" fill="hold">
                      <p:stCondLst>
                        <p:cond delay="indefinite"/>
                      </p:stCondLst>
                      <p:childTnLst>
                        <p:par>
                          <p:cTn id="316" fill="hold">
                            <p:stCondLst>
                              <p:cond delay="0"/>
                            </p:stCondLst>
                            <p:childTnLst>
                              <p:par>
                                <p:cTn id="317" presetID="1" presetClass="entr" presetSubtype="0" fill="hold" nodeType="clickEffect">
                                  <p:stCondLst>
                                    <p:cond delay="0"/>
                                  </p:stCondLst>
                                  <p:childTnLst>
                                    <p:set>
                                      <p:cBhvr>
                                        <p:cTn id="318" dur="1" fill="hold">
                                          <p:stCondLst>
                                            <p:cond delay="0"/>
                                          </p:stCondLst>
                                        </p:cTn>
                                        <p:tgtEl>
                                          <p:spTgt spid="141">
                                            <p:txEl>
                                              <p:pRg st="6" end="6"/>
                                            </p:txEl>
                                          </p:spTgt>
                                        </p:tgtEl>
                                        <p:attrNameLst>
                                          <p:attrName>style.visibility</p:attrName>
                                        </p:attrNameLst>
                                      </p:cBhvr>
                                      <p:to>
                                        <p:strVal val="visible"/>
                                      </p:to>
                                    </p:set>
                                  </p:childTnLst>
                                </p:cTn>
                              </p:par>
                            </p:childTnLst>
                          </p:cTn>
                        </p:par>
                      </p:childTnLst>
                    </p:cTn>
                  </p:par>
                  <p:par>
                    <p:cTn id="319" fill="hold">
                      <p:stCondLst>
                        <p:cond delay="indefinite"/>
                      </p:stCondLst>
                      <p:childTnLst>
                        <p:par>
                          <p:cTn id="320" fill="hold">
                            <p:stCondLst>
                              <p:cond delay="0"/>
                            </p:stCondLst>
                            <p:childTnLst>
                              <p:par>
                                <p:cTn id="321" presetID="1" presetClass="entr" presetSubtype="0" fill="hold" nodeType="clickEffect">
                                  <p:stCondLst>
                                    <p:cond delay="0"/>
                                  </p:stCondLst>
                                  <p:childTnLst>
                                    <p:set>
                                      <p:cBhvr>
                                        <p:cTn id="322" dur="1" fill="hold">
                                          <p:stCondLst>
                                            <p:cond delay="0"/>
                                          </p:stCondLst>
                                        </p:cTn>
                                        <p:tgtEl>
                                          <p:spTgt spid="141">
                                            <p:txEl>
                                              <p:pRg st="7" end="7"/>
                                            </p:txEl>
                                          </p:spTgt>
                                        </p:tgtEl>
                                        <p:attrNameLst>
                                          <p:attrName>style.visibility</p:attrName>
                                        </p:attrNameLst>
                                      </p:cBhvr>
                                      <p:to>
                                        <p:strVal val="visible"/>
                                      </p:to>
                                    </p:set>
                                  </p:childTnLst>
                                </p:cTn>
                              </p:par>
                            </p:childTnLst>
                          </p:cTn>
                        </p:par>
                      </p:childTnLst>
                    </p:cTn>
                  </p:par>
                  <p:par>
                    <p:cTn id="323" fill="hold">
                      <p:stCondLst>
                        <p:cond delay="indefinite"/>
                      </p:stCondLst>
                      <p:childTnLst>
                        <p:par>
                          <p:cTn id="324" fill="hold">
                            <p:stCondLst>
                              <p:cond delay="0"/>
                            </p:stCondLst>
                            <p:childTnLst>
                              <p:par>
                                <p:cTn id="325" presetID="1" presetClass="entr" presetSubtype="0" fill="hold" nodeType="clickEffect">
                                  <p:stCondLst>
                                    <p:cond delay="0"/>
                                  </p:stCondLst>
                                  <p:childTnLst>
                                    <p:set>
                                      <p:cBhvr>
                                        <p:cTn id="326" dur="1" fill="hold">
                                          <p:stCondLst>
                                            <p:cond delay="0"/>
                                          </p:stCondLst>
                                        </p:cTn>
                                        <p:tgtEl>
                                          <p:spTgt spid="141">
                                            <p:txEl>
                                              <p:pRg st="8" end="8"/>
                                            </p:txEl>
                                          </p:spTgt>
                                        </p:tgtEl>
                                        <p:attrNameLst>
                                          <p:attrName>style.visibility</p:attrName>
                                        </p:attrNameLst>
                                      </p:cBhvr>
                                      <p:to>
                                        <p:strVal val="visible"/>
                                      </p:to>
                                    </p:set>
                                  </p:childTnLst>
                                </p:cTn>
                              </p:par>
                            </p:childTnLst>
                          </p:cTn>
                        </p:par>
                      </p:childTnLst>
                    </p:cTn>
                  </p:par>
                  <p:par>
                    <p:cTn id="327" fill="hold">
                      <p:stCondLst>
                        <p:cond delay="indefinite"/>
                      </p:stCondLst>
                      <p:childTnLst>
                        <p:par>
                          <p:cTn id="328" fill="hold">
                            <p:stCondLst>
                              <p:cond delay="0"/>
                            </p:stCondLst>
                            <p:childTnLst>
                              <p:par>
                                <p:cTn id="329" presetID="1" presetClass="entr" presetSubtype="0" fill="hold" nodeType="clickEffect">
                                  <p:stCondLst>
                                    <p:cond delay="0"/>
                                  </p:stCondLst>
                                  <p:childTnLst>
                                    <p:set>
                                      <p:cBhvr>
                                        <p:cTn id="330" dur="1" fill="hold">
                                          <p:stCondLst>
                                            <p:cond delay="0"/>
                                          </p:stCondLst>
                                        </p:cTn>
                                        <p:tgtEl>
                                          <p:spTgt spid="142">
                                            <p:txEl>
                                              <p:pRg st="0" end="0"/>
                                            </p:txEl>
                                          </p:spTgt>
                                        </p:tgtEl>
                                        <p:attrNameLst>
                                          <p:attrName>style.visibility</p:attrName>
                                        </p:attrNameLst>
                                      </p:cBhvr>
                                      <p:to>
                                        <p:strVal val="visible"/>
                                      </p:to>
                                    </p:set>
                                  </p:childTnLst>
                                </p:cTn>
                              </p:par>
                            </p:childTnLst>
                          </p:cTn>
                        </p:par>
                      </p:childTnLst>
                    </p:cTn>
                  </p:par>
                  <p:par>
                    <p:cTn id="331" fill="hold">
                      <p:stCondLst>
                        <p:cond delay="indefinite"/>
                      </p:stCondLst>
                      <p:childTnLst>
                        <p:par>
                          <p:cTn id="332" fill="hold">
                            <p:stCondLst>
                              <p:cond delay="0"/>
                            </p:stCondLst>
                            <p:childTnLst>
                              <p:par>
                                <p:cTn id="333" presetID="1" presetClass="entr" presetSubtype="0" fill="hold" nodeType="clickEffect">
                                  <p:stCondLst>
                                    <p:cond delay="0"/>
                                  </p:stCondLst>
                                  <p:childTnLst>
                                    <p:set>
                                      <p:cBhvr>
                                        <p:cTn id="334" dur="1" fill="hold">
                                          <p:stCondLst>
                                            <p:cond delay="0"/>
                                          </p:stCondLst>
                                        </p:cTn>
                                        <p:tgtEl>
                                          <p:spTgt spid="142">
                                            <p:txEl>
                                              <p:pRg st="1" end="1"/>
                                            </p:txEl>
                                          </p:spTgt>
                                        </p:tgtEl>
                                        <p:attrNameLst>
                                          <p:attrName>style.visibility</p:attrName>
                                        </p:attrNameLst>
                                      </p:cBhvr>
                                      <p:to>
                                        <p:strVal val="visible"/>
                                      </p:to>
                                    </p:set>
                                  </p:childTnLst>
                                </p:cTn>
                              </p:par>
                            </p:childTnLst>
                          </p:cTn>
                        </p:par>
                      </p:childTnLst>
                    </p:cTn>
                  </p:par>
                  <p:par>
                    <p:cTn id="335" fill="hold">
                      <p:stCondLst>
                        <p:cond delay="indefinite"/>
                      </p:stCondLst>
                      <p:childTnLst>
                        <p:par>
                          <p:cTn id="336" fill="hold">
                            <p:stCondLst>
                              <p:cond delay="0"/>
                            </p:stCondLst>
                            <p:childTnLst>
                              <p:par>
                                <p:cTn id="337" presetID="1" presetClass="entr" presetSubtype="0" fill="hold" nodeType="clickEffect">
                                  <p:stCondLst>
                                    <p:cond delay="0"/>
                                  </p:stCondLst>
                                  <p:childTnLst>
                                    <p:set>
                                      <p:cBhvr>
                                        <p:cTn id="338" dur="1" fill="hold">
                                          <p:stCondLst>
                                            <p:cond delay="0"/>
                                          </p:stCondLst>
                                        </p:cTn>
                                        <p:tgtEl>
                                          <p:spTgt spid="142">
                                            <p:txEl>
                                              <p:pRg st="2" end="2"/>
                                            </p:txEl>
                                          </p:spTgt>
                                        </p:tgtEl>
                                        <p:attrNameLst>
                                          <p:attrName>style.visibility</p:attrName>
                                        </p:attrNameLst>
                                      </p:cBhvr>
                                      <p:to>
                                        <p:strVal val="visible"/>
                                      </p:to>
                                    </p:set>
                                  </p:childTnLst>
                                </p:cTn>
                              </p:par>
                            </p:childTnLst>
                          </p:cTn>
                        </p:par>
                      </p:childTnLst>
                    </p:cTn>
                  </p:par>
                  <p:par>
                    <p:cTn id="339" fill="hold">
                      <p:stCondLst>
                        <p:cond delay="indefinite"/>
                      </p:stCondLst>
                      <p:childTnLst>
                        <p:par>
                          <p:cTn id="340" fill="hold">
                            <p:stCondLst>
                              <p:cond delay="0"/>
                            </p:stCondLst>
                            <p:childTnLst>
                              <p:par>
                                <p:cTn id="341" presetID="1" presetClass="entr" presetSubtype="0" fill="hold" nodeType="clickEffect">
                                  <p:stCondLst>
                                    <p:cond delay="0"/>
                                  </p:stCondLst>
                                  <p:childTnLst>
                                    <p:set>
                                      <p:cBhvr>
                                        <p:cTn id="342" dur="1" fill="hold">
                                          <p:stCondLst>
                                            <p:cond delay="0"/>
                                          </p:stCondLst>
                                        </p:cTn>
                                        <p:tgtEl>
                                          <p:spTgt spid="142">
                                            <p:txEl>
                                              <p:pRg st="3" end="3"/>
                                            </p:txEl>
                                          </p:spTgt>
                                        </p:tgtEl>
                                        <p:attrNameLst>
                                          <p:attrName>style.visibility</p:attrName>
                                        </p:attrNameLst>
                                      </p:cBhvr>
                                      <p:to>
                                        <p:strVal val="visible"/>
                                      </p:to>
                                    </p:set>
                                  </p:childTnLst>
                                </p:cTn>
                              </p:par>
                            </p:childTnLst>
                          </p:cTn>
                        </p:par>
                      </p:childTnLst>
                    </p:cTn>
                  </p:par>
                  <p:par>
                    <p:cTn id="343" fill="hold">
                      <p:stCondLst>
                        <p:cond delay="indefinite"/>
                      </p:stCondLst>
                      <p:childTnLst>
                        <p:par>
                          <p:cTn id="344" fill="hold">
                            <p:stCondLst>
                              <p:cond delay="0"/>
                            </p:stCondLst>
                            <p:childTnLst>
                              <p:par>
                                <p:cTn id="345" presetID="1" presetClass="entr" presetSubtype="0" fill="hold" nodeType="clickEffect">
                                  <p:stCondLst>
                                    <p:cond delay="0"/>
                                  </p:stCondLst>
                                  <p:childTnLst>
                                    <p:set>
                                      <p:cBhvr>
                                        <p:cTn id="346" dur="1" fill="hold">
                                          <p:stCondLst>
                                            <p:cond delay="0"/>
                                          </p:stCondLst>
                                        </p:cTn>
                                        <p:tgtEl>
                                          <p:spTgt spid="142">
                                            <p:txEl>
                                              <p:pRg st="4" end="4"/>
                                            </p:txEl>
                                          </p:spTgt>
                                        </p:tgtEl>
                                        <p:attrNameLst>
                                          <p:attrName>style.visibility</p:attrName>
                                        </p:attrNameLst>
                                      </p:cBhvr>
                                      <p:to>
                                        <p:strVal val="visible"/>
                                      </p:to>
                                    </p:set>
                                  </p:childTnLst>
                                </p:cTn>
                              </p:par>
                            </p:childTnLst>
                          </p:cTn>
                        </p:par>
                      </p:childTnLst>
                    </p:cTn>
                  </p:par>
                  <p:par>
                    <p:cTn id="347" fill="hold">
                      <p:stCondLst>
                        <p:cond delay="indefinite"/>
                      </p:stCondLst>
                      <p:childTnLst>
                        <p:par>
                          <p:cTn id="348" fill="hold">
                            <p:stCondLst>
                              <p:cond delay="0"/>
                            </p:stCondLst>
                            <p:childTnLst>
                              <p:par>
                                <p:cTn id="349" presetID="1" presetClass="entr" presetSubtype="0" fill="hold" nodeType="clickEffect">
                                  <p:stCondLst>
                                    <p:cond delay="0"/>
                                  </p:stCondLst>
                                  <p:childTnLst>
                                    <p:set>
                                      <p:cBhvr>
                                        <p:cTn id="350" dur="1" fill="hold">
                                          <p:stCondLst>
                                            <p:cond delay="0"/>
                                          </p:stCondLst>
                                        </p:cTn>
                                        <p:tgtEl>
                                          <p:spTgt spid="142">
                                            <p:txEl>
                                              <p:pRg st="5" end="5"/>
                                            </p:txEl>
                                          </p:spTgt>
                                        </p:tgtEl>
                                        <p:attrNameLst>
                                          <p:attrName>style.visibility</p:attrName>
                                        </p:attrNameLst>
                                      </p:cBhvr>
                                      <p:to>
                                        <p:strVal val="visible"/>
                                      </p:to>
                                    </p:set>
                                  </p:childTnLst>
                                </p:cTn>
                              </p:par>
                            </p:childTnLst>
                          </p:cTn>
                        </p:par>
                      </p:childTnLst>
                    </p:cTn>
                  </p:par>
                  <p:par>
                    <p:cTn id="351" fill="hold">
                      <p:stCondLst>
                        <p:cond delay="indefinite"/>
                      </p:stCondLst>
                      <p:childTnLst>
                        <p:par>
                          <p:cTn id="352" fill="hold">
                            <p:stCondLst>
                              <p:cond delay="0"/>
                            </p:stCondLst>
                            <p:childTnLst>
                              <p:par>
                                <p:cTn id="353" presetID="1" presetClass="entr" presetSubtype="0" fill="hold" nodeType="clickEffect">
                                  <p:stCondLst>
                                    <p:cond delay="0"/>
                                  </p:stCondLst>
                                  <p:childTnLst>
                                    <p:set>
                                      <p:cBhvr>
                                        <p:cTn id="354" dur="1" fill="hold">
                                          <p:stCondLst>
                                            <p:cond delay="0"/>
                                          </p:stCondLst>
                                        </p:cTn>
                                        <p:tgtEl>
                                          <p:spTgt spid="142">
                                            <p:txEl>
                                              <p:pRg st="6" end="6"/>
                                            </p:txEl>
                                          </p:spTgt>
                                        </p:tgtEl>
                                        <p:attrNameLst>
                                          <p:attrName>style.visibility</p:attrName>
                                        </p:attrNameLst>
                                      </p:cBhvr>
                                      <p:to>
                                        <p:strVal val="visible"/>
                                      </p:to>
                                    </p:set>
                                  </p:childTnLst>
                                </p:cTn>
                              </p:par>
                            </p:childTnLst>
                          </p:cTn>
                        </p:par>
                      </p:childTnLst>
                    </p:cTn>
                  </p:par>
                  <p:par>
                    <p:cTn id="355" fill="hold">
                      <p:stCondLst>
                        <p:cond delay="indefinite"/>
                      </p:stCondLst>
                      <p:childTnLst>
                        <p:par>
                          <p:cTn id="356" fill="hold">
                            <p:stCondLst>
                              <p:cond delay="0"/>
                            </p:stCondLst>
                            <p:childTnLst>
                              <p:par>
                                <p:cTn id="357" presetID="1" presetClass="entr" presetSubtype="0" fill="hold" nodeType="clickEffect">
                                  <p:stCondLst>
                                    <p:cond delay="0"/>
                                  </p:stCondLst>
                                  <p:childTnLst>
                                    <p:set>
                                      <p:cBhvr>
                                        <p:cTn id="358" dur="1" fill="hold">
                                          <p:stCondLst>
                                            <p:cond delay="0"/>
                                          </p:stCondLst>
                                        </p:cTn>
                                        <p:tgtEl>
                                          <p:spTgt spid="142">
                                            <p:txEl>
                                              <p:pRg st="7" end="7"/>
                                            </p:txEl>
                                          </p:spTgt>
                                        </p:tgtEl>
                                        <p:attrNameLst>
                                          <p:attrName>style.visibility</p:attrName>
                                        </p:attrNameLst>
                                      </p:cBhvr>
                                      <p:to>
                                        <p:strVal val="visible"/>
                                      </p:to>
                                    </p:set>
                                  </p:childTnLst>
                                </p:cTn>
                              </p:par>
                            </p:childTnLst>
                          </p:cTn>
                        </p:par>
                      </p:childTnLst>
                    </p:cTn>
                  </p:par>
                  <p:par>
                    <p:cTn id="359" fill="hold">
                      <p:stCondLst>
                        <p:cond delay="indefinite"/>
                      </p:stCondLst>
                      <p:childTnLst>
                        <p:par>
                          <p:cTn id="360" fill="hold">
                            <p:stCondLst>
                              <p:cond delay="0"/>
                            </p:stCondLst>
                            <p:childTnLst>
                              <p:par>
                                <p:cTn id="361" presetID="1" presetClass="entr" presetSubtype="0" fill="hold" nodeType="clickEffect">
                                  <p:stCondLst>
                                    <p:cond delay="0"/>
                                  </p:stCondLst>
                                  <p:childTnLst>
                                    <p:set>
                                      <p:cBhvr>
                                        <p:cTn id="362" dur="1" fill="hold">
                                          <p:stCondLst>
                                            <p:cond delay="0"/>
                                          </p:stCondLst>
                                        </p:cTn>
                                        <p:tgtEl>
                                          <p:spTgt spid="142">
                                            <p:txEl>
                                              <p:pRg st="8" end="8"/>
                                            </p:txEl>
                                          </p:spTgt>
                                        </p:tgtEl>
                                        <p:attrNameLst>
                                          <p:attrName>style.visibility</p:attrName>
                                        </p:attrNameLst>
                                      </p:cBhvr>
                                      <p:to>
                                        <p:strVal val="visible"/>
                                      </p:to>
                                    </p:set>
                                  </p:childTnLst>
                                </p:cTn>
                              </p:par>
                            </p:childTnLst>
                          </p:cTn>
                        </p:par>
                      </p:childTnLst>
                    </p:cTn>
                  </p:par>
                  <p:par>
                    <p:cTn id="363" fill="hold">
                      <p:stCondLst>
                        <p:cond delay="indefinite"/>
                      </p:stCondLst>
                      <p:childTnLst>
                        <p:par>
                          <p:cTn id="364" fill="hold">
                            <p:stCondLst>
                              <p:cond delay="0"/>
                            </p:stCondLst>
                            <p:childTnLst>
                              <p:par>
                                <p:cTn id="365" presetID="1" presetClass="entr" presetSubtype="0" fill="hold" nodeType="clickEffect">
                                  <p:stCondLst>
                                    <p:cond delay="0"/>
                                  </p:stCondLst>
                                  <p:childTnLst>
                                    <p:set>
                                      <p:cBhvr>
                                        <p:cTn id="366" dur="1" fill="hold">
                                          <p:stCondLst>
                                            <p:cond delay="0"/>
                                          </p:stCondLst>
                                        </p:cTn>
                                        <p:tgtEl>
                                          <p:spTgt spid="143">
                                            <p:txEl>
                                              <p:pRg st="0" end="0"/>
                                            </p:txEl>
                                          </p:spTgt>
                                        </p:tgtEl>
                                        <p:attrNameLst>
                                          <p:attrName>style.visibility</p:attrName>
                                        </p:attrNameLst>
                                      </p:cBhvr>
                                      <p:to>
                                        <p:strVal val="visible"/>
                                      </p:to>
                                    </p:set>
                                  </p:childTnLst>
                                </p:cTn>
                              </p:par>
                            </p:childTnLst>
                          </p:cTn>
                        </p:par>
                      </p:childTnLst>
                    </p:cTn>
                  </p:par>
                  <p:par>
                    <p:cTn id="367" fill="hold">
                      <p:stCondLst>
                        <p:cond delay="indefinite"/>
                      </p:stCondLst>
                      <p:childTnLst>
                        <p:par>
                          <p:cTn id="368" fill="hold">
                            <p:stCondLst>
                              <p:cond delay="0"/>
                            </p:stCondLst>
                            <p:childTnLst>
                              <p:par>
                                <p:cTn id="369" presetID="1" presetClass="entr" presetSubtype="0" fill="hold" nodeType="clickEffect">
                                  <p:stCondLst>
                                    <p:cond delay="0"/>
                                  </p:stCondLst>
                                  <p:childTnLst>
                                    <p:set>
                                      <p:cBhvr>
                                        <p:cTn id="370" dur="1" fill="hold">
                                          <p:stCondLst>
                                            <p:cond delay="0"/>
                                          </p:stCondLst>
                                        </p:cTn>
                                        <p:tgtEl>
                                          <p:spTgt spid="143">
                                            <p:txEl>
                                              <p:pRg st="1" end="1"/>
                                            </p:txEl>
                                          </p:spTgt>
                                        </p:tgtEl>
                                        <p:attrNameLst>
                                          <p:attrName>style.visibility</p:attrName>
                                        </p:attrNameLst>
                                      </p:cBhvr>
                                      <p:to>
                                        <p:strVal val="visible"/>
                                      </p:to>
                                    </p:set>
                                  </p:childTnLst>
                                </p:cTn>
                              </p:par>
                            </p:childTnLst>
                          </p:cTn>
                        </p:par>
                      </p:childTnLst>
                    </p:cTn>
                  </p:par>
                  <p:par>
                    <p:cTn id="371" fill="hold">
                      <p:stCondLst>
                        <p:cond delay="indefinite"/>
                      </p:stCondLst>
                      <p:childTnLst>
                        <p:par>
                          <p:cTn id="372" fill="hold">
                            <p:stCondLst>
                              <p:cond delay="0"/>
                            </p:stCondLst>
                            <p:childTnLst>
                              <p:par>
                                <p:cTn id="373" presetID="1" presetClass="entr" presetSubtype="0" fill="hold" nodeType="clickEffect">
                                  <p:stCondLst>
                                    <p:cond delay="0"/>
                                  </p:stCondLst>
                                  <p:childTnLst>
                                    <p:set>
                                      <p:cBhvr>
                                        <p:cTn id="374" dur="1" fill="hold">
                                          <p:stCondLst>
                                            <p:cond delay="0"/>
                                          </p:stCondLst>
                                        </p:cTn>
                                        <p:tgtEl>
                                          <p:spTgt spid="143">
                                            <p:txEl>
                                              <p:pRg st="2" end="2"/>
                                            </p:txEl>
                                          </p:spTgt>
                                        </p:tgtEl>
                                        <p:attrNameLst>
                                          <p:attrName>style.visibility</p:attrName>
                                        </p:attrNameLst>
                                      </p:cBhvr>
                                      <p:to>
                                        <p:strVal val="visible"/>
                                      </p:to>
                                    </p:set>
                                  </p:childTnLst>
                                </p:cTn>
                              </p:par>
                            </p:childTnLst>
                          </p:cTn>
                        </p:par>
                      </p:childTnLst>
                    </p:cTn>
                  </p:par>
                  <p:par>
                    <p:cTn id="375" fill="hold">
                      <p:stCondLst>
                        <p:cond delay="indefinite"/>
                      </p:stCondLst>
                      <p:childTnLst>
                        <p:par>
                          <p:cTn id="376" fill="hold">
                            <p:stCondLst>
                              <p:cond delay="0"/>
                            </p:stCondLst>
                            <p:childTnLst>
                              <p:par>
                                <p:cTn id="377" presetID="1" presetClass="entr" presetSubtype="0" fill="hold" nodeType="clickEffect">
                                  <p:stCondLst>
                                    <p:cond delay="0"/>
                                  </p:stCondLst>
                                  <p:childTnLst>
                                    <p:set>
                                      <p:cBhvr>
                                        <p:cTn id="378" dur="1" fill="hold">
                                          <p:stCondLst>
                                            <p:cond delay="0"/>
                                          </p:stCondLst>
                                        </p:cTn>
                                        <p:tgtEl>
                                          <p:spTgt spid="143">
                                            <p:txEl>
                                              <p:pRg st="3" end="3"/>
                                            </p:txEl>
                                          </p:spTgt>
                                        </p:tgtEl>
                                        <p:attrNameLst>
                                          <p:attrName>style.visibility</p:attrName>
                                        </p:attrNameLst>
                                      </p:cBhvr>
                                      <p:to>
                                        <p:strVal val="visible"/>
                                      </p:to>
                                    </p:set>
                                  </p:childTnLst>
                                </p:cTn>
                              </p:par>
                            </p:childTnLst>
                          </p:cTn>
                        </p:par>
                      </p:childTnLst>
                    </p:cTn>
                  </p:par>
                  <p:par>
                    <p:cTn id="379" fill="hold">
                      <p:stCondLst>
                        <p:cond delay="indefinite"/>
                      </p:stCondLst>
                      <p:childTnLst>
                        <p:par>
                          <p:cTn id="380" fill="hold">
                            <p:stCondLst>
                              <p:cond delay="0"/>
                            </p:stCondLst>
                            <p:childTnLst>
                              <p:par>
                                <p:cTn id="381" presetID="1" presetClass="entr" presetSubtype="0" fill="hold" nodeType="clickEffect">
                                  <p:stCondLst>
                                    <p:cond delay="0"/>
                                  </p:stCondLst>
                                  <p:childTnLst>
                                    <p:set>
                                      <p:cBhvr>
                                        <p:cTn id="382" dur="1" fill="hold">
                                          <p:stCondLst>
                                            <p:cond delay="0"/>
                                          </p:stCondLst>
                                        </p:cTn>
                                        <p:tgtEl>
                                          <p:spTgt spid="143">
                                            <p:txEl>
                                              <p:pRg st="4" end="4"/>
                                            </p:txEl>
                                          </p:spTgt>
                                        </p:tgtEl>
                                        <p:attrNameLst>
                                          <p:attrName>style.visibility</p:attrName>
                                        </p:attrNameLst>
                                      </p:cBhvr>
                                      <p:to>
                                        <p:strVal val="visible"/>
                                      </p:to>
                                    </p:set>
                                  </p:childTnLst>
                                </p:cTn>
                              </p:par>
                            </p:childTnLst>
                          </p:cTn>
                        </p:par>
                      </p:childTnLst>
                    </p:cTn>
                  </p:par>
                  <p:par>
                    <p:cTn id="383" fill="hold">
                      <p:stCondLst>
                        <p:cond delay="indefinite"/>
                      </p:stCondLst>
                      <p:childTnLst>
                        <p:par>
                          <p:cTn id="384" fill="hold">
                            <p:stCondLst>
                              <p:cond delay="0"/>
                            </p:stCondLst>
                            <p:childTnLst>
                              <p:par>
                                <p:cTn id="385" presetID="1" presetClass="entr" presetSubtype="0" fill="hold" nodeType="clickEffect">
                                  <p:stCondLst>
                                    <p:cond delay="0"/>
                                  </p:stCondLst>
                                  <p:childTnLst>
                                    <p:set>
                                      <p:cBhvr>
                                        <p:cTn id="386" dur="1" fill="hold">
                                          <p:stCondLst>
                                            <p:cond delay="0"/>
                                          </p:stCondLst>
                                        </p:cTn>
                                        <p:tgtEl>
                                          <p:spTgt spid="143">
                                            <p:txEl>
                                              <p:pRg st="5" end="5"/>
                                            </p:txEl>
                                          </p:spTgt>
                                        </p:tgtEl>
                                        <p:attrNameLst>
                                          <p:attrName>style.visibility</p:attrName>
                                        </p:attrNameLst>
                                      </p:cBhvr>
                                      <p:to>
                                        <p:strVal val="visible"/>
                                      </p:to>
                                    </p:set>
                                  </p:childTnLst>
                                </p:cTn>
                              </p:par>
                            </p:childTnLst>
                          </p:cTn>
                        </p:par>
                      </p:childTnLst>
                    </p:cTn>
                  </p:par>
                  <p:par>
                    <p:cTn id="387" fill="hold">
                      <p:stCondLst>
                        <p:cond delay="indefinite"/>
                      </p:stCondLst>
                      <p:childTnLst>
                        <p:par>
                          <p:cTn id="388" fill="hold">
                            <p:stCondLst>
                              <p:cond delay="0"/>
                            </p:stCondLst>
                            <p:childTnLst>
                              <p:par>
                                <p:cTn id="389" presetID="1" presetClass="entr" presetSubtype="0" fill="hold" nodeType="clickEffect">
                                  <p:stCondLst>
                                    <p:cond delay="0"/>
                                  </p:stCondLst>
                                  <p:childTnLst>
                                    <p:set>
                                      <p:cBhvr>
                                        <p:cTn id="390" dur="1" fill="hold">
                                          <p:stCondLst>
                                            <p:cond delay="0"/>
                                          </p:stCondLst>
                                        </p:cTn>
                                        <p:tgtEl>
                                          <p:spTgt spid="143">
                                            <p:txEl>
                                              <p:pRg st="6" end="6"/>
                                            </p:txEl>
                                          </p:spTgt>
                                        </p:tgtEl>
                                        <p:attrNameLst>
                                          <p:attrName>style.visibility</p:attrName>
                                        </p:attrNameLst>
                                      </p:cBhvr>
                                      <p:to>
                                        <p:strVal val="visible"/>
                                      </p:to>
                                    </p:set>
                                  </p:childTnLst>
                                </p:cTn>
                              </p:par>
                            </p:childTnLst>
                          </p:cTn>
                        </p:par>
                      </p:childTnLst>
                    </p:cTn>
                  </p:par>
                  <p:par>
                    <p:cTn id="391" fill="hold">
                      <p:stCondLst>
                        <p:cond delay="indefinite"/>
                      </p:stCondLst>
                      <p:childTnLst>
                        <p:par>
                          <p:cTn id="392" fill="hold">
                            <p:stCondLst>
                              <p:cond delay="0"/>
                            </p:stCondLst>
                            <p:childTnLst>
                              <p:par>
                                <p:cTn id="393" presetID="1" presetClass="entr" presetSubtype="0" fill="hold" nodeType="clickEffect">
                                  <p:stCondLst>
                                    <p:cond delay="0"/>
                                  </p:stCondLst>
                                  <p:childTnLst>
                                    <p:set>
                                      <p:cBhvr>
                                        <p:cTn id="394" dur="1" fill="hold">
                                          <p:stCondLst>
                                            <p:cond delay="0"/>
                                          </p:stCondLst>
                                        </p:cTn>
                                        <p:tgtEl>
                                          <p:spTgt spid="143">
                                            <p:txEl>
                                              <p:pRg st="7" end="7"/>
                                            </p:txEl>
                                          </p:spTgt>
                                        </p:tgtEl>
                                        <p:attrNameLst>
                                          <p:attrName>style.visibility</p:attrName>
                                        </p:attrNameLst>
                                      </p:cBhvr>
                                      <p:to>
                                        <p:strVal val="visible"/>
                                      </p:to>
                                    </p:set>
                                  </p:childTnLst>
                                </p:cTn>
                              </p:par>
                            </p:childTnLst>
                          </p:cTn>
                        </p:par>
                      </p:childTnLst>
                    </p:cTn>
                  </p:par>
                  <p:par>
                    <p:cTn id="395" fill="hold">
                      <p:stCondLst>
                        <p:cond delay="indefinite"/>
                      </p:stCondLst>
                      <p:childTnLst>
                        <p:par>
                          <p:cTn id="396" fill="hold">
                            <p:stCondLst>
                              <p:cond delay="0"/>
                            </p:stCondLst>
                            <p:childTnLst>
                              <p:par>
                                <p:cTn id="397" presetID="1" presetClass="entr" presetSubtype="0" fill="hold" nodeType="clickEffect">
                                  <p:stCondLst>
                                    <p:cond delay="0"/>
                                  </p:stCondLst>
                                  <p:childTnLst>
                                    <p:set>
                                      <p:cBhvr>
                                        <p:cTn id="398" dur="1" fill="hold">
                                          <p:stCondLst>
                                            <p:cond delay="0"/>
                                          </p:stCondLst>
                                        </p:cTn>
                                        <p:tgtEl>
                                          <p:spTgt spid="143">
                                            <p:txEl>
                                              <p:pRg st="8" end="8"/>
                                            </p:txEl>
                                          </p:spTgt>
                                        </p:tgtEl>
                                        <p:attrNameLst>
                                          <p:attrName>style.visibility</p:attrName>
                                        </p:attrNameLst>
                                      </p:cBhvr>
                                      <p:to>
                                        <p:strVal val="visible"/>
                                      </p:to>
                                    </p:set>
                                  </p:childTnLst>
                                </p:cTn>
                              </p:par>
                            </p:childTnLst>
                          </p:cTn>
                        </p:par>
                      </p:childTnLst>
                    </p:cTn>
                  </p:par>
                  <p:par>
                    <p:cTn id="399" fill="hold">
                      <p:stCondLst>
                        <p:cond delay="indefinite"/>
                      </p:stCondLst>
                      <p:childTnLst>
                        <p:par>
                          <p:cTn id="400" fill="hold">
                            <p:stCondLst>
                              <p:cond delay="0"/>
                            </p:stCondLst>
                            <p:childTnLst>
                              <p:par>
                                <p:cTn id="401" presetID="1" presetClass="entr" presetSubtype="0" fill="hold" nodeType="clickEffect">
                                  <p:stCondLst>
                                    <p:cond delay="0"/>
                                  </p:stCondLst>
                                  <p:childTnLst>
                                    <p:set>
                                      <p:cBhvr>
                                        <p:cTn id="402" dur="1" fill="hold">
                                          <p:stCondLst>
                                            <p:cond delay="0"/>
                                          </p:stCondLst>
                                        </p:cTn>
                                        <p:tgtEl>
                                          <p:spTgt spid="144">
                                            <p:txEl>
                                              <p:pRg st="0" end="0"/>
                                            </p:txEl>
                                          </p:spTgt>
                                        </p:tgtEl>
                                        <p:attrNameLst>
                                          <p:attrName>style.visibility</p:attrName>
                                        </p:attrNameLst>
                                      </p:cBhvr>
                                      <p:to>
                                        <p:strVal val="visible"/>
                                      </p:to>
                                    </p:set>
                                  </p:childTnLst>
                                </p:cTn>
                              </p:par>
                            </p:childTnLst>
                          </p:cTn>
                        </p:par>
                      </p:childTnLst>
                    </p:cTn>
                  </p:par>
                  <p:par>
                    <p:cTn id="403" fill="hold">
                      <p:stCondLst>
                        <p:cond delay="indefinite"/>
                      </p:stCondLst>
                      <p:childTnLst>
                        <p:par>
                          <p:cTn id="404" fill="hold">
                            <p:stCondLst>
                              <p:cond delay="0"/>
                            </p:stCondLst>
                            <p:childTnLst>
                              <p:par>
                                <p:cTn id="405" presetID="1" presetClass="entr" presetSubtype="0" fill="hold" nodeType="clickEffect">
                                  <p:stCondLst>
                                    <p:cond delay="0"/>
                                  </p:stCondLst>
                                  <p:childTnLst>
                                    <p:set>
                                      <p:cBhvr>
                                        <p:cTn id="406" dur="1" fill="hold">
                                          <p:stCondLst>
                                            <p:cond delay="0"/>
                                          </p:stCondLst>
                                        </p:cTn>
                                        <p:tgtEl>
                                          <p:spTgt spid="144">
                                            <p:txEl>
                                              <p:pRg st="1" end="1"/>
                                            </p:txEl>
                                          </p:spTgt>
                                        </p:tgtEl>
                                        <p:attrNameLst>
                                          <p:attrName>style.visibility</p:attrName>
                                        </p:attrNameLst>
                                      </p:cBhvr>
                                      <p:to>
                                        <p:strVal val="visible"/>
                                      </p:to>
                                    </p:set>
                                  </p:childTnLst>
                                </p:cTn>
                              </p:par>
                            </p:childTnLst>
                          </p:cTn>
                        </p:par>
                      </p:childTnLst>
                    </p:cTn>
                  </p:par>
                  <p:par>
                    <p:cTn id="407" fill="hold">
                      <p:stCondLst>
                        <p:cond delay="indefinite"/>
                      </p:stCondLst>
                      <p:childTnLst>
                        <p:par>
                          <p:cTn id="408" fill="hold">
                            <p:stCondLst>
                              <p:cond delay="0"/>
                            </p:stCondLst>
                            <p:childTnLst>
                              <p:par>
                                <p:cTn id="409" presetID="1" presetClass="entr" presetSubtype="0" fill="hold" nodeType="clickEffect">
                                  <p:stCondLst>
                                    <p:cond delay="0"/>
                                  </p:stCondLst>
                                  <p:childTnLst>
                                    <p:set>
                                      <p:cBhvr>
                                        <p:cTn id="410" dur="1" fill="hold">
                                          <p:stCondLst>
                                            <p:cond delay="0"/>
                                          </p:stCondLst>
                                        </p:cTn>
                                        <p:tgtEl>
                                          <p:spTgt spid="144">
                                            <p:txEl>
                                              <p:pRg st="2" end="2"/>
                                            </p:txEl>
                                          </p:spTgt>
                                        </p:tgtEl>
                                        <p:attrNameLst>
                                          <p:attrName>style.visibility</p:attrName>
                                        </p:attrNameLst>
                                      </p:cBhvr>
                                      <p:to>
                                        <p:strVal val="visible"/>
                                      </p:to>
                                    </p:set>
                                  </p:childTnLst>
                                </p:cTn>
                              </p:par>
                            </p:childTnLst>
                          </p:cTn>
                        </p:par>
                      </p:childTnLst>
                    </p:cTn>
                  </p:par>
                  <p:par>
                    <p:cTn id="411" fill="hold">
                      <p:stCondLst>
                        <p:cond delay="indefinite"/>
                      </p:stCondLst>
                      <p:childTnLst>
                        <p:par>
                          <p:cTn id="412" fill="hold">
                            <p:stCondLst>
                              <p:cond delay="0"/>
                            </p:stCondLst>
                            <p:childTnLst>
                              <p:par>
                                <p:cTn id="413" presetID="1" presetClass="entr" presetSubtype="0" fill="hold" nodeType="clickEffect">
                                  <p:stCondLst>
                                    <p:cond delay="0"/>
                                  </p:stCondLst>
                                  <p:childTnLst>
                                    <p:set>
                                      <p:cBhvr>
                                        <p:cTn id="414" dur="1" fill="hold">
                                          <p:stCondLst>
                                            <p:cond delay="0"/>
                                          </p:stCondLst>
                                        </p:cTn>
                                        <p:tgtEl>
                                          <p:spTgt spid="144">
                                            <p:txEl>
                                              <p:pRg st="3" end="3"/>
                                            </p:txEl>
                                          </p:spTgt>
                                        </p:tgtEl>
                                        <p:attrNameLst>
                                          <p:attrName>style.visibility</p:attrName>
                                        </p:attrNameLst>
                                      </p:cBhvr>
                                      <p:to>
                                        <p:strVal val="visible"/>
                                      </p:to>
                                    </p:set>
                                  </p:childTnLst>
                                </p:cTn>
                              </p:par>
                            </p:childTnLst>
                          </p:cTn>
                        </p:par>
                      </p:childTnLst>
                    </p:cTn>
                  </p:par>
                  <p:par>
                    <p:cTn id="415" fill="hold">
                      <p:stCondLst>
                        <p:cond delay="indefinite"/>
                      </p:stCondLst>
                      <p:childTnLst>
                        <p:par>
                          <p:cTn id="416" fill="hold">
                            <p:stCondLst>
                              <p:cond delay="0"/>
                            </p:stCondLst>
                            <p:childTnLst>
                              <p:par>
                                <p:cTn id="417" presetID="1" presetClass="entr" presetSubtype="0" fill="hold" nodeType="clickEffect">
                                  <p:stCondLst>
                                    <p:cond delay="0"/>
                                  </p:stCondLst>
                                  <p:childTnLst>
                                    <p:set>
                                      <p:cBhvr>
                                        <p:cTn id="418" dur="1" fill="hold">
                                          <p:stCondLst>
                                            <p:cond delay="0"/>
                                          </p:stCondLst>
                                        </p:cTn>
                                        <p:tgtEl>
                                          <p:spTgt spid="144">
                                            <p:txEl>
                                              <p:pRg st="4" end="4"/>
                                            </p:txEl>
                                          </p:spTgt>
                                        </p:tgtEl>
                                        <p:attrNameLst>
                                          <p:attrName>style.visibility</p:attrName>
                                        </p:attrNameLst>
                                      </p:cBhvr>
                                      <p:to>
                                        <p:strVal val="visible"/>
                                      </p:to>
                                    </p:set>
                                  </p:childTnLst>
                                </p:cTn>
                              </p:par>
                            </p:childTnLst>
                          </p:cTn>
                        </p:par>
                      </p:childTnLst>
                    </p:cTn>
                  </p:par>
                  <p:par>
                    <p:cTn id="419" fill="hold">
                      <p:stCondLst>
                        <p:cond delay="indefinite"/>
                      </p:stCondLst>
                      <p:childTnLst>
                        <p:par>
                          <p:cTn id="420" fill="hold">
                            <p:stCondLst>
                              <p:cond delay="0"/>
                            </p:stCondLst>
                            <p:childTnLst>
                              <p:par>
                                <p:cTn id="421" presetID="1" presetClass="entr" presetSubtype="0" fill="hold" nodeType="clickEffect">
                                  <p:stCondLst>
                                    <p:cond delay="0"/>
                                  </p:stCondLst>
                                  <p:childTnLst>
                                    <p:set>
                                      <p:cBhvr>
                                        <p:cTn id="422" dur="1" fill="hold">
                                          <p:stCondLst>
                                            <p:cond delay="0"/>
                                          </p:stCondLst>
                                        </p:cTn>
                                        <p:tgtEl>
                                          <p:spTgt spid="144">
                                            <p:txEl>
                                              <p:pRg st="5" end="5"/>
                                            </p:txEl>
                                          </p:spTgt>
                                        </p:tgtEl>
                                        <p:attrNameLst>
                                          <p:attrName>style.visibility</p:attrName>
                                        </p:attrNameLst>
                                      </p:cBhvr>
                                      <p:to>
                                        <p:strVal val="visible"/>
                                      </p:to>
                                    </p:set>
                                  </p:childTnLst>
                                </p:cTn>
                              </p:par>
                            </p:childTnLst>
                          </p:cTn>
                        </p:par>
                      </p:childTnLst>
                    </p:cTn>
                  </p:par>
                  <p:par>
                    <p:cTn id="423" fill="hold">
                      <p:stCondLst>
                        <p:cond delay="indefinite"/>
                      </p:stCondLst>
                      <p:childTnLst>
                        <p:par>
                          <p:cTn id="424" fill="hold">
                            <p:stCondLst>
                              <p:cond delay="0"/>
                            </p:stCondLst>
                            <p:childTnLst>
                              <p:par>
                                <p:cTn id="425" presetID="1" presetClass="entr" presetSubtype="0" fill="hold" nodeType="clickEffect">
                                  <p:stCondLst>
                                    <p:cond delay="0"/>
                                  </p:stCondLst>
                                  <p:childTnLst>
                                    <p:set>
                                      <p:cBhvr>
                                        <p:cTn id="426" dur="1" fill="hold">
                                          <p:stCondLst>
                                            <p:cond delay="0"/>
                                          </p:stCondLst>
                                        </p:cTn>
                                        <p:tgtEl>
                                          <p:spTgt spid="144">
                                            <p:txEl>
                                              <p:pRg st="6" end="6"/>
                                            </p:txEl>
                                          </p:spTgt>
                                        </p:tgtEl>
                                        <p:attrNameLst>
                                          <p:attrName>style.visibility</p:attrName>
                                        </p:attrNameLst>
                                      </p:cBhvr>
                                      <p:to>
                                        <p:strVal val="visible"/>
                                      </p:to>
                                    </p:set>
                                  </p:childTnLst>
                                </p:cTn>
                              </p:par>
                            </p:childTnLst>
                          </p:cTn>
                        </p:par>
                      </p:childTnLst>
                    </p:cTn>
                  </p:par>
                  <p:par>
                    <p:cTn id="427" fill="hold">
                      <p:stCondLst>
                        <p:cond delay="indefinite"/>
                      </p:stCondLst>
                      <p:childTnLst>
                        <p:par>
                          <p:cTn id="428" fill="hold">
                            <p:stCondLst>
                              <p:cond delay="0"/>
                            </p:stCondLst>
                            <p:childTnLst>
                              <p:par>
                                <p:cTn id="429" presetID="1" presetClass="entr" presetSubtype="0" fill="hold" nodeType="clickEffect">
                                  <p:stCondLst>
                                    <p:cond delay="0"/>
                                  </p:stCondLst>
                                  <p:childTnLst>
                                    <p:set>
                                      <p:cBhvr>
                                        <p:cTn id="430" dur="1" fill="hold">
                                          <p:stCondLst>
                                            <p:cond delay="0"/>
                                          </p:stCondLst>
                                        </p:cTn>
                                        <p:tgtEl>
                                          <p:spTgt spid="144">
                                            <p:txEl>
                                              <p:pRg st="7" end="7"/>
                                            </p:txEl>
                                          </p:spTgt>
                                        </p:tgtEl>
                                        <p:attrNameLst>
                                          <p:attrName>style.visibility</p:attrName>
                                        </p:attrNameLst>
                                      </p:cBhvr>
                                      <p:to>
                                        <p:strVal val="visible"/>
                                      </p:to>
                                    </p:set>
                                  </p:childTnLst>
                                </p:cTn>
                              </p:par>
                            </p:childTnLst>
                          </p:cTn>
                        </p:par>
                      </p:childTnLst>
                    </p:cTn>
                  </p:par>
                  <p:par>
                    <p:cTn id="431" fill="hold">
                      <p:stCondLst>
                        <p:cond delay="indefinite"/>
                      </p:stCondLst>
                      <p:childTnLst>
                        <p:par>
                          <p:cTn id="432" fill="hold">
                            <p:stCondLst>
                              <p:cond delay="0"/>
                            </p:stCondLst>
                            <p:childTnLst>
                              <p:par>
                                <p:cTn id="433" presetID="1" presetClass="entr" presetSubtype="0" fill="hold" nodeType="clickEffect">
                                  <p:stCondLst>
                                    <p:cond delay="0"/>
                                  </p:stCondLst>
                                  <p:childTnLst>
                                    <p:set>
                                      <p:cBhvr>
                                        <p:cTn id="434" dur="1" fill="hold">
                                          <p:stCondLst>
                                            <p:cond delay="0"/>
                                          </p:stCondLst>
                                        </p:cTn>
                                        <p:tgtEl>
                                          <p:spTgt spid="144">
                                            <p:txEl>
                                              <p:pRg st="8" end="8"/>
                                            </p:txEl>
                                          </p:spTgt>
                                        </p:tgtEl>
                                        <p:attrNameLst>
                                          <p:attrName>style.visibility</p:attrName>
                                        </p:attrNameLst>
                                      </p:cBhvr>
                                      <p:to>
                                        <p:strVal val="visible"/>
                                      </p:to>
                                    </p:set>
                                  </p:childTnLst>
                                </p:cTn>
                              </p:par>
                            </p:childTnLst>
                          </p:cTn>
                        </p:par>
                      </p:childTnLst>
                    </p:cTn>
                  </p:par>
                  <p:par>
                    <p:cTn id="435" fill="hold">
                      <p:stCondLst>
                        <p:cond delay="indefinite"/>
                      </p:stCondLst>
                      <p:childTnLst>
                        <p:par>
                          <p:cTn id="436" fill="hold">
                            <p:stCondLst>
                              <p:cond delay="0"/>
                            </p:stCondLst>
                            <p:childTnLst>
                              <p:par>
                                <p:cTn id="437" presetID="1" presetClass="entr" presetSubtype="0" fill="hold" nodeType="clickEffect">
                                  <p:stCondLst>
                                    <p:cond delay="0"/>
                                  </p:stCondLst>
                                  <p:childTnLst>
                                    <p:set>
                                      <p:cBhvr>
                                        <p:cTn id="438" dur="1" fill="hold">
                                          <p:stCondLst>
                                            <p:cond delay="0"/>
                                          </p:stCondLst>
                                        </p:cTn>
                                        <p:tgtEl>
                                          <p:spTgt spid="145">
                                            <p:txEl>
                                              <p:pRg st="0" end="0"/>
                                            </p:txEl>
                                          </p:spTgt>
                                        </p:tgtEl>
                                        <p:attrNameLst>
                                          <p:attrName>style.visibility</p:attrName>
                                        </p:attrNameLst>
                                      </p:cBhvr>
                                      <p:to>
                                        <p:strVal val="visible"/>
                                      </p:to>
                                    </p:set>
                                  </p:childTnLst>
                                </p:cTn>
                              </p:par>
                            </p:childTnLst>
                          </p:cTn>
                        </p:par>
                      </p:childTnLst>
                    </p:cTn>
                  </p:par>
                  <p:par>
                    <p:cTn id="439" fill="hold">
                      <p:stCondLst>
                        <p:cond delay="indefinite"/>
                      </p:stCondLst>
                      <p:childTnLst>
                        <p:par>
                          <p:cTn id="440" fill="hold">
                            <p:stCondLst>
                              <p:cond delay="0"/>
                            </p:stCondLst>
                            <p:childTnLst>
                              <p:par>
                                <p:cTn id="441" presetID="1" presetClass="entr" presetSubtype="0" fill="hold" nodeType="clickEffect">
                                  <p:stCondLst>
                                    <p:cond delay="0"/>
                                  </p:stCondLst>
                                  <p:childTnLst>
                                    <p:set>
                                      <p:cBhvr>
                                        <p:cTn id="442" dur="1" fill="hold">
                                          <p:stCondLst>
                                            <p:cond delay="0"/>
                                          </p:stCondLst>
                                        </p:cTn>
                                        <p:tgtEl>
                                          <p:spTgt spid="145">
                                            <p:txEl>
                                              <p:pRg st="1" end="1"/>
                                            </p:txEl>
                                          </p:spTgt>
                                        </p:tgtEl>
                                        <p:attrNameLst>
                                          <p:attrName>style.visibility</p:attrName>
                                        </p:attrNameLst>
                                      </p:cBhvr>
                                      <p:to>
                                        <p:strVal val="visible"/>
                                      </p:to>
                                    </p:set>
                                  </p:childTnLst>
                                </p:cTn>
                              </p:par>
                            </p:childTnLst>
                          </p:cTn>
                        </p:par>
                      </p:childTnLst>
                    </p:cTn>
                  </p:par>
                  <p:par>
                    <p:cTn id="443" fill="hold">
                      <p:stCondLst>
                        <p:cond delay="indefinite"/>
                      </p:stCondLst>
                      <p:childTnLst>
                        <p:par>
                          <p:cTn id="444" fill="hold">
                            <p:stCondLst>
                              <p:cond delay="0"/>
                            </p:stCondLst>
                            <p:childTnLst>
                              <p:par>
                                <p:cTn id="445" presetID="1" presetClass="entr" presetSubtype="0" fill="hold" nodeType="clickEffect">
                                  <p:stCondLst>
                                    <p:cond delay="0"/>
                                  </p:stCondLst>
                                  <p:childTnLst>
                                    <p:set>
                                      <p:cBhvr>
                                        <p:cTn id="446" dur="1" fill="hold">
                                          <p:stCondLst>
                                            <p:cond delay="0"/>
                                          </p:stCondLst>
                                        </p:cTn>
                                        <p:tgtEl>
                                          <p:spTgt spid="145">
                                            <p:txEl>
                                              <p:pRg st="2" end="2"/>
                                            </p:txEl>
                                          </p:spTgt>
                                        </p:tgtEl>
                                        <p:attrNameLst>
                                          <p:attrName>style.visibility</p:attrName>
                                        </p:attrNameLst>
                                      </p:cBhvr>
                                      <p:to>
                                        <p:strVal val="visible"/>
                                      </p:to>
                                    </p:set>
                                  </p:childTnLst>
                                </p:cTn>
                              </p:par>
                            </p:childTnLst>
                          </p:cTn>
                        </p:par>
                      </p:childTnLst>
                    </p:cTn>
                  </p:par>
                  <p:par>
                    <p:cTn id="447" fill="hold">
                      <p:stCondLst>
                        <p:cond delay="indefinite"/>
                      </p:stCondLst>
                      <p:childTnLst>
                        <p:par>
                          <p:cTn id="448" fill="hold">
                            <p:stCondLst>
                              <p:cond delay="0"/>
                            </p:stCondLst>
                            <p:childTnLst>
                              <p:par>
                                <p:cTn id="449" presetID="1" presetClass="entr" presetSubtype="0" fill="hold" nodeType="clickEffect">
                                  <p:stCondLst>
                                    <p:cond delay="0"/>
                                  </p:stCondLst>
                                  <p:childTnLst>
                                    <p:set>
                                      <p:cBhvr>
                                        <p:cTn id="450" dur="1" fill="hold">
                                          <p:stCondLst>
                                            <p:cond delay="0"/>
                                          </p:stCondLst>
                                        </p:cTn>
                                        <p:tgtEl>
                                          <p:spTgt spid="145">
                                            <p:txEl>
                                              <p:pRg st="3" end="3"/>
                                            </p:txEl>
                                          </p:spTgt>
                                        </p:tgtEl>
                                        <p:attrNameLst>
                                          <p:attrName>style.visibility</p:attrName>
                                        </p:attrNameLst>
                                      </p:cBhvr>
                                      <p:to>
                                        <p:strVal val="visible"/>
                                      </p:to>
                                    </p:set>
                                  </p:childTnLst>
                                </p:cTn>
                              </p:par>
                            </p:childTnLst>
                          </p:cTn>
                        </p:par>
                      </p:childTnLst>
                    </p:cTn>
                  </p:par>
                  <p:par>
                    <p:cTn id="451" fill="hold">
                      <p:stCondLst>
                        <p:cond delay="indefinite"/>
                      </p:stCondLst>
                      <p:childTnLst>
                        <p:par>
                          <p:cTn id="452" fill="hold">
                            <p:stCondLst>
                              <p:cond delay="0"/>
                            </p:stCondLst>
                            <p:childTnLst>
                              <p:par>
                                <p:cTn id="453" presetID="1" presetClass="entr" presetSubtype="0" fill="hold" nodeType="clickEffect">
                                  <p:stCondLst>
                                    <p:cond delay="0"/>
                                  </p:stCondLst>
                                  <p:childTnLst>
                                    <p:set>
                                      <p:cBhvr>
                                        <p:cTn id="454" dur="1" fill="hold">
                                          <p:stCondLst>
                                            <p:cond delay="0"/>
                                          </p:stCondLst>
                                        </p:cTn>
                                        <p:tgtEl>
                                          <p:spTgt spid="145">
                                            <p:txEl>
                                              <p:pRg st="4" end="4"/>
                                            </p:txEl>
                                          </p:spTgt>
                                        </p:tgtEl>
                                        <p:attrNameLst>
                                          <p:attrName>style.visibility</p:attrName>
                                        </p:attrNameLst>
                                      </p:cBhvr>
                                      <p:to>
                                        <p:strVal val="visible"/>
                                      </p:to>
                                    </p:set>
                                  </p:childTnLst>
                                </p:cTn>
                              </p:par>
                            </p:childTnLst>
                          </p:cTn>
                        </p:par>
                      </p:childTnLst>
                    </p:cTn>
                  </p:par>
                  <p:par>
                    <p:cTn id="455" fill="hold">
                      <p:stCondLst>
                        <p:cond delay="indefinite"/>
                      </p:stCondLst>
                      <p:childTnLst>
                        <p:par>
                          <p:cTn id="456" fill="hold">
                            <p:stCondLst>
                              <p:cond delay="0"/>
                            </p:stCondLst>
                            <p:childTnLst>
                              <p:par>
                                <p:cTn id="457" presetID="1" presetClass="entr" presetSubtype="0" fill="hold" nodeType="clickEffect">
                                  <p:stCondLst>
                                    <p:cond delay="0"/>
                                  </p:stCondLst>
                                  <p:childTnLst>
                                    <p:set>
                                      <p:cBhvr>
                                        <p:cTn id="458" dur="1" fill="hold">
                                          <p:stCondLst>
                                            <p:cond delay="0"/>
                                          </p:stCondLst>
                                        </p:cTn>
                                        <p:tgtEl>
                                          <p:spTgt spid="145">
                                            <p:txEl>
                                              <p:pRg st="5" end="5"/>
                                            </p:txEl>
                                          </p:spTgt>
                                        </p:tgtEl>
                                        <p:attrNameLst>
                                          <p:attrName>style.visibility</p:attrName>
                                        </p:attrNameLst>
                                      </p:cBhvr>
                                      <p:to>
                                        <p:strVal val="visible"/>
                                      </p:to>
                                    </p:set>
                                  </p:childTnLst>
                                </p:cTn>
                              </p:par>
                            </p:childTnLst>
                          </p:cTn>
                        </p:par>
                      </p:childTnLst>
                    </p:cTn>
                  </p:par>
                  <p:par>
                    <p:cTn id="459" fill="hold">
                      <p:stCondLst>
                        <p:cond delay="indefinite"/>
                      </p:stCondLst>
                      <p:childTnLst>
                        <p:par>
                          <p:cTn id="460" fill="hold">
                            <p:stCondLst>
                              <p:cond delay="0"/>
                            </p:stCondLst>
                            <p:childTnLst>
                              <p:par>
                                <p:cTn id="461" presetID="1" presetClass="entr" presetSubtype="0" fill="hold" nodeType="clickEffect">
                                  <p:stCondLst>
                                    <p:cond delay="0"/>
                                  </p:stCondLst>
                                  <p:childTnLst>
                                    <p:set>
                                      <p:cBhvr>
                                        <p:cTn id="462" dur="1" fill="hold">
                                          <p:stCondLst>
                                            <p:cond delay="0"/>
                                          </p:stCondLst>
                                        </p:cTn>
                                        <p:tgtEl>
                                          <p:spTgt spid="145">
                                            <p:txEl>
                                              <p:pRg st="6" end="6"/>
                                            </p:txEl>
                                          </p:spTgt>
                                        </p:tgtEl>
                                        <p:attrNameLst>
                                          <p:attrName>style.visibility</p:attrName>
                                        </p:attrNameLst>
                                      </p:cBhvr>
                                      <p:to>
                                        <p:strVal val="visible"/>
                                      </p:to>
                                    </p:set>
                                  </p:childTnLst>
                                </p:cTn>
                              </p:par>
                            </p:childTnLst>
                          </p:cTn>
                        </p:par>
                      </p:childTnLst>
                    </p:cTn>
                  </p:par>
                  <p:par>
                    <p:cTn id="463" fill="hold">
                      <p:stCondLst>
                        <p:cond delay="indefinite"/>
                      </p:stCondLst>
                      <p:childTnLst>
                        <p:par>
                          <p:cTn id="464" fill="hold">
                            <p:stCondLst>
                              <p:cond delay="0"/>
                            </p:stCondLst>
                            <p:childTnLst>
                              <p:par>
                                <p:cTn id="465" presetID="1" presetClass="entr" presetSubtype="0" fill="hold" nodeType="clickEffect">
                                  <p:stCondLst>
                                    <p:cond delay="0"/>
                                  </p:stCondLst>
                                  <p:childTnLst>
                                    <p:set>
                                      <p:cBhvr>
                                        <p:cTn id="466" dur="1" fill="hold">
                                          <p:stCondLst>
                                            <p:cond delay="0"/>
                                          </p:stCondLst>
                                        </p:cTn>
                                        <p:tgtEl>
                                          <p:spTgt spid="145">
                                            <p:txEl>
                                              <p:pRg st="7" end="7"/>
                                            </p:txEl>
                                          </p:spTgt>
                                        </p:tgtEl>
                                        <p:attrNameLst>
                                          <p:attrName>style.visibility</p:attrName>
                                        </p:attrNameLst>
                                      </p:cBhvr>
                                      <p:to>
                                        <p:strVal val="visible"/>
                                      </p:to>
                                    </p:set>
                                  </p:childTnLst>
                                </p:cTn>
                              </p:par>
                            </p:childTnLst>
                          </p:cTn>
                        </p:par>
                      </p:childTnLst>
                    </p:cTn>
                  </p:par>
                  <p:par>
                    <p:cTn id="467" fill="hold">
                      <p:stCondLst>
                        <p:cond delay="indefinite"/>
                      </p:stCondLst>
                      <p:childTnLst>
                        <p:par>
                          <p:cTn id="468" fill="hold">
                            <p:stCondLst>
                              <p:cond delay="0"/>
                            </p:stCondLst>
                            <p:childTnLst>
                              <p:par>
                                <p:cTn id="469" presetID="1" presetClass="entr" presetSubtype="0" fill="hold" nodeType="clickEffect">
                                  <p:stCondLst>
                                    <p:cond delay="0"/>
                                  </p:stCondLst>
                                  <p:childTnLst>
                                    <p:set>
                                      <p:cBhvr>
                                        <p:cTn id="470" dur="1" fill="hold">
                                          <p:stCondLst>
                                            <p:cond delay="0"/>
                                          </p:stCondLst>
                                        </p:cTn>
                                        <p:tgtEl>
                                          <p:spTgt spid="145">
                                            <p:txEl>
                                              <p:pRg st="8" end="8"/>
                                            </p:txEl>
                                          </p:spTgt>
                                        </p:tgtEl>
                                        <p:attrNameLst>
                                          <p:attrName>style.visibility</p:attrName>
                                        </p:attrNameLst>
                                      </p:cBhvr>
                                      <p:to>
                                        <p:strVal val="visible"/>
                                      </p:to>
                                    </p:set>
                                  </p:childTnLst>
                                </p:cTn>
                              </p:par>
                            </p:childTnLst>
                          </p:cTn>
                        </p:par>
                      </p:childTnLst>
                    </p:cTn>
                  </p:par>
                  <p:par>
                    <p:cTn id="471" fill="hold">
                      <p:stCondLst>
                        <p:cond delay="indefinite"/>
                      </p:stCondLst>
                      <p:childTnLst>
                        <p:par>
                          <p:cTn id="472" fill="hold">
                            <p:stCondLst>
                              <p:cond delay="0"/>
                            </p:stCondLst>
                            <p:childTnLst>
                              <p:par>
                                <p:cTn id="473" presetID="1" presetClass="entr" presetSubtype="0" fill="hold" nodeType="clickEffect">
                                  <p:stCondLst>
                                    <p:cond delay="0"/>
                                  </p:stCondLst>
                                  <p:childTnLst>
                                    <p:set>
                                      <p:cBhvr>
                                        <p:cTn id="474" dur="1" fill="hold">
                                          <p:stCondLst>
                                            <p:cond delay="0"/>
                                          </p:stCondLst>
                                        </p:cTn>
                                        <p:tgtEl>
                                          <p:spTgt spid="148">
                                            <p:txEl>
                                              <p:pRg st="0" end="0"/>
                                            </p:txEl>
                                          </p:spTgt>
                                        </p:tgtEl>
                                        <p:attrNameLst>
                                          <p:attrName>style.visibility</p:attrName>
                                        </p:attrNameLst>
                                      </p:cBhvr>
                                      <p:to>
                                        <p:strVal val="visible"/>
                                      </p:to>
                                    </p:set>
                                  </p:childTnLst>
                                </p:cTn>
                              </p:par>
                            </p:childTnLst>
                          </p:cTn>
                        </p:par>
                      </p:childTnLst>
                    </p:cTn>
                  </p:par>
                  <p:par>
                    <p:cTn id="475" fill="hold">
                      <p:stCondLst>
                        <p:cond delay="indefinite"/>
                      </p:stCondLst>
                      <p:childTnLst>
                        <p:par>
                          <p:cTn id="476" fill="hold">
                            <p:stCondLst>
                              <p:cond delay="0"/>
                            </p:stCondLst>
                            <p:childTnLst>
                              <p:par>
                                <p:cTn id="477" presetID="1" presetClass="entr" presetSubtype="0" fill="hold" nodeType="clickEffect">
                                  <p:stCondLst>
                                    <p:cond delay="0"/>
                                  </p:stCondLst>
                                  <p:childTnLst>
                                    <p:set>
                                      <p:cBhvr>
                                        <p:cTn id="478" dur="1" fill="hold">
                                          <p:stCondLst>
                                            <p:cond delay="0"/>
                                          </p:stCondLst>
                                        </p:cTn>
                                        <p:tgtEl>
                                          <p:spTgt spid="148">
                                            <p:txEl>
                                              <p:pRg st="1" end="1"/>
                                            </p:txEl>
                                          </p:spTgt>
                                        </p:tgtEl>
                                        <p:attrNameLst>
                                          <p:attrName>style.visibility</p:attrName>
                                        </p:attrNameLst>
                                      </p:cBhvr>
                                      <p:to>
                                        <p:strVal val="visible"/>
                                      </p:to>
                                    </p:set>
                                  </p:childTnLst>
                                </p:cTn>
                              </p:par>
                            </p:childTnLst>
                          </p:cTn>
                        </p:par>
                      </p:childTnLst>
                    </p:cTn>
                  </p:par>
                  <p:par>
                    <p:cTn id="479" fill="hold">
                      <p:stCondLst>
                        <p:cond delay="indefinite"/>
                      </p:stCondLst>
                      <p:childTnLst>
                        <p:par>
                          <p:cTn id="480" fill="hold">
                            <p:stCondLst>
                              <p:cond delay="0"/>
                            </p:stCondLst>
                            <p:childTnLst>
                              <p:par>
                                <p:cTn id="481" presetID="1" presetClass="entr" presetSubtype="0" fill="hold" nodeType="clickEffect">
                                  <p:stCondLst>
                                    <p:cond delay="0"/>
                                  </p:stCondLst>
                                  <p:childTnLst>
                                    <p:set>
                                      <p:cBhvr>
                                        <p:cTn id="482" dur="1" fill="hold">
                                          <p:stCondLst>
                                            <p:cond delay="0"/>
                                          </p:stCondLst>
                                        </p:cTn>
                                        <p:tgtEl>
                                          <p:spTgt spid="148">
                                            <p:txEl>
                                              <p:pRg st="2" end="2"/>
                                            </p:txEl>
                                          </p:spTgt>
                                        </p:tgtEl>
                                        <p:attrNameLst>
                                          <p:attrName>style.visibility</p:attrName>
                                        </p:attrNameLst>
                                      </p:cBhvr>
                                      <p:to>
                                        <p:strVal val="visible"/>
                                      </p:to>
                                    </p:set>
                                  </p:childTnLst>
                                </p:cTn>
                              </p:par>
                            </p:childTnLst>
                          </p:cTn>
                        </p:par>
                      </p:childTnLst>
                    </p:cTn>
                  </p:par>
                  <p:par>
                    <p:cTn id="483" fill="hold">
                      <p:stCondLst>
                        <p:cond delay="indefinite"/>
                      </p:stCondLst>
                      <p:childTnLst>
                        <p:par>
                          <p:cTn id="484" fill="hold">
                            <p:stCondLst>
                              <p:cond delay="0"/>
                            </p:stCondLst>
                            <p:childTnLst>
                              <p:par>
                                <p:cTn id="485" presetID="1" presetClass="entr" presetSubtype="0" fill="hold" nodeType="clickEffect">
                                  <p:stCondLst>
                                    <p:cond delay="0"/>
                                  </p:stCondLst>
                                  <p:childTnLst>
                                    <p:set>
                                      <p:cBhvr>
                                        <p:cTn id="486" dur="1" fill="hold">
                                          <p:stCondLst>
                                            <p:cond delay="0"/>
                                          </p:stCondLst>
                                        </p:cTn>
                                        <p:tgtEl>
                                          <p:spTgt spid="148">
                                            <p:txEl>
                                              <p:pRg st="3" end="3"/>
                                            </p:txEl>
                                          </p:spTgt>
                                        </p:tgtEl>
                                        <p:attrNameLst>
                                          <p:attrName>style.visibility</p:attrName>
                                        </p:attrNameLst>
                                      </p:cBhvr>
                                      <p:to>
                                        <p:strVal val="visible"/>
                                      </p:to>
                                    </p:set>
                                  </p:childTnLst>
                                </p:cTn>
                              </p:par>
                            </p:childTnLst>
                          </p:cTn>
                        </p:par>
                      </p:childTnLst>
                    </p:cTn>
                  </p:par>
                  <p:par>
                    <p:cTn id="487" fill="hold">
                      <p:stCondLst>
                        <p:cond delay="indefinite"/>
                      </p:stCondLst>
                      <p:childTnLst>
                        <p:par>
                          <p:cTn id="488" fill="hold">
                            <p:stCondLst>
                              <p:cond delay="0"/>
                            </p:stCondLst>
                            <p:childTnLst>
                              <p:par>
                                <p:cTn id="489" presetID="1" presetClass="entr" presetSubtype="0" fill="hold" nodeType="clickEffect">
                                  <p:stCondLst>
                                    <p:cond delay="0"/>
                                  </p:stCondLst>
                                  <p:childTnLst>
                                    <p:set>
                                      <p:cBhvr>
                                        <p:cTn id="490" dur="1" fill="hold">
                                          <p:stCondLst>
                                            <p:cond delay="0"/>
                                          </p:stCondLst>
                                        </p:cTn>
                                        <p:tgtEl>
                                          <p:spTgt spid="148">
                                            <p:txEl>
                                              <p:pRg st="4" end="4"/>
                                            </p:txEl>
                                          </p:spTgt>
                                        </p:tgtEl>
                                        <p:attrNameLst>
                                          <p:attrName>style.visibility</p:attrName>
                                        </p:attrNameLst>
                                      </p:cBhvr>
                                      <p:to>
                                        <p:strVal val="visible"/>
                                      </p:to>
                                    </p:set>
                                  </p:childTnLst>
                                </p:cTn>
                              </p:par>
                            </p:childTnLst>
                          </p:cTn>
                        </p:par>
                      </p:childTnLst>
                    </p:cTn>
                  </p:par>
                  <p:par>
                    <p:cTn id="491" fill="hold">
                      <p:stCondLst>
                        <p:cond delay="indefinite"/>
                      </p:stCondLst>
                      <p:childTnLst>
                        <p:par>
                          <p:cTn id="492" fill="hold">
                            <p:stCondLst>
                              <p:cond delay="0"/>
                            </p:stCondLst>
                            <p:childTnLst>
                              <p:par>
                                <p:cTn id="493" presetID="1" presetClass="entr" presetSubtype="0" fill="hold" nodeType="clickEffect">
                                  <p:stCondLst>
                                    <p:cond delay="0"/>
                                  </p:stCondLst>
                                  <p:childTnLst>
                                    <p:set>
                                      <p:cBhvr>
                                        <p:cTn id="494" dur="1" fill="hold">
                                          <p:stCondLst>
                                            <p:cond delay="0"/>
                                          </p:stCondLst>
                                        </p:cTn>
                                        <p:tgtEl>
                                          <p:spTgt spid="148">
                                            <p:txEl>
                                              <p:pRg st="5" end="5"/>
                                            </p:txEl>
                                          </p:spTgt>
                                        </p:tgtEl>
                                        <p:attrNameLst>
                                          <p:attrName>style.visibility</p:attrName>
                                        </p:attrNameLst>
                                      </p:cBhvr>
                                      <p:to>
                                        <p:strVal val="visible"/>
                                      </p:to>
                                    </p:set>
                                  </p:childTnLst>
                                </p:cTn>
                              </p:par>
                            </p:childTnLst>
                          </p:cTn>
                        </p:par>
                      </p:childTnLst>
                    </p:cTn>
                  </p:par>
                  <p:par>
                    <p:cTn id="495" fill="hold">
                      <p:stCondLst>
                        <p:cond delay="indefinite"/>
                      </p:stCondLst>
                      <p:childTnLst>
                        <p:par>
                          <p:cTn id="496" fill="hold">
                            <p:stCondLst>
                              <p:cond delay="0"/>
                            </p:stCondLst>
                            <p:childTnLst>
                              <p:par>
                                <p:cTn id="497" presetID="1" presetClass="entr" presetSubtype="0" fill="hold" nodeType="clickEffect">
                                  <p:stCondLst>
                                    <p:cond delay="0"/>
                                  </p:stCondLst>
                                  <p:childTnLst>
                                    <p:set>
                                      <p:cBhvr>
                                        <p:cTn id="498" dur="1" fill="hold">
                                          <p:stCondLst>
                                            <p:cond delay="0"/>
                                          </p:stCondLst>
                                        </p:cTn>
                                        <p:tgtEl>
                                          <p:spTgt spid="148">
                                            <p:txEl>
                                              <p:pRg st="6" end="6"/>
                                            </p:txEl>
                                          </p:spTgt>
                                        </p:tgtEl>
                                        <p:attrNameLst>
                                          <p:attrName>style.visibility</p:attrName>
                                        </p:attrNameLst>
                                      </p:cBhvr>
                                      <p:to>
                                        <p:strVal val="visible"/>
                                      </p:to>
                                    </p:set>
                                  </p:childTnLst>
                                </p:cTn>
                              </p:par>
                            </p:childTnLst>
                          </p:cTn>
                        </p:par>
                      </p:childTnLst>
                    </p:cTn>
                  </p:par>
                  <p:par>
                    <p:cTn id="499" fill="hold">
                      <p:stCondLst>
                        <p:cond delay="indefinite"/>
                      </p:stCondLst>
                      <p:childTnLst>
                        <p:par>
                          <p:cTn id="500" fill="hold">
                            <p:stCondLst>
                              <p:cond delay="0"/>
                            </p:stCondLst>
                            <p:childTnLst>
                              <p:par>
                                <p:cTn id="501" presetID="1" presetClass="entr" presetSubtype="0" fill="hold" nodeType="clickEffect">
                                  <p:stCondLst>
                                    <p:cond delay="0"/>
                                  </p:stCondLst>
                                  <p:childTnLst>
                                    <p:set>
                                      <p:cBhvr>
                                        <p:cTn id="502" dur="1" fill="hold">
                                          <p:stCondLst>
                                            <p:cond delay="0"/>
                                          </p:stCondLst>
                                        </p:cTn>
                                        <p:tgtEl>
                                          <p:spTgt spid="148">
                                            <p:txEl>
                                              <p:pRg st="7" end="7"/>
                                            </p:txEl>
                                          </p:spTgt>
                                        </p:tgtEl>
                                        <p:attrNameLst>
                                          <p:attrName>style.visibility</p:attrName>
                                        </p:attrNameLst>
                                      </p:cBhvr>
                                      <p:to>
                                        <p:strVal val="visible"/>
                                      </p:to>
                                    </p:set>
                                  </p:childTnLst>
                                </p:cTn>
                              </p:par>
                            </p:childTnLst>
                          </p:cTn>
                        </p:par>
                      </p:childTnLst>
                    </p:cTn>
                  </p:par>
                  <p:par>
                    <p:cTn id="503" fill="hold">
                      <p:stCondLst>
                        <p:cond delay="indefinite"/>
                      </p:stCondLst>
                      <p:childTnLst>
                        <p:par>
                          <p:cTn id="504" fill="hold">
                            <p:stCondLst>
                              <p:cond delay="0"/>
                            </p:stCondLst>
                            <p:childTnLst>
                              <p:par>
                                <p:cTn id="505" presetID="1" presetClass="entr" presetSubtype="0" fill="hold" nodeType="clickEffect">
                                  <p:stCondLst>
                                    <p:cond delay="0"/>
                                  </p:stCondLst>
                                  <p:childTnLst>
                                    <p:set>
                                      <p:cBhvr>
                                        <p:cTn id="506" dur="1" fill="hold">
                                          <p:stCondLst>
                                            <p:cond delay="0"/>
                                          </p:stCondLst>
                                        </p:cTn>
                                        <p:tgtEl>
                                          <p:spTgt spid="148">
                                            <p:txEl>
                                              <p:pRg st="8" end="8"/>
                                            </p:txEl>
                                          </p:spTgt>
                                        </p:tgtEl>
                                        <p:attrNameLst>
                                          <p:attrName>style.visibility</p:attrName>
                                        </p:attrNameLst>
                                      </p:cBhvr>
                                      <p:to>
                                        <p:strVal val="visible"/>
                                      </p:to>
                                    </p:set>
                                  </p:childTnLst>
                                </p:cTn>
                              </p:par>
                            </p:childTnLst>
                          </p:cTn>
                        </p:par>
                      </p:childTnLst>
                    </p:cTn>
                  </p:par>
                  <p:par>
                    <p:cTn id="507" fill="hold">
                      <p:stCondLst>
                        <p:cond delay="indefinite"/>
                      </p:stCondLst>
                      <p:childTnLst>
                        <p:par>
                          <p:cTn id="508" fill="hold">
                            <p:stCondLst>
                              <p:cond delay="0"/>
                            </p:stCondLst>
                            <p:childTnLst>
                              <p:par>
                                <p:cTn id="509" presetID="1" presetClass="entr" presetSubtype="0" fill="hold" nodeType="clickEffect">
                                  <p:stCondLst>
                                    <p:cond delay="0"/>
                                  </p:stCondLst>
                                  <p:childTnLst>
                                    <p:set>
                                      <p:cBhvr>
                                        <p:cTn id="510" dur="1" fill="hold">
                                          <p:stCondLst>
                                            <p:cond delay="0"/>
                                          </p:stCondLst>
                                        </p:cTn>
                                        <p:tgtEl>
                                          <p:spTgt spid="149">
                                            <p:txEl>
                                              <p:pRg st="0" end="0"/>
                                            </p:txEl>
                                          </p:spTgt>
                                        </p:tgtEl>
                                        <p:attrNameLst>
                                          <p:attrName>style.visibility</p:attrName>
                                        </p:attrNameLst>
                                      </p:cBhvr>
                                      <p:to>
                                        <p:strVal val="visible"/>
                                      </p:to>
                                    </p:set>
                                  </p:childTnLst>
                                </p:cTn>
                              </p:par>
                            </p:childTnLst>
                          </p:cTn>
                        </p:par>
                      </p:childTnLst>
                    </p:cTn>
                  </p:par>
                  <p:par>
                    <p:cTn id="511" fill="hold">
                      <p:stCondLst>
                        <p:cond delay="indefinite"/>
                      </p:stCondLst>
                      <p:childTnLst>
                        <p:par>
                          <p:cTn id="512" fill="hold">
                            <p:stCondLst>
                              <p:cond delay="0"/>
                            </p:stCondLst>
                            <p:childTnLst>
                              <p:par>
                                <p:cTn id="513" presetID="1" presetClass="entr" presetSubtype="0" fill="hold" nodeType="clickEffect">
                                  <p:stCondLst>
                                    <p:cond delay="0"/>
                                  </p:stCondLst>
                                  <p:childTnLst>
                                    <p:set>
                                      <p:cBhvr>
                                        <p:cTn id="514" dur="1" fill="hold">
                                          <p:stCondLst>
                                            <p:cond delay="0"/>
                                          </p:stCondLst>
                                        </p:cTn>
                                        <p:tgtEl>
                                          <p:spTgt spid="149">
                                            <p:txEl>
                                              <p:pRg st="1" end="1"/>
                                            </p:txEl>
                                          </p:spTgt>
                                        </p:tgtEl>
                                        <p:attrNameLst>
                                          <p:attrName>style.visibility</p:attrName>
                                        </p:attrNameLst>
                                      </p:cBhvr>
                                      <p:to>
                                        <p:strVal val="visible"/>
                                      </p:to>
                                    </p:set>
                                  </p:childTnLst>
                                </p:cTn>
                              </p:par>
                            </p:childTnLst>
                          </p:cTn>
                        </p:par>
                      </p:childTnLst>
                    </p:cTn>
                  </p:par>
                  <p:par>
                    <p:cTn id="515" fill="hold">
                      <p:stCondLst>
                        <p:cond delay="indefinite"/>
                      </p:stCondLst>
                      <p:childTnLst>
                        <p:par>
                          <p:cTn id="516" fill="hold">
                            <p:stCondLst>
                              <p:cond delay="0"/>
                            </p:stCondLst>
                            <p:childTnLst>
                              <p:par>
                                <p:cTn id="517" presetID="1" presetClass="entr" presetSubtype="0" fill="hold" nodeType="clickEffect">
                                  <p:stCondLst>
                                    <p:cond delay="0"/>
                                  </p:stCondLst>
                                  <p:childTnLst>
                                    <p:set>
                                      <p:cBhvr>
                                        <p:cTn id="518" dur="1" fill="hold">
                                          <p:stCondLst>
                                            <p:cond delay="0"/>
                                          </p:stCondLst>
                                        </p:cTn>
                                        <p:tgtEl>
                                          <p:spTgt spid="149">
                                            <p:txEl>
                                              <p:pRg st="2" end="2"/>
                                            </p:txEl>
                                          </p:spTgt>
                                        </p:tgtEl>
                                        <p:attrNameLst>
                                          <p:attrName>style.visibility</p:attrName>
                                        </p:attrNameLst>
                                      </p:cBhvr>
                                      <p:to>
                                        <p:strVal val="visible"/>
                                      </p:to>
                                    </p:set>
                                  </p:childTnLst>
                                </p:cTn>
                              </p:par>
                            </p:childTnLst>
                          </p:cTn>
                        </p:par>
                      </p:childTnLst>
                    </p:cTn>
                  </p:par>
                  <p:par>
                    <p:cTn id="519" fill="hold">
                      <p:stCondLst>
                        <p:cond delay="indefinite"/>
                      </p:stCondLst>
                      <p:childTnLst>
                        <p:par>
                          <p:cTn id="520" fill="hold">
                            <p:stCondLst>
                              <p:cond delay="0"/>
                            </p:stCondLst>
                            <p:childTnLst>
                              <p:par>
                                <p:cTn id="521" presetID="1" presetClass="entr" presetSubtype="0" fill="hold" nodeType="clickEffect">
                                  <p:stCondLst>
                                    <p:cond delay="0"/>
                                  </p:stCondLst>
                                  <p:childTnLst>
                                    <p:set>
                                      <p:cBhvr>
                                        <p:cTn id="522" dur="1" fill="hold">
                                          <p:stCondLst>
                                            <p:cond delay="0"/>
                                          </p:stCondLst>
                                        </p:cTn>
                                        <p:tgtEl>
                                          <p:spTgt spid="149">
                                            <p:txEl>
                                              <p:pRg st="3" end="3"/>
                                            </p:txEl>
                                          </p:spTgt>
                                        </p:tgtEl>
                                        <p:attrNameLst>
                                          <p:attrName>style.visibility</p:attrName>
                                        </p:attrNameLst>
                                      </p:cBhvr>
                                      <p:to>
                                        <p:strVal val="visible"/>
                                      </p:to>
                                    </p:set>
                                  </p:childTnLst>
                                </p:cTn>
                              </p:par>
                            </p:childTnLst>
                          </p:cTn>
                        </p:par>
                      </p:childTnLst>
                    </p:cTn>
                  </p:par>
                  <p:par>
                    <p:cTn id="523" fill="hold">
                      <p:stCondLst>
                        <p:cond delay="indefinite"/>
                      </p:stCondLst>
                      <p:childTnLst>
                        <p:par>
                          <p:cTn id="524" fill="hold">
                            <p:stCondLst>
                              <p:cond delay="0"/>
                            </p:stCondLst>
                            <p:childTnLst>
                              <p:par>
                                <p:cTn id="525" presetID="1" presetClass="entr" presetSubtype="0" fill="hold" nodeType="clickEffect">
                                  <p:stCondLst>
                                    <p:cond delay="0"/>
                                  </p:stCondLst>
                                  <p:childTnLst>
                                    <p:set>
                                      <p:cBhvr>
                                        <p:cTn id="526" dur="1" fill="hold">
                                          <p:stCondLst>
                                            <p:cond delay="0"/>
                                          </p:stCondLst>
                                        </p:cTn>
                                        <p:tgtEl>
                                          <p:spTgt spid="149">
                                            <p:txEl>
                                              <p:pRg st="4" end="4"/>
                                            </p:txEl>
                                          </p:spTgt>
                                        </p:tgtEl>
                                        <p:attrNameLst>
                                          <p:attrName>style.visibility</p:attrName>
                                        </p:attrNameLst>
                                      </p:cBhvr>
                                      <p:to>
                                        <p:strVal val="visible"/>
                                      </p:to>
                                    </p:set>
                                  </p:childTnLst>
                                </p:cTn>
                              </p:par>
                            </p:childTnLst>
                          </p:cTn>
                        </p:par>
                      </p:childTnLst>
                    </p:cTn>
                  </p:par>
                  <p:par>
                    <p:cTn id="527" fill="hold">
                      <p:stCondLst>
                        <p:cond delay="indefinite"/>
                      </p:stCondLst>
                      <p:childTnLst>
                        <p:par>
                          <p:cTn id="528" fill="hold">
                            <p:stCondLst>
                              <p:cond delay="0"/>
                            </p:stCondLst>
                            <p:childTnLst>
                              <p:par>
                                <p:cTn id="529" presetID="1" presetClass="entr" presetSubtype="0" fill="hold" nodeType="clickEffect">
                                  <p:stCondLst>
                                    <p:cond delay="0"/>
                                  </p:stCondLst>
                                  <p:childTnLst>
                                    <p:set>
                                      <p:cBhvr>
                                        <p:cTn id="530" dur="1" fill="hold">
                                          <p:stCondLst>
                                            <p:cond delay="0"/>
                                          </p:stCondLst>
                                        </p:cTn>
                                        <p:tgtEl>
                                          <p:spTgt spid="149">
                                            <p:txEl>
                                              <p:pRg st="5" end="5"/>
                                            </p:txEl>
                                          </p:spTgt>
                                        </p:tgtEl>
                                        <p:attrNameLst>
                                          <p:attrName>style.visibility</p:attrName>
                                        </p:attrNameLst>
                                      </p:cBhvr>
                                      <p:to>
                                        <p:strVal val="visible"/>
                                      </p:to>
                                    </p:set>
                                  </p:childTnLst>
                                </p:cTn>
                              </p:par>
                            </p:childTnLst>
                          </p:cTn>
                        </p:par>
                      </p:childTnLst>
                    </p:cTn>
                  </p:par>
                  <p:par>
                    <p:cTn id="531" fill="hold">
                      <p:stCondLst>
                        <p:cond delay="indefinite"/>
                      </p:stCondLst>
                      <p:childTnLst>
                        <p:par>
                          <p:cTn id="532" fill="hold">
                            <p:stCondLst>
                              <p:cond delay="0"/>
                            </p:stCondLst>
                            <p:childTnLst>
                              <p:par>
                                <p:cTn id="533" presetID="1" presetClass="entr" presetSubtype="0" fill="hold" nodeType="clickEffect">
                                  <p:stCondLst>
                                    <p:cond delay="0"/>
                                  </p:stCondLst>
                                  <p:childTnLst>
                                    <p:set>
                                      <p:cBhvr>
                                        <p:cTn id="534" dur="1" fill="hold">
                                          <p:stCondLst>
                                            <p:cond delay="0"/>
                                          </p:stCondLst>
                                        </p:cTn>
                                        <p:tgtEl>
                                          <p:spTgt spid="149">
                                            <p:txEl>
                                              <p:pRg st="6" end="6"/>
                                            </p:txEl>
                                          </p:spTgt>
                                        </p:tgtEl>
                                        <p:attrNameLst>
                                          <p:attrName>style.visibility</p:attrName>
                                        </p:attrNameLst>
                                      </p:cBhvr>
                                      <p:to>
                                        <p:strVal val="visible"/>
                                      </p:to>
                                    </p:set>
                                  </p:childTnLst>
                                </p:cTn>
                              </p:par>
                            </p:childTnLst>
                          </p:cTn>
                        </p:par>
                      </p:childTnLst>
                    </p:cTn>
                  </p:par>
                  <p:par>
                    <p:cTn id="535" fill="hold">
                      <p:stCondLst>
                        <p:cond delay="indefinite"/>
                      </p:stCondLst>
                      <p:childTnLst>
                        <p:par>
                          <p:cTn id="536" fill="hold">
                            <p:stCondLst>
                              <p:cond delay="0"/>
                            </p:stCondLst>
                            <p:childTnLst>
                              <p:par>
                                <p:cTn id="537" presetID="1" presetClass="entr" presetSubtype="0" fill="hold" nodeType="clickEffect">
                                  <p:stCondLst>
                                    <p:cond delay="0"/>
                                  </p:stCondLst>
                                  <p:childTnLst>
                                    <p:set>
                                      <p:cBhvr>
                                        <p:cTn id="538" dur="1" fill="hold">
                                          <p:stCondLst>
                                            <p:cond delay="0"/>
                                          </p:stCondLst>
                                        </p:cTn>
                                        <p:tgtEl>
                                          <p:spTgt spid="149">
                                            <p:txEl>
                                              <p:pRg st="7" end="7"/>
                                            </p:txEl>
                                          </p:spTgt>
                                        </p:tgtEl>
                                        <p:attrNameLst>
                                          <p:attrName>style.visibility</p:attrName>
                                        </p:attrNameLst>
                                      </p:cBhvr>
                                      <p:to>
                                        <p:strVal val="visible"/>
                                      </p:to>
                                    </p:set>
                                  </p:childTnLst>
                                </p:cTn>
                              </p:par>
                            </p:childTnLst>
                          </p:cTn>
                        </p:par>
                      </p:childTnLst>
                    </p:cTn>
                  </p:par>
                  <p:par>
                    <p:cTn id="539" fill="hold">
                      <p:stCondLst>
                        <p:cond delay="indefinite"/>
                      </p:stCondLst>
                      <p:childTnLst>
                        <p:par>
                          <p:cTn id="540" fill="hold">
                            <p:stCondLst>
                              <p:cond delay="0"/>
                            </p:stCondLst>
                            <p:childTnLst>
                              <p:par>
                                <p:cTn id="541" presetID="1" presetClass="entr" presetSubtype="0" fill="hold" nodeType="clickEffect">
                                  <p:stCondLst>
                                    <p:cond delay="0"/>
                                  </p:stCondLst>
                                  <p:childTnLst>
                                    <p:set>
                                      <p:cBhvr>
                                        <p:cTn id="542" dur="1" fill="hold">
                                          <p:stCondLst>
                                            <p:cond delay="0"/>
                                          </p:stCondLst>
                                        </p:cTn>
                                        <p:tgtEl>
                                          <p:spTgt spid="149">
                                            <p:txEl>
                                              <p:pRg st="8" end="8"/>
                                            </p:txEl>
                                          </p:spTgt>
                                        </p:tgtEl>
                                        <p:attrNameLst>
                                          <p:attrName>style.visibility</p:attrName>
                                        </p:attrNameLst>
                                      </p:cBhvr>
                                      <p:to>
                                        <p:strVal val="visible"/>
                                      </p:to>
                                    </p:set>
                                  </p:childTnLst>
                                </p:cTn>
                              </p:par>
                            </p:childTnLst>
                          </p:cTn>
                        </p:par>
                      </p:childTnLst>
                    </p:cTn>
                  </p:par>
                  <p:par>
                    <p:cTn id="543" fill="hold">
                      <p:stCondLst>
                        <p:cond delay="indefinite"/>
                      </p:stCondLst>
                      <p:childTnLst>
                        <p:par>
                          <p:cTn id="544" fill="hold">
                            <p:stCondLst>
                              <p:cond delay="0"/>
                            </p:stCondLst>
                            <p:childTnLst>
                              <p:par>
                                <p:cTn id="545" presetID="1" presetClass="entr" presetSubtype="0" fill="hold" nodeType="clickEffect">
                                  <p:stCondLst>
                                    <p:cond delay="0"/>
                                  </p:stCondLst>
                                  <p:childTnLst>
                                    <p:set>
                                      <p:cBhvr>
                                        <p:cTn id="546" dur="1" fill="hold">
                                          <p:stCondLst>
                                            <p:cond delay="0"/>
                                          </p:stCondLst>
                                        </p:cTn>
                                        <p:tgtEl>
                                          <p:spTgt spid="150">
                                            <p:txEl>
                                              <p:pRg st="0" end="0"/>
                                            </p:txEl>
                                          </p:spTgt>
                                        </p:tgtEl>
                                        <p:attrNameLst>
                                          <p:attrName>style.visibility</p:attrName>
                                        </p:attrNameLst>
                                      </p:cBhvr>
                                      <p:to>
                                        <p:strVal val="visible"/>
                                      </p:to>
                                    </p:set>
                                  </p:childTnLst>
                                </p:cTn>
                              </p:par>
                            </p:childTnLst>
                          </p:cTn>
                        </p:par>
                      </p:childTnLst>
                    </p:cTn>
                  </p:par>
                  <p:par>
                    <p:cTn id="547" fill="hold">
                      <p:stCondLst>
                        <p:cond delay="indefinite"/>
                      </p:stCondLst>
                      <p:childTnLst>
                        <p:par>
                          <p:cTn id="548" fill="hold">
                            <p:stCondLst>
                              <p:cond delay="0"/>
                            </p:stCondLst>
                            <p:childTnLst>
                              <p:par>
                                <p:cTn id="549" presetID="1" presetClass="entr" presetSubtype="0" fill="hold" nodeType="clickEffect">
                                  <p:stCondLst>
                                    <p:cond delay="0"/>
                                  </p:stCondLst>
                                  <p:childTnLst>
                                    <p:set>
                                      <p:cBhvr>
                                        <p:cTn id="550" dur="1" fill="hold">
                                          <p:stCondLst>
                                            <p:cond delay="0"/>
                                          </p:stCondLst>
                                        </p:cTn>
                                        <p:tgtEl>
                                          <p:spTgt spid="150">
                                            <p:txEl>
                                              <p:pRg st="1" end="1"/>
                                            </p:txEl>
                                          </p:spTgt>
                                        </p:tgtEl>
                                        <p:attrNameLst>
                                          <p:attrName>style.visibility</p:attrName>
                                        </p:attrNameLst>
                                      </p:cBhvr>
                                      <p:to>
                                        <p:strVal val="visible"/>
                                      </p:to>
                                    </p:set>
                                  </p:childTnLst>
                                </p:cTn>
                              </p:par>
                            </p:childTnLst>
                          </p:cTn>
                        </p:par>
                      </p:childTnLst>
                    </p:cTn>
                  </p:par>
                  <p:par>
                    <p:cTn id="551" fill="hold">
                      <p:stCondLst>
                        <p:cond delay="indefinite"/>
                      </p:stCondLst>
                      <p:childTnLst>
                        <p:par>
                          <p:cTn id="552" fill="hold">
                            <p:stCondLst>
                              <p:cond delay="0"/>
                            </p:stCondLst>
                            <p:childTnLst>
                              <p:par>
                                <p:cTn id="553" presetID="1" presetClass="entr" presetSubtype="0" fill="hold" nodeType="clickEffect">
                                  <p:stCondLst>
                                    <p:cond delay="0"/>
                                  </p:stCondLst>
                                  <p:childTnLst>
                                    <p:set>
                                      <p:cBhvr>
                                        <p:cTn id="554" dur="1" fill="hold">
                                          <p:stCondLst>
                                            <p:cond delay="0"/>
                                          </p:stCondLst>
                                        </p:cTn>
                                        <p:tgtEl>
                                          <p:spTgt spid="150">
                                            <p:txEl>
                                              <p:pRg st="2" end="2"/>
                                            </p:txEl>
                                          </p:spTgt>
                                        </p:tgtEl>
                                        <p:attrNameLst>
                                          <p:attrName>style.visibility</p:attrName>
                                        </p:attrNameLst>
                                      </p:cBhvr>
                                      <p:to>
                                        <p:strVal val="visible"/>
                                      </p:to>
                                    </p:set>
                                  </p:childTnLst>
                                </p:cTn>
                              </p:par>
                            </p:childTnLst>
                          </p:cTn>
                        </p:par>
                      </p:childTnLst>
                    </p:cTn>
                  </p:par>
                  <p:par>
                    <p:cTn id="555" fill="hold">
                      <p:stCondLst>
                        <p:cond delay="indefinite"/>
                      </p:stCondLst>
                      <p:childTnLst>
                        <p:par>
                          <p:cTn id="556" fill="hold">
                            <p:stCondLst>
                              <p:cond delay="0"/>
                            </p:stCondLst>
                            <p:childTnLst>
                              <p:par>
                                <p:cTn id="557" presetID="1" presetClass="entr" presetSubtype="0" fill="hold" nodeType="clickEffect">
                                  <p:stCondLst>
                                    <p:cond delay="0"/>
                                  </p:stCondLst>
                                  <p:childTnLst>
                                    <p:set>
                                      <p:cBhvr>
                                        <p:cTn id="558" dur="1" fill="hold">
                                          <p:stCondLst>
                                            <p:cond delay="0"/>
                                          </p:stCondLst>
                                        </p:cTn>
                                        <p:tgtEl>
                                          <p:spTgt spid="150">
                                            <p:txEl>
                                              <p:pRg st="3" end="3"/>
                                            </p:txEl>
                                          </p:spTgt>
                                        </p:tgtEl>
                                        <p:attrNameLst>
                                          <p:attrName>style.visibility</p:attrName>
                                        </p:attrNameLst>
                                      </p:cBhvr>
                                      <p:to>
                                        <p:strVal val="visible"/>
                                      </p:to>
                                    </p:set>
                                  </p:childTnLst>
                                </p:cTn>
                              </p:par>
                            </p:childTnLst>
                          </p:cTn>
                        </p:par>
                      </p:childTnLst>
                    </p:cTn>
                  </p:par>
                  <p:par>
                    <p:cTn id="559" fill="hold">
                      <p:stCondLst>
                        <p:cond delay="indefinite"/>
                      </p:stCondLst>
                      <p:childTnLst>
                        <p:par>
                          <p:cTn id="560" fill="hold">
                            <p:stCondLst>
                              <p:cond delay="0"/>
                            </p:stCondLst>
                            <p:childTnLst>
                              <p:par>
                                <p:cTn id="561" presetID="1" presetClass="entr" presetSubtype="0" fill="hold" nodeType="clickEffect">
                                  <p:stCondLst>
                                    <p:cond delay="0"/>
                                  </p:stCondLst>
                                  <p:childTnLst>
                                    <p:set>
                                      <p:cBhvr>
                                        <p:cTn id="562" dur="1" fill="hold">
                                          <p:stCondLst>
                                            <p:cond delay="0"/>
                                          </p:stCondLst>
                                        </p:cTn>
                                        <p:tgtEl>
                                          <p:spTgt spid="150">
                                            <p:txEl>
                                              <p:pRg st="4" end="4"/>
                                            </p:txEl>
                                          </p:spTgt>
                                        </p:tgtEl>
                                        <p:attrNameLst>
                                          <p:attrName>style.visibility</p:attrName>
                                        </p:attrNameLst>
                                      </p:cBhvr>
                                      <p:to>
                                        <p:strVal val="visible"/>
                                      </p:to>
                                    </p:set>
                                  </p:childTnLst>
                                </p:cTn>
                              </p:par>
                            </p:childTnLst>
                          </p:cTn>
                        </p:par>
                      </p:childTnLst>
                    </p:cTn>
                  </p:par>
                  <p:par>
                    <p:cTn id="563" fill="hold">
                      <p:stCondLst>
                        <p:cond delay="indefinite"/>
                      </p:stCondLst>
                      <p:childTnLst>
                        <p:par>
                          <p:cTn id="564" fill="hold">
                            <p:stCondLst>
                              <p:cond delay="0"/>
                            </p:stCondLst>
                            <p:childTnLst>
                              <p:par>
                                <p:cTn id="565" presetID="1" presetClass="entr" presetSubtype="0" fill="hold" nodeType="clickEffect">
                                  <p:stCondLst>
                                    <p:cond delay="0"/>
                                  </p:stCondLst>
                                  <p:childTnLst>
                                    <p:set>
                                      <p:cBhvr>
                                        <p:cTn id="566" dur="1" fill="hold">
                                          <p:stCondLst>
                                            <p:cond delay="0"/>
                                          </p:stCondLst>
                                        </p:cTn>
                                        <p:tgtEl>
                                          <p:spTgt spid="150">
                                            <p:txEl>
                                              <p:pRg st="5" end="5"/>
                                            </p:txEl>
                                          </p:spTgt>
                                        </p:tgtEl>
                                        <p:attrNameLst>
                                          <p:attrName>style.visibility</p:attrName>
                                        </p:attrNameLst>
                                      </p:cBhvr>
                                      <p:to>
                                        <p:strVal val="visible"/>
                                      </p:to>
                                    </p:set>
                                  </p:childTnLst>
                                </p:cTn>
                              </p:par>
                            </p:childTnLst>
                          </p:cTn>
                        </p:par>
                      </p:childTnLst>
                    </p:cTn>
                  </p:par>
                  <p:par>
                    <p:cTn id="567" fill="hold">
                      <p:stCondLst>
                        <p:cond delay="indefinite"/>
                      </p:stCondLst>
                      <p:childTnLst>
                        <p:par>
                          <p:cTn id="568" fill="hold">
                            <p:stCondLst>
                              <p:cond delay="0"/>
                            </p:stCondLst>
                            <p:childTnLst>
                              <p:par>
                                <p:cTn id="569" presetID="1" presetClass="entr" presetSubtype="0" fill="hold" nodeType="clickEffect">
                                  <p:stCondLst>
                                    <p:cond delay="0"/>
                                  </p:stCondLst>
                                  <p:childTnLst>
                                    <p:set>
                                      <p:cBhvr>
                                        <p:cTn id="570" dur="1" fill="hold">
                                          <p:stCondLst>
                                            <p:cond delay="0"/>
                                          </p:stCondLst>
                                        </p:cTn>
                                        <p:tgtEl>
                                          <p:spTgt spid="150">
                                            <p:txEl>
                                              <p:pRg st="6" end="6"/>
                                            </p:txEl>
                                          </p:spTgt>
                                        </p:tgtEl>
                                        <p:attrNameLst>
                                          <p:attrName>style.visibility</p:attrName>
                                        </p:attrNameLst>
                                      </p:cBhvr>
                                      <p:to>
                                        <p:strVal val="visible"/>
                                      </p:to>
                                    </p:set>
                                  </p:childTnLst>
                                </p:cTn>
                              </p:par>
                            </p:childTnLst>
                          </p:cTn>
                        </p:par>
                      </p:childTnLst>
                    </p:cTn>
                  </p:par>
                  <p:par>
                    <p:cTn id="571" fill="hold">
                      <p:stCondLst>
                        <p:cond delay="indefinite"/>
                      </p:stCondLst>
                      <p:childTnLst>
                        <p:par>
                          <p:cTn id="572" fill="hold">
                            <p:stCondLst>
                              <p:cond delay="0"/>
                            </p:stCondLst>
                            <p:childTnLst>
                              <p:par>
                                <p:cTn id="573" presetID="1" presetClass="entr" presetSubtype="0" fill="hold" nodeType="clickEffect">
                                  <p:stCondLst>
                                    <p:cond delay="0"/>
                                  </p:stCondLst>
                                  <p:childTnLst>
                                    <p:set>
                                      <p:cBhvr>
                                        <p:cTn id="574" dur="1" fill="hold">
                                          <p:stCondLst>
                                            <p:cond delay="0"/>
                                          </p:stCondLst>
                                        </p:cTn>
                                        <p:tgtEl>
                                          <p:spTgt spid="150">
                                            <p:txEl>
                                              <p:pRg st="7" end="7"/>
                                            </p:txEl>
                                          </p:spTgt>
                                        </p:tgtEl>
                                        <p:attrNameLst>
                                          <p:attrName>style.visibility</p:attrName>
                                        </p:attrNameLst>
                                      </p:cBhvr>
                                      <p:to>
                                        <p:strVal val="visible"/>
                                      </p:to>
                                    </p:set>
                                  </p:childTnLst>
                                </p:cTn>
                              </p:par>
                            </p:childTnLst>
                          </p:cTn>
                        </p:par>
                      </p:childTnLst>
                    </p:cTn>
                  </p:par>
                  <p:par>
                    <p:cTn id="575" fill="hold">
                      <p:stCondLst>
                        <p:cond delay="indefinite"/>
                      </p:stCondLst>
                      <p:childTnLst>
                        <p:par>
                          <p:cTn id="576" fill="hold">
                            <p:stCondLst>
                              <p:cond delay="0"/>
                            </p:stCondLst>
                            <p:childTnLst>
                              <p:par>
                                <p:cTn id="577" presetID="1" presetClass="entr" presetSubtype="0" fill="hold" nodeType="clickEffect">
                                  <p:stCondLst>
                                    <p:cond delay="0"/>
                                  </p:stCondLst>
                                  <p:childTnLst>
                                    <p:set>
                                      <p:cBhvr>
                                        <p:cTn id="578" dur="1" fill="hold">
                                          <p:stCondLst>
                                            <p:cond delay="0"/>
                                          </p:stCondLst>
                                        </p:cTn>
                                        <p:tgtEl>
                                          <p:spTgt spid="150">
                                            <p:txEl>
                                              <p:pRg st="8" end="8"/>
                                            </p:txEl>
                                          </p:spTgt>
                                        </p:tgtEl>
                                        <p:attrNameLst>
                                          <p:attrName>style.visibility</p:attrName>
                                        </p:attrNameLst>
                                      </p:cBhvr>
                                      <p:to>
                                        <p:strVal val="visible"/>
                                      </p:to>
                                    </p:set>
                                  </p:childTnLst>
                                </p:cTn>
                              </p:par>
                            </p:childTnLst>
                          </p:cTn>
                        </p:par>
                      </p:childTnLst>
                    </p:cTn>
                  </p:par>
                  <p:par>
                    <p:cTn id="579" fill="hold">
                      <p:stCondLst>
                        <p:cond delay="indefinite"/>
                      </p:stCondLst>
                      <p:childTnLst>
                        <p:par>
                          <p:cTn id="580" fill="hold">
                            <p:stCondLst>
                              <p:cond delay="0"/>
                            </p:stCondLst>
                            <p:childTnLst>
                              <p:par>
                                <p:cTn id="581" presetID="1" presetClass="entr" presetSubtype="0" fill="hold" nodeType="clickEffect">
                                  <p:stCondLst>
                                    <p:cond delay="0"/>
                                  </p:stCondLst>
                                  <p:childTnLst>
                                    <p:set>
                                      <p:cBhvr>
                                        <p:cTn id="582" dur="1" fill="hold">
                                          <p:stCondLst>
                                            <p:cond delay="0"/>
                                          </p:stCondLst>
                                        </p:cTn>
                                        <p:tgtEl>
                                          <p:spTgt spid="151">
                                            <p:txEl>
                                              <p:pRg st="0" end="0"/>
                                            </p:txEl>
                                          </p:spTgt>
                                        </p:tgtEl>
                                        <p:attrNameLst>
                                          <p:attrName>style.visibility</p:attrName>
                                        </p:attrNameLst>
                                      </p:cBhvr>
                                      <p:to>
                                        <p:strVal val="visible"/>
                                      </p:to>
                                    </p:set>
                                  </p:childTnLst>
                                </p:cTn>
                              </p:par>
                            </p:childTnLst>
                          </p:cTn>
                        </p:par>
                      </p:childTnLst>
                    </p:cTn>
                  </p:par>
                  <p:par>
                    <p:cTn id="583" fill="hold">
                      <p:stCondLst>
                        <p:cond delay="indefinite"/>
                      </p:stCondLst>
                      <p:childTnLst>
                        <p:par>
                          <p:cTn id="584" fill="hold">
                            <p:stCondLst>
                              <p:cond delay="0"/>
                            </p:stCondLst>
                            <p:childTnLst>
                              <p:par>
                                <p:cTn id="585" presetID="1" presetClass="entr" presetSubtype="0" fill="hold" nodeType="clickEffect">
                                  <p:stCondLst>
                                    <p:cond delay="0"/>
                                  </p:stCondLst>
                                  <p:childTnLst>
                                    <p:set>
                                      <p:cBhvr>
                                        <p:cTn id="586" dur="1" fill="hold">
                                          <p:stCondLst>
                                            <p:cond delay="0"/>
                                          </p:stCondLst>
                                        </p:cTn>
                                        <p:tgtEl>
                                          <p:spTgt spid="151">
                                            <p:txEl>
                                              <p:pRg st="1" end="1"/>
                                            </p:txEl>
                                          </p:spTgt>
                                        </p:tgtEl>
                                        <p:attrNameLst>
                                          <p:attrName>style.visibility</p:attrName>
                                        </p:attrNameLst>
                                      </p:cBhvr>
                                      <p:to>
                                        <p:strVal val="visible"/>
                                      </p:to>
                                    </p:set>
                                  </p:childTnLst>
                                </p:cTn>
                              </p:par>
                            </p:childTnLst>
                          </p:cTn>
                        </p:par>
                      </p:childTnLst>
                    </p:cTn>
                  </p:par>
                  <p:par>
                    <p:cTn id="587" fill="hold">
                      <p:stCondLst>
                        <p:cond delay="indefinite"/>
                      </p:stCondLst>
                      <p:childTnLst>
                        <p:par>
                          <p:cTn id="588" fill="hold">
                            <p:stCondLst>
                              <p:cond delay="0"/>
                            </p:stCondLst>
                            <p:childTnLst>
                              <p:par>
                                <p:cTn id="589" presetID="1" presetClass="entr" presetSubtype="0" fill="hold" nodeType="clickEffect">
                                  <p:stCondLst>
                                    <p:cond delay="0"/>
                                  </p:stCondLst>
                                  <p:childTnLst>
                                    <p:set>
                                      <p:cBhvr>
                                        <p:cTn id="590" dur="1" fill="hold">
                                          <p:stCondLst>
                                            <p:cond delay="0"/>
                                          </p:stCondLst>
                                        </p:cTn>
                                        <p:tgtEl>
                                          <p:spTgt spid="151">
                                            <p:txEl>
                                              <p:pRg st="2" end="2"/>
                                            </p:txEl>
                                          </p:spTgt>
                                        </p:tgtEl>
                                        <p:attrNameLst>
                                          <p:attrName>style.visibility</p:attrName>
                                        </p:attrNameLst>
                                      </p:cBhvr>
                                      <p:to>
                                        <p:strVal val="visible"/>
                                      </p:to>
                                    </p:set>
                                  </p:childTnLst>
                                </p:cTn>
                              </p:par>
                            </p:childTnLst>
                          </p:cTn>
                        </p:par>
                      </p:childTnLst>
                    </p:cTn>
                  </p:par>
                  <p:par>
                    <p:cTn id="591" fill="hold">
                      <p:stCondLst>
                        <p:cond delay="indefinite"/>
                      </p:stCondLst>
                      <p:childTnLst>
                        <p:par>
                          <p:cTn id="592" fill="hold">
                            <p:stCondLst>
                              <p:cond delay="0"/>
                            </p:stCondLst>
                            <p:childTnLst>
                              <p:par>
                                <p:cTn id="593" presetID="1" presetClass="entr" presetSubtype="0" fill="hold" nodeType="clickEffect">
                                  <p:stCondLst>
                                    <p:cond delay="0"/>
                                  </p:stCondLst>
                                  <p:childTnLst>
                                    <p:set>
                                      <p:cBhvr>
                                        <p:cTn id="594" dur="1" fill="hold">
                                          <p:stCondLst>
                                            <p:cond delay="0"/>
                                          </p:stCondLst>
                                        </p:cTn>
                                        <p:tgtEl>
                                          <p:spTgt spid="151">
                                            <p:txEl>
                                              <p:pRg st="3" end="3"/>
                                            </p:txEl>
                                          </p:spTgt>
                                        </p:tgtEl>
                                        <p:attrNameLst>
                                          <p:attrName>style.visibility</p:attrName>
                                        </p:attrNameLst>
                                      </p:cBhvr>
                                      <p:to>
                                        <p:strVal val="visible"/>
                                      </p:to>
                                    </p:set>
                                  </p:childTnLst>
                                </p:cTn>
                              </p:par>
                            </p:childTnLst>
                          </p:cTn>
                        </p:par>
                      </p:childTnLst>
                    </p:cTn>
                  </p:par>
                  <p:par>
                    <p:cTn id="595" fill="hold">
                      <p:stCondLst>
                        <p:cond delay="indefinite"/>
                      </p:stCondLst>
                      <p:childTnLst>
                        <p:par>
                          <p:cTn id="596" fill="hold">
                            <p:stCondLst>
                              <p:cond delay="0"/>
                            </p:stCondLst>
                            <p:childTnLst>
                              <p:par>
                                <p:cTn id="597" presetID="1" presetClass="entr" presetSubtype="0" fill="hold" nodeType="clickEffect">
                                  <p:stCondLst>
                                    <p:cond delay="0"/>
                                  </p:stCondLst>
                                  <p:childTnLst>
                                    <p:set>
                                      <p:cBhvr>
                                        <p:cTn id="598" dur="1" fill="hold">
                                          <p:stCondLst>
                                            <p:cond delay="0"/>
                                          </p:stCondLst>
                                        </p:cTn>
                                        <p:tgtEl>
                                          <p:spTgt spid="151">
                                            <p:txEl>
                                              <p:pRg st="4" end="4"/>
                                            </p:txEl>
                                          </p:spTgt>
                                        </p:tgtEl>
                                        <p:attrNameLst>
                                          <p:attrName>style.visibility</p:attrName>
                                        </p:attrNameLst>
                                      </p:cBhvr>
                                      <p:to>
                                        <p:strVal val="visible"/>
                                      </p:to>
                                    </p:set>
                                  </p:childTnLst>
                                </p:cTn>
                              </p:par>
                            </p:childTnLst>
                          </p:cTn>
                        </p:par>
                      </p:childTnLst>
                    </p:cTn>
                  </p:par>
                  <p:par>
                    <p:cTn id="599" fill="hold">
                      <p:stCondLst>
                        <p:cond delay="indefinite"/>
                      </p:stCondLst>
                      <p:childTnLst>
                        <p:par>
                          <p:cTn id="600" fill="hold">
                            <p:stCondLst>
                              <p:cond delay="0"/>
                            </p:stCondLst>
                            <p:childTnLst>
                              <p:par>
                                <p:cTn id="601" presetID="1" presetClass="entr" presetSubtype="0" fill="hold" nodeType="clickEffect">
                                  <p:stCondLst>
                                    <p:cond delay="0"/>
                                  </p:stCondLst>
                                  <p:childTnLst>
                                    <p:set>
                                      <p:cBhvr>
                                        <p:cTn id="602" dur="1" fill="hold">
                                          <p:stCondLst>
                                            <p:cond delay="0"/>
                                          </p:stCondLst>
                                        </p:cTn>
                                        <p:tgtEl>
                                          <p:spTgt spid="151">
                                            <p:txEl>
                                              <p:pRg st="5" end="5"/>
                                            </p:txEl>
                                          </p:spTgt>
                                        </p:tgtEl>
                                        <p:attrNameLst>
                                          <p:attrName>style.visibility</p:attrName>
                                        </p:attrNameLst>
                                      </p:cBhvr>
                                      <p:to>
                                        <p:strVal val="visible"/>
                                      </p:to>
                                    </p:set>
                                  </p:childTnLst>
                                </p:cTn>
                              </p:par>
                            </p:childTnLst>
                          </p:cTn>
                        </p:par>
                      </p:childTnLst>
                    </p:cTn>
                  </p:par>
                  <p:par>
                    <p:cTn id="603" fill="hold">
                      <p:stCondLst>
                        <p:cond delay="indefinite"/>
                      </p:stCondLst>
                      <p:childTnLst>
                        <p:par>
                          <p:cTn id="604" fill="hold">
                            <p:stCondLst>
                              <p:cond delay="0"/>
                            </p:stCondLst>
                            <p:childTnLst>
                              <p:par>
                                <p:cTn id="605" presetID="1" presetClass="entr" presetSubtype="0" fill="hold" nodeType="clickEffect">
                                  <p:stCondLst>
                                    <p:cond delay="0"/>
                                  </p:stCondLst>
                                  <p:childTnLst>
                                    <p:set>
                                      <p:cBhvr>
                                        <p:cTn id="606" dur="1" fill="hold">
                                          <p:stCondLst>
                                            <p:cond delay="0"/>
                                          </p:stCondLst>
                                        </p:cTn>
                                        <p:tgtEl>
                                          <p:spTgt spid="151">
                                            <p:txEl>
                                              <p:pRg st="6" end="6"/>
                                            </p:txEl>
                                          </p:spTgt>
                                        </p:tgtEl>
                                        <p:attrNameLst>
                                          <p:attrName>style.visibility</p:attrName>
                                        </p:attrNameLst>
                                      </p:cBhvr>
                                      <p:to>
                                        <p:strVal val="visible"/>
                                      </p:to>
                                    </p:set>
                                  </p:childTnLst>
                                </p:cTn>
                              </p:par>
                            </p:childTnLst>
                          </p:cTn>
                        </p:par>
                      </p:childTnLst>
                    </p:cTn>
                  </p:par>
                  <p:par>
                    <p:cTn id="607" fill="hold">
                      <p:stCondLst>
                        <p:cond delay="indefinite"/>
                      </p:stCondLst>
                      <p:childTnLst>
                        <p:par>
                          <p:cTn id="608" fill="hold">
                            <p:stCondLst>
                              <p:cond delay="0"/>
                            </p:stCondLst>
                            <p:childTnLst>
                              <p:par>
                                <p:cTn id="609" presetID="1" presetClass="entr" presetSubtype="0" fill="hold" nodeType="clickEffect">
                                  <p:stCondLst>
                                    <p:cond delay="0"/>
                                  </p:stCondLst>
                                  <p:childTnLst>
                                    <p:set>
                                      <p:cBhvr>
                                        <p:cTn id="610" dur="1" fill="hold">
                                          <p:stCondLst>
                                            <p:cond delay="0"/>
                                          </p:stCondLst>
                                        </p:cTn>
                                        <p:tgtEl>
                                          <p:spTgt spid="151">
                                            <p:txEl>
                                              <p:pRg st="7" end="7"/>
                                            </p:txEl>
                                          </p:spTgt>
                                        </p:tgtEl>
                                        <p:attrNameLst>
                                          <p:attrName>style.visibility</p:attrName>
                                        </p:attrNameLst>
                                      </p:cBhvr>
                                      <p:to>
                                        <p:strVal val="visible"/>
                                      </p:to>
                                    </p:set>
                                  </p:childTnLst>
                                </p:cTn>
                              </p:par>
                            </p:childTnLst>
                          </p:cTn>
                        </p:par>
                      </p:childTnLst>
                    </p:cTn>
                  </p:par>
                  <p:par>
                    <p:cTn id="611" fill="hold">
                      <p:stCondLst>
                        <p:cond delay="indefinite"/>
                      </p:stCondLst>
                      <p:childTnLst>
                        <p:par>
                          <p:cTn id="612" fill="hold">
                            <p:stCondLst>
                              <p:cond delay="0"/>
                            </p:stCondLst>
                            <p:childTnLst>
                              <p:par>
                                <p:cTn id="613" presetID="1" presetClass="entr" presetSubtype="0" fill="hold" nodeType="clickEffect">
                                  <p:stCondLst>
                                    <p:cond delay="0"/>
                                  </p:stCondLst>
                                  <p:childTnLst>
                                    <p:set>
                                      <p:cBhvr>
                                        <p:cTn id="614" dur="1" fill="hold">
                                          <p:stCondLst>
                                            <p:cond delay="0"/>
                                          </p:stCondLst>
                                        </p:cTn>
                                        <p:tgtEl>
                                          <p:spTgt spid="151">
                                            <p:txEl>
                                              <p:pRg st="8" end="8"/>
                                            </p:txEl>
                                          </p:spTgt>
                                        </p:tgtEl>
                                        <p:attrNameLst>
                                          <p:attrName>style.visibility</p:attrName>
                                        </p:attrNameLst>
                                      </p:cBhvr>
                                      <p:to>
                                        <p:strVal val="visible"/>
                                      </p:to>
                                    </p:set>
                                  </p:childTnLst>
                                </p:cTn>
                              </p:par>
                            </p:childTnLst>
                          </p:cTn>
                        </p:par>
                      </p:childTnLst>
                    </p:cTn>
                  </p:par>
                  <p:par>
                    <p:cTn id="615" fill="hold">
                      <p:stCondLst>
                        <p:cond delay="indefinite"/>
                      </p:stCondLst>
                      <p:childTnLst>
                        <p:par>
                          <p:cTn id="616" fill="hold">
                            <p:stCondLst>
                              <p:cond delay="0"/>
                            </p:stCondLst>
                            <p:childTnLst>
                              <p:par>
                                <p:cTn id="617" presetID="1" presetClass="entr" presetSubtype="0" fill="hold" nodeType="clickEffect">
                                  <p:stCondLst>
                                    <p:cond delay="0"/>
                                  </p:stCondLst>
                                  <p:childTnLst>
                                    <p:set>
                                      <p:cBhvr>
                                        <p:cTn id="618" dur="1" fill="hold">
                                          <p:stCondLst>
                                            <p:cond delay="0"/>
                                          </p:stCondLst>
                                        </p:cTn>
                                        <p:tgtEl>
                                          <p:spTgt spid="152">
                                            <p:txEl>
                                              <p:pRg st="0" end="0"/>
                                            </p:txEl>
                                          </p:spTgt>
                                        </p:tgtEl>
                                        <p:attrNameLst>
                                          <p:attrName>style.visibility</p:attrName>
                                        </p:attrNameLst>
                                      </p:cBhvr>
                                      <p:to>
                                        <p:strVal val="visible"/>
                                      </p:to>
                                    </p:set>
                                  </p:childTnLst>
                                </p:cTn>
                              </p:par>
                            </p:childTnLst>
                          </p:cTn>
                        </p:par>
                      </p:childTnLst>
                    </p:cTn>
                  </p:par>
                  <p:par>
                    <p:cTn id="619" fill="hold">
                      <p:stCondLst>
                        <p:cond delay="indefinite"/>
                      </p:stCondLst>
                      <p:childTnLst>
                        <p:par>
                          <p:cTn id="620" fill="hold">
                            <p:stCondLst>
                              <p:cond delay="0"/>
                            </p:stCondLst>
                            <p:childTnLst>
                              <p:par>
                                <p:cTn id="621" presetID="1" presetClass="entr" presetSubtype="0" fill="hold" nodeType="clickEffect">
                                  <p:stCondLst>
                                    <p:cond delay="0"/>
                                  </p:stCondLst>
                                  <p:childTnLst>
                                    <p:set>
                                      <p:cBhvr>
                                        <p:cTn id="622" dur="1" fill="hold">
                                          <p:stCondLst>
                                            <p:cond delay="0"/>
                                          </p:stCondLst>
                                        </p:cTn>
                                        <p:tgtEl>
                                          <p:spTgt spid="152">
                                            <p:txEl>
                                              <p:pRg st="1" end="1"/>
                                            </p:txEl>
                                          </p:spTgt>
                                        </p:tgtEl>
                                        <p:attrNameLst>
                                          <p:attrName>style.visibility</p:attrName>
                                        </p:attrNameLst>
                                      </p:cBhvr>
                                      <p:to>
                                        <p:strVal val="visible"/>
                                      </p:to>
                                    </p:set>
                                  </p:childTnLst>
                                </p:cTn>
                              </p:par>
                            </p:childTnLst>
                          </p:cTn>
                        </p:par>
                      </p:childTnLst>
                    </p:cTn>
                  </p:par>
                  <p:par>
                    <p:cTn id="623" fill="hold">
                      <p:stCondLst>
                        <p:cond delay="indefinite"/>
                      </p:stCondLst>
                      <p:childTnLst>
                        <p:par>
                          <p:cTn id="624" fill="hold">
                            <p:stCondLst>
                              <p:cond delay="0"/>
                            </p:stCondLst>
                            <p:childTnLst>
                              <p:par>
                                <p:cTn id="625" presetID="1" presetClass="entr" presetSubtype="0" fill="hold" nodeType="clickEffect">
                                  <p:stCondLst>
                                    <p:cond delay="0"/>
                                  </p:stCondLst>
                                  <p:childTnLst>
                                    <p:set>
                                      <p:cBhvr>
                                        <p:cTn id="626" dur="1" fill="hold">
                                          <p:stCondLst>
                                            <p:cond delay="0"/>
                                          </p:stCondLst>
                                        </p:cTn>
                                        <p:tgtEl>
                                          <p:spTgt spid="152">
                                            <p:txEl>
                                              <p:pRg st="2" end="2"/>
                                            </p:txEl>
                                          </p:spTgt>
                                        </p:tgtEl>
                                        <p:attrNameLst>
                                          <p:attrName>style.visibility</p:attrName>
                                        </p:attrNameLst>
                                      </p:cBhvr>
                                      <p:to>
                                        <p:strVal val="visible"/>
                                      </p:to>
                                    </p:set>
                                  </p:childTnLst>
                                </p:cTn>
                              </p:par>
                            </p:childTnLst>
                          </p:cTn>
                        </p:par>
                      </p:childTnLst>
                    </p:cTn>
                  </p:par>
                  <p:par>
                    <p:cTn id="627" fill="hold">
                      <p:stCondLst>
                        <p:cond delay="indefinite"/>
                      </p:stCondLst>
                      <p:childTnLst>
                        <p:par>
                          <p:cTn id="628" fill="hold">
                            <p:stCondLst>
                              <p:cond delay="0"/>
                            </p:stCondLst>
                            <p:childTnLst>
                              <p:par>
                                <p:cTn id="629" presetID="1" presetClass="entr" presetSubtype="0" fill="hold" nodeType="clickEffect">
                                  <p:stCondLst>
                                    <p:cond delay="0"/>
                                  </p:stCondLst>
                                  <p:childTnLst>
                                    <p:set>
                                      <p:cBhvr>
                                        <p:cTn id="630" dur="1" fill="hold">
                                          <p:stCondLst>
                                            <p:cond delay="0"/>
                                          </p:stCondLst>
                                        </p:cTn>
                                        <p:tgtEl>
                                          <p:spTgt spid="152">
                                            <p:txEl>
                                              <p:pRg st="3" end="3"/>
                                            </p:txEl>
                                          </p:spTgt>
                                        </p:tgtEl>
                                        <p:attrNameLst>
                                          <p:attrName>style.visibility</p:attrName>
                                        </p:attrNameLst>
                                      </p:cBhvr>
                                      <p:to>
                                        <p:strVal val="visible"/>
                                      </p:to>
                                    </p:set>
                                  </p:childTnLst>
                                </p:cTn>
                              </p:par>
                            </p:childTnLst>
                          </p:cTn>
                        </p:par>
                      </p:childTnLst>
                    </p:cTn>
                  </p:par>
                  <p:par>
                    <p:cTn id="631" fill="hold">
                      <p:stCondLst>
                        <p:cond delay="indefinite"/>
                      </p:stCondLst>
                      <p:childTnLst>
                        <p:par>
                          <p:cTn id="632" fill="hold">
                            <p:stCondLst>
                              <p:cond delay="0"/>
                            </p:stCondLst>
                            <p:childTnLst>
                              <p:par>
                                <p:cTn id="633" presetID="1" presetClass="entr" presetSubtype="0" fill="hold" nodeType="clickEffect">
                                  <p:stCondLst>
                                    <p:cond delay="0"/>
                                  </p:stCondLst>
                                  <p:childTnLst>
                                    <p:set>
                                      <p:cBhvr>
                                        <p:cTn id="634" dur="1" fill="hold">
                                          <p:stCondLst>
                                            <p:cond delay="0"/>
                                          </p:stCondLst>
                                        </p:cTn>
                                        <p:tgtEl>
                                          <p:spTgt spid="152">
                                            <p:txEl>
                                              <p:pRg st="4" end="4"/>
                                            </p:txEl>
                                          </p:spTgt>
                                        </p:tgtEl>
                                        <p:attrNameLst>
                                          <p:attrName>style.visibility</p:attrName>
                                        </p:attrNameLst>
                                      </p:cBhvr>
                                      <p:to>
                                        <p:strVal val="visible"/>
                                      </p:to>
                                    </p:set>
                                  </p:childTnLst>
                                </p:cTn>
                              </p:par>
                            </p:childTnLst>
                          </p:cTn>
                        </p:par>
                      </p:childTnLst>
                    </p:cTn>
                  </p:par>
                  <p:par>
                    <p:cTn id="635" fill="hold">
                      <p:stCondLst>
                        <p:cond delay="indefinite"/>
                      </p:stCondLst>
                      <p:childTnLst>
                        <p:par>
                          <p:cTn id="636" fill="hold">
                            <p:stCondLst>
                              <p:cond delay="0"/>
                            </p:stCondLst>
                            <p:childTnLst>
                              <p:par>
                                <p:cTn id="637" presetID="1" presetClass="entr" presetSubtype="0" fill="hold" nodeType="clickEffect">
                                  <p:stCondLst>
                                    <p:cond delay="0"/>
                                  </p:stCondLst>
                                  <p:childTnLst>
                                    <p:set>
                                      <p:cBhvr>
                                        <p:cTn id="638" dur="1" fill="hold">
                                          <p:stCondLst>
                                            <p:cond delay="0"/>
                                          </p:stCondLst>
                                        </p:cTn>
                                        <p:tgtEl>
                                          <p:spTgt spid="152">
                                            <p:txEl>
                                              <p:pRg st="5" end="5"/>
                                            </p:txEl>
                                          </p:spTgt>
                                        </p:tgtEl>
                                        <p:attrNameLst>
                                          <p:attrName>style.visibility</p:attrName>
                                        </p:attrNameLst>
                                      </p:cBhvr>
                                      <p:to>
                                        <p:strVal val="visible"/>
                                      </p:to>
                                    </p:set>
                                  </p:childTnLst>
                                </p:cTn>
                              </p:par>
                            </p:childTnLst>
                          </p:cTn>
                        </p:par>
                      </p:childTnLst>
                    </p:cTn>
                  </p:par>
                  <p:par>
                    <p:cTn id="639" fill="hold">
                      <p:stCondLst>
                        <p:cond delay="indefinite"/>
                      </p:stCondLst>
                      <p:childTnLst>
                        <p:par>
                          <p:cTn id="640" fill="hold">
                            <p:stCondLst>
                              <p:cond delay="0"/>
                            </p:stCondLst>
                            <p:childTnLst>
                              <p:par>
                                <p:cTn id="641" presetID="1" presetClass="entr" presetSubtype="0" fill="hold" nodeType="clickEffect">
                                  <p:stCondLst>
                                    <p:cond delay="0"/>
                                  </p:stCondLst>
                                  <p:childTnLst>
                                    <p:set>
                                      <p:cBhvr>
                                        <p:cTn id="642" dur="1" fill="hold">
                                          <p:stCondLst>
                                            <p:cond delay="0"/>
                                          </p:stCondLst>
                                        </p:cTn>
                                        <p:tgtEl>
                                          <p:spTgt spid="152">
                                            <p:txEl>
                                              <p:pRg st="6" end="6"/>
                                            </p:txEl>
                                          </p:spTgt>
                                        </p:tgtEl>
                                        <p:attrNameLst>
                                          <p:attrName>style.visibility</p:attrName>
                                        </p:attrNameLst>
                                      </p:cBhvr>
                                      <p:to>
                                        <p:strVal val="visible"/>
                                      </p:to>
                                    </p:set>
                                  </p:childTnLst>
                                </p:cTn>
                              </p:par>
                            </p:childTnLst>
                          </p:cTn>
                        </p:par>
                      </p:childTnLst>
                    </p:cTn>
                  </p:par>
                  <p:par>
                    <p:cTn id="643" fill="hold">
                      <p:stCondLst>
                        <p:cond delay="indefinite"/>
                      </p:stCondLst>
                      <p:childTnLst>
                        <p:par>
                          <p:cTn id="644" fill="hold">
                            <p:stCondLst>
                              <p:cond delay="0"/>
                            </p:stCondLst>
                            <p:childTnLst>
                              <p:par>
                                <p:cTn id="645" presetID="1" presetClass="entr" presetSubtype="0" fill="hold" nodeType="clickEffect">
                                  <p:stCondLst>
                                    <p:cond delay="0"/>
                                  </p:stCondLst>
                                  <p:childTnLst>
                                    <p:set>
                                      <p:cBhvr>
                                        <p:cTn id="646" dur="1" fill="hold">
                                          <p:stCondLst>
                                            <p:cond delay="0"/>
                                          </p:stCondLst>
                                        </p:cTn>
                                        <p:tgtEl>
                                          <p:spTgt spid="152">
                                            <p:txEl>
                                              <p:pRg st="7" end="7"/>
                                            </p:txEl>
                                          </p:spTgt>
                                        </p:tgtEl>
                                        <p:attrNameLst>
                                          <p:attrName>style.visibility</p:attrName>
                                        </p:attrNameLst>
                                      </p:cBhvr>
                                      <p:to>
                                        <p:strVal val="visible"/>
                                      </p:to>
                                    </p:set>
                                  </p:childTnLst>
                                </p:cTn>
                              </p:par>
                            </p:childTnLst>
                          </p:cTn>
                        </p:par>
                      </p:childTnLst>
                    </p:cTn>
                  </p:par>
                  <p:par>
                    <p:cTn id="647" fill="hold">
                      <p:stCondLst>
                        <p:cond delay="indefinite"/>
                      </p:stCondLst>
                      <p:childTnLst>
                        <p:par>
                          <p:cTn id="648" fill="hold">
                            <p:stCondLst>
                              <p:cond delay="0"/>
                            </p:stCondLst>
                            <p:childTnLst>
                              <p:par>
                                <p:cTn id="649" presetID="1" presetClass="entr" presetSubtype="0" fill="hold" nodeType="clickEffect">
                                  <p:stCondLst>
                                    <p:cond delay="0"/>
                                  </p:stCondLst>
                                  <p:childTnLst>
                                    <p:set>
                                      <p:cBhvr>
                                        <p:cTn id="650" dur="1" fill="hold">
                                          <p:stCondLst>
                                            <p:cond delay="0"/>
                                          </p:stCondLst>
                                        </p:cTn>
                                        <p:tgtEl>
                                          <p:spTgt spid="152">
                                            <p:txEl>
                                              <p:pRg st="8" end="8"/>
                                            </p:txEl>
                                          </p:spTgt>
                                        </p:tgtEl>
                                        <p:attrNameLst>
                                          <p:attrName>style.visibility</p:attrName>
                                        </p:attrNameLst>
                                      </p:cBhvr>
                                      <p:to>
                                        <p:strVal val="visible"/>
                                      </p:to>
                                    </p:set>
                                  </p:childTnLst>
                                </p:cTn>
                              </p:par>
                            </p:childTnLst>
                          </p:cTn>
                        </p:par>
                      </p:childTnLst>
                    </p:cTn>
                  </p:par>
                  <p:par>
                    <p:cTn id="651" fill="hold">
                      <p:stCondLst>
                        <p:cond delay="indefinite"/>
                      </p:stCondLst>
                      <p:childTnLst>
                        <p:par>
                          <p:cTn id="652" fill="hold">
                            <p:stCondLst>
                              <p:cond delay="0"/>
                            </p:stCondLst>
                            <p:childTnLst>
                              <p:par>
                                <p:cTn id="653" presetID="1" presetClass="entr" presetSubtype="0" fill="hold" nodeType="clickEffect">
                                  <p:stCondLst>
                                    <p:cond delay="0"/>
                                  </p:stCondLst>
                                  <p:childTnLst>
                                    <p:set>
                                      <p:cBhvr>
                                        <p:cTn id="654" dur="1" fill="hold">
                                          <p:stCondLst>
                                            <p:cond delay="0"/>
                                          </p:stCondLst>
                                        </p:cTn>
                                        <p:tgtEl>
                                          <p:spTgt spid="153">
                                            <p:txEl>
                                              <p:pRg st="0" end="0"/>
                                            </p:txEl>
                                          </p:spTgt>
                                        </p:tgtEl>
                                        <p:attrNameLst>
                                          <p:attrName>style.visibility</p:attrName>
                                        </p:attrNameLst>
                                      </p:cBhvr>
                                      <p:to>
                                        <p:strVal val="visible"/>
                                      </p:to>
                                    </p:set>
                                  </p:childTnLst>
                                </p:cTn>
                              </p:par>
                            </p:childTnLst>
                          </p:cTn>
                        </p:par>
                      </p:childTnLst>
                    </p:cTn>
                  </p:par>
                  <p:par>
                    <p:cTn id="655" fill="hold">
                      <p:stCondLst>
                        <p:cond delay="indefinite"/>
                      </p:stCondLst>
                      <p:childTnLst>
                        <p:par>
                          <p:cTn id="656" fill="hold">
                            <p:stCondLst>
                              <p:cond delay="0"/>
                            </p:stCondLst>
                            <p:childTnLst>
                              <p:par>
                                <p:cTn id="657" presetID="1" presetClass="entr" presetSubtype="0" fill="hold" nodeType="clickEffect">
                                  <p:stCondLst>
                                    <p:cond delay="0"/>
                                  </p:stCondLst>
                                  <p:childTnLst>
                                    <p:set>
                                      <p:cBhvr>
                                        <p:cTn id="658" dur="1" fill="hold">
                                          <p:stCondLst>
                                            <p:cond delay="0"/>
                                          </p:stCondLst>
                                        </p:cTn>
                                        <p:tgtEl>
                                          <p:spTgt spid="153">
                                            <p:txEl>
                                              <p:pRg st="1" end="1"/>
                                            </p:txEl>
                                          </p:spTgt>
                                        </p:tgtEl>
                                        <p:attrNameLst>
                                          <p:attrName>style.visibility</p:attrName>
                                        </p:attrNameLst>
                                      </p:cBhvr>
                                      <p:to>
                                        <p:strVal val="visible"/>
                                      </p:to>
                                    </p:set>
                                  </p:childTnLst>
                                </p:cTn>
                              </p:par>
                            </p:childTnLst>
                          </p:cTn>
                        </p:par>
                      </p:childTnLst>
                    </p:cTn>
                  </p:par>
                  <p:par>
                    <p:cTn id="659" fill="hold">
                      <p:stCondLst>
                        <p:cond delay="indefinite"/>
                      </p:stCondLst>
                      <p:childTnLst>
                        <p:par>
                          <p:cTn id="660" fill="hold">
                            <p:stCondLst>
                              <p:cond delay="0"/>
                            </p:stCondLst>
                            <p:childTnLst>
                              <p:par>
                                <p:cTn id="661" presetID="1" presetClass="entr" presetSubtype="0" fill="hold" nodeType="clickEffect">
                                  <p:stCondLst>
                                    <p:cond delay="0"/>
                                  </p:stCondLst>
                                  <p:childTnLst>
                                    <p:set>
                                      <p:cBhvr>
                                        <p:cTn id="662" dur="1" fill="hold">
                                          <p:stCondLst>
                                            <p:cond delay="0"/>
                                          </p:stCondLst>
                                        </p:cTn>
                                        <p:tgtEl>
                                          <p:spTgt spid="153">
                                            <p:txEl>
                                              <p:pRg st="2" end="2"/>
                                            </p:txEl>
                                          </p:spTgt>
                                        </p:tgtEl>
                                        <p:attrNameLst>
                                          <p:attrName>style.visibility</p:attrName>
                                        </p:attrNameLst>
                                      </p:cBhvr>
                                      <p:to>
                                        <p:strVal val="visible"/>
                                      </p:to>
                                    </p:set>
                                  </p:childTnLst>
                                </p:cTn>
                              </p:par>
                            </p:childTnLst>
                          </p:cTn>
                        </p:par>
                      </p:childTnLst>
                    </p:cTn>
                  </p:par>
                  <p:par>
                    <p:cTn id="663" fill="hold">
                      <p:stCondLst>
                        <p:cond delay="indefinite"/>
                      </p:stCondLst>
                      <p:childTnLst>
                        <p:par>
                          <p:cTn id="664" fill="hold">
                            <p:stCondLst>
                              <p:cond delay="0"/>
                            </p:stCondLst>
                            <p:childTnLst>
                              <p:par>
                                <p:cTn id="665" presetID="1" presetClass="entr" presetSubtype="0" fill="hold" nodeType="clickEffect">
                                  <p:stCondLst>
                                    <p:cond delay="0"/>
                                  </p:stCondLst>
                                  <p:childTnLst>
                                    <p:set>
                                      <p:cBhvr>
                                        <p:cTn id="666" dur="1" fill="hold">
                                          <p:stCondLst>
                                            <p:cond delay="0"/>
                                          </p:stCondLst>
                                        </p:cTn>
                                        <p:tgtEl>
                                          <p:spTgt spid="153">
                                            <p:txEl>
                                              <p:pRg st="3" end="3"/>
                                            </p:txEl>
                                          </p:spTgt>
                                        </p:tgtEl>
                                        <p:attrNameLst>
                                          <p:attrName>style.visibility</p:attrName>
                                        </p:attrNameLst>
                                      </p:cBhvr>
                                      <p:to>
                                        <p:strVal val="visible"/>
                                      </p:to>
                                    </p:set>
                                  </p:childTnLst>
                                </p:cTn>
                              </p:par>
                            </p:childTnLst>
                          </p:cTn>
                        </p:par>
                      </p:childTnLst>
                    </p:cTn>
                  </p:par>
                  <p:par>
                    <p:cTn id="667" fill="hold">
                      <p:stCondLst>
                        <p:cond delay="indefinite"/>
                      </p:stCondLst>
                      <p:childTnLst>
                        <p:par>
                          <p:cTn id="668" fill="hold">
                            <p:stCondLst>
                              <p:cond delay="0"/>
                            </p:stCondLst>
                            <p:childTnLst>
                              <p:par>
                                <p:cTn id="669" presetID="1" presetClass="entr" presetSubtype="0" fill="hold" nodeType="clickEffect">
                                  <p:stCondLst>
                                    <p:cond delay="0"/>
                                  </p:stCondLst>
                                  <p:childTnLst>
                                    <p:set>
                                      <p:cBhvr>
                                        <p:cTn id="670" dur="1" fill="hold">
                                          <p:stCondLst>
                                            <p:cond delay="0"/>
                                          </p:stCondLst>
                                        </p:cTn>
                                        <p:tgtEl>
                                          <p:spTgt spid="153">
                                            <p:txEl>
                                              <p:pRg st="4" end="4"/>
                                            </p:txEl>
                                          </p:spTgt>
                                        </p:tgtEl>
                                        <p:attrNameLst>
                                          <p:attrName>style.visibility</p:attrName>
                                        </p:attrNameLst>
                                      </p:cBhvr>
                                      <p:to>
                                        <p:strVal val="visible"/>
                                      </p:to>
                                    </p:set>
                                  </p:childTnLst>
                                </p:cTn>
                              </p:par>
                            </p:childTnLst>
                          </p:cTn>
                        </p:par>
                      </p:childTnLst>
                    </p:cTn>
                  </p:par>
                  <p:par>
                    <p:cTn id="671" fill="hold">
                      <p:stCondLst>
                        <p:cond delay="indefinite"/>
                      </p:stCondLst>
                      <p:childTnLst>
                        <p:par>
                          <p:cTn id="672" fill="hold">
                            <p:stCondLst>
                              <p:cond delay="0"/>
                            </p:stCondLst>
                            <p:childTnLst>
                              <p:par>
                                <p:cTn id="673" presetID="1" presetClass="entr" presetSubtype="0" fill="hold" nodeType="clickEffect">
                                  <p:stCondLst>
                                    <p:cond delay="0"/>
                                  </p:stCondLst>
                                  <p:childTnLst>
                                    <p:set>
                                      <p:cBhvr>
                                        <p:cTn id="674" dur="1" fill="hold">
                                          <p:stCondLst>
                                            <p:cond delay="0"/>
                                          </p:stCondLst>
                                        </p:cTn>
                                        <p:tgtEl>
                                          <p:spTgt spid="153">
                                            <p:txEl>
                                              <p:pRg st="5" end="5"/>
                                            </p:txEl>
                                          </p:spTgt>
                                        </p:tgtEl>
                                        <p:attrNameLst>
                                          <p:attrName>style.visibility</p:attrName>
                                        </p:attrNameLst>
                                      </p:cBhvr>
                                      <p:to>
                                        <p:strVal val="visible"/>
                                      </p:to>
                                    </p:set>
                                  </p:childTnLst>
                                </p:cTn>
                              </p:par>
                            </p:childTnLst>
                          </p:cTn>
                        </p:par>
                      </p:childTnLst>
                    </p:cTn>
                  </p:par>
                  <p:par>
                    <p:cTn id="675" fill="hold">
                      <p:stCondLst>
                        <p:cond delay="indefinite"/>
                      </p:stCondLst>
                      <p:childTnLst>
                        <p:par>
                          <p:cTn id="676" fill="hold">
                            <p:stCondLst>
                              <p:cond delay="0"/>
                            </p:stCondLst>
                            <p:childTnLst>
                              <p:par>
                                <p:cTn id="677" presetID="1" presetClass="entr" presetSubtype="0" fill="hold" nodeType="clickEffect">
                                  <p:stCondLst>
                                    <p:cond delay="0"/>
                                  </p:stCondLst>
                                  <p:childTnLst>
                                    <p:set>
                                      <p:cBhvr>
                                        <p:cTn id="678" dur="1" fill="hold">
                                          <p:stCondLst>
                                            <p:cond delay="0"/>
                                          </p:stCondLst>
                                        </p:cTn>
                                        <p:tgtEl>
                                          <p:spTgt spid="153">
                                            <p:txEl>
                                              <p:pRg st="6" end="6"/>
                                            </p:txEl>
                                          </p:spTgt>
                                        </p:tgtEl>
                                        <p:attrNameLst>
                                          <p:attrName>style.visibility</p:attrName>
                                        </p:attrNameLst>
                                      </p:cBhvr>
                                      <p:to>
                                        <p:strVal val="visible"/>
                                      </p:to>
                                    </p:set>
                                  </p:childTnLst>
                                </p:cTn>
                              </p:par>
                            </p:childTnLst>
                          </p:cTn>
                        </p:par>
                      </p:childTnLst>
                    </p:cTn>
                  </p:par>
                  <p:par>
                    <p:cTn id="679" fill="hold">
                      <p:stCondLst>
                        <p:cond delay="indefinite"/>
                      </p:stCondLst>
                      <p:childTnLst>
                        <p:par>
                          <p:cTn id="680" fill="hold">
                            <p:stCondLst>
                              <p:cond delay="0"/>
                            </p:stCondLst>
                            <p:childTnLst>
                              <p:par>
                                <p:cTn id="681" presetID="1" presetClass="entr" presetSubtype="0" fill="hold" nodeType="clickEffect">
                                  <p:stCondLst>
                                    <p:cond delay="0"/>
                                  </p:stCondLst>
                                  <p:childTnLst>
                                    <p:set>
                                      <p:cBhvr>
                                        <p:cTn id="682" dur="1" fill="hold">
                                          <p:stCondLst>
                                            <p:cond delay="0"/>
                                          </p:stCondLst>
                                        </p:cTn>
                                        <p:tgtEl>
                                          <p:spTgt spid="153">
                                            <p:txEl>
                                              <p:pRg st="7" end="7"/>
                                            </p:txEl>
                                          </p:spTgt>
                                        </p:tgtEl>
                                        <p:attrNameLst>
                                          <p:attrName>style.visibility</p:attrName>
                                        </p:attrNameLst>
                                      </p:cBhvr>
                                      <p:to>
                                        <p:strVal val="visible"/>
                                      </p:to>
                                    </p:set>
                                  </p:childTnLst>
                                </p:cTn>
                              </p:par>
                            </p:childTnLst>
                          </p:cTn>
                        </p:par>
                      </p:childTnLst>
                    </p:cTn>
                  </p:par>
                  <p:par>
                    <p:cTn id="683" fill="hold">
                      <p:stCondLst>
                        <p:cond delay="indefinite"/>
                      </p:stCondLst>
                      <p:childTnLst>
                        <p:par>
                          <p:cTn id="684" fill="hold">
                            <p:stCondLst>
                              <p:cond delay="0"/>
                            </p:stCondLst>
                            <p:childTnLst>
                              <p:par>
                                <p:cTn id="685" presetID="1" presetClass="entr" presetSubtype="0" fill="hold" nodeType="clickEffect">
                                  <p:stCondLst>
                                    <p:cond delay="0"/>
                                  </p:stCondLst>
                                  <p:childTnLst>
                                    <p:set>
                                      <p:cBhvr>
                                        <p:cTn id="686" dur="1" fill="hold">
                                          <p:stCondLst>
                                            <p:cond delay="0"/>
                                          </p:stCondLst>
                                        </p:cTn>
                                        <p:tgtEl>
                                          <p:spTgt spid="153">
                                            <p:txEl>
                                              <p:pRg st="8" end="8"/>
                                            </p:txEl>
                                          </p:spTgt>
                                        </p:tgtEl>
                                        <p:attrNameLst>
                                          <p:attrName>style.visibility</p:attrName>
                                        </p:attrNameLst>
                                      </p:cBhvr>
                                      <p:to>
                                        <p:strVal val="visible"/>
                                      </p:to>
                                    </p:set>
                                  </p:childTnLst>
                                </p:cTn>
                              </p:par>
                            </p:childTnLst>
                          </p:cTn>
                        </p:par>
                      </p:childTnLst>
                    </p:cTn>
                  </p:par>
                  <p:par>
                    <p:cTn id="687" fill="hold">
                      <p:stCondLst>
                        <p:cond delay="indefinite"/>
                      </p:stCondLst>
                      <p:childTnLst>
                        <p:par>
                          <p:cTn id="688" fill="hold">
                            <p:stCondLst>
                              <p:cond delay="0"/>
                            </p:stCondLst>
                            <p:childTnLst>
                              <p:par>
                                <p:cTn id="689" presetID="1" presetClass="entr" presetSubtype="0" fill="hold" nodeType="clickEffect">
                                  <p:stCondLst>
                                    <p:cond delay="0"/>
                                  </p:stCondLst>
                                  <p:childTnLst>
                                    <p:set>
                                      <p:cBhvr>
                                        <p:cTn id="690" dur="1" fill="hold">
                                          <p:stCondLst>
                                            <p:cond delay="0"/>
                                          </p:stCondLst>
                                        </p:cTn>
                                        <p:tgtEl>
                                          <p:spTgt spid="154">
                                            <p:txEl>
                                              <p:pRg st="0" end="0"/>
                                            </p:txEl>
                                          </p:spTgt>
                                        </p:tgtEl>
                                        <p:attrNameLst>
                                          <p:attrName>style.visibility</p:attrName>
                                        </p:attrNameLst>
                                      </p:cBhvr>
                                      <p:to>
                                        <p:strVal val="visible"/>
                                      </p:to>
                                    </p:set>
                                  </p:childTnLst>
                                </p:cTn>
                              </p:par>
                            </p:childTnLst>
                          </p:cTn>
                        </p:par>
                      </p:childTnLst>
                    </p:cTn>
                  </p:par>
                  <p:par>
                    <p:cTn id="691" fill="hold">
                      <p:stCondLst>
                        <p:cond delay="indefinite"/>
                      </p:stCondLst>
                      <p:childTnLst>
                        <p:par>
                          <p:cTn id="692" fill="hold">
                            <p:stCondLst>
                              <p:cond delay="0"/>
                            </p:stCondLst>
                            <p:childTnLst>
                              <p:par>
                                <p:cTn id="693" presetID="1" presetClass="entr" presetSubtype="0" fill="hold" nodeType="clickEffect">
                                  <p:stCondLst>
                                    <p:cond delay="0"/>
                                  </p:stCondLst>
                                  <p:childTnLst>
                                    <p:set>
                                      <p:cBhvr>
                                        <p:cTn id="694" dur="1" fill="hold">
                                          <p:stCondLst>
                                            <p:cond delay="0"/>
                                          </p:stCondLst>
                                        </p:cTn>
                                        <p:tgtEl>
                                          <p:spTgt spid="154">
                                            <p:txEl>
                                              <p:pRg st="1" end="1"/>
                                            </p:txEl>
                                          </p:spTgt>
                                        </p:tgtEl>
                                        <p:attrNameLst>
                                          <p:attrName>style.visibility</p:attrName>
                                        </p:attrNameLst>
                                      </p:cBhvr>
                                      <p:to>
                                        <p:strVal val="visible"/>
                                      </p:to>
                                    </p:set>
                                  </p:childTnLst>
                                </p:cTn>
                              </p:par>
                            </p:childTnLst>
                          </p:cTn>
                        </p:par>
                      </p:childTnLst>
                    </p:cTn>
                  </p:par>
                  <p:par>
                    <p:cTn id="695" fill="hold">
                      <p:stCondLst>
                        <p:cond delay="indefinite"/>
                      </p:stCondLst>
                      <p:childTnLst>
                        <p:par>
                          <p:cTn id="696" fill="hold">
                            <p:stCondLst>
                              <p:cond delay="0"/>
                            </p:stCondLst>
                            <p:childTnLst>
                              <p:par>
                                <p:cTn id="697" presetID="1" presetClass="entr" presetSubtype="0" fill="hold" nodeType="clickEffect">
                                  <p:stCondLst>
                                    <p:cond delay="0"/>
                                  </p:stCondLst>
                                  <p:childTnLst>
                                    <p:set>
                                      <p:cBhvr>
                                        <p:cTn id="698" dur="1" fill="hold">
                                          <p:stCondLst>
                                            <p:cond delay="0"/>
                                          </p:stCondLst>
                                        </p:cTn>
                                        <p:tgtEl>
                                          <p:spTgt spid="154">
                                            <p:txEl>
                                              <p:pRg st="2" end="2"/>
                                            </p:txEl>
                                          </p:spTgt>
                                        </p:tgtEl>
                                        <p:attrNameLst>
                                          <p:attrName>style.visibility</p:attrName>
                                        </p:attrNameLst>
                                      </p:cBhvr>
                                      <p:to>
                                        <p:strVal val="visible"/>
                                      </p:to>
                                    </p:set>
                                  </p:childTnLst>
                                </p:cTn>
                              </p:par>
                            </p:childTnLst>
                          </p:cTn>
                        </p:par>
                      </p:childTnLst>
                    </p:cTn>
                  </p:par>
                  <p:par>
                    <p:cTn id="699" fill="hold">
                      <p:stCondLst>
                        <p:cond delay="indefinite"/>
                      </p:stCondLst>
                      <p:childTnLst>
                        <p:par>
                          <p:cTn id="700" fill="hold">
                            <p:stCondLst>
                              <p:cond delay="0"/>
                            </p:stCondLst>
                            <p:childTnLst>
                              <p:par>
                                <p:cTn id="701" presetID="1" presetClass="entr" presetSubtype="0" fill="hold" nodeType="clickEffect">
                                  <p:stCondLst>
                                    <p:cond delay="0"/>
                                  </p:stCondLst>
                                  <p:childTnLst>
                                    <p:set>
                                      <p:cBhvr>
                                        <p:cTn id="702" dur="1" fill="hold">
                                          <p:stCondLst>
                                            <p:cond delay="0"/>
                                          </p:stCondLst>
                                        </p:cTn>
                                        <p:tgtEl>
                                          <p:spTgt spid="154">
                                            <p:txEl>
                                              <p:pRg st="3" end="3"/>
                                            </p:txEl>
                                          </p:spTgt>
                                        </p:tgtEl>
                                        <p:attrNameLst>
                                          <p:attrName>style.visibility</p:attrName>
                                        </p:attrNameLst>
                                      </p:cBhvr>
                                      <p:to>
                                        <p:strVal val="visible"/>
                                      </p:to>
                                    </p:set>
                                  </p:childTnLst>
                                </p:cTn>
                              </p:par>
                            </p:childTnLst>
                          </p:cTn>
                        </p:par>
                      </p:childTnLst>
                    </p:cTn>
                  </p:par>
                  <p:par>
                    <p:cTn id="703" fill="hold">
                      <p:stCondLst>
                        <p:cond delay="indefinite"/>
                      </p:stCondLst>
                      <p:childTnLst>
                        <p:par>
                          <p:cTn id="704" fill="hold">
                            <p:stCondLst>
                              <p:cond delay="0"/>
                            </p:stCondLst>
                            <p:childTnLst>
                              <p:par>
                                <p:cTn id="705" presetID="1" presetClass="entr" presetSubtype="0" fill="hold" nodeType="clickEffect">
                                  <p:stCondLst>
                                    <p:cond delay="0"/>
                                  </p:stCondLst>
                                  <p:childTnLst>
                                    <p:set>
                                      <p:cBhvr>
                                        <p:cTn id="706" dur="1" fill="hold">
                                          <p:stCondLst>
                                            <p:cond delay="0"/>
                                          </p:stCondLst>
                                        </p:cTn>
                                        <p:tgtEl>
                                          <p:spTgt spid="154">
                                            <p:txEl>
                                              <p:pRg st="4" end="4"/>
                                            </p:txEl>
                                          </p:spTgt>
                                        </p:tgtEl>
                                        <p:attrNameLst>
                                          <p:attrName>style.visibility</p:attrName>
                                        </p:attrNameLst>
                                      </p:cBhvr>
                                      <p:to>
                                        <p:strVal val="visible"/>
                                      </p:to>
                                    </p:set>
                                  </p:childTnLst>
                                </p:cTn>
                              </p:par>
                            </p:childTnLst>
                          </p:cTn>
                        </p:par>
                      </p:childTnLst>
                    </p:cTn>
                  </p:par>
                  <p:par>
                    <p:cTn id="707" fill="hold">
                      <p:stCondLst>
                        <p:cond delay="indefinite"/>
                      </p:stCondLst>
                      <p:childTnLst>
                        <p:par>
                          <p:cTn id="708" fill="hold">
                            <p:stCondLst>
                              <p:cond delay="0"/>
                            </p:stCondLst>
                            <p:childTnLst>
                              <p:par>
                                <p:cTn id="709" presetID="1" presetClass="entr" presetSubtype="0" fill="hold" nodeType="clickEffect">
                                  <p:stCondLst>
                                    <p:cond delay="0"/>
                                  </p:stCondLst>
                                  <p:childTnLst>
                                    <p:set>
                                      <p:cBhvr>
                                        <p:cTn id="710" dur="1" fill="hold">
                                          <p:stCondLst>
                                            <p:cond delay="0"/>
                                          </p:stCondLst>
                                        </p:cTn>
                                        <p:tgtEl>
                                          <p:spTgt spid="154">
                                            <p:txEl>
                                              <p:pRg st="5" end="5"/>
                                            </p:txEl>
                                          </p:spTgt>
                                        </p:tgtEl>
                                        <p:attrNameLst>
                                          <p:attrName>style.visibility</p:attrName>
                                        </p:attrNameLst>
                                      </p:cBhvr>
                                      <p:to>
                                        <p:strVal val="visible"/>
                                      </p:to>
                                    </p:set>
                                  </p:childTnLst>
                                </p:cTn>
                              </p:par>
                            </p:childTnLst>
                          </p:cTn>
                        </p:par>
                      </p:childTnLst>
                    </p:cTn>
                  </p:par>
                  <p:par>
                    <p:cTn id="711" fill="hold">
                      <p:stCondLst>
                        <p:cond delay="indefinite"/>
                      </p:stCondLst>
                      <p:childTnLst>
                        <p:par>
                          <p:cTn id="712" fill="hold">
                            <p:stCondLst>
                              <p:cond delay="0"/>
                            </p:stCondLst>
                            <p:childTnLst>
                              <p:par>
                                <p:cTn id="713" presetID="1" presetClass="entr" presetSubtype="0" fill="hold" nodeType="clickEffect">
                                  <p:stCondLst>
                                    <p:cond delay="0"/>
                                  </p:stCondLst>
                                  <p:childTnLst>
                                    <p:set>
                                      <p:cBhvr>
                                        <p:cTn id="714" dur="1" fill="hold">
                                          <p:stCondLst>
                                            <p:cond delay="0"/>
                                          </p:stCondLst>
                                        </p:cTn>
                                        <p:tgtEl>
                                          <p:spTgt spid="154">
                                            <p:txEl>
                                              <p:pRg st="6" end="6"/>
                                            </p:txEl>
                                          </p:spTgt>
                                        </p:tgtEl>
                                        <p:attrNameLst>
                                          <p:attrName>style.visibility</p:attrName>
                                        </p:attrNameLst>
                                      </p:cBhvr>
                                      <p:to>
                                        <p:strVal val="visible"/>
                                      </p:to>
                                    </p:set>
                                  </p:childTnLst>
                                </p:cTn>
                              </p:par>
                            </p:childTnLst>
                          </p:cTn>
                        </p:par>
                      </p:childTnLst>
                    </p:cTn>
                  </p:par>
                  <p:par>
                    <p:cTn id="715" fill="hold">
                      <p:stCondLst>
                        <p:cond delay="indefinite"/>
                      </p:stCondLst>
                      <p:childTnLst>
                        <p:par>
                          <p:cTn id="716" fill="hold">
                            <p:stCondLst>
                              <p:cond delay="0"/>
                            </p:stCondLst>
                            <p:childTnLst>
                              <p:par>
                                <p:cTn id="717" presetID="1" presetClass="entr" presetSubtype="0" fill="hold" nodeType="clickEffect">
                                  <p:stCondLst>
                                    <p:cond delay="0"/>
                                  </p:stCondLst>
                                  <p:childTnLst>
                                    <p:set>
                                      <p:cBhvr>
                                        <p:cTn id="718" dur="1" fill="hold">
                                          <p:stCondLst>
                                            <p:cond delay="0"/>
                                          </p:stCondLst>
                                        </p:cTn>
                                        <p:tgtEl>
                                          <p:spTgt spid="154">
                                            <p:txEl>
                                              <p:pRg st="7" end="7"/>
                                            </p:txEl>
                                          </p:spTgt>
                                        </p:tgtEl>
                                        <p:attrNameLst>
                                          <p:attrName>style.visibility</p:attrName>
                                        </p:attrNameLst>
                                      </p:cBhvr>
                                      <p:to>
                                        <p:strVal val="visible"/>
                                      </p:to>
                                    </p:set>
                                  </p:childTnLst>
                                </p:cTn>
                              </p:par>
                            </p:childTnLst>
                          </p:cTn>
                        </p:par>
                      </p:childTnLst>
                    </p:cTn>
                  </p:par>
                  <p:par>
                    <p:cTn id="719" fill="hold">
                      <p:stCondLst>
                        <p:cond delay="indefinite"/>
                      </p:stCondLst>
                      <p:childTnLst>
                        <p:par>
                          <p:cTn id="720" fill="hold">
                            <p:stCondLst>
                              <p:cond delay="0"/>
                            </p:stCondLst>
                            <p:childTnLst>
                              <p:par>
                                <p:cTn id="721" presetID="1" presetClass="entr" presetSubtype="0" fill="hold" nodeType="clickEffect">
                                  <p:stCondLst>
                                    <p:cond delay="0"/>
                                  </p:stCondLst>
                                  <p:childTnLst>
                                    <p:set>
                                      <p:cBhvr>
                                        <p:cTn id="722" dur="1" fill="hold">
                                          <p:stCondLst>
                                            <p:cond delay="0"/>
                                          </p:stCondLst>
                                        </p:cTn>
                                        <p:tgtEl>
                                          <p:spTgt spid="154">
                                            <p:txEl>
                                              <p:pRg st="8" end="8"/>
                                            </p:txEl>
                                          </p:spTgt>
                                        </p:tgtEl>
                                        <p:attrNameLst>
                                          <p:attrName>style.visibility</p:attrName>
                                        </p:attrNameLst>
                                      </p:cBhvr>
                                      <p:to>
                                        <p:strVal val="visible"/>
                                      </p:to>
                                    </p:set>
                                  </p:childTnLst>
                                </p:cTn>
                              </p:par>
                            </p:childTnLst>
                          </p:cTn>
                        </p:par>
                      </p:childTnLst>
                    </p:cTn>
                  </p:par>
                  <p:par>
                    <p:cTn id="723" fill="hold">
                      <p:stCondLst>
                        <p:cond delay="indefinite"/>
                      </p:stCondLst>
                      <p:childTnLst>
                        <p:par>
                          <p:cTn id="724" fill="hold">
                            <p:stCondLst>
                              <p:cond delay="0"/>
                            </p:stCondLst>
                            <p:childTnLst>
                              <p:par>
                                <p:cTn id="725" presetID="1" presetClass="entr" presetSubtype="0" fill="hold" nodeType="clickEffect">
                                  <p:stCondLst>
                                    <p:cond delay="0"/>
                                  </p:stCondLst>
                                  <p:childTnLst>
                                    <p:set>
                                      <p:cBhvr>
                                        <p:cTn id="726" dur="1" fill="hold">
                                          <p:stCondLst>
                                            <p:cond delay="0"/>
                                          </p:stCondLst>
                                        </p:cTn>
                                        <p:tgtEl>
                                          <p:spTgt spid="155">
                                            <p:txEl>
                                              <p:pRg st="0" end="0"/>
                                            </p:txEl>
                                          </p:spTgt>
                                        </p:tgtEl>
                                        <p:attrNameLst>
                                          <p:attrName>style.visibility</p:attrName>
                                        </p:attrNameLst>
                                      </p:cBhvr>
                                      <p:to>
                                        <p:strVal val="visible"/>
                                      </p:to>
                                    </p:set>
                                  </p:childTnLst>
                                </p:cTn>
                              </p:par>
                            </p:childTnLst>
                          </p:cTn>
                        </p:par>
                      </p:childTnLst>
                    </p:cTn>
                  </p:par>
                  <p:par>
                    <p:cTn id="727" fill="hold">
                      <p:stCondLst>
                        <p:cond delay="indefinite"/>
                      </p:stCondLst>
                      <p:childTnLst>
                        <p:par>
                          <p:cTn id="728" fill="hold">
                            <p:stCondLst>
                              <p:cond delay="0"/>
                            </p:stCondLst>
                            <p:childTnLst>
                              <p:par>
                                <p:cTn id="729" presetID="1" presetClass="entr" presetSubtype="0" fill="hold" nodeType="clickEffect">
                                  <p:stCondLst>
                                    <p:cond delay="0"/>
                                  </p:stCondLst>
                                  <p:childTnLst>
                                    <p:set>
                                      <p:cBhvr>
                                        <p:cTn id="730" dur="1" fill="hold">
                                          <p:stCondLst>
                                            <p:cond delay="0"/>
                                          </p:stCondLst>
                                        </p:cTn>
                                        <p:tgtEl>
                                          <p:spTgt spid="155">
                                            <p:txEl>
                                              <p:pRg st="1" end="1"/>
                                            </p:txEl>
                                          </p:spTgt>
                                        </p:tgtEl>
                                        <p:attrNameLst>
                                          <p:attrName>style.visibility</p:attrName>
                                        </p:attrNameLst>
                                      </p:cBhvr>
                                      <p:to>
                                        <p:strVal val="visible"/>
                                      </p:to>
                                    </p:set>
                                  </p:childTnLst>
                                </p:cTn>
                              </p:par>
                            </p:childTnLst>
                          </p:cTn>
                        </p:par>
                      </p:childTnLst>
                    </p:cTn>
                  </p:par>
                  <p:par>
                    <p:cTn id="731" fill="hold">
                      <p:stCondLst>
                        <p:cond delay="indefinite"/>
                      </p:stCondLst>
                      <p:childTnLst>
                        <p:par>
                          <p:cTn id="732" fill="hold">
                            <p:stCondLst>
                              <p:cond delay="0"/>
                            </p:stCondLst>
                            <p:childTnLst>
                              <p:par>
                                <p:cTn id="733" presetID="1" presetClass="entr" presetSubtype="0" fill="hold" nodeType="clickEffect">
                                  <p:stCondLst>
                                    <p:cond delay="0"/>
                                  </p:stCondLst>
                                  <p:childTnLst>
                                    <p:set>
                                      <p:cBhvr>
                                        <p:cTn id="734" dur="1" fill="hold">
                                          <p:stCondLst>
                                            <p:cond delay="0"/>
                                          </p:stCondLst>
                                        </p:cTn>
                                        <p:tgtEl>
                                          <p:spTgt spid="155">
                                            <p:txEl>
                                              <p:pRg st="2" end="2"/>
                                            </p:txEl>
                                          </p:spTgt>
                                        </p:tgtEl>
                                        <p:attrNameLst>
                                          <p:attrName>style.visibility</p:attrName>
                                        </p:attrNameLst>
                                      </p:cBhvr>
                                      <p:to>
                                        <p:strVal val="visible"/>
                                      </p:to>
                                    </p:set>
                                  </p:childTnLst>
                                </p:cTn>
                              </p:par>
                            </p:childTnLst>
                          </p:cTn>
                        </p:par>
                      </p:childTnLst>
                    </p:cTn>
                  </p:par>
                  <p:par>
                    <p:cTn id="735" fill="hold">
                      <p:stCondLst>
                        <p:cond delay="indefinite"/>
                      </p:stCondLst>
                      <p:childTnLst>
                        <p:par>
                          <p:cTn id="736" fill="hold">
                            <p:stCondLst>
                              <p:cond delay="0"/>
                            </p:stCondLst>
                            <p:childTnLst>
                              <p:par>
                                <p:cTn id="737" presetID="1" presetClass="entr" presetSubtype="0" fill="hold" nodeType="clickEffect">
                                  <p:stCondLst>
                                    <p:cond delay="0"/>
                                  </p:stCondLst>
                                  <p:childTnLst>
                                    <p:set>
                                      <p:cBhvr>
                                        <p:cTn id="738" dur="1" fill="hold">
                                          <p:stCondLst>
                                            <p:cond delay="0"/>
                                          </p:stCondLst>
                                        </p:cTn>
                                        <p:tgtEl>
                                          <p:spTgt spid="155">
                                            <p:txEl>
                                              <p:pRg st="3" end="3"/>
                                            </p:txEl>
                                          </p:spTgt>
                                        </p:tgtEl>
                                        <p:attrNameLst>
                                          <p:attrName>style.visibility</p:attrName>
                                        </p:attrNameLst>
                                      </p:cBhvr>
                                      <p:to>
                                        <p:strVal val="visible"/>
                                      </p:to>
                                    </p:set>
                                  </p:childTnLst>
                                </p:cTn>
                              </p:par>
                            </p:childTnLst>
                          </p:cTn>
                        </p:par>
                      </p:childTnLst>
                    </p:cTn>
                  </p:par>
                  <p:par>
                    <p:cTn id="739" fill="hold">
                      <p:stCondLst>
                        <p:cond delay="indefinite"/>
                      </p:stCondLst>
                      <p:childTnLst>
                        <p:par>
                          <p:cTn id="740" fill="hold">
                            <p:stCondLst>
                              <p:cond delay="0"/>
                            </p:stCondLst>
                            <p:childTnLst>
                              <p:par>
                                <p:cTn id="741" presetID="1" presetClass="entr" presetSubtype="0" fill="hold" nodeType="clickEffect">
                                  <p:stCondLst>
                                    <p:cond delay="0"/>
                                  </p:stCondLst>
                                  <p:childTnLst>
                                    <p:set>
                                      <p:cBhvr>
                                        <p:cTn id="742" dur="1" fill="hold">
                                          <p:stCondLst>
                                            <p:cond delay="0"/>
                                          </p:stCondLst>
                                        </p:cTn>
                                        <p:tgtEl>
                                          <p:spTgt spid="155">
                                            <p:txEl>
                                              <p:pRg st="4" end="4"/>
                                            </p:txEl>
                                          </p:spTgt>
                                        </p:tgtEl>
                                        <p:attrNameLst>
                                          <p:attrName>style.visibility</p:attrName>
                                        </p:attrNameLst>
                                      </p:cBhvr>
                                      <p:to>
                                        <p:strVal val="visible"/>
                                      </p:to>
                                    </p:set>
                                  </p:childTnLst>
                                </p:cTn>
                              </p:par>
                            </p:childTnLst>
                          </p:cTn>
                        </p:par>
                      </p:childTnLst>
                    </p:cTn>
                  </p:par>
                  <p:par>
                    <p:cTn id="743" fill="hold">
                      <p:stCondLst>
                        <p:cond delay="indefinite"/>
                      </p:stCondLst>
                      <p:childTnLst>
                        <p:par>
                          <p:cTn id="744" fill="hold">
                            <p:stCondLst>
                              <p:cond delay="0"/>
                            </p:stCondLst>
                            <p:childTnLst>
                              <p:par>
                                <p:cTn id="745" presetID="1" presetClass="entr" presetSubtype="0" fill="hold" nodeType="clickEffect">
                                  <p:stCondLst>
                                    <p:cond delay="0"/>
                                  </p:stCondLst>
                                  <p:childTnLst>
                                    <p:set>
                                      <p:cBhvr>
                                        <p:cTn id="746" dur="1" fill="hold">
                                          <p:stCondLst>
                                            <p:cond delay="0"/>
                                          </p:stCondLst>
                                        </p:cTn>
                                        <p:tgtEl>
                                          <p:spTgt spid="155">
                                            <p:txEl>
                                              <p:pRg st="5" end="5"/>
                                            </p:txEl>
                                          </p:spTgt>
                                        </p:tgtEl>
                                        <p:attrNameLst>
                                          <p:attrName>style.visibility</p:attrName>
                                        </p:attrNameLst>
                                      </p:cBhvr>
                                      <p:to>
                                        <p:strVal val="visible"/>
                                      </p:to>
                                    </p:set>
                                  </p:childTnLst>
                                </p:cTn>
                              </p:par>
                            </p:childTnLst>
                          </p:cTn>
                        </p:par>
                      </p:childTnLst>
                    </p:cTn>
                  </p:par>
                  <p:par>
                    <p:cTn id="747" fill="hold">
                      <p:stCondLst>
                        <p:cond delay="indefinite"/>
                      </p:stCondLst>
                      <p:childTnLst>
                        <p:par>
                          <p:cTn id="748" fill="hold">
                            <p:stCondLst>
                              <p:cond delay="0"/>
                            </p:stCondLst>
                            <p:childTnLst>
                              <p:par>
                                <p:cTn id="749" presetID="1" presetClass="entr" presetSubtype="0" fill="hold" nodeType="clickEffect">
                                  <p:stCondLst>
                                    <p:cond delay="0"/>
                                  </p:stCondLst>
                                  <p:childTnLst>
                                    <p:set>
                                      <p:cBhvr>
                                        <p:cTn id="750" dur="1" fill="hold">
                                          <p:stCondLst>
                                            <p:cond delay="0"/>
                                          </p:stCondLst>
                                        </p:cTn>
                                        <p:tgtEl>
                                          <p:spTgt spid="155">
                                            <p:txEl>
                                              <p:pRg st="6" end="6"/>
                                            </p:txEl>
                                          </p:spTgt>
                                        </p:tgtEl>
                                        <p:attrNameLst>
                                          <p:attrName>style.visibility</p:attrName>
                                        </p:attrNameLst>
                                      </p:cBhvr>
                                      <p:to>
                                        <p:strVal val="visible"/>
                                      </p:to>
                                    </p:set>
                                  </p:childTnLst>
                                </p:cTn>
                              </p:par>
                            </p:childTnLst>
                          </p:cTn>
                        </p:par>
                      </p:childTnLst>
                    </p:cTn>
                  </p:par>
                  <p:par>
                    <p:cTn id="751" fill="hold">
                      <p:stCondLst>
                        <p:cond delay="indefinite"/>
                      </p:stCondLst>
                      <p:childTnLst>
                        <p:par>
                          <p:cTn id="752" fill="hold">
                            <p:stCondLst>
                              <p:cond delay="0"/>
                            </p:stCondLst>
                            <p:childTnLst>
                              <p:par>
                                <p:cTn id="753" presetID="1" presetClass="entr" presetSubtype="0" fill="hold" nodeType="clickEffect">
                                  <p:stCondLst>
                                    <p:cond delay="0"/>
                                  </p:stCondLst>
                                  <p:childTnLst>
                                    <p:set>
                                      <p:cBhvr>
                                        <p:cTn id="754" dur="1" fill="hold">
                                          <p:stCondLst>
                                            <p:cond delay="0"/>
                                          </p:stCondLst>
                                        </p:cTn>
                                        <p:tgtEl>
                                          <p:spTgt spid="155">
                                            <p:txEl>
                                              <p:pRg st="7" end="7"/>
                                            </p:txEl>
                                          </p:spTgt>
                                        </p:tgtEl>
                                        <p:attrNameLst>
                                          <p:attrName>style.visibility</p:attrName>
                                        </p:attrNameLst>
                                      </p:cBhvr>
                                      <p:to>
                                        <p:strVal val="visible"/>
                                      </p:to>
                                    </p:set>
                                  </p:childTnLst>
                                </p:cTn>
                              </p:par>
                            </p:childTnLst>
                          </p:cTn>
                        </p:par>
                      </p:childTnLst>
                    </p:cTn>
                  </p:par>
                  <p:par>
                    <p:cTn id="755" fill="hold">
                      <p:stCondLst>
                        <p:cond delay="indefinite"/>
                      </p:stCondLst>
                      <p:childTnLst>
                        <p:par>
                          <p:cTn id="756" fill="hold">
                            <p:stCondLst>
                              <p:cond delay="0"/>
                            </p:stCondLst>
                            <p:childTnLst>
                              <p:par>
                                <p:cTn id="757" presetID="1" presetClass="entr" presetSubtype="0" fill="hold" nodeType="clickEffect">
                                  <p:stCondLst>
                                    <p:cond delay="0"/>
                                  </p:stCondLst>
                                  <p:childTnLst>
                                    <p:set>
                                      <p:cBhvr>
                                        <p:cTn id="758" dur="1" fill="hold">
                                          <p:stCondLst>
                                            <p:cond delay="0"/>
                                          </p:stCondLst>
                                        </p:cTn>
                                        <p:tgtEl>
                                          <p:spTgt spid="155">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chemeClr val="dk1"/>
        </a:solidFill>
        <a:effectLst/>
      </p:bgPr>
    </p:bg>
    <p:spTree>
      <p:nvGrpSpPr>
        <p:cNvPr id="1" name="Shape 160"/>
        <p:cNvGrpSpPr/>
        <p:nvPr/>
      </p:nvGrpSpPr>
      <p:grpSpPr>
        <a:xfrm>
          <a:off x="0" y="0"/>
          <a:ext cx="0" cy="0"/>
          <a:chOff x="0" y="0"/>
          <a:chExt cx="0" cy="0"/>
        </a:xfrm>
      </p:grpSpPr>
      <p:sp>
        <p:nvSpPr>
          <p:cNvPr id="161" name="Google Shape;161;p19"/>
          <p:cNvSpPr/>
          <p:nvPr/>
        </p:nvSpPr>
        <p:spPr>
          <a:xfrm>
            <a:off x="-125" y="0"/>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lt1"/>
          </a:solidFill>
          <a:ln>
            <a:noFill/>
          </a:ln>
        </p:spPr>
      </p:sp>
      <p:sp>
        <p:nvSpPr>
          <p:cNvPr id="162" name="Google Shape;162;p19"/>
          <p:cNvSpPr txBox="1">
            <a:spLocks noGrp="1"/>
          </p:cNvSpPr>
          <p:nvPr>
            <p:ph type="ctrTitle"/>
          </p:nvPr>
        </p:nvSpPr>
        <p:spPr>
          <a:xfrm>
            <a:off x="311700" y="539725"/>
            <a:ext cx="8520600" cy="1282500"/>
          </a:xfrm>
          <a:prstGeom prst="rect">
            <a:avLst/>
          </a:prstGeom>
        </p:spPr>
        <p:txBody>
          <a:bodyPr spcFirstLastPara="1" wrap="square" lIns="91425" tIns="91425" rIns="91425" bIns="91425" anchor="t" anchorCtr="0">
            <a:spAutoFit/>
          </a:bodyPr>
          <a:lstStyle>
            <a:lvl1pPr lvl="0">
              <a:spcBef>
                <a:spcPts val="0"/>
              </a:spcBef>
              <a:spcAft>
                <a:spcPts val="0"/>
              </a:spcAft>
              <a:buSzPts val="3600"/>
              <a:buNone/>
              <a:defRPr sz="3600"/>
            </a:lvl1pPr>
            <a:lvl2pPr lvl="1">
              <a:spcBef>
                <a:spcPts val="0"/>
              </a:spcBef>
              <a:spcAft>
                <a:spcPts val="0"/>
              </a:spcAft>
              <a:buSzPts val="3600"/>
              <a:buNone/>
              <a:defRPr sz="3600"/>
            </a:lvl2pPr>
            <a:lvl3pPr lvl="2">
              <a:spcBef>
                <a:spcPts val="0"/>
              </a:spcBef>
              <a:spcAft>
                <a:spcPts val="0"/>
              </a:spcAft>
              <a:buSzPts val="3600"/>
              <a:buNone/>
              <a:defRPr sz="3600"/>
            </a:lvl3pPr>
            <a:lvl4pPr lvl="3">
              <a:spcBef>
                <a:spcPts val="0"/>
              </a:spcBef>
              <a:spcAft>
                <a:spcPts val="0"/>
              </a:spcAft>
              <a:buSzPts val="3600"/>
              <a:buNone/>
              <a:defRPr sz="3600"/>
            </a:lvl4pPr>
            <a:lvl5pPr lvl="4">
              <a:spcBef>
                <a:spcPts val="0"/>
              </a:spcBef>
              <a:spcAft>
                <a:spcPts val="0"/>
              </a:spcAft>
              <a:buSzPts val="3600"/>
              <a:buNone/>
              <a:defRPr sz="3600"/>
            </a:lvl5pPr>
            <a:lvl6pPr lvl="5">
              <a:spcBef>
                <a:spcPts val="0"/>
              </a:spcBef>
              <a:spcAft>
                <a:spcPts val="0"/>
              </a:spcAft>
              <a:buSzPts val="3600"/>
              <a:buNone/>
              <a:defRPr sz="3600"/>
            </a:lvl6pPr>
            <a:lvl7pPr lvl="6">
              <a:spcBef>
                <a:spcPts val="0"/>
              </a:spcBef>
              <a:spcAft>
                <a:spcPts val="0"/>
              </a:spcAft>
              <a:buSzPts val="3600"/>
              <a:buNone/>
              <a:defRPr sz="3600"/>
            </a:lvl7pPr>
            <a:lvl8pPr lvl="7">
              <a:spcBef>
                <a:spcPts val="0"/>
              </a:spcBef>
              <a:spcAft>
                <a:spcPts val="0"/>
              </a:spcAft>
              <a:buSzPts val="3600"/>
              <a:buNone/>
              <a:defRPr sz="3600"/>
            </a:lvl8pPr>
            <a:lvl9pPr lvl="8">
              <a:spcBef>
                <a:spcPts val="0"/>
              </a:spcBef>
              <a:spcAft>
                <a:spcPts val="0"/>
              </a:spcAft>
              <a:buSzPts val="3600"/>
              <a:buNone/>
              <a:defRPr sz="3600"/>
            </a:lvl9pPr>
          </a:lstStyle>
          <a:p>
            <a:endParaRPr/>
          </a:p>
        </p:txBody>
      </p:sp>
      <p:sp>
        <p:nvSpPr>
          <p:cNvPr id="163" name="Google Shape;163;p19"/>
          <p:cNvSpPr txBox="1">
            <a:spLocks noGrp="1"/>
          </p:cNvSpPr>
          <p:nvPr>
            <p:ph type="subTitle" idx="1"/>
          </p:nvPr>
        </p:nvSpPr>
        <p:spPr>
          <a:xfrm>
            <a:off x="311700" y="1878560"/>
            <a:ext cx="4242600" cy="738300"/>
          </a:xfrm>
          <a:prstGeom prst="rect">
            <a:avLst/>
          </a:prstGeom>
        </p:spPr>
        <p:txBody>
          <a:bodyPr spcFirstLastPara="1" wrap="square" lIns="91425" tIns="91425" rIns="91425" bIns="91425" anchor="t" anchorCtr="0">
            <a:spAutoFit/>
          </a:bodyPr>
          <a:lstStyle>
            <a:lvl1pPr lvl="0">
              <a:lnSpc>
                <a:spcPct val="100000"/>
              </a:lnSpc>
              <a:spcBef>
                <a:spcPts val="0"/>
              </a:spcBef>
              <a:spcAft>
                <a:spcPts val="0"/>
              </a:spcAft>
              <a:buClr>
                <a:schemeClr val="lt2"/>
              </a:buClr>
              <a:buSzPts val="1600"/>
              <a:buNone/>
              <a:defRPr sz="1600">
                <a:solidFill>
                  <a:schemeClr val="lt2"/>
                </a:solidFill>
              </a:defRPr>
            </a:lvl1pPr>
            <a:lvl2pPr lvl="1">
              <a:lnSpc>
                <a:spcPct val="100000"/>
              </a:lnSpc>
              <a:spcBef>
                <a:spcPts val="0"/>
              </a:spcBef>
              <a:spcAft>
                <a:spcPts val="0"/>
              </a:spcAft>
              <a:buClr>
                <a:schemeClr val="lt2"/>
              </a:buClr>
              <a:buSzPts val="1600"/>
              <a:buNone/>
              <a:defRPr sz="1600">
                <a:solidFill>
                  <a:schemeClr val="lt2"/>
                </a:solidFill>
              </a:defRPr>
            </a:lvl2pPr>
            <a:lvl3pPr lvl="2">
              <a:lnSpc>
                <a:spcPct val="100000"/>
              </a:lnSpc>
              <a:spcBef>
                <a:spcPts val="0"/>
              </a:spcBef>
              <a:spcAft>
                <a:spcPts val="0"/>
              </a:spcAft>
              <a:buClr>
                <a:schemeClr val="lt2"/>
              </a:buClr>
              <a:buSzPts val="1600"/>
              <a:buNone/>
              <a:defRPr sz="1600">
                <a:solidFill>
                  <a:schemeClr val="lt2"/>
                </a:solidFill>
              </a:defRPr>
            </a:lvl3pPr>
            <a:lvl4pPr lvl="3">
              <a:lnSpc>
                <a:spcPct val="100000"/>
              </a:lnSpc>
              <a:spcBef>
                <a:spcPts val="0"/>
              </a:spcBef>
              <a:spcAft>
                <a:spcPts val="0"/>
              </a:spcAft>
              <a:buClr>
                <a:schemeClr val="lt2"/>
              </a:buClr>
              <a:buSzPts val="1600"/>
              <a:buNone/>
              <a:defRPr sz="1600">
                <a:solidFill>
                  <a:schemeClr val="lt2"/>
                </a:solidFill>
              </a:defRPr>
            </a:lvl4pPr>
            <a:lvl5pPr lvl="4">
              <a:lnSpc>
                <a:spcPct val="100000"/>
              </a:lnSpc>
              <a:spcBef>
                <a:spcPts val="0"/>
              </a:spcBef>
              <a:spcAft>
                <a:spcPts val="0"/>
              </a:spcAft>
              <a:buClr>
                <a:schemeClr val="lt2"/>
              </a:buClr>
              <a:buSzPts val="1600"/>
              <a:buNone/>
              <a:defRPr sz="1600">
                <a:solidFill>
                  <a:schemeClr val="lt2"/>
                </a:solidFill>
              </a:defRPr>
            </a:lvl5pPr>
            <a:lvl6pPr lvl="5">
              <a:lnSpc>
                <a:spcPct val="100000"/>
              </a:lnSpc>
              <a:spcBef>
                <a:spcPts val="0"/>
              </a:spcBef>
              <a:spcAft>
                <a:spcPts val="0"/>
              </a:spcAft>
              <a:buClr>
                <a:schemeClr val="lt2"/>
              </a:buClr>
              <a:buSzPts val="1600"/>
              <a:buNone/>
              <a:defRPr sz="1600">
                <a:solidFill>
                  <a:schemeClr val="lt2"/>
                </a:solidFill>
              </a:defRPr>
            </a:lvl6pPr>
            <a:lvl7pPr lvl="6">
              <a:lnSpc>
                <a:spcPct val="100000"/>
              </a:lnSpc>
              <a:spcBef>
                <a:spcPts val="0"/>
              </a:spcBef>
              <a:spcAft>
                <a:spcPts val="0"/>
              </a:spcAft>
              <a:buClr>
                <a:schemeClr val="lt2"/>
              </a:buClr>
              <a:buSzPts val="1600"/>
              <a:buNone/>
              <a:defRPr sz="1600">
                <a:solidFill>
                  <a:schemeClr val="lt2"/>
                </a:solidFill>
              </a:defRPr>
            </a:lvl7pPr>
            <a:lvl8pPr lvl="7">
              <a:lnSpc>
                <a:spcPct val="100000"/>
              </a:lnSpc>
              <a:spcBef>
                <a:spcPts val="0"/>
              </a:spcBef>
              <a:spcAft>
                <a:spcPts val="0"/>
              </a:spcAft>
              <a:buClr>
                <a:schemeClr val="lt2"/>
              </a:buClr>
              <a:buSzPts val="1600"/>
              <a:buNone/>
              <a:defRPr sz="1600">
                <a:solidFill>
                  <a:schemeClr val="lt2"/>
                </a:solidFill>
              </a:defRPr>
            </a:lvl8pPr>
            <a:lvl9pPr lvl="8">
              <a:lnSpc>
                <a:spcPct val="100000"/>
              </a:lnSpc>
              <a:spcBef>
                <a:spcPts val="0"/>
              </a:spcBef>
              <a:spcAft>
                <a:spcPts val="0"/>
              </a:spcAft>
              <a:buClr>
                <a:schemeClr val="lt2"/>
              </a:buClr>
              <a:buSzPts val="1600"/>
              <a:buNone/>
              <a:defRPr sz="1600">
                <a:solidFill>
                  <a:schemeClr val="lt2"/>
                </a:solidFill>
              </a:defRPr>
            </a:lvl9pPr>
          </a:lstStyle>
          <a:p>
            <a:endParaRPr/>
          </a:p>
        </p:txBody>
      </p:sp>
      <p:sp>
        <p:nvSpPr>
          <p:cNvPr id="164" name="Google Shape;164;p19"/>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accent3"/>
        </a:solidFill>
        <a:effectLst/>
      </p:bgPr>
    </p:bg>
    <p:spTree>
      <p:nvGrpSpPr>
        <p:cNvPr id="1" name="Shape 165"/>
        <p:cNvGrpSpPr/>
        <p:nvPr/>
      </p:nvGrpSpPr>
      <p:grpSpPr>
        <a:xfrm>
          <a:off x="0" y="0"/>
          <a:ext cx="0" cy="0"/>
          <a:chOff x="0" y="0"/>
          <a:chExt cx="0" cy="0"/>
        </a:xfrm>
      </p:grpSpPr>
      <p:sp>
        <p:nvSpPr>
          <p:cNvPr id="166" name="Google Shape;166;p20"/>
          <p:cNvSpPr/>
          <p:nvPr/>
        </p:nvSpPr>
        <p:spPr>
          <a:xfrm>
            <a:off x="0" y="48099"/>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lt1"/>
          </a:solidFill>
          <a:ln>
            <a:noFill/>
          </a:ln>
        </p:spPr>
      </p:sp>
      <p:sp>
        <p:nvSpPr>
          <p:cNvPr id="167" name="Google Shape;167;p20"/>
          <p:cNvSpPr/>
          <p:nvPr/>
        </p:nvSpPr>
        <p:spPr>
          <a:xfrm>
            <a:off x="0" y="0"/>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accent3"/>
          </a:solidFill>
          <a:ln>
            <a:noFill/>
          </a:ln>
        </p:spPr>
      </p:sp>
      <p:sp>
        <p:nvSpPr>
          <p:cNvPr id="168" name="Google Shape;168;p20"/>
          <p:cNvSpPr txBox="1">
            <a:spLocks noGrp="1"/>
          </p:cNvSpPr>
          <p:nvPr>
            <p:ph type="title"/>
          </p:nvPr>
        </p:nvSpPr>
        <p:spPr>
          <a:xfrm>
            <a:off x="311700" y="539725"/>
            <a:ext cx="8520600" cy="1282500"/>
          </a:xfrm>
          <a:prstGeom prst="rect">
            <a:avLst/>
          </a:prstGeom>
        </p:spPr>
        <p:txBody>
          <a:bodyPr spcFirstLastPara="1" wrap="square" lIns="91425" tIns="91425" rIns="91425" bIns="91425" anchor="t" anchorCtr="0">
            <a:spAutoFit/>
          </a:bodyPr>
          <a:lstStyle>
            <a:lvl1pPr lvl="0">
              <a:spcBef>
                <a:spcPts val="0"/>
              </a:spcBef>
              <a:spcAft>
                <a:spcPts val="0"/>
              </a:spcAft>
              <a:buSzPts val="3600"/>
              <a:buNone/>
              <a:defRPr sz="3600"/>
            </a:lvl1pPr>
            <a:lvl2pPr lvl="1">
              <a:spcBef>
                <a:spcPts val="0"/>
              </a:spcBef>
              <a:spcAft>
                <a:spcPts val="0"/>
              </a:spcAft>
              <a:buSzPts val="3600"/>
              <a:buNone/>
              <a:defRPr sz="3600"/>
            </a:lvl2pPr>
            <a:lvl3pPr lvl="2">
              <a:spcBef>
                <a:spcPts val="0"/>
              </a:spcBef>
              <a:spcAft>
                <a:spcPts val="0"/>
              </a:spcAft>
              <a:buSzPts val="3600"/>
              <a:buNone/>
              <a:defRPr sz="3600"/>
            </a:lvl3pPr>
            <a:lvl4pPr lvl="3">
              <a:spcBef>
                <a:spcPts val="0"/>
              </a:spcBef>
              <a:spcAft>
                <a:spcPts val="0"/>
              </a:spcAft>
              <a:buSzPts val="3600"/>
              <a:buNone/>
              <a:defRPr sz="3600"/>
            </a:lvl4pPr>
            <a:lvl5pPr lvl="4">
              <a:spcBef>
                <a:spcPts val="0"/>
              </a:spcBef>
              <a:spcAft>
                <a:spcPts val="0"/>
              </a:spcAft>
              <a:buSzPts val="3600"/>
              <a:buNone/>
              <a:defRPr sz="3600"/>
            </a:lvl5pPr>
            <a:lvl6pPr lvl="5">
              <a:spcBef>
                <a:spcPts val="0"/>
              </a:spcBef>
              <a:spcAft>
                <a:spcPts val="0"/>
              </a:spcAft>
              <a:buSzPts val="3600"/>
              <a:buNone/>
              <a:defRPr sz="3600"/>
            </a:lvl6pPr>
            <a:lvl7pPr lvl="6">
              <a:spcBef>
                <a:spcPts val="0"/>
              </a:spcBef>
              <a:spcAft>
                <a:spcPts val="0"/>
              </a:spcAft>
              <a:buSzPts val="3600"/>
              <a:buNone/>
              <a:defRPr sz="3600"/>
            </a:lvl7pPr>
            <a:lvl8pPr lvl="7">
              <a:spcBef>
                <a:spcPts val="0"/>
              </a:spcBef>
              <a:spcAft>
                <a:spcPts val="0"/>
              </a:spcAft>
              <a:buSzPts val="3600"/>
              <a:buNone/>
              <a:defRPr sz="3600"/>
            </a:lvl8pPr>
            <a:lvl9pPr lvl="8">
              <a:spcBef>
                <a:spcPts val="0"/>
              </a:spcBef>
              <a:spcAft>
                <a:spcPts val="0"/>
              </a:spcAft>
              <a:buSzPts val="3600"/>
              <a:buNone/>
              <a:defRPr sz="3600"/>
            </a:lvl9pPr>
          </a:lstStyle>
          <a:p>
            <a:endParaRPr/>
          </a:p>
        </p:txBody>
      </p:sp>
      <p:sp>
        <p:nvSpPr>
          <p:cNvPr id="169" name="Google Shape;169;p20"/>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a:buNone/>
              <a:defRPr>
                <a:solidFill>
                  <a:schemeClr val="accent1"/>
                </a:solidFill>
              </a:defRPr>
            </a:lvl1pPr>
            <a:lvl2pPr lvl="1">
              <a:buNone/>
              <a:defRPr>
                <a:solidFill>
                  <a:schemeClr val="accent1"/>
                </a:solidFill>
              </a:defRPr>
            </a:lvl2pPr>
            <a:lvl3pPr lvl="2">
              <a:buNone/>
              <a:defRPr>
                <a:solidFill>
                  <a:schemeClr val="accent1"/>
                </a:solidFill>
              </a:defRPr>
            </a:lvl3pPr>
            <a:lvl4pPr lvl="3">
              <a:buNone/>
              <a:defRPr>
                <a:solidFill>
                  <a:schemeClr val="accent1"/>
                </a:solidFill>
              </a:defRPr>
            </a:lvl4pPr>
            <a:lvl5pPr lvl="4">
              <a:buNone/>
              <a:defRPr>
                <a:solidFill>
                  <a:schemeClr val="accent1"/>
                </a:solidFill>
              </a:defRPr>
            </a:lvl5pPr>
            <a:lvl6pPr lvl="5">
              <a:buNone/>
              <a:defRPr>
                <a:solidFill>
                  <a:schemeClr val="accent1"/>
                </a:solidFill>
              </a:defRPr>
            </a:lvl6pPr>
            <a:lvl7pPr lvl="6">
              <a:buNone/>
              <a:defRPr>
                <a:solidFill>
                  <a:schemeClr val="accent1"/>
                </a:solidFill>
              </a:defRPr>
            </a:lvl7pPr>
            <a:lvl8pPr lvl="7">
              <a:buNone/>
              <a:defRPr>
                <a:solidFill>
                  <a:schemeClr val="accent1"/>
                </a:solidFill>
              </a:defRPr>
            </a:lvl8pPr>
            <a:lvl9pPr lvl="8">
              <a:buNone/>
              <a:defRPr>
                <a:solidFill>
                  <a:schemeClr val="accen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70"/>
        <p:cNvGrpSpPr/>
        <p:nvPr/>
      </p:nvGrpSpPr>
      <p:grpSpPr>
        <a:xfrm>
          <a:off x="0" y="0"/>
          <a:ext cx="0" cy="0"/>
          <a:chOff x="0" y="0"/>
          <a:chExt cx="0" cy="0"/>
        </a:xfrm>
      </p:grpSpPr>
      <p:sp>
        <p:nvSpPr>
          <p:cNvPr id="171" name="Google Shape;171;p21"/>
          <p:cNvSpPr/>
          <p:nvPr/>
        </p:nvSpPr>
        <p:spPr>
          <a:xfrm>
            <a:off x="-125" y="0"/>
            <a:ext cx="4316900" cy="4887028"/>
          </a:xfrm>
          <a:custGeom>
            <a:avLst/>
            <a:gdLst/>
            <a:ahLst/>
            <a:cxnLst/>
            <a:rect l="l" t="t" r="r" b="b"/>
            <a:pathLst>
              <a:path w="172676" h="175824" extrusionOk="0">
                <a:moveTo>
                  <a:pt x="0" y="6"/>
                </a:moveTo>
                <a:lnTo>
                  <a:pt x="172676" y="0"/>
                </a:lnTo>
                <a:lnTo>
                  <a:pt x="172562" y="126442"/>
                </a:lnTo>
                <a:lnTo>
                  <a:pt x="0" y="175824"/>
                </a:lnTo>
                <a:close/>
              </a:path>
            </a:pathLst>
          </a:custGeom>
          <a:solidFill>
            <a:schemeClr val="dk1"/>
          </a:solidFill>
          <a:ln>
            <a:noFill/>
          </a:ln>
        </p:spPr>
      </p:sp>
      <p:sp>
        <p:nvSpPr>
          <p:cNvPr id="172" name="Google Shape;172;p21"/>
          <p:cNvSpPr/>
          <p:nvPr/>
        </p:nvSpPr>
        <p:spPr>
          <a:xfrm>
            <a:off x="0" y="0"/>
            <a:ext cx="4314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p21"/>
          <p:cNvSpPr txBox="1">
            <a:spLocks noGrp="1"/>
          </p:cNvSpPr>
          <p:nvPr>
            <p:ph type="title"/>
          </p:nvPr>
        </p:nvSpPr>
        <p:spPr>
          <a:xfrm>
            <a:off x="311725" y="500925"/>
            <a:ext cx="3706500" cy="638100"/>
          </a:xfrm>
          <a:prstGeom prst="rect">
            <a:avLst/>
          </a:prstGeom>
        </p:spPr>
        <p:txBody>
          <a:bodyPr spcFirstLastPara="1" wrap="square" lIns="91425" tIns="91425" rIns="91425" bIns="91425" anchor="t" anchorCtr="0">
            <a:sp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a:endParaRPr/>
          </a:p>
        </p:txBody>
      </p:sp>
      <p:sp>
        <p:nvSpPr>
          <p:cNvPr id="174" name="Google Shape;174;p21"/>
          <p:cNvSpPr txBox="1">
            <a:spLocks noGrp="1"/>
          </p:cNvSpPr>
          <p:nvPr>
            <p:ph type="body" idx="1"/>
          </p:nvPr>
        </p:nvSpPr>
        <p:spPr>
          <a:xfrm>
            <a:off x="4644675" y="500925"/>
            <a:ext cx="4166400" cy="4432200"/>
          </a:xfrm>
          <a:prstGeom prst="rect">
            <a:avLst/>
          </a:prstGeom>
        </p:spPr>
        <p:txBody>
          <a:bodyPr spcFirstLastPara="1" wrap="square" lIns="91425" tIns="91425" rIns="91425" bIns="91425" anchor="t" anchorCtr="0">
            <a:sp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175" name="Google Shape;175;p21"/>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176" name="Google Shape;176;p21"/>
          <p:cNvSpPr txBox="1">
            <a:spLocks noGrp="1"/>
          </p:cNvSpPr>
          <p:nvPr>
            <p:ph type="body" idx="2"/>
          </p:nvPr>
        </p:nvSpPr>
        <p:spPr>
          <a:xfrm>
            <a:off x="315425" y="1286175"/>
            <a:ext cx="3706500" cy="2697300"/>
          </a:xfrm>
          <a:prstGeom prst="rect">
            <a:avLst/>
          </a:prstGeom>
        </p:spPr>
        <p:txBody>
          <a:bodyPr spcFirstLastPara="1" wrap="square" lIns="91425" tIns="91425" rIns="91425" bIns="91425" anchor="t" anchorCtr="0">
            <a:spAutoFit/>
          </a:bodyPr>
          <a:lstStyle>
            <a:lvl1pPr marL="457200" lvl="0" indent="-311150">
              <a:spcBef>
                <a:spcPts val="0"/>
              </a:spcBef>
              <a:spcAft>
                <a:spcPts val="0"/>
              </a:spcAft>
              <a:buClr>
                <a:srgbClr val="FFFFFF"/>
              </a:buClr>
              <a:buSzPts val="1300"/>
              <a:buChar char="●"/>
              <a:defRPr>
                <a:solidFill>
                  <a:srgbClr val="FFFFFF"/>
                </a:solidFill>
              </a:defRPr>
            </a:lvl1pPr>
            <a:lvl2pPr marL="914400" lvl="1" indent="-298450">
              <a:spcBef>
                <a:spcPts val="1600"/>
              </a:spcBef>
              <a:spcAft>
                <a:spcPts val="0"/>
              </a:spcAft>
              <a:buClr>
                <a:srgbClr val="FFFFFF"/>
              </a:buClr>
              <a:buSzPts val="1100"/>
              <a:buChar char="○"/>
              <a:defRPr>
                <a:solidFill>
                  <a:srgbClr val="FFFFFF"/>
                </a:solidFill>
              </a:defRPr>
            </a:lvl2pPr>
            <a:lvl3pPr marL="1371600" lvl="2" indent="-298450">
              <a:spcBef>
                <a:spcPts val="1600"/>
              </a:spcBef>
              <a:spcAft>
                <a:spcPts val="0"/>
              </a:spcAft>
              <a:buClr>
                <a:srgbClr val="FFFFFF"/>
              </a:buClr>
              <a:buSzPts val="1100"/>
              <a:buChar char="■"/>
              <a:defRPr>
                <a:solidFill>
                  <a:srgbClr val="FFFFFF"/>
                </a:solidFill>
              </a:defRPr>
            </a:lvl3pPr>
            <a:lvl4pPr marL="1828800" lvl="3" indent="-298450">
              <a:spcBef>
                <a:spcPts val="1600"/>
              </a:spcBef>
              <a:spcAft>
                <a:spcPts val="0"/>
              </a:spcAft>
              <a:buClr>
                <a:srgbClr val="FFFFFF"/>
              </a:buClr>
              <a:buSzPts val="1100"/>
              <a:buChar char="●"/>
              <a:defRPr>
                <a:solidFill>
                  <a:srgbClr val="FFFFFF"/>
                </a:solidFill>
              </a:defRPr>
            </a:lvl4pPr>
            <a:lvl5pPr marL="2286000" lvl="4" indent="-298450">
              <a:spcBef>
                <a:spcPts val="1600"/>
              </a:spcBef>
              <a:spcAft>
                <a:spcPts val="0"/>
              </a:spcAft>
              <a:buClr>
                <a:srgbClr val="FFFFFF"/>
              </a:buClr>
              <a:buSzPts val="1100"/>
              <a:buChar char="○"/>
              <a:defRPr>
                <a:solidFill>
                  <a:srgbClr val="FFFFFF"/>
                </a:solidFill>
              </a:defRPr>
            </a:lvl5pPr>
            <a:lvl6pPr marL="2743200" lvl="5" indent="-298450">
              <a:spcBef>
                <a:spcPts val="1600"/>
              </a:spcBef>
              <a:spcAft>
                <a:spcPts val="0"/>
              </a:spcAft>
              <a:buClr>
                <a:srgbClr val="FFFFFF"/>
              </a:buClr>
              <a:buSzPts val="1100"/>
              <a:buChar char="■"/>
              <a:defRPr>
                <a:solidFill>
                  <a:srgbClr val="FFFFFF"/>
                </a:solidFill>
              </a:defRPr>
            </a:lvl6pPr>
            <a:lvl7pPr marL="3200400" lvl="6" indent="-298450">
              <a:spcBef>
                <a:spcPts val="1600"/>
              </a:spcBef>
              <a:spcAft>
                <a:spcPts val="0"/>
              </a:spcAft>
              <a:buClr>
                <a:srgbClr val="FFFFFF"/>
              </a:buClr>
              <a:buSzPts val="1100"/>
              <a:buChar char="●"/>
              <a:defRPr>
                <a:solidFill>
                  <a:srgbClr val="FFFFFF"/>
                </a:solidFill>
              </a:defRPr>
            </a:lvl7pPr>
            <a:lvl8pPr marL="3657600" lvl="7" indent="-298450">
              <a:spcBef>
                <a:spcPts val="1600"/>
              </a:spcBef>
              <a:spcAft>
                <a:spcPts val="0"/>
              </a:spcAft>
              <a:buClr>
                <a:srgbClr val="FFFFFF"/>
              </a:buClr>
              <a:buSzPts val="1100"/>
              <a:buChar char="○"/>
              <a:defRPr>
                <a:solidFill>
                  <a:srgbClr val="FFFFFF"/>
                </a:solidFill>
              </a:defRPr>
            </a:lvl8pPr>
            <a:lvl9pPr marL="4114800" lvl="8" indent="-298450">
              <a:spcBef>
                <a:spcPts val="1600"/>
              </a:spcBef>
              <a:spcAft>
                <a:spcPts val="1600"/>
              </a:spcAft>
              <a:buClr>
                <a:srgbClr val="FFFFFF"/>
              </a:buClr>
              <a:buSzPts val="1100"/>
              <a:buChar char="■"/>
              <a:defRPr>
                <a:solidFill>
                  <a:srgbClr val="FFFFFF"/>
                </a:solidFill>
              </a:defRPr>
            </a:lvl9pPr>
          </a:lstStyle>
          <a:p>
            <a:endParaRPr/>
          </a:p>
        </p:txBody>
      </p:sp>
      <p:sp>
        <p:nvSpPr>
          <p:cNvPr id="177" name="Google Shape;177;p21"/>
          <p:cNvSpPr txBox="1">
            <a:spLocks noGrp="1"/>
          </p:cNvSpPr>
          <p:nvPr>
            <p:ph type="body" idx="3"/>
          </p:nvPr>
        </p:nvSpPr>
        <p:spPr>
          <a:xfrm>
            <a:off x="315425" y="4089650"/>
            <a:ext cx="3706500" cy="8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lvl1pPr marL="457200" lvl="0"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1pPr>
            <a:lvl2pPr marL="914400" lvl="1"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2pPr>
            <a:lvl3pPr marL="1371600" lvl="2"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3pPr>
            <a:lvl4pPr marL="1828800" lvl="3"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4pPr>
            <a:lvl5pPr marL="2286000" lvl="4"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5pPr>
            <a:lvl6pPr marL="2743200" lvl="5"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6pPr>
            <a:lvl7pPr marL="3200400" lvl="6"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7pPr>
            <a:lvl8pPr marL="3657600" lvl="7"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8pPr>
            <a:lvl9pPr marL="4114800" lvl="8"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178"/>
        <p:cNvGrpSpPr/>
        <p:nvPr/>
      </p:nvGrpSpPr>
      <p:grpSpPr>
        <a:xfrm>
          <a:off x="0" y="0"/>
          <a:ext cx="0" cy="0"/>
          <a:chOff x="0" y="0"/>
          <a:chExt cx="0" cy="0"/>
        </a:xfrm>
      </p:grpSpPr>
      <p:sp>
        <p:nvSpPr>
          <p:cNvPr id="179" name="Google Shape;179;p22"/>
          <p:cNvSpPr/>
          <p:nvPr/>
        </p:nvSpPr>
        <p:spPr>
          <a:xfrm>
            <a:off x="0" y="0"/>
            <a:ext cx="9144000" cy="12771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 name="Google Shape;180;p22"/>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sp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a:endParaRPr/>
          </a:p>
        </p:txBody>
      </p:sp>
      <p:sp>
        <p:nvSpPr>
          <p:cNvPr id="181" name="Google Shape;181;p22"/>
          <p:cNvSpPr txBox="1">
            <a:spLocks noGrp="1"/>
          </p:cNvSpPr>
          <p:nvPr>
            <p:ph type="body" idx="1"/>
          </p:nvPr>
        </p:nvSpPr>
        <p:spPr>
          <a:xfrm>
            <a:off x="311700" y="1505700"/>
            <a:ext cx="3999900" cy="3076200"/>
          </a:xfrm>
          <a:prstGeom prst="rect">
            <a:avLst/>
          </a:prstGeom>
        </p:spPr>
        <p:txBody>
          <a:bodyPr spcFirstLastPara="1" wrap="square" lIns="91425" tIns="91425" rIns="91425" bIns="91425" anchor="t" anchorCtr="0">
            <a:sp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182" name="Google Shape;182;p22"/>
          <p:cNvSpPr txBox="1">
            <a:spLocks noGrp="1"/>
          </p:cNvSpPr>
          <p:nvPr>
            <p:ph type="body" idx="2"/>
          </p:nvPr>
        </p:nvSpPr>
        <p:spPr>
          <a:xfrm>
            <a:off x="4832400" y="1505700"/>
            <a:ext cx="3999900" cy="3076200"/>
          </a:xfrm>
          <a:prstGeom prst="rect">
            <a:avLst/>
          </a:prstGeom>
        </p:spPr>
        <p:txBody>
          <a:bodyPr spcFirstLastPara="1" wrap="square" lIns="91425" tIns="91425" rIns="91425" bIns="91425" anchor="t" anchorCtr="0">
            <a:sp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183" name="Google Shape;183;p22"/>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84"/>
        <p:cNvGrpSpPr/>
        <p:nvPr/>
      </p:nvGrpSpPr>
      <p:grpSpPr>
        <a:xfrm>
          <a:off x="0" y="0"/>
          <a:ext cx="0" cy="0"/>
          <a:chOff x="0" y="0"/>
          <a:chExt cx="0" cy="0"/>
        </a:xfrm>
      </p:grpSpPr>
      <p:sp>
        <p:nvSpPr>
          <p:cNvPr id="185" name="Google Shape;185;p23"/>
          <p:cNvSpPr/>
          <p:nvPr/>
        </p:nvSpPr>
        <p:spPr>
          <a:xfrm>
            <a:off x="0" y="0"/>
            <a:ext cx="9144000" cy="7290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 name="Google Shape;186;p23"/>
          <p:cNvSpPr txBox="1">
            <a:spLocks noGrp="1"/>
          </p:cNvSpPr>
          <p:nvPr>
            <p:ph type="title"/>
          </p:nvPr>
        </p:nvSpPr>
        <p:spPr>
          <a:xfrm>
            <a:off x="311700" y="105275"/>
            <a:ext cx="8520600" cy="623700"/>
          </a:xfrm>
          <a:prstGeom prst="rect">
            <a:avLst/>
          </a:prstGeom>
        </p:spPr>
        <p:txBody>
          <a:bodyPr spcFirstLastPara="1" wrap="square" lIns="91425" tIns="91425" rIns="91425" bIns="91425" anchor="t" anchorCtr="0">
            <a:sp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a:endParaRPr/>
          </a:p>
        </p:txBody>
      </p:sp>
      <p:sp>
        <p:nvSpPr>
          <p:cNvPr id="187" name="Google Shape;187;p23"/>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188"/>
        <p:cNvGrpSpPr/>
        <p:nvPr/>
      </p:nvGrpSpPr>
      <p:grpSpPr>
        <a:xfrm>
          <a:off x="0" y="0"/>
          <a:ext cx="0" cy="0"/>
          <a:chOff x="0" y="0"/>
          <a:chExt cx="0" cy="0"/>
        </a:xfrm>
      </p:grpSpPr>
      <p:sp>
        <p:nvSpPr>
          <p:cNvPr id="189" name="Google Shape;189;p24"/>
          <p:cNvSpPr/>
          <p:nvPr/>
        </p:nvSpPr>
        <p:spPr>
          <a:xfrm>
            <a:off x="4840017" y="0"/>
            <a:ext cx="4314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 name="Google Shape;190;p24"/>
          <p:cNvSpPr/>
          <p:nvPr/>
        </p:nvSpPr>
        <p:spPr>
          <a:xfrm>
            <a:off x="4839900" y="0"/>
            <a:ext cx="4316900" cy="4887028"/>
          </a:xfrm>
          <a:custGeom>
            <a:avLst/>
            <a:gdLst/>
            <a:ahLst/>
            <a:cxnLst/>
            <a:rect l="l" t="t" r="r" b="b"/>
            <a:pathLst>
              <a:path w="172676" h="175824" extrusionOk="0">
                <a:moveTo>
                  <a:pt x="0" y="6"/>
                </a:moveTo>
                <a:lnTo>
                  <a:pt x="172676" y="0"/>
                </a:lnTo>
                <a:lnTo>
                  <a:pt x="172562" y="126442"/>
                </a:lnTo>
                <a:lnTo>
                  <a:pt x="0" y="175824"/>
                </a:lnTo>
                <a:close/>
              </a:path>
            </a:pathLst>
          </a:custGeom>
          <a:solidFill>
            <a:schemeClr val="dk1"/>
          </a:solidFill>
          <a:ln>
            <a:noFill/>
          </a:ln>
        </p:spPr>
      </p:sp>
      <p:sp>
        <p:nvSpPr>
          <p:cNvPr id="191" name="Google Shape;191;p24"/>
          <p:cNvSpPr txBox="1">
            <a:spLocks noGrp="1"/>
          </p:cNvSpPr>
          <p:nvPr>
            <p:ph type="sldNum" idx="12"/>
          </p:nvPr>
        </p:nvSpPr>
        <p:spPr>
          <a:xfrm>
            <a:off x="90458" y="4663217"/>
            <a:ext cx="548700" cy="338700"/>
          </a:xfrm>
          <a:prstGeom prst="rect">
            <a:avLst/>
          </a:prstGeom>
        </p:spPr>
        <p:txBody>
          <a:bodyPr spcFirstLastPara="1" wrap="square" lIns="91425" tIns="91425" rIns="91425" bIns="91425" anchor="ctr" anchorCtr="0">
            <a:sp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192" name="Google Shape;192;p24"/>
          <p:cNvSpPr txBox="1">
            <a:spLocks noGrp="1"/>
          </p:cNvSpPr>
          <p:nvPr>
            <p:ph type="title"/>
          </p:nvPr>
        </p:nvSpPr>
        <p:spPr>
          <a:xfrm>
            <a:off x="5264725" y="500925"/>
            <a:ext cx="3706500" cy="638100"/>
          </a:xfrm>
          <a:prstGeom prst="rect">
            <a:avLst/>
          </a:prstGeom>
        </p:spPr>
        <p:txBody>
          <a:bodyPr spcFirstLastPara="1" wrap="square" lIns="91425" tIns="91425" rIns="91425" bIns="91425" anchor="t" anchorCtr="0">
            <a:sp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a:endParaRPr/>
          </a:p>
        </p:txBody>
      </p:sp>
      <p:sp>
        <p:nvSpPr>
          <p:cNvPr id="193" name="Google Shape;193;p24"/>
          <p:cNvSpPr txBox="1">
            <a:spLocks noGrp="1"/>
          </p:cNvSpPr>
          <p:nvPr>
            <p:ph type="body" idx="1"/>
          </p:nvPr>
        </p:nvSpPr>
        <p:spPr>
          <a:xfrm>
            <a:off x="301275" y="500925"/>
            <a:ext cx="4166400" cy="4432200"/>
          </a:xfrm>
          <a:prstGeom prst="rect">
            <a:avLst/>
          </a:prstGeom>
        </p:spPr>
        <p:txBody>
          <a:bodyPr spcFirstLastPara="1" wrap="square" lIns="91425" tIns="91425" rIns="91425" bIns="91425" anchor="t" anchorCtr="0">
            <a:sp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194" name="Google Shape;194;p24"/>
          <p:cNvSpPr txBox="1">
            <a:spLocks noGrp="1"/>
          </p:cNvSpPr>
          <p:nvPr>
            <p:ph type="body" idx="2"/>
          </p:nvPr>
        </p:nvSpPr>
        <p:spPr>
          <a:xfrm>
            <a:off x="5192225" y="1286175"/>
            <a:ext cx="3706500" cy="2697300"/>
          </a:xfrm>
          <a:prstGeom prst="rect">
            <a:avLst/>
          </a:prstGeom>
        </p:spPr>
        <p:txBody>
          <a:bodyPr spcFirstLastPara="1" wrap="square" lIns="91425" tIns="91425" rIns="91425" bIns="91425" anchor="t" anchorCtr="0">
            <a:spAutoFit/>
          </a:bodyPr>
          <a:lstStyle>
            <a:lvl1pPr marL="457200" lvl="0" indent="-311150">
              <a:spcBef>
                <a:spcPts val="0"/>
              </a:spcBef>
              <a:spcAft>
                <a:spcPts val="0"/>
              </a:spcAft>
              <a:buClr>
                <a:srgbClr val="FFFFFF"/>
              </a:buClr>
              <a:buSzPts val="1300"/>
              <a:buChar char="●"/>
              <a:defRPr>
                <a:solidFill>
                  <a:srgbClr val="FFFFFF"/>
                </a:solidFill>
              </a:defRPr>
            </a:lvl1pPr>
            <a:lvl2pPr marL="914400" lvl="1" indent="-298450">
              <a:spcBef>
                <a:spcPts val="1600"/>
              </a:spcBef>
              <a:spcAft>
                <a:spcPts val="0"/>
              </a:spcAft>
              <a:buClr>
                <a:srgbClr val="FFFFFF"/>
              </a:buClr>
              <a:buSzPts val="1100"/>
              <a:buChar char="○"/>
              <a:defRPr>
                <a:solidFill>
                  <a:srgbClr val="FFFFFF"/>
                </a:solidFill>
              </a:defRPr>
            </a:lvl2pPr>
            <a:lvl3pPr marL="1371600" lvl="2" indent="-298450">
              <a:spcBef>
                <a:spcPts val="1600"/>
              </a:spcBef>
              <a:spcAft>
                <a:spcPts val="0"/>
              </a:spcAft>
              <a:buClr>
                <a:srgbClr val="FFFFFF"/>
              </a:buClr>
              <a:buSzPts val="1100"/>
              <a:buChar char="■"/>
              <a:defRPr>
                <a:solidFill>
                  <a:srgbClr val="FFFFFF"/>
                </a:solidFill>
              </a:defRPr>
            </a:lvl3pPr>
            <a:lvl4pPr marL="1828800" lvl="3" indent="-298450">
              <a:spcBef>
                <a:spcPts val="1600"/>
              </a:spcBef>
              <a:spcAft>
                <a:spcPts val="0"/>
              </a:spcAft>
              <a:buClr>
                <a:srgbClr val="FFFFFF"/>
              </a:buClr>
              <a:buSzPts val="1100"/>
              <a:buChar char="●"/>
              <a:defRPr>
                <a:solidFill>
                  <a:srgbClr val="FFFFFF"/>
                </a:solidFill>
              </a:defRPr>
            </a:lvl4pPr>
            <a:lvl5pPr marL="2286000" lvl="4" indent="-298450">
              <a:spcBef>
                <a:spcPts val="1600"/>
              </a:spcBef>
              <a:spcAft>
                <a:spcPts val="0"/>
              </a:spcAft>
              <a:buClr>
                <a:srgbClr val="FFFFFF"/>
              </a:buClr>
              <a:buSzPts val="1100"/>
              <a:buChar char="○"/>
              <a:defRPr>
                <a:solidFill>
                  <a:srgbClr val="FFFFFF"/>
                </a:solidFill>
              </a:defRPr>
            </a:lvl5pPr>
            <a:lvl6pPr marL="2743200" lvl="5" indent="-298450">
              <a:spcBef>
                <a:spcPts val="1600"/>
              </a:spcBef>
              <a:spcAft>
                <a:spcPts val="0"/>
              </a:spcAft>
              <a:buClr>
                <a:srgbClr val="FFFFFF"/>
              </a:buClr>
              <a:buSzPts val="1100"/>
              <a:buChar char="■"/>
              <a:defRPr>
                <a:solidFill>
                  <a:srgbClr val="FFFFFF"/>
                </a:solidFill>
              </a:defRPr>
            </a:lvl6pPr>
            <a:lvl7pPr marL="3200400" lvl="6" indent="-298450">
              <a:spcBef>
                <a:spcPts val="1600"/>
              </a:spcBef>
              <a:spcAft>
                <a:spcPts val="0"/>
              </a:spcAft>
              <a:buClr>
                <a:srgbClr val="FFFFFF"/>
              </a:buClr>
              <a:buSzPts val="1100"/>
              <a:buChar char="●"/>
              <a:defRPr>
                <a:solidFill>
                  <a:srgbClr val="FFFFFF"/>
                </a:solidFill>
              </a:defRPr>
            </a:lvl7pPr>
            <a:lvl8pPr marL="3657600" lvl="7" indent="-298450">
              <a:spcBef>
                <a:spcPts val="1600"/>
              </a:spcBef>
              <a:spcAft>
                <a:spcPts val="0"/>
              </a:spcAft>
              <a:buClr>
                <a:srgbClr val="FFFFFF"/>
              </a:buClr>
              <a:buSzPts val="1100"/>
              <a:buChar char="○"/>
              <a:defRPr>
                <a:solidFill>
                  <a:srgbClr val="FFFFFF"/>
                </a:solidFill>
              </a:defRPr>
            </a:lvl8pPr>
            <a:lvl9pPr marL="4114800" lvl="8" indent="-298450">
              <a:spcBef>
                <a:spcPts val="1600"/>
              </a:spcBef>
              <a:spcAft>
                <a:spcPts val="1600"/>
              </a:spcAft>
              <a:buClr>
                <a:srgbClr val="FFFFFF"/>
              </a:buClr>
              <a:buSzPts val="1100"/>
              <a:buChar char="■"/>
              <a:defRPr>
                <a:solidFill>
                  <a:srgbClr val="FFFFFF"/>
                </a:solidFill>
              </a:defRPr>
            </a:lvl9pPr>
          </a:lstStyle>
          <a:p>
            <a:endParaRPr/>
          </a:p>
        </p:txBody>
      </p:sp>
      <p:sp>
        <p:nvSpPr>
          <p:cNvPr id="195" name="Google Shape;195;p24"/>
          <p:cNvSpPr txBox="1">
            <a:spLocks noGrp="1"/>
          </p:cNvSpPr>
          <p:nvPr>
            <p:ph type="body" idx="3"/>
          </p:nvPr>
        </p:nvSpPr>
        <p:spPr>
          <a:xfrm>
            <a:off x="5192225" y="4089650"/>
            <a:ext cx="3706500" cy="8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lvl1pPr marL="457200" lvl="0"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1pPr>
            <a:lvl2pPr marL="914400" lvl="1"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2pPr>
            <a:lvl3pPr marL="1371600" lvl="2"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3pPr>
            <a:lvl4pPr marL="1828800" lvl="3"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4pPr>
            <a:lvl5pPr marL="2286000" lvl="4"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5pPr>
            <a:lvl6pPr marL="2743200" lvl="5"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6pPr>
            <a:lvl7pPr marL="3200400" lvl="6"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7pPr>
            <a:lvl8pPr marL="3657600" lvl="7"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8pPr>
            <a:lvl9pPr marL="4114800" lvl="8"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accent3"/>
        </a:solidFill>
        <a:effectLst/>
      </p:bgPr>
    </p:bg>
    <p:spTree>
      <p:nvGrpSpPr>
        <p:cNvPr id="1" name="Shape 196"/>
        <p:cNvGrpSpPr/>
        <p:nvPr/>
      </p:nvGrpSpPr>
      <p:grpSpPr>
        <a:xfrm>
          <a:off x="0" y="0"/>
          <a:ext cx="0" cy="0"/>
          <a:chOff x="0" y="0"/>
          <a:chExt cx="0" cy="0"/>
        </a:xfrm>
      </p:grpSpPr>
      <p:sp>
        <p:nvSpPr>
          <p:cNvPr id="197" name="Google Shape;197;p25"/>
          <p:cNvSpPr txBox="1">
            <a:spLocks noGrp="1"/>
          </p:cNvSpPr>
          <p:nvPr>
            <p:ph type="title"/>
          </p:nvPr>
        </p:nvSpPr>
        <p:spPr>
          <a:xfrm>
            <a:off x="311675" y="798600"/>
            <a:ext cx="6247800" cy="3546300"/>
          </a:xfrm>
          <a:prstGeom prst="rect">
            <a:avLst/>
          </a:prstGeom>
        </p:spPr>
        <p:txBody>
          <a:bodyPr spcFirstLastPara="1" wrap="square" lIns="91425" tIns="91425" rIns="91425" bIns="91425" anchor="ctr" anchorCtr="0">
            <a:spAutoFit/>
          </a:bodyPr>
          <a:lstStyle>
            <a:lvl1pPr lvl="0">
              <a:spcBef>
                <a:spcPts val="0"/>
              </a:spcBef>
              <a:spcAft>
                <a:spcPts val="0"/>
              </a:spcAft>
              <a:buSzPts val="3600"/>
              <a:buNone/>
              <a:defRPr sz="3600"/>
            </a:lvl1pPr>
            <a:lvl2pPr lvl="1">
              <a:spcBef>
                <a:spcPts val="0"/>
              </a:spcBef>
              <a:spcAft>
                <a:spcPts val="0"/>
              </a:spcAft>
              <a:buSzPts val="3600"/>
              <a:buNone/>
              <a:defRPr sz="3600"/>
            </a:lvl2pPr>
            <a:lvl3pPr lvl="2">
              <a:spcBef>
                <a:spcPts val="0"/>
              </a:spcBef>
              <a:spcAft>
                <a:spcPts val="0"/>
              </a:spcAft>
              <a:buSzPts val="3600"/>
              <a:buNone/>
              <a:defRPr sz="3600"/>
            </a:lvl3pPr>
            <a:lvl4pPr lvl="3">
              <a:spcBef>
                <a:spcPts val="0"/>
              </a:spcBef>
              <a:spcAft>
                <a:spcPts val="0"/>
              </a:spcAft>
              <a:buSzPts val="3600"/>
              <a:buNone/>
              <a:defRPr sz="3600"/>
            </a:lvl4pPr>
            <a:lvl5pPr lvl="4">
              <a:spcBef>
                <a:spcPts val="0"/>
              </a:spcBef>
              <a:spcAft>
                <a:spcPts val="0"/>
              </a:spcAft>
              <a:buSzPts val="3600"/>
              <a:buNone/>
              <a:defRPr sz="3600"/>
            </a:lvl5pPr>
            <a:lvl6pPr lvl="5">
              <a:spcBef>
                <a:spcPts val="0"/>
              </a:spcBef>
              <a:spcAft>
                <a:spcPts val="0"/>
              </a:spcAft>
              <a:buSzPts val="3600"/>
              <a:buNone/>
              <a:defRPr sz="3600"/>
            </a:lvl6pPr>
            <a:lvl7pPr lvl="6">
              <a:spcBef>
                <a:spcPts val="0"/>
              </a:spcBef>
              <a:spcAft>
                <a:spcPts val="0"/>
              </a:spcAft>
              <a:buSzPts val="3600"/>
              <a:buNone/>
              <a:defRPr sz="3600"/>
            </a:lvl7pPr>
            <a:lvl8pPr lvl="7">
              <a:spcBef>
                <a:spcPts val="0"/>
              </a:spcBef>
              <a:spcAft>
                <a:spcPts val="0"/>
              </a:spcAft>
              <a:buSzPts val="3600"/>
              <a:buNone/>
              <a:defRPr sz="3600"/>
            </a:lvl8pPr>
            <a:lvl9pPr lvl="8">
              <a:spcBef>
                <a:spcPts val="0"/>
              </a:spcBef>
              <a:spcAft>
                <a:spcPts val="0"/>
              </a:spcAft>
              <a:buSzPts val="3600"/>
              <a:buNone/>
              <a:defRPr sz="3600"/>
            </a:lvl9pPr>
          </a:lstStyle>
          <a:p>
            <a:endParaRPr/>
          </a:p>
        </p:txBody>
      </p:sp>
      <p:sp>
        <p:nvSpPr>
          <p:cNvPr id="198" name="Google Shape;198;p25"/>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a:buNone/>
              <a:defRPr>
                <a:solidFill>
                  <a:schemeClr val="accent1"/>
                </a:solidFill>
              </a:defRPr>
            </a:lvl1pPr>
            <a:lvl2pPr lvl="1">
              <a:buNone/>
              <a:defRPr>
                <a:solidFill>
                  <a:schemeClr val="accent1"/>
                </a:solidFill>
              </a:defRPr>
            </a:lvl2pPr>
            <a:lvl3pPr lvl="2">
              <a:buNone/>
              <a:defRPr>
                <a:solidFill>
                  <a:schemeClr val="accent1"/>
                </a:solidFill>
              </a:defRPr>
            </a:lvl3pPr>
            <a:lvl4pPr lvl="3">
              <a:buNone/>
              <a:defRPr>
                <a:solidFill>
                  <a:schemeClr val="accent1"/>
                </a:solidFill>
              </a:defRPr>
            </a:lvl4pPr>
            <a:lvl5pPr lvl="4">
              <a:buNone/>
              <a:defRPr>
                <a:solidFill>
                  <a:schemeClr val="accent1"/>
                </a:solidFill>
              </a:defRPr>
            </a:lvl5pPr>
            <a:lvl6pPr lvl="5">
              <a:buNone/>
              <a:defRPr>
                <a:solidFill>
                  <a:schemeClr val="accent1"/>
                </a:solidFill>
              </a:defRPr>
            </a:lvl6pPr>
            <a:lvl7pPr lvl="6">
              <a:buNone/>
              <a:defRPr>
                <a:solidFill>
                  <a:schemeClr val="accent1"/>
                </a:solidFill>
              </a:defRPr>
            </a:lvl7pPr>
            <a:lvl8pPr lvl="7">
              <a:buNone/>
              <a:defRPr>
                <a:solidFill>
                  <a:schemeClr val="accent1"/>
                </a:solidFill>
              </a:defRPr>
            </a:lvl8pPr>
            <a:lvl9pPr lvl="8">
              <a:buNone/>
              <a:defRPr>
                <a:solidFill>
                  <a:schemeClr val="accen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199"/>
        <p:cNvGrpSpPr/>
        <p:nvPr/>
      </p:nvGrpSpPr>
      <p:grpSpPr>
        <a:xfrm>
          <a:off x="0" y="0"/>
          <a:ext cx="0" cy="0"/>
          <a:chOff x="0" y="0"/>
          <a:chExt cx="0" cy="0"/>
        </a:xfrm>
      </p:grpSpPr>
      <p:sp>
        <p:nvSpPr>
          <p:cNvPr id="200" name="Google Shape;200;p26"/>
          <p:cNvSpPr/>
          <p:nvPr/>
        </p:nvSpPr>
        <p:spPr>
          <a:xfrm>
            <a:off x="0" y="0"/>
            <a:ext cx="4572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 name="Google Shape;201;p26"/>
          <p:cNvSpPr txBox="1">
            <a:spLocks noGrp="1"/>
          </p:cNvSpPr>
          <p:nvPr>
            <p:ph type="title"/>
          </p:nvPr>
        </p:nvSpPr>
        <p:spPr>
          <a:xfrm>
            <a:off x="311300" y="500925"/>
            <a:ext cx="3704400" cy="2049600"/>
          </a:xfrm>
          <a:prstGeom prst="rect">
            <a:avLst/>
          </a:prstGeom>
        </p:spPr>
        <p:txBody>
          <a:bodyPr spcFirstLastPara="1" wrap="square" lIns="91425" tIns="91425" rIns="91425" bIns="91425" anchor="t" anchorCtr="0">
            <a:sp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a:endParaRPr/>
          </a:p>
        </p:txBody>
      </p:sp>
      <p:sp>
        <p:nvSpPr>
          <p:cNvPr id="202" name="Google Shape;202;p26"/>
          <p:cNvSpPr txBox="1">
            <a:spLocks noGrp="1"/>
          </p:cNvSpPr>
          <p:nvPr>
            <p:ph type="subTitle" idx="1"/>
          </p:nvPr>
        </p:nvSpPr>
        <p:spPr>
          <a:xfrm>
            <a:off x="304800" y="2626725"/>
            <a:ext cx="3704400" cy="926700"/>
          </a:xfrm>
          <a:prstGeom prst="rect">
            <a:avLst/>
          </a:prstGeom>
        </p:spPr>
        <p:txBody>
          <a:bodyPr spcFirstLastPara="1" wrap="square" lIns="91425" tIns="91425" rIns="91425" bIns="91425" anchor="t" anchorCtr="0">
            <a:spAutoFit/>
          </a:bodyPr>
          <a:lstStyle>
            <a:lvl1pPr lvl="0">
              <a:lnSpc>
                <a:spcPct val="100000"/>
              </a:lnSpc>
              <a:spcBef>
                <a:spcPts val="0"/>
              </a:spcBef>
              <a:spcAft>
                <a:spcPts val="0"/>
              </a:spcAft>
              <a:buClr>
                <a:schemeClr val="accent2"/>
              </a:buClr>
              <a:buSzPts val="1600"/>
              <a:buNone/>
              <a:defRPr sz="1600">
                <a:solidFill>
                  <a:schemeClr val="accent2"/>
                </a:solidFill>
              </a:defRPr>
            </a:lvl1pPr>
            <a:lvl2pPr lvl="1">
              <a:lnSpc>
                <a:spcPct val="100000"/>
              </a:lnSpc>
              <a:spcBef>
                <a:spcPts val="0"/>
              </a:spcBef>
              <a:spcAft>
                <a:spcPts val="0"/>
              </a:spcAft>
              <a:buClr>
                <a:schemeClr val="accent2"/>
              </a:buClr>
              <a:buSzPts val="1600"/>
              <a:buNone/>
              <a:defRPr sz="1600">
                <a:solidFill>
                  <a:schemeClr val="accent2"/>
                </a:solidFill>
              </a:defRPr>
            </a:lvl2pPr>
            <a:lvl3pPr lvl="2">
              <a:lnSpc>
                <a:spcPct val="100000"/>
              </a:lnSpc>
              <a:spcBef>
                <a:spcPts val="0"/>
              </a:spcBef>
              <a:spcAft>
                <a:spcPts val="0"/>
              </a:spcAft>
              <a:buClr>
                <a:schemeClr val="accent2"/>
              </a:buClr>
              <a:buSzPts val="1600"/>
              <a:buNone/>
              <a:defRPr sz="1600">
                <a:solidFill>
                  <a:schemeClr val="accent2"/>
                </a:solidFill>
              </a:defRPr>
            </a:lvl3pPr>
            <a:lvl4pPr lvl="3">
              <a:lnSpc>
                <a:spcPct val="100000"/>
              </a:lnSpc>
              <a:spcBef>
                <a:spcPts val="0"/>
              </a:spcBef>
              <a:spcAft>
                <a:spcPts val="0"/>
              </a:spcAft>
              <a:buClr>
                <a:schemeClr val="accent2"/>
              </a:buClr>
              <a:buSzPts val="1600"/>
              <a:buNone/>
              <a:defRPr sz="1600">
                <a:solidFill>
                  <a:schemeClr val="accent2"/>
                </a:solidFill>
              </a:defRPr>
            </a:lvl4pPr>
            <a:lvl5pPr lvl="4">
              <a:lnSpc>
                <a:spcPct val="100000"/>
              </a:lnSpc>
              <a:spcBef>
                <a:spcPts val="0"/>
              </a:spcBef>
              <a:spcAft>
                <a:spcPts val="0"/>
              </a:spcAft>
              <a:buClr>
                <a:schemeClr val="accent2"/>
              </a:buClr>
              <a:buSzPts val="1600"/>
              <a:buNone/>
              <a:defRPr sz="1600">
                <a:solidFill>
                  <a:schemeClr val="accent2"/>
                </a:solidFill>
              </a:defRPr>
            </a:lvl5pPr>
            <a:lvl6pPr lvl="5">
              <a:lnSpc>
                <a:spcPct val="100000"/>
              </a:lnSpc>
              <a:spcBef>
                <a:spcPts val="0"/>
              </a:spcBef>
              <a:spcAft>
                <a:spcPts val="0"/>
              </a:spcAft>
              <a:buClr>
                <a:schemeClr val="accent2"/>
              </a:buClr>
              <a:buSzPts val="1600"/>
              <a:buNone/>
              <a:defRPr sz="1600">
                <a:solidFill>
                  <a:schemeClr val="accent2"/>
                </a:solidFill>
              </a:defRPr>
            </a:lvl6pPr>
            <a:lvl7pPr lvl="6">
              <a:lnSpc>
                <a:spcPct val="100000"/>
              </a:lnSpc>
              <a:spcBef>
                <a:spcPts val="0"/>
              </a:spcBef>
              <a:spcAft>
                <a:spcPts val="0"/>
              </a:spcAft>
              <a:buClr>
                <a:schemeClr val="accent2"/>
              </a:buClr>
              <a:buSzPts val="1600"/>
              <a:buNone/>
              <a:defRPr sz="1600">
                <a:solidFill>
                  <a:schemeClr val="accent2"/>
                </a:solidFill>
              </a:defRPr>
            </a:lvl7pPr>
            <a:lvl8pPr lvl="7">
              <a:lnSpc>
                <a:spcPct val="100000"/>
              </a:lnSpc>
              <a:spcBef>
                <a:spcPts val="0"/>
              </a:spcBef>
              <a:spcAft>
                <a:spcPts val="0"/>
              </a:spcAft>
              <a:buClr>
                <a:schemeClr val="accent2"/>
              </a:buClr>
              <a:buSzPts val="1600"/>
              <a:buNone/>
              <a:defRPr sz="1600">
                <a:solidFill>
                  <a:schemeClr val="accent2"/>
                </a:solidFill>
              </a:defRPr>
            </a:lvl8pPr>
            <a:lvl9pPr lvl="8">
              <a:lnSpc>
                <a:spcPct val="100000"/>
              </a:lnSpc>
              <a:spcBef>
                <a:spcPts val="0"/>
              </a:spcBef>
              <a:spcAft>
                <a:spcPts val="0"/>
              </a:spcAft>
              <a:buClr>
                <a:schemeClr val="accent2"/>
              </a:buClr>
              <a:buSzPts val="1600"/>
              <a:buNone/>
              <a:defRPr sz="1600">
                <a:solidFill>
                  <a:schemeClr val="accent2"/>
                </a:solidFill>
              </a:defRPr>
            </a:lvl9pPr>
          </a:lstStyle>
          <a:p>
            <a:endParaRPr/>
          </a:p>
        </p:txBody>
      </p:sp>
      <p:sp>
        <p:nvSpPr>
          <p:cNvPr id="203" name="Google Shape;203;p26"/>
          <p:cNvSpPr txBox="1">
            <a:spLocks noGrp="1"/>
          </p:cNvSpPr>
          <p:nvPr>
            <p:ph type="body" idx="2"/>
          </p:nvPr>
        </p:nvSpPr>
        <p:spPr>
          <a:xfrm>
            <a:off x="4879025" y="500925"/>
            <a:ext cx="3954000" cy="4111500"/>
          </a:xfrm>
          <a:prstGeom prst="rect">
            <a:avLst/>
          </a:prstGeom>
        </p:spPr>
        <p:txBody>
          <a:bodyPr spcFirstLastPara="1" wrap="square" lIns="91425" tIns="91425" rIns="91425" bIns="91425" anchor="t" anchorCtr="0">
            <a:sp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204" name="Google Shape;204;p26"/>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205"/>
        <p:cNvGrpSpPr/>
        <p:nvPr/>
      </p:nvGrpSpPr>
      <p:grpSpPr>
        <a:xfrm>
          <a:off x="0" y="0"/>
          <a:ext cx="0" cy="0"/>
          <a:chOff x="0" y="0"/>
          <a:chExt cx="0" cy="0"/>
        </a:xfrm>
      </p:grpSpPr>
      <p:sp>
        <p:nvSpPr>
          <p:cNvPr id="206" name="Google Shape;206;p27"/>
          <p:cNvSpPr/>
          <p:nvPr/>
        </p:nvSpPr>
        <p:spPr>
          <a:xfrm>
            <a:off x="0" y="4369000"/>
            <a:ext cx="9144000" cy="7743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 name="Google Shape;207;p27"/>
          <p:cNvSpPr txBox="1">
            <a:spLocks noGrp="1"/>
          </p:cNvSpPr>
          <p:nvPr>
            <p:ph type="body" idx="1"/>
          </p:nvPr>
        </p:nvSpPr>
        <p:spPr>
          <a:xfrm>
            <a:off x="311700" y="4521400"/>
            <a:ext cx="7979400" cy="460500"/>
          </a:xfrm>
          <a:prstGeom prst="rect">
            <a:avLst/>
          </a:prstGeom>
        </p:spPr>
        <p:txBody>
          <a:bodyPr spcFirstLastPara="1" wrap="square" lIns="91425" tIns="91425" rIns="91425" bIns="91425" anchor="ctr" anchorCtr="0">
            <a:spAutoFit/>
          </a:bodyPr>
          <a:lstStyle>
            <a:lvl1pPr marL="457200" lvl="0" indent="-228600">
              <a:lnSpc>
                <a:spcPct val="100000"/>
              </a:lnSpc>
              <a:spcBef>
                <a:spcPts val="0"/>
              </a:spcBef>
              <a:spcAft>
                <a:spcPts val="0"/>
              </a:spcAft>
              <a:buClr>
                <a:schemeClr val="lt1"/>
              </a:buClr>
              <a:buSzPts val="1300"/>
              <a:buFont typeface="Merriweather"/>
              <a:buNone/>
              <a:defRPr>
                <a:solidFill>
                  <a:schemeClr val="lt1"/>
                </a:solidFill>
                <a:latin typeface="Merriweather"/>
                <a:ea typeface="Merriweather"/>
                <a:cs typeface="Merriweather"/>
                <a:sym typeface="Merriweather"/>
              </a:defRPr>
            </a:lvl1pPr>
          </a:lstStyle>
          <a:p>
            <a:endParaRPr/>
          </a:p>
        </p:txBody>
      </p:sp>
      <p:sp>
        <p:nvSpPr>
          <p:cNvPr id="208" name="Google Shape;208;p27"/>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Big number">
  <p:cSld name="BIG_NUMBER">
    <p:bg>
      <p:bgPr>
        <a:solidFill>
          <a:schemeClr val="dk1"/>
        </a:solidFill>
        <a:effectLst/>
      </p:bgPr>
    </p:bg>
    <p:spTree>
      <p:nvGrpSpPr>
        <p:cNvPr id="1" name="Shape 209"/>
        <p:cNvGrpSpPr/>
        <p:nvPr/>
      </p:nvGrpSpPr>
      <p:grpSpPr>
        <a:xfrm>
          <a:off x="0" y="0"/>
          <a:ext cx="0" cy="0"/>
          <a:chOff x="0" y="0"/>
          <a:chExt cx="0" cy="0"/>
        </a:xfrm>
      </p:grpSpPr>
      <p:sp>
        <p:nvSpPr>
          <p:cNvPr id="210" name="Google Shape;210;p28"/>
          <p:cNvSpPr txBox="1">
            <a:spLocks noGrp="1"/>
          </p:cNvSpPr>
          <p:nvPr>
            <p:ph type="title" hasCustomPrompt="1"/>
          </p:nvPr>
        </p:nvSpPr>
        <p:spPr>
          <a:xfrm>
            <a:off x="311750" y="831175"/>
            <a:ext cx="5334900" cy="1244700"/>
          </a:xfrm>
          <a:prstGeom prst="rect">
            <a:avLst/>
          </a:prstGeom>
        </p:spPr>
        <p:txBody>
          <a:bodyPr spcFirstLastPara="1" wrap="square" lIns="91425" tIns="91425" rIns="91425" bIns="91425" anchor="b" anchorCtr="0">
            <a:spAutoFit/>
          </a:bodyPr>
          <a:lstStyle>
            <a:lvl1pPr lvl="0">
              <a:spcBef>
                <a:spcPts val="0"/>
              </a:spcBef>
              <a:spcAft>
                <a:spcPts val="0"/>
              </a:spcAft>
              <a:buClr>
                <a:schemeClr val="lt1"/>
              </a:buClr>
              <a:buSzPts val="10000"/>
              <a:buNone/>
              <a:defRPr sz="10000">
                <a:solidFill>
                  <a:schemeClr val="lt1"/>
                </a:solidFill>
              </a:defRPr>
            </a:lvl1pPr>
            <a:lvl2pPr lvl="1">
              <a:spcBef>
                <a:spcPts val="0"/>
              </a:spcBef>
              <a:spcAft>
                <a:spcPts val="0"/>
              </a:spcAft>
              <a:buClr>
                <a:schemeClr val="lt1"/>
              </a:buClr>
              <a:buSzPts val="10000"/>
              <a:buNone/>
              <a:defRPr sz="10000">
                <a:solidFill>
                  <a:schemeClr val="lt1"/>
                </a:solidFill>
              </a:defRPr>
            </a:lvl2pPr>
            <a:lvl3pPr lvl="2">
              <a:spcBef>
                <a:spcPts val="0"/>
              </a:spcBef>
              <a:spcAft>
                <a:spcPts val="0"/>
              </a:spcAft>
              <a:buClr>
                <a:schemeClr val="lt1"/>
              </a:buClr>
              <a:buSzPts val="10000"/>
              <a:buNone/>
              <a:defRPr sz="10000">
                <a:solidFill>
                  <a:schemeClr val="lt1"/>
                </a:solidFill>
              </a:defRPr>
            </a:lvl3pPr>
            <a:lvl4pPr lvl="3">
              <a:spcBef>
                <a:spcPts val="0"/>
              </a:spcBef>
              <a:spcAft>
                <a:spcPts val="0"/>
              </a:spcAft>
              <a:buClr>
                <a:schemeClr val="lt1"/>
              </a:buClr>
              <a:buSzPts val="10000"/>
              <a:buNone/>
              <a:defRPr sz="10000">
                <a:solidFill>
                  <a:schemeClr val="lt1"/>
                </a:solidFill>
              </a:defRPr>
            </a:lvl4pPr>
            <a:lvl5pPr lvl="4">
              <a:spcBef>
                <a:spcPts val="0"/>
              </a:spcBef>
              <a:spcAft>
                <a:spcPts val="0"/>
              </a:spcAft>
              <a:buClr>
                <a:schemeClr val="lt1"/>
              </a:buClr>
              <a:buSzPts val="10000"/>
              <a:buNone/>
              <a:defRPr sz="10000">
                <a:solidFill>
                  <a:schemeClr val="lt1"/>
                </a:solidFill>
              </a:defRPr>
            </a:lvl5pPr>
            <a:lvl6pPr lvl="5">
              <a:spcBef>
                <a:spcPts val="0"/>
              </a:spcBef>
              <a:spcAft>
                <a:spcPts val="0"/>
              </a:spcAft>
              <a:buClr>
                <a:schemeClr val="lt1"/>
              </a:buClr>
              <a:buSzPts val="10000"/>
              <a:buNone/>
              <a:defRPr sz="10000">
                <a:solidFill>
                  <a:schemeClr val="lt1"/>
                </a:solidFill>
              </a:defRPr>
            </a:lvl6pPr>
            <a:lvl7pPr lvl="6">
              <a:spcBef>
                <a:spcPts val="0"/>
              </a:spcBef>
              <a:spcAft>
                <a:spcPts val="0"/>
              </a:spcAft>
              <a:buClr>
                <a:schemeClr val="lt1"/>
              </a:buClr>
              <a:buSzPts val="10000"/>
              <a:buNone/>
              <a:defRPr sz="10000">
                <a:solidFill>
                  <a:schemeClr val="lt1"/>
                </a:solidFill>
              </a:defRPr>
            </a:lvl7pPr>
            <a:lvl8pPr lvl="7">
              <a:spcBef>
                <a:spcPts val="0"/>
              </a:spcBef>
              <a:spcAft>
                <a:spcPts val="0"/>
              </a:spcAft>
              <a:buClr>
                <a:schemeClr val="lt1"/>
              </a:buClr>
              <a:buSzPts val="10000"/>
              <a:buNone/>
              <a:defRPr sz="10000">
                <a:solidFill>
                  <a:schemeClr val="lt1"/>
                </a:solidFill>
              </a:defRPr>
            </a:lvl8pPr>
            <a:lvl9pPr lvl="8">
              <a:spcBef>
                <a:spcPts val="0"/>
              </a:spcBef>
              <a:spcAft>
                <a:spcPts val="0"/>
              </a:spcAft>
              <a:buClr>
                <a:schemeClr val="lt1"/>
              </a:buClr>
              <a:buSzPts val="10000"/>
              <a:buNone/>
              <a:defRPr sz="10000">
                <a:solidFill>
                  <a:schemeClr val="lt1"/>
                </a:solidFill>
              </a:defRPr>
            </a:lvl9pPr>
          </a:lstStyle>
          <a:p>
            <a:r>
              <a:t>xx%</a:t>
            </a:r>
          </a:p>
        </p:txBody>
      </p:sp>
      <p:sp>
        <p:nvSpPr>
          <p:cNvPr id="211" name="Google Shape;211;p28"/>
          <p:cNvSpPr txBox="1">
            <a:spLocks noGrp="1"/>
          </p:cNvSpPr>
          <p:nvPr>
            <p:ph type="body" idx="1"/>
          </p:nvPr>
        </p:nvSpPr>
        <p:spPr>
          <a:xfrm>
            <a:off x="311700" y="2121425"/>
            <a:ext cx="5334900" cy="942600"/>
          </a:xfrm>
          <a:prstGeom prst="rect">
            <a:avLst/>
          </a:prstGeom>
        </p:spPr>
        <p:txBody>
          <a:bodyPr spcFirstLastPara="1" wrap="square" lIns="91425" tIns="91425" rIns="91425" bIns="91425" anchor="t" anchorCtr="0">
            <a:spAutoFit/>
          </a:bodyPr>
          <a:lstStyle>
            <a:lvl1pPr marL="457200" lvl="0" indent="-311150">
              <a:spcBef>
                <a:spcPts val="0"/>
              </a:spcBef>
              <a:spcAft>
                <a:spcPts val="0"/>
              </a:spcAft>
              <a:buClr>
                <a:schemeClr val="accent2"/>
              </a:buClr>
              <a:buSzPts val="1300"/>
              <a:buChar char="●"/>
              <a:defRPr>
                <a:solidFill>
                  <a:schemeClr val="accent2"/>
                </a:solidFill>
              </a:defRPr>
            </a:lvl1pPr>
            <a:lvl2pPr marL="914400" lvl="1" indent="-298450">
              <a:spcBef>
                <a:spcPts val="1600"/>
              </a:spcBef>
              <a:spcAft>
                <a:spcPts val="0"/>
              </a:spcAft>
              <a:buClr>
                <a:schemeClr val="accent2"/>
              </a:buClr>
              <a:buSzPts val="1100"/>
              <a:buChar char="○"/>
              <a:defRPr>
                <a:solidFill>
                  <a:schemeClr val="accent2"/>
                </a:solidFill>
              </a:defRPr>
            </a:lvl2pPr>
            <a:lvl3pPr marL="1371600" lvl="2" indent="-298450">
              <a:spcBef>
                <a:spcPts val="1600"/>
              </a:spcBef>
              <a:spcAft>
                <a:spcPts val="0"/>
              </a:spcAft>
              <a:buClr>
                <a:schemeClr val="accent2"/>
              </a:buClr>
              <a:buSzPts val="1100"/>
              <a:buChar char="■"/>
              <a:defRPr>
                <a:solidFill>
                  <a:schemeClr val="accent2"/>
                </a:solidFill>
              </a:defRPr>
            </a:lvl3pPr>
            <a:lvl4pPr marL="1828800" lvl="3" indent="-298450">
              <a:spcBef>
                <a:spcPts val="1600"/>
              </a:spcBef>
              <a:spcAft>
                <a:spcPts val="0"/>
              </a:spcAft>
              <a:buClr>
                <a:schemeClr val="accent2"/>
              </a:buClr>
              <a:buSzPts val="1100"/>
              <a:buChar char="●"/>
              <a:defRPr>
                <a:solidFill>
                  <a:schemeClr val="accent2"/>
                </a:solidFill>
              </a:defRPr>
            </a:lvl4pPr>
            <a:lvl5pPr marL="2286000" lvl="4" indent="-298450">
              <a:spcBef>
                <a:spcPts val="1600"/>
              </a:spcBef>
              <a:spcAft>
                <a:spcPts val="0"/>
              </a:spcAft>
              <a:buClr>
                <a:schemeClr val="accent2"/>
              </a:buClr>
              <a:buSzPts val="1100"/>
              <a:buChar char="○"/>
              <a:defRPr>
                <a:solidFill>
                  <a:schemeClr val="accent2"/>
                </a:solidFill>
              </a:defRPr>
            </a:lvl5pPr>
            <a:lvl6pPr marL="2743200" lvl="5" indent="-298450">
              <a:spcBef>
                <a:spcPts val="1600"/>
              </a:spcBef>
              <a:spcAft>
                <a:spcPts val="0"/>
              </a:spcAft>
              <a:buClr>
                <a:schemeClr val="accent2"/>
              </a:buClr>
              <a:buSzPts val="1100"/>
              <a:buChar char="■"/>
              <a:defRPr>
                <a:solidFill>
                  <a:schemeClr val="accent2"/>
                </a:solidFill>
              </a:defRPr>
            </a:lvl6pPr>
            <a:lvl7pPr marL="3200400" lvl="6" indent="-298450">
              <a:spcBef>
                <a:spcPts val="1600"/>
              </a:spcBef>
              <a:spcAft>
                <a:spcPts val="0"/>
              </a:spcAft>
              <a:buClr>
                <a:schemeClr val="accent2"/>
              </a:buClr>
              <a:buSzPts val="1100"/>
              <a:buChar char="●"/>
              <a:defRPr>
                <a:solidFill>
                  <a:schemeClr val="accent2"/>
                </a:solidFill>
              </a:defRPr>
            </a:lvl7pPr>
            <a:lvl8pPr marL="3657600" lvl="7" indent="-298450">
              <a:spcBef>
                <a:spcPts val="1600"/>
              </a:spcBef>
              <a:spcAft>
                <a:spcPts val="0"/>
              </a:spcAft>
              <a:buClr>
                <a:schemeClr val="accent2"/>
              </a:buClr>
              <a:buSzPts val="1100"/>
              <a:buChar char="○"/>
              <a:defRPr>
                <a:solidFill>
                  <a:schemeClr val="accent2"/>
                </a:solidFill>
              </a:defRPr>
            </a:lvl8pPr>
            <a:lvl9pPr marL="4114800" lvl="8" indent="-298450">
              <a:spcBef>
                <a:spcPts val="1600"/>
              </a:spcBef>
              <a:spcAft>
                <a:spcPts val="1600"/>
              </a:spcAft>
              <a:buClr>
                <a:schemeClr val="accent2"/>
              </a:buClr>
              <a:buSzPts val="1100"/>
              <a:buChar char="■"/>
              <a:defRPr>
                <a:solidFill>
                  <a:schemeClr val="accent2"/>
                </a:solidFill>
              </a:defRPr>
            </a:lvl9pPr>
          </a:lstStyle>
          <a:p>
            <a:endParaRPr/>
          </a:p>
        </p:txBody>
      </p:sp>
      <p:sp>
        <p:nvSpPr>
          <p:cNvPr id="212" name="Google Shape;212;p28"/>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213"/>
        <p:cNvGrpSpPr/>
        <p:nvPr/>
      </p:nvGrpSpPr>
      <p:grpSpPr>
        <a:xfrm>
          <a:off x="0" y="0"/>
          <a:ext cx="0" cy="0"/>
          <a:chOff x="0" y="0"/>
          <a:chExt cx="0" cy="0"/>
        </a:xfrm>
      </p:grpSpPr>
      <p:sp>
        <p:nvSpPr>
          <p:cNvPr id="214" name="Google Shape;214;p29"/>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itle and body 1">
  <p:cSld name="TITLE_AND_BODY_1">
    <p:spTree>
      <p:nvGrpSpPr>
        <p:cNvPr id="1" name="Shape 215"/>
        <p:cNvGrpSpPr/>
        <p:nvPr/>
      </p:nvGrpSpPr>
      <p:grpSpPr>
        <a:xfrm>
          <a:off x="0" y="0"/>
          <a:ext cx="0" cy="0"/>
          <a:chOff x="0" y="0"/>
          <a:chExt cx="0" cy="0"/>
        </a:xfrm>
      </p:grpSpPr>
      <p:sp>
        <p:nvSpPr>
          <p:cNvPr id="216" name="Google Shape;216;p30"/>
          <p:cNvSpPr/>
          <p:nvPr/>
        </p:nvSpPr>
        <p:spPr>
          <a:xfrm>
            <a:off x="0" y="5045700"/>
            <a:ext cx="9144000" cy="9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30"/>
          <p:cNvSpPr txBox="1">
            <a:spLocks noGrp="1"/>
          </p:cNvSpPr>
          <p:nvPr>
            <p:ph type="title"/>
          </p:nvPr>
        </p:nvSpPr>
        <p:spPr>
          <a:xfrm>
            <a:off x="311700" y="315925"/>
            <a:ext cx="8520600" cy="831300"/>
          </a:xfrm>
          <a:prstGeom prst="rect">
            <a:avLst/>
          </a:prstGeom>
        </p:spPr>
        <p:txBody>
          <a:bodyPr spcFirstLastPara="1" wrap="square" lIns="91425" tIns="91425" rIns="91425" bIns="91425" anchor="t" anchorCtr="0">
            <a:sp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18" name="Google Shape;218;p30"/>
          <p:cNvSpPr txBox="1">
            <a:spLocks noGrp="1"/>
          </p:cNvSpPr>
          <p:nvPr>
            <p:ph type="body" idx="1"/>
          </p:nvPr>
        </p:nvSpPr>
        <p:spPr>
          <a:xfrm>
            <a:off x="311700" y="1225225"/>
            <a:ext cx="8520600" cy="3354000"/>
          </a:xfrm>
          <a:prstGeom prst="rect">
            <a:avLst/>
          </a:prstGeom>
        </p:spPr>
        <p:txBody>
          <a:bodyPr spcFirstLastPara="1" wrap="square" lIns="91425" tIns="91425" rIns="91425" bIns="91425" anchor="t" anchorCtr="0">
            <a:sp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219" name="Google Shape;219;p30"/>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Title and body 2">
  <p:cSld name="TITLE_AND_BODY_2">
    <p:spTree>
      <p:nvGrpSpPr>
        <p:cNvPr id="1" name="Shape 220"/>
        <p:cNvGrpSpPr/>
        <p:nvPr/>
      </p:nvGrpSpPr>
      <p:grpSpPr>
        <a:xfrm>
          <a:off x="0" y="0"/>
          <a:ext cx="0" cy="0"/>
          <a:chOff x="0" y="0"/>
          <a:chExt cx="0" cy="0"/>
        </a:xfrm>
      </p:grpSpPr>
      <p:sp>
        <p:nvSpPr>
          <p:cNvPr id="221" name="Google Shape;221;p31"/>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sp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2" name="Google Shape;222;p31"/>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sp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223" name="Google Shape;223;p31"/>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4.xml"/><Relationship Id="rId13" Type="http://schemas.openxmlformats.org/officeDocument/2006/relationships/slideLayout" Target="../slideLayouts/slideLayout29.xml"/><Relationship Id="rId3" Type="http://schemas.openxmlformats.org/officeDocument/2006/relationships/slideLayout" Target="../slideLayouts/slideLayout19.xml"/><Relationship Id="rId7" Type="http://schemas.openxmlformats.org/officeDocument/2006/relationships/slideLayout" Target="../slideLayouts/slideLayout23.xml"/><Relationship Id="rId12" Type="http://schemas.openxmlformats.org/officeDocument/2006/relationships/slideLayout" Target="../slideLayouts/slideLayout28.xml"/><Relationship Id="rId2" Type="http://schemas.openxmlformats.org/officeDocument/2006/relationships/slideLayout" Target="../slideLayouts/slideLayout18.xml"/><Relationship Id="rId1" Type="http://schemas.openxmlformats.org/officeDocument/2006/relationships/slideLayout" Target="../slideLayouts/slideLayout17.xml"/><Relationship Id="rId6" Type="http://schemas.openxmlformats.org/officeDocument/2006/relationships/slideLayout" Target="../slideLayouts/slideLayout22.xml"/><Relationship Id="rId11" Type="http://schemas.openxmlformats.org/officeDocument/2006/relationships/slideLayout" Target="../slideLayouts/slideLayout27.xml"/><Relationship Id="rId5" Type="http://schemas.openxmlformats.org/officeDocument/2006/relationships/slideLayout" Target="../slideLayouts/slideLayout21.xml"/><Relationship Id="rId10" Type="http://schemas.openxmlformats.org/officeDocument/2006/relationships/slideLayout" Target="../slideLayouts/slideLayout26.xml"/><Relationship Id="rId4" Type="http://schemas.openxmlformats.org/officeDocument/2006/relationships/slideLayout" Target="../slideLayouts/slideLayout20.xml"/><Relationship Id="rId9" Type="http://schemas.openxmlformats.org/officeDocument/2006/relationships/slideLayout" Target="../slideLayouts/slideLayout25.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paradigm">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1pPr>
            <a:lvl2pPr lvl="1">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2pPr>
            <a:lvl3pPr lvl="2">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3pPr>
            <a:lvl4pPr lvl="3">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4pPr>
            <a:lvl5pPr lvl="4">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5pPr>
            <a:lvl6pPr lvl="5">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6pPr>
            <a:lvl7pPr lvl="6">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7pPr>
            <a:lvl8pPr lvl="7">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8pPr>
            <a:lvl9pPr lvl="8">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11150">
              <a:lnSpc>
                <a:spcPct val="115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1pPr>
            <a:lvl2pPr marL="914400" lvl="1"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2pPr>
            <a:lvl3pPr marL="1371600" lvl="2"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3pPr>
            <a:lvl4pPr marL="1828800" lvl="3"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4pPr>
            <a:lvl5pPr marL="2286000" lvl="4"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5pPr>
            <a:lvl6pPr marL="2743200" lvl="5"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6pPr>
            <a:lvl7pPr marL="3200400" lvl="6"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7pPr>
            <a:lvl8pPr marL="3657600" lvl="7"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8pPr>
            <a:lvl9pPr marL="4114800" lvl="8" indent="-298450">
              <a:lnSpc>
                <a:spcPct val="115000"/>
              </a:lnSpc>
              <a:spcBef>
                <a:spcPts val="1600"/>
              </a:spcBef>
              <a:spcAft>
                <a:spcPts val="1600"/>
              </a:spcAft>
              <a:buClr>
                <a:schemeClr val="dk2"/>
              </a:buClr>
              <a:buSzPts val="1100"/>
              <a:buFont typeface="Roboto"/>
              <a:buChar char="■"/>
              <a:defRPr sz="1100">
                <a:solidFill>
                  <a:schemeClr val="dk2"/>
                </a:solidFill>
                <a:latin typeface="Roboto"/>
                <a:ea typeface="Roboto"/>
                <a:cs typeface="Roboto"/>
                <a:sym typeface="Roboto"/>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latin typeface="Roboto"/>
                <a:ea typeface="Roboto"/>
                <a:cs typeface="Roboto"/>
                <a:sym typeface="Roboto"/>
              </a:defRPr>
            </a:lvl1pPr>
            <a:lvl2pPr lvl="1" algn="r">
              <a:buNone/>
              <a:defRPr sz="1000">
                <a:solidFill>
                  <a:schemeClr val="dk2"/>
                </a:solidFill>
                <a:latin typeface="Roboto"/>
                <a:ea typeface="Roboto"/>
                <a:cs typeface="Roboto"/>
                <a:sym typeface="Roboto"/>
              </a:defRPr>
            </a:lvl2pPr>
            <a:lvl3pPr lvl="2" algn="r">
              <a:buNone/>
              <a:defRPr sz="1000">
                <a:solidFill>
                  <a:schemeClr val="dk2"/>
                </a:solidFill>
                <a:latin typeface="Roboto"/>
                <a:ea typeface="Roboto"/>
                <a:cs typeface="Roboto"/>
                <a:sym typeface="Roboto"/>
              </a:defRPr>
            </a:lvl3pPr>
            <a:lvl4pPr lvl="3" algn="r">
              <a:buNone/>
              <a:defRPr sz="1000">
                <a:solidFill>
                  <a:schemeClr val="dk2"/>
                </a:solidFill>
                <a:latin typeface="Roboto"/>
                <a:ea typeface="Roboto"/>
                <a:cs typeface="Roboto"/>
                <a:sym typeface="Roboto"/>
              </a:defRPr>
            </a:lvl4pPr>
            <a:lvl5pPr lvl="4" algn="r">
              <a:buNone/>
              <a:defRPr sz="1000">
                <a:solidFill>
                  <a:schemeClr val="dk2"/>
                </a:solidFill>
                <a:latin typeface="Roboto"/>
                <a:ea typeface="Roboto"/>
                <a:cs typeface="Roboto"/>
                <a:sym typeface="Roboto"/>
              </a:defRPr>
            </a:lvl5pPr>
            <a:lvl6pPr lvl="5" algn="r">
              <a:buNone/>
              <a:defRPr sz="1000">
                <a:solidFill>
                  <a:schemeClr val="dk2"/>
                </a:solidFill>
                <a:latin typeface="Roboto"/>
                <a:ea typeface="Roboto"/>
                <a:cs typeface="Roboto"/>
                <a:sym typeface="Roboto"/>
              </a:defRPr>
            </a:lvl6pPr>
            <a:lvl7pPr lvl="6" algn="r">
              <a:buNone/>
              <a:defRPr sz="1000">
                <a:solidFill>
                  <a:schemeClr val="dk2"/>
                </a:solidFill>
                <a:latin typeface="Roboto"/>
                <a:ea typeface="Roboto"/>
                <a:cs typeface="Roboto"/>
                <a:sym typeface="Roboto"/>
              </a:defRPr>
            </a:lvl7pPr>
            <a:lvl8pPr lvl="7" algn="r">
              <a:buNone/>
              <a:defRPr sz="1000">
                <a:solidFill>
                  <a:schemeClr val="dk2"/>
                </a:solidFill>
                <a:latin typeface="Roboto"/>
                <a:ea typeface="Roboto"/>
                <a:cs typeface="Roboto"/>
                <a:sym typeface="Roboto"/>
              </a:defRPr>
            </a:lvl8pPr>
            <a:lvl9pPr lvl="8" algn="r">
              <a:buNone/>
              <a:defRPr sz="1000">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paradigm">
    <p:bg>
      <p:bgPr>
        <a:solidFill>
          <a:schemeClr val="lt1"/>
        </a:solidFill>
        <a:effectLst/>
      </p:bgPr>
    </p:bg>
    <p:spTree>
      <p:nvGrpSpPr>
        <p:cNvPr id="1" name="Shape 156"/>
        <p:cNvGrpSpPr/>
        <p:nvPr/>
      </p:nvGrpSpPr>
      <p:grpSpPr>
        <a:xfrm>
          <a:off x="0" y="0"/>
          <a:ext cx="0" cy="0"/>
          <a:chOff x="0" y="0"/>
          <a:chExt cx="0" cy="0"/>
        </a:xfrm>
      </p:grpSpPr>
      <p:sp>
        <p:nvSpPr>
          <p:cNvPr id="157" name="Google Shape;157;p18"/>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spAutoFit/>
          </a:bodyPr>
          <a:lstStyle>
            <a:lvl1pPr lv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1pPr>
            <a:lvl2pPr lvl="1">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2pPr>
            <a:lvl3pPr lvl="2">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3pPr>
            <a:lvl4pPr lvl="3">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4pPr>
            <a:lvl5pPr lvl="4">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5pPr>
            <a:lvl6pPr lvl="5">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6pPr>
            <a:lvl7pPr lvl="6">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7pPr>
            <a:lvl8pPr lvl="7">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8pPr>
            <a:lvl9pPr lvl="8">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9pPr>
          </a:lstStyle>
          <a:p>
            <a:endParaRPr/>
          </a:p>
        </p:txBody>
      </p:sp>
      <p:sp>
        <p:nvSpPr>
          <p:cNvPr id="158" name="Google Shape;158;p18"/>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spAutoFit/>
          </a:bodyPr>
          <a:lstStyle>
            <a:lvl1pPr marL="457200" lvl="0" indent="-311150">
              <a:lnSpc>
                <a:spcPct val="115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1pPr>
            <a:lvl2pPr marL="914400" lvl="1"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2pPr>
            <a:lvl3pPr marL="1371600" lvl="2"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3pPr>
            <a:lvl4pPr marL="1828800" lvl="3"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4pPr>
            <a:lvl5pPr marL="2286000" lvl="4"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5pPr>
            <a:lvl6pPr marL="2743200" lvl="5"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6pPr>
            <a:lvl7pPr marL="3200400" lvl="6"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7pPr>
            <a:lvl8pPr marL="3657600" lvl="7"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8pPr>
            <a:lvl9pPr marL="4114800" lvl="8" indent="-298450">
              <a:lnSpc>
                <a:spcPct val="115000"/>
              </a:lnSpc>
              <a:spcBef>
                <a:spcPts val="1600"/>
              </a:spcBef>
              <a:spcAft>
                <a:spcPts val="1600"/>
              </a:spcAft>
              <a:buClr>
                <a:schemeClr val="dk2"/>
              </a:buClr>
              <a:buSzPts val="1100"/>
              <a:buFont typeface="Roboto"/>
              <a:buChar char="■"/>
              <a:defRPr sz="1100">
                <a:solidFill>
                  <a:schemeClr val="dk2"/>
                </a:solidFill>
                <a:latin typeface="Roboto"/>
                <a:ea typeface="Roboto"/>
                <a:cs typeface="Roboto"/>
                <a:sym typeface="Roboto"/>
              </a:defRPr>
            </a:lvl9pPr>
          </a:lstStyle>
          <a:p>
            <a:endParaRPr/>
          </a:p>
        </p:txBody>
      </p:sp>
      <p:sp>
        <p:nvSpPr>
          <p:cNvPr id="159" name="Google Shape;159;p18"/>
          <p:cNvSpPr txBox="1">
            <a:spLocks noGrp="1"/>
          </p:cNvSpPr>
          <p:nvPr>
            <p:ph type="sldNum" idx="12"/>
          </p:nvPr>
        </p:nvSpPr>
        <p:spPr>
          <a:xfrm>
            <a:off x="8472458" y="4663217"/>
            <a:ext cx="548700" cy="338700"/>
          </a:xfrm>
          <a:prstGeom prst="rect">
            <a:avLst/>
          </a:prstGeom>
          <a:noFill/>
          <a:ln>
            <a:noFill/>
          </a:ln>
        </p:spPr>
        <p:txBody>
          <a:bodyPr spcFirstLastPara="1" wrap="square" lIns="91425" tIns="91425" rIns="91425" bIns="91425" anchor="ctr" anchorCtr="0">
            <a:spAutoFit/>
          </a:bodyPr>
          <a:lstStyle>
            <a:lvl1pPr lvl="0" algn="r">
              <a:buNone/>
              <a:defRPr sz="1000">
                <a:solidFill>
                  <a:schemeClr val="dk2"/>
                </a:solidFill>
                <a:latin typeface="Roboto"/>
                <a:ea typeface="Roboto"/>
                <a:cs typeface="Roboto"/>
                <a:sym typeface="Roboto"/>
              </a:defRPr>
            </a:lvl1pPr>
            <a:lvl2pPr lvl="1" algn="r">
              <a:buNone/>
              <a:defRPr sz="1000">
                <a:solidFill>
                  <a:schemeClr val="dk2"/>
                </a:solidFill>
                <a:latin typeface="Roboto"/>
                <a:ea typeface="Roboto"/>
                <a:cs typeface="Roboto"/>
                <a:sym typeface="Roboto"/>
              </a:defRPr>
            </a:lvl2pPr>
            <a:lvl3pPr lvl="2" algn="r">
              <a:buNone/>
              <a:defRPr sz="1000">
                <a:solidFill>
                  <a:schemeClr val="dk2"/>
                </a:solidFill>
                <a:latin typeface="Roboto"/>
                <a:ea typeface="Roboto"/>
                <a:cs typeface="Roboto"/>
                <a:sym typeface="Roboto"/>
              </a:defRPr>
            </a:lvl3pPr>
            <a:lvl4pPr lvl="3" algn="r">
              <a:buNone/>
              <a:defRPr sz="1000">
                <a:solidFill>
                  <a:schemeClr val="dk2"/>
                </a:solidFill>
                <a:latin typeface="Roboto"/>
                <a:ea typeface="Roboto"/>
                <a:cs typeface="Roboto"/>
                <a:sym typeface="Roboto"/>
              </a:defRPr>
            </a:lvl4pPr>
            <a:lvl5pPr lvl="4" algn="r">
              <a:buNone/>
              <a:defRPr sz="1000">
                <a:solidFill>
                  <a:schemeClr val="dk2"/>
                </a:solidFill>
                <a:latin typeface="Roboto"/>
                <a:ea typeface="Roboto"/>
                <a:cs typeface="Roboto"/>
                <a:sym typeface="Roboto"/>
              </a:defRPr>
            </a:lvl5pPr>
            <a:lvl6pPr lvl="5" algn="r">
              <a:buNone/>
              <a:defRPr sz="1000">
                <a:solidFill>
                  <a:schemeClr val="dk2"/>
                </a:solidFill>
                <a:latin typeface="Roboto"/>
                <a:ea typeface="Roboto"/>
                <a:cs typeface="Roboto"/>
                <a:sym typeface="Roboto"/>
              </a:defRPr>
            </a:lvl6pPr>
            <a:lvl7pPr lvl="6" algn="r">
              <a:buNone/>
              <a:defRPr sz="1000">
                <a:solidFill>
                  <a:schemeClr val="dk2"/>
                </a:solidFill>
                <a:latin typeface="Roboto"/>
                <a:ea typeface="Roboto"/>
                <a:cs typeface="Roboto"/>
                <a:sym typeface="Roboto"/>
              </a:defRPr>
            </a:lvl7pPr>
            <a:lvl8pPr lvl="7" algn="r">
              <a:buNone/>
              <a:defRPr sz="1000">
                <a:solidFill>
                  <a:schemeClr val="dk2"/>
                </a:solidFill>
                <a:latin typeface="Roboto"/>
                <a:ea typeface="Roboto"/>
                <a:cs typeface="Roboto"/>
                <a:sym typeface="Roboto"/>
              </a:defRPr>
            </a:lvl8pPr>
            <a:lvl9pPr lvl="8" algn="r">
              <a:buNone/>
              <a:defRPr sz="1000">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64" r:id="rId1"/>
    <p:sldLayoutId id="2147483665" r:id="rId2"/>
    <p:sldLayoutId id="2147483666" r:id="rId3"/>
    <p:sldLayoutId id="2147483667" r:id="rId4"/>
    <p:sldLayoutId id="2147483668" r:id="rId5"/>
    <p:sldLayoutId id="2147483669" r:id="rId6"/>
    <p:sldLayoutId id="2147483670" r:id="rId7"/>
    <p:sldLayoutId id="2147483671" r:id="rId8"/>
    <p:sldLayoutId id="2147483672" r:id="rId9"/>
    <p:sldLayoutId id="2147483673" r:id="rId10"/>
    <p:sldLayoutId id="2147483674" r:id="rId11"/>
    <p:sldLayoutId id="2147483675" r:id="rId12"/>
    <p:sldLayoutId id="2147483676" r:id="rId13"/>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hyperlink" Target="http://www.freesoft.org/CIE/Topics/16.htm" TargetMode="External"/><Relationship Id="rId2" Type="http://schemas.openxmlformats.org/officeDocument/2006/relationships/notesSlide" Target="../notesSlides/notesSlide6.xml"/><Relationship Id="rId1" Type="http://schemas.openxmlformats.org/officeDocument/2006/relationships/slideLayout" Target="../slideLayouts/slideLayout5.xml"/><Relationship Id="rId4" Type="http://schemas.openxmlformats.org/officeDocument/2006/relationships/hyperlink" Target="http://www.freesoft.org/CIE/Topics/15.htm"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hyperlink" Target="https://docs.oracle.com/javase/9/docs/api/java/net/InetAddress.html" TargetMode="External"/><Relationship Id="rId2" Type="http://schemas.openxmlformats.org/officeDocument/2006/relationships/notesSlide" Target="../notesSlides/notesSlide10.xml"/><Relationship Id="rId1" Type="http://schemas.openxmlformats.org/officeDocument/2006/relationships/slideLayout" Target="../slideLayouts/slideLayout6.xml"/><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4.xml"/><Relationship Id="rId1" Type="http://schemas.openxmlformats.org/officeDocument/2006/relationships/slideLayout" Target="../slideLayouts/slideLayout3.xml"/><Relationship Id="rId4" Type="http://schemas.openxmlformats.org/officeDocument/2006/relationships/hyperlink" Target="https://www.w3.org/People/Berners-Lee/" TargetMode="Externa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3" Type="http://schemas.openxmlformats.org/officeDocument/2006/relationships/hyperlink" Target="http://www.nasa.gov/" TargetMode="External"/><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hyperlink" Target="https://www.nsa.gov" TargetMode="External"/><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3" Type="http://schemas.openxmlformats.org/officeDocument/2006/relationships/hyperlink" Target="https://www.nsa.gov" TargetMode="External"/><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3" Type="http://schemas.openxmlformats.org/officeDocument/2006/relationships/hyperlink" Target="https://serach.yahoo.com" TargetMode="External"/><Relationship Id="rId2" Type="http://schemas.openxmlformats.org/officeDocument/2006/relationships/notesSlide" Target="../notesSlides/notesSlide19.xml"/><Relationship Id="rId1" Type="http://schemas.openxmlformats.org/officeDocument/2006/relationships/slideLayout" Target="../slideLayouts/slideLayout12.xml"/><Relationship Id="rId6" Type="http://schemas.openxmlformats.org/officeDocument/2006/relationships/hyperlink" Target="https://www.nsa.gov" TargetMode="External"/><Relationship Id="rId5" Type="http://schemas.openxmlformats.org/officeDocument/2006/relationships/hyperlink" Target="https://www.bing.com" TargetMode="External"/><Relationship Id="rId4" Type="http://schemas.openxmlformats.org/officeDocument/2006/relationships/hyperlink" Target="https://www.google.com" TargetMode="Externa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2.xml"/><Relationship Id="rId1" Type="http://schemas.openxmlformats.org/officeDocument/2006/relationships/slideLayout" Target="../slideLayouts/slideLayout6.xml"/><Relationship Id="rId4" Type="http://schemas.openxmlformats.org/officeDocument/2006/relationships/image" Target="../media/image8.png"/></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6.xml"/><Relationship Id="rId1" Type="http://schemas.openxmlformats.org/officeDocument/2006/relationships/slideLayout" Target="../slideLayouts/slideLayout3.xml"/><Relationship Id="rId4" Type="http://schemas.openxmlformats.org/officeDocument/2006/relationships/image" Target="../media/image8.png"/></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2.xml"/></Relationships>
</file>

<file path=ppt/slides/_rels/slide3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5.xml"/><Relationship Id="rId1" Type="http://schemas.openxmlformats.org/officeDocument/2006/relationships/slideLayout" Target="../slideLayouts/slideLayout6.xml"/><Relationship Id="rId4" Type="http://schemas.openxmlformats.org/officeDocument/2006/relationships/image" Target="../media/image8.png"/></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2.xml"/></Relationships>
</file>

<file path=ppt/slides/_rels/slide3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7.xml"/><Relationship Id="rId1" Type="http://schemas.openxmlformats.org/officeDocument/2006/relationships/slideLayout" Target="../slideLayouts/slideLayout3.xml"/><Relationship Id="rId4" Type="http://schemas.openxmlformats.org/officeDocument/2006/relationships/image" Target="../media/image8.png"/></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0.xml"/><Relationship Id="rId1" Type="http://schemas.openxmlformats.org/officeDocument/2006/relationships/slideLayout" Target="../slideLayouts/slideLayout1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2.xml"/></Relationships>
</file>

<file path=ppt/slides/_rels/slide4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2.xml"/><Relationship Id="rId1" Type="http://schemas.openxmlformats.org/officeDocument/2006/relationships/slideLayout" Target="../slideLayouts/slideLayout4.xml"/><Relationship Id="rId4" Type="http://schemas.openxmlformats.org/officeDocument/2006/relationships/image" Target="../media/image11.png"/></Relationships>
</file>

<file path=ppt/slides/_rels/slide43.xml.rels><?xml version="1.0" encoding="UTF-8" standalone="yes"?>
<Relationships xmlns="http://schemas.openxmlformats.org/package/2006/relationships"><Relationship Id="rId8" Type="http://schemas.openxmlformats.org/officeDocument/2006/relationships/hyperlink" Target="https://docs.google.com/presentation/d/1o_Wzm-itW5NJQlUITrtTtvAWiQE9ua_4NxTIYhPYWF0/edit#slide=id.g230bdc7f68c_0_736" TargetMode="External"/><Relationship Id="rId3" Type="http://schemas.openxmlformats.org/officeDocument/2006/relationships/hyperlink" Target="https://docs.google.com/presentation/d/1o_Wzm-itW5NJQlUITrtTtvAWiQE9ua_4NxTIYhPYWF0/edit#slide=id.gce414f90c7_0_409" TargetMode="External"/><Relationship Id="rId7" Type="http://schemas.openxmlformats.org/officeDocument/2006/relationships/hyperlink" Target="https://docs.google.com/presentation/d/1o_Wzm-itW5NJQlUITrtTtvAWiQE9ua_4NxTIYhPYWF0/edit#slide=id.gcd1135e90b_0_70" TargetMode="External"/><Relationship Id="rId2" Type="http://schemas.openxmlformats.org/officeDocument/2006/relationships/notesSlide" Target="../notesSlides/notesSlide43.xml"/><Relationship Id="rId1" Type="http://schemas.openxmlformats.org/officeDocument/2006/relationships/slideLayout" Target="../slideLayouts/slideLayout27.xml"/><Relationship Id="rId6" Type="http://schemas.openxmlformats.org/officeDocument/2006/relationships/hyperlink" Target="https://docs.google.com/presentation/d/1o_Wzm-itW5NJQlUITrtTtvAWiQE9ua_4NxTIYhPYWF0/edit#slide=id.gcd1135e90b_0_48" TargetMode="External"/><Relationship Id="rId5" Type="http://schemas.openxmlformats.org/officeDocument/2006/relationships/hyperlink" Target="https://docs.google.com/presentation/d/1o_Wzm-itW5NJQlUITrtTtvAWiQE9ua_4NxTIYhPYWF0/edit#slide=id.gcd1135e90b_0_9" TargetMode="External"/><Relationship Id="rId4" Type="http://schemas.openxmlformats.org/officeDocument/2006/relationships/hyperlink" Target="https://docs.google.com/presentation/d/1o_Wzm-itW5NJQlUITrtTtvAWiQE9ua_4NxTIYhPYWF0/edit#slide=id.gce414f90c7_0_626" TargetMode="External"/><Relationship Id="rId9" Type="http://schemas.openxmlformats.org/officeDocument/2006/relationships/hyperlink" Target="https://docs.google.com/presentation/d/1o_Wzm-itW5NJQlUITrtTtvAWiQE9ua_4NxTIYhPYWF0/edit#slide=id.g230bdc7f68c_0_849" TargetMode="Externa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27"/>
        <p:cNvGrpSpPr/>
        <p:nvPr/>
      </p:nvGrpSpPr>
      <p:grpSpPr>
        <a:xfrm>
          <a:off x="0" y="0"/>
          <a:ext cx="0" cy="0"/>
          <a:chOff x="0" y="0"/>
          <a:chExt cx="0" cy="0"/>
        </a:xfrm>
      </p:grpSpPr>
      <p:sp>
        <p:nvSpPr>
          <p:cNvPr id="228" name="Google Shape;228;p32"/>
          <p:cNvSpPr txBox="1">
            <a:spLocks noGrp="1"/>
          </p:cNvSpPr>
          <p:nvPr>
            <p:ph type="ctrTitle"/>
          </p:nvPr>
        </p:nvSpPr>
        <p:spPr>
          <a:xfrm>
            <a:off x="311700" y="539725"/>
            <a:ext cx="8520600" cy="1282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GCIS-124</a:t>
            </a:r>
            <a:endParaRPr/>
          </a:p>
          <a:p>
            <a:pPr marL="0" lvl="0" indent="0" algn="l" rtl="0">
              <a:spcBef>
                <a:spcPts val="0"/>
              </a:spcBef>
              <a:spcAft>
                <a:spcPts val="0"/>
              </a:spcAft>
              <a:buNone/>
            </a:pPr>
            <a:r>
              <a:rPr lang="en" sz="3100"/>
              <a:t>Software Development &amp; Problem Solving</a:t>
            </a:r>
            <a:endParaRPr sz="3100"/>
          </a:p>
        </p:txBody>
      </p:sp>
      <p:sp>
        <p:nvSpPr>
          <p:cNvPr id="229" name="Google Shape;229;p32"/>
          <p:cNvSpPr txBox="1">
            <a:spLocks noGrp="1"/>
          </p:cNvSpPr>
          <p:nvPr>
            <p:ph type="subTitle" idx="1"/>
          </p:nvPr>
        </p:nvSpPr>
        <p:spPr>
          <a:xfrm>
            <a:off x="311700" y="1878550"/>
            <a:ext cx="4741200" cy="950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600" i="1"/>
              <a:t>09: Networking I</a:t>
            </a:r>
            <a:endParaRPr sz="2600" i="1">
              <a:solidFill>
                <a:srgbClr val="FF0000"/>
              </a:solidFill>
            </a:endParaRPr>
          </a:p>
        </p:txBody>
      </p:sp>
      <p:grpSp>
        <p:nvGrpSpPr>
          <p:cNvPr id="230" name="Google Shape;230;p32"/>
          <p:cNvGrpSpPr/>
          <p:nvPr/>
        </p:nvGrpSpPr>
        <p:grpSpPr>
          <a:xfrm>
            <a:off x="5001999" y="4264475"/>
            <a:ext cx="3908400" cy="738300"/>
            <a:chOff x="5001999" y="4264475"/>
            <a:chExt cx="3908400" cy="738300"/>
          </a:xfrm>
        </p:grpSpPr>
        <p:sp>
          <p:nvSpPr>
            <p:cNvPr id="231" name="Google Shape;231;p32"/>
            <p:cNvSpPr/>
            <p:nvPr/>
          </p:nvSpPr>
          <p:spPr>
            <a:xfrm>
              <a:off x="5001999" y="4264475"/>
              <a:ext cx="3908400" cy="738300"/>
            </a:xfrm>
            <a:prstGeom prst="rect">
              <a:avLst/>
            </a:prstGeom>
            <a:solidFill>
              <a:srgbClr val="FFFFFF"/>
            </a:solidFill>
            <a:ln w="9525" cap="flat" cmpd="sng">
              <a:solidFill>
                <a:srgbClr val="626B73"/>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232" name="Google Shape;232;p32"/>
            <p:cNvPicPr preferRelativeResize="0"/>
            <p:nvPr/>
          </p:nvPicPr>
          <p:blipFill rotWithShape="1">
            <a:blip r:embed="rId3">
              <a:alphaModFix/>
            </a:blip>
            <a:srcRect/>
            <a:stretch/>
          </p:blipFill>
          <p:spPr>
            <a:xfrm>
              <a:off x="5088600" y="4363853"/>
              <a:ext cx="3725223" cy="544845"/>
            </a:xfrm>
            <a:prstGeom prst="rect">
              <a:avLst/>
            </a:prstGeom>
            <a:noFill/>
            <a:ln>
              <a:noFill/>
            </a:ln>
          </p:spPr>
        </p:pic>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33"/>
          <p:cNvSpPr txBox="1">
            <a:spLocks noGrp="1"/>
          </p:cNvSpPr>
          <p:nvPr>
            <p:ph type="title"/>
          </p:nvPr>
        </p:nvSpPr>
        <p:spPr>
          <a:xfrm>
            <a:off x="311725" y="500925"/>
            <a:ext cx="3706500" cy="638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Networking I</a:t>
            </a:r>
            <a:endParaRPr/>
          </a:p>
        </p:txBody>
      </p:sp>
      <p:sp>
        <p:nvSpPr>
          <p:cNvPr id="238" name="Google Shape;238;p33"/>
          <p:cNvSpPr txBox="1">
            <a:spLocks noGrp="1"/>
          </p:cNvSpPr>
          <p:nvPr>
            <p:ph type="body" idx="1"/>
          </p:nvPr>
        </p:nvSpPr>
        <p:spPr>
          <a:xfrm>
            <a:off x="4644675" y="500925"/>
            <a:ext cx="4166400" cy="4432200"/>
          </a:xfrm>
          <a:prstGeom prst="rect">
            <a:avLst/>
          </a:prstGeom>
        </p:spPr>
        <p:txBody>
          <a:bodyPr spcFirstLastPara="1" wrap="square" lIns="91425" tIns="91425" rIns="91425" bIns="91425" anchor="t" anchorCtr="0">
            <a:noAutofit/>
          </a:bodyPr>
          <a:lstStyle/>
          <a:p>
            <a:pPr marL="457200" lvl="0" indent="-311150" algn="l" rtl="0">
              <a:spcBef>
                <a:spcPts val="0"/>
              </a:spcBef>
              <a:spcAft>
                <a:spcPts val="0"/>
              </a:spcAft>
              <a:buSzPts val="1300"/>
              <a:buChar char="●"/>
            </a:pPr>
            <a:r>
              <a:rPr lang="en" dirty="0"/>
              <a:t>Connecting to the world via a computer network is now a ubiquitous part of daily life. You are most likely doing it right now to attend this class.</a:t>
            </a:r>
            <a:endParaRPr dirty="0"/>
          </a:p>
          <a:p>
            <a:pPr marL="457200" lvl="0" indent="-311150" algn="l" rtl="0">
              <a:spcBef>
                <a:spcPts val="1000"/>
              </a:spcBef>
              <a:spcAft>
                <a:spcPts val="0"/>
              </a:spcAft>
              <a:buSzPts val="1300"/>
              <a:buChar char="●"/>
            </a:pPr>
            <a:r>
              <a:rPr lang="en" dirty="0"/>
              <a:t>This week we will learn how to interact with other computers over the network.</a:t>
            </a:r>
            <a:endParaRPr dirty="0"/>
          </a:p>
          <a:p>
            <a:pPr marL="457200" lvl="0" indent="-311150" algn="l" rtl="0">
              <a:spcBef>
                <a:spcPts val="1000"/>
              </a:spcBef>
              <a:spcAft>
                <a:spcPts val="0"/>
              </a:spcAft>
              <a:buSzPts val="1300"/>
              <a:buChar char="●"/>
            </a:pPr>
            <a:r>
              <a:rPr lang="en" dirty="0">
                <a:highlight>
                  <a:srgbClr val="FFFF00"/>
                </a:highlight>
              </a:rPr>
              <a:t>We will be exploring the basics of networking including:</a:t>
            </a:r>
            <a:endParaRPr dirty="0">
              <a:highlight>
                <a:srgbClr val="FFFF00"/>
              </a:highlight>
            </a:endParaRPr>
          </a:p>
          <a:p>
            <a:pPr marL="914400" lvl="1" indent="-298450" algn="l" rtl="0">
              <a:spcBef>
                <a:spcPts val="0"/>
              </a:spcBef>
              <a:spcAft>
                <a:spcPts val="0"/>
              </a:spcAft>
              <a:buSzPts val="1100"/>
              <a:buChar char="○"/>
            </a:pPr>
            <a:r>
              <a:rPr lang="en" dirty="0"/>
              <a:t>URLs and URLConnection</a:t>
            </a:r>
            <a:endParaRPr dirty="0"/>
          </a:p>
          <a:p>
            <a:pPr marL="914400" lvl="1" indent="-298450" algn="l" rtl="0">
              <a:spcBef>
                <a:spcPts val="0"/>
              </a:spcBef>
              <a:spcAft>
                <a:spcPts val="0"/>
              </a:spcAft>
              <a:buSzPts val="1100"/>
              <a:buChar char="○"/>
            </a:pPr>
            <a:r>
              <a:rPr lang="en" dirty="0"/>
              <a:t>TCP</a:t>
            </a:r>
            <a:endParaRPr dirty="0"/>
          </a:p>
          <a:p>
            <a:pPr marL="914400" lvl="1" indent="-298450" algn="l" rtl="0">
              <a:spcBef>
                <a:spcPts val="0"/>
              </a:spcBef>
              <a:spcAft>
                <a:spcPts val="0"/>
              </a:spcAft>
              <a:buSzPts val="1100"/>
              <a:buChar char="○"/>
            </a:pPr>
            <a:r>
              <a:rPr lang="en" dirty="0"/>
              <a:t>Client Sockets</a:t>
            </a:r>
            <a:endParaRPr dirty="0"/>
          </a:p>
          <a:p>
            <a:pPr marL="914400" lvl="1" indent="-298450" algn="l" rtl="0">
              <a:spcBef>
                <a:spcPts val="0"/>
              </a:spcBef>
              <a:spcAft>
                <a:spcPts val="0"/>
              </a:spcAft>
              <a:buSzPts val="1100"/>
              <a:buChar char="○"/>
            </a:pPr>
            <a:r>
              <a:rPr lang="en" dirty="0"/>
              <a:t>Server Sockets</a:t>
            </a:r>
            <a:endParaRPr dirty="0"/>
          </a:p>
          <a:p>
            <a:pPr marL="914400" lvl="1" indent="-298450" algn="l" rtl="0">
              <a:spcBef>
                <a:spcPts val="0"/>
              </a:spcBef>
              <a:spcAft>
                <a:spcPts val="0"/>
              </a:spcAft>
              <a:buSzPts val="1100"/>
              <a:buChar char="○"/>
            </a:pPr>
            <a:r>
              <a:rPr lang="en" dirty="0"/>
              <a:t>UDP</a:t>
            </a:r>
            <a:endParaRPr dirty="0"/>
          </a:p>
          <a:p>
            <a:pPr marL="914400" lvl="1" indent="-298450" algn="l" rtl="0">
              <a:spcBef>
                <a:spcPts val="0"/>
              </a:spcBef>
              <a:spcAft>
                <a:spcPts val="0"/>
              </a:spcAft>
              <a:buSzPts val="1100"/>
              <a:buChar char="○"/>
            </a:pPr>
            <a:r>
              <a:rPr lang="en" dirty="0"/>
              <a:t>Multi-threaded Servers</a:t>
            </a:r>
            <a:endParaRPr dirty="0"/>
          </a:p>
          <a:p>
            <a:pPr marL="457200" lvl="0" indent="-311150" algn="l" rtl="0">
              <a:spcBef>
                <a:spcPts val="1000"/>
              </a:spcBef>
              <a:spcAft>
                <a:spcPts val="0"/>
              </a:spcAft>
              <a:buSzPts val="1300"/>
              <a:buChar char="●"/>
            </a:pPr>
            <a:r>
              <a:rPr lang="en" dirty="0">
                <a:highlight>
                  <a:srgbClr val="FFFF00"/>
                </a:highlight>
              </a:rPr>
              <a:t>Today we will focus on the general principles behind networking and start to explore TCP/IP communications.</a:t>
            </a:r>
            <a:endParaRPr dirty="0">
              <a:highlight>
                <a:srgbClr val="FFFF00"/>
              </a:highlight>
            </a:endParaRPr>
          </a:p>
        </p:txBody>
      </p:sp>
      <p:sp>
        <p:nvSpPr>
          <p:cNvPr id="239" name="Google Shape;239;p3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a:t>
            </a:fld>
            <a:endParaRPr/>
          </a:p>
        </p:txBody>
      </p:sp>
      <p:sp>
        <p:nvSpPr>
          <p:cNvPr id="240" name="Google Shape;240;p33"/>
          <p:cNvSpPr txBox="1">
            <a:spLocks noGrp="1"/>
          </p:cNvSpPr>
          <p:nvPr>
            <p:ph type="body" idx="3"/>
          </p:nvPr>
        </p:nvSpPr>
        <p:spPr>
          <a:xfrm>
            <a:off x="315413" y="4089650"/>
            <a:ext cx="3706500" cy="8082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It is difficult to imagine life without computer networks. This week we'll start to explore how to use them in your code.</a:t>
            </a:r>
            <a:endParaRPr/>
          </a:p>
        </p:txBody>
      </p:sp>
      <p:pic>
        <p:nvPicPr>
          <p:cNvPr id="241" name="Google Shape;241;p33"/>
          <p:cNvPicPr preferRelativeResize="0"/>
          <p:nvPr/>
        </p:nvPicPr>
        <p:blipFill>
          <a:blip r:embed="rId3">
            <a:alphaModFix/>
          </a:blip>
          <a:stretch>
            <a:fillRect/>
          </a:stretch>
        </p:blipFill>
        <p:spPr>
          <a:xfrm>
            <a:off x="297500" y="1291425"/>
            <a:ext cx="3742325" cy="2645824"/>
          </a:xfrm>
          <a:prstGeom prst="rect">
            <a:avLst/>
          </a:prstGeom>
          <a:noFill/>
          <a:ln w="19050" cap="flat" cmpd="sng">
            <a:solidFill>
              <a:schemeClr val="accent1"/>
            </a:solidFill>
            <a:prstDash val="solid"/>
            <a:round/>
            <a:headEnd type="none" w="sm" len="sm"/>
            <a:tailEnd type="none" w="sm" len="sm"/>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0"/>
                                        </p:tgtEl>
                                        <p:attrNameLst>
                                          <p:attrName>style.visibility</p:attrName>
                                        </p:attrNameLst>
                                      </p:cBhvr>
                                      <p:to>
                                        <p:strVal val="visible"/>
                                      </p:to>
                                    </p:set>
                                    <p:animEffect transition="in" filter="fade">
                                      <p:cBhvr>
                                        <p:cTn id="7" dur="1000"/>
                                        <p:tgtEl>
                                          <p:spTgt spid="2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45"/>
        <p:cNvGrpSpPr/>
        <p:nvPr/>
      </p:nvGrpSpPr>
      <p:grpSpPr>
        <a:xfrm>
          <a:off x="0" y="0"/>
          <a:ext cx="0" cy="0"/>
          <a:chOff x="0" y="0"/>
          <a:chExt cx="0" cy="0"/>
        </a:xfrm>
      </p:grpSpPr>
      <p:sp>
        <p:nvSpPr>
          <p:cNvPr id="246" name="Google Shape;246;p34"/>
          <p:cNvSpPr txBox="1">
            <a:spLocks noGrp="1"/>
          </p:cNvSpPr>
          <p:nvPr>
            <p:ph type="title"/>
          </p:nvPr>
        </p:nvSpPr>
        <p:spPr>
          <a:xfrm>
            <a:off x="5264725" y="500925"/>
            <a:ext cx="3706500" cy="638100"/>
          </a:xfrm>
          <a:prstGeom prst="rect">
            <a:avLst/>
          </a:prstGeom>
          <a:noFill/>
          <a:ln>
            <a:noFill/>
          </a:ln>
        </p:spPr>
        <p:txBody>
          <a:bodyPr spcFirstLastPara="1" wrap="square" lIns="91425" tIns="91425" rIns="91425" bIns="91425" anchor="t" anchorCtr="0">
            <a:noAutofit/>
          </a:bodyPr>
          <a:lstStyle/>
          <a:p>
            <a:pPr marL="0" lvl="0" indent="0" algn="l" rtl="0">
              <a:lnSpc>
                <a:spcPct val="90000"/>
              </a:lnSpc>
              <a:spcBef>
                <a:spcPts val="0"/>
              </a:spcBef>
              <a:spcAft>
                <a:spcPts val="0"/>
              </a:spcAft>
              <a:buClr>
                <a:schemeClr val="dk2"/>
              </a:buClr>
              <a:buSzPts val="3300"/>
              <a:buFont typeface="Calibri"/>
              <a:buNone/>
            </a:pPr>
            <a:r>
              <a:rPr lang="en"/>
              <a:t>Exceptions, IO, and Threads</a:t>
            </a:r>
            <a:endParaRPr/>
          </a:p>
        </p:txBody>
      </p:sp>
      <p:sp>
        <p:nvSpPr>
          <p:cNvPr id="247" name="Google Shape;247;p34"/>
          <p:cNvSpPr txBox="1">
            <a:spLocks noGrp="1"/>
          </p:cNvSpPr>
          <p:nvPr>
            <p:ph type="body" idx="1"/>
          </p:nvPr>
        </p:nvSpPr>
        <p:spPr>
          <a:xfrm>
            <a:off x="301275" y="500925"/>
            <a:ext cx="4166400" cy="4432200"/>
          </a:xfrm>
          <a:prstGeom prst="rect">
            <a:avLst/>
          </a:prstGeom>
          <a:noFill/>
          <a:ln>
            <a:noFill/>
          </a:ln>
        </p:spPr>
        <p:txBody>
          <a:bodyPr spcFirstLastPara="1" wrap="square" lIns="68575" tIns="34275" rIns="68575" bIns="34275" anchor="t" anchorCtr="0">
            <a:normAutofit/>
          </a:bodyPr>
          <a:lstStyle/>
          <a:p>
            <a:pPr marL="457200" lvl="0" indent="-349250" algn="l" rtl="0">
              <a:lnSpc>
                <a:spcPct val="115000"/>
              </a:lnSpc>
              <a:spcBef>
                <a:spcPts val="0"/>
              </a:spcBef>
              <a:spcAft>
                <a:spcPts val="0"/>
              </a:spcAft>
              <a:buClr>
                <a:schemeClr val="dk1"/>
              </a:buClr>
              <a:buSzPts val="1500"/>
              <a:buChar char="●"/>
            </a:pPr>
            <a:r>
              <a:rPr lang="en" sz="1400" b="1" i="1" dirty="0">
                <a:solidFill>
                  <a:srgbClr val="FF0000"/>
                </a:solidFill>
              </a:rPr>
              <a:t>Exceptions</a:t>
            </a:r>
            <a:r>
              <a:rPr lang="en" sz="1400" b="1" dirty="0"/>
              <a:t> </a:t>
            </a:r>
            <a:r>
              <a:rPr lang="en" sz="1400" dirty="0"/>
              <a:t>come in two basic types:</a:t>
            </a:r>
            <a:endParaRPr sz="1400" dirty="0"/>
          </a:p>
          <a:p>
            <a:pPr marL="914400" lvl="1" indent="-304800" algn="l" rtl="0">
              <a:lnSpc>
                <a:spcPct val="115000"/>
              </a:lnSpc>
              <a:spcBef>
                <a:spcPts val="0"/>
              </a:spcBef>
              <a:spcAft>
                <a:spcPts val="0"/>
              </a:spcAft>
              <a:buClr>
                <a:schemeClr val="dk1"/>
              </a:buClr>
              <a:buSzPts val="1200"/>
              <a:buChar char="○"/>
            </a:pPr>
            <a:r>
              <a:rPr lang="en" sz="1200" b="1" i="1" dirty="0">
                <a:solidFill>
                  <a:srgbClr val="FF0000"/>
                </a:solidFill>
                <a:highlight>
                  <a:srgbClr val="FFFF00"/>
                </a:highlight>
              </a:rPr>
              <a:t>Unchecked </a:t>
            </a:r>
            <a:r>
              <a:rPr lang="en" sz="1200" dirty="0">
                <a:highlight>
                  <a:srgbClr val="FFFF00"/>
                </a:highlight>
              </a:rPr>
              <a:t>exceptions that do not need to be handled</a:t>
            </a:r>
            <a:endParaRPr sz="1200" dirty="0">
              <a:highlight>
                <a:srgbClr val="FFFF00"/>
              </a:highlight>
            </a:endParaRPr>
          </a:p>
          <a:p>
            <a:pPr marL="914400" lvl="1" indent="-330200" algn="l" rtl="0">
              <a:lnSpc>
                <a:spcPct val="115000"/>
              </a:lnSpc>
              <a:spcBef>
                <a:spcPts val="0"/>
              </a:spcBef>
              <a:spcAft>
                <a:spcPts val="0"/>
              </a:spcAft>
              <a:buClr>
                <a:schemeClr val="dk1"/>
              </a:buClr>
              <a:buSzPts val="1200"/>
              <a:buChar char="○"/>
            </a:pPr>
            <a:r>
              <a:rPr lang="en" sz="1200" b="1" i="1" dirty="0">
                <a:solidFill>
                  <a:srgbClr val="FF0000"/>
                </a:solidFill>
                <a:highlight>
                  <a:srgbClr val="FFFF00"/>
                </a:highlight>
              </a:rPr>
              <a:t>Checked</a:t>
            </a:r>
            <a:r>
              <a:rPr lang="en" sz="1200" b="1" dirty="0">
                <a:highlight>
                  <a:srgbClr val="FFFF00"/>
                </a:highlight>
              </a:rPr>
              <a:t> </a:t>
            </a:r>
            <a:r>
              <a:rPr lang="en" sz="1200" dirty="0">
                <a:highlight>
                  <a:srgbClr val="FFFF00"/>
                </a:highlight>
              </a:rPr>
              <a:t>exceptions that must be rethrown or handled with a try/catch</a:t>
            </a:r>
            <a:endParaRPr sz="1200" dirty="0">
              <a:highlight>
                <a:srgbClr val="FFFF00"/>
              </a:highlight>
            </a:endParaRPr>
          </a:p>
          <a:p>
            <a:pPr marL="457200" lvl="0" indent="-349250" algn="l" rtl="0">
              <a:lnSpc>
                <a:spcPct val="115000"/>
              </a:lnSpc>
              <a:spcBef>
                <a:spcPts val="1000"/>
              </a:spcBef>
              <a:spcAft>
                <a:spcPts val="0"/>
              </a:spcAft>
              <a:buClr>
                <a:schemeClr val="dk1"/>
              </a:buClr>
              <a:buSzPts val="1500"/>
              <a:buChar char="●"/>
            </a:pPr>
            <a:r>
              <a:rPr lang="en" sz="1400" b="1" i="1" dirty="0">
                <a:solidFill>
                  <a:srgbClr val="FF0000"/>
                </a:solidFill>
              </a:rPr>
              <a:t>Data</a:t>
            </a:r>
            <a:r>
              <a:rPr lang="en" sz="1400" b="1" dirty="0"/>
              <a:t> </a:t>
            </a:r>
            <a:r>
              <a:rPr lang="en" sz="1400" dirty="0"/>
              <a:t>comes in two basic types:</a:t>
            </a:r>
            <a:endParaRPr sz="1400" dirty="0"/>
          </a:p>
          <a:p>
            <a:pPr marL="914400" lvl="1" indent="-330200" algn="l" rtl="0">
              <a:lnSpc>
                <a:spcPct val="115000"/>
              </a:lnSpc>
              <a:spcBef>
                <a:spcPts val="0"/>
              </a:spcBef>
              <a:spcAft>
                <a:spcPts val="0"/>
              </a:spcAft>
              <a:buClr>
                <a:schemeClr val="dk1"/>
              </a:buClr>
              <a:buSzPts val="1200"/>
              <a:buChar char="○"/>
            </a:pPr>
            <a:r>
              <a:rPr lang="en" sz="1200" dirty="0">
                <a:highlight>
                  <a:srgbClr val="FFFF00"/>
                </a:highlight>
              </a:rPr>
              <a:t>Text</a:t>
            </a:r>
            <a:r>
              <a:rPr lang="en" sz="1200" b="1" dirty="0">
                <a:highlight>
                  <a:srgbClr val="FFFF00"/>
                </a:highlight>
              </a:rPr>
              <a:t> </a:t>
            </a:r>
            <a:r>
              <a:rPr lang="en" sz="1200" dirty="0">
                <a:highlight>
                  <a:srgbClr val="FFFF00"/>
                </a:highlight>
              </a:rPr>
              <a:t>- ASCII characters</a:t>
            </a:r>
            <a:endParaRPr sz="1200" dirty="0">
              <a:highlight>
                <a:srgbClr val="FFFF00"/>
              </a:highlight>
            </a:endParaRPr>
          </a:p>
          <a:p>
            <a:pPr marL="914400" lvl="1" indent="-330200" algn="l" rtl="0">
              <a:lnSpc>
                <a:spcPct val="115000"/>
              </a:lnSpc>
              <a:spcBef>
                <a:spcPts val="0"/>
              </a:spcBef>
              <a:spcAft>
                <a:spcPts val="0"/>
              </a:spcAft>
              <a:buClr>
                <a:schemeClr val="dk1"/>
              </a:buClr>
              <a:buSzPts val="1200"/>
              <a:buChar char="○"/>
            </a:pPr>
            <a:r>
              <a:rPr lang="en" sz="1200" dirty="0">
                <a:highlight>
                  <a:srgbClr val="FFFF00"/>
                </a:highlight>
              </a:rPr>
              <a:t>Bytes</a:t>
            </a:r>
            <a:r>
              <a:rPr lang="en" sz="1200" b="1" dirty="0">
                <a:highlight>
                  <a:srgbClr val="FFFF00"/>
                </a:highlight>
              </a:rPr>
              <a:t> </a:t>
            </a:r>
            <a:r>
              <a:rPr lang="en" sz="1200" dirty="0">
                <a:highlight>
                  <a:srgbClr val="FFFF00"/>
                </a:highlight>
              </a:rPr>
              <a:t>- positive 8-bit integers</a:t>
            </a:r>
            <a:endParaRPr sz="1200" dirty="0">
              <a:highlight>
                <a:srgbClr val="FFFF00"/>
              </a:highlight>
            </a:endParaRPr>
          </a:p>
          <a:p>
            <a:pPr marL="457200" lvl="0" indent="-349250" algn="l" rtl="0">
              <a:lnSpc>
                <a:spcPct val="115000"/>
              </a:lnSpc>
              <a:spcBef>
                <a:spcPts val="1000"/>
              </a:spcBef>
              <a:spcAft>
                <a:spcPts val="0"/>
              </a:spcAft>
              <a:buClr>
                <a:schemeClr val="dk1"/>
              </a:buClr>
              <a:buSzPts val="1500"/>
              <a:buChar char="●"/>
            </a:pPr>
            <a:r>
              <a:rPr lang="en" sz="1400" b="1" i="1" dirty="0">
                <a:solidFill>
                  <a:srgbClr val="FF0000"/>
                </a:solidFill>
              </a:rPr>
              <a:t>IO</a:t>
            </a:r>
            <a:r>
              <a:rPr lang="en" sz="1400" b="1" dirty="0"/>
              <a:t> </a:t>
            </a:r>
            <a:r>
              <a:rPr lang="en" sz="1400" dirty="0"/>
              <a:t>is handled by two kinds of objects:</a:t>
            </a:r>
            <a:endParaRPr sz="1400" dirty="0"/>
          </a:p>
          <a:p>
            <a:pPr marL="914400" lvl="1" indent="-330200" algn="l" rtl="0">
              <a:lnSpc>
                <a:spcPct val="115000"/>
              </a:lnSpc>
              <a:spcBef>
                <a:spcPts val="0"/>
              </a:spcBef>
              <a:spcAft>
                <a:spcPts val="0"/>
              </a:spcAft>
              <a:buClr>
                <a:schemeClr val="dk1"/>
              </a:buClr>
              <a:buSzPts val="1200"/>
              <a:buChar char="○"/>
            </a:pPr>
            <a:r>
              <a:rPr lang="en" sz="1200" b="1" i="1" dirty="0">
                <a:solidFill>
                  <a:srgbClr val="FF0000"/>
                </a:solidFill>
                <a:highlight>
                  <a:srgbClr val="FFFF00"/>
                </a:highlight>
              </a:rPr>
              <a:t>Readers</a:t>
            </a:r>
            <a:r>
              <a:rPr lang="en" sz="1200" dirty="0">
                <a:highlight>
                  <a:srgbClr val="FFFF00"/>
                </a:highlight>
              </a:rPr>
              <a:t>/</a:t>
            </a:r>
            <a:r>
              <a:rPr lang="en" sz="1200" b="1" i="1" dirty="0">
                <a:solidFill>
                  <a:srgbClr val="FF0000"/>
                </a:solidFill>
                <a:highlight>
                  <a:srgbClr val="FFFF00"/>
                </a:highlight>
              </a:rPr>
              <a:t>Writers</a:t>
            </a:r>
            <a:r>
              <a:rPr lang="en" sz="1200" b="1" dirty="0">
                <a:highlight>
                  <a:srgbClr val="FFFF00"/>
                </a:highlight>
              </a:rPr>
              <a:t> </a:t>
            </a:r>
            <a:r>
              <a:rPr lang="en" sz="1200" dirty="0"/>
              <a:t>work with character data</a:t>
            </a:r>
            <a:endParaRPr sz="1200" dirty="0"/>
          </a:p>
          <a:p>
            <a:pPr marL="914400" lvl="1" indent="-330200" algn="l" rtl="0">
              <a:lnSpc>
                <a:spcPct val="115000"/>
              </a:lnSpc>
              <a:spcBef>
                <a:spcPts val="0"/>
              </a:spcBef>
              <a:spcAft>
                <a:spcPts val="0"/>
              </a:spcAft>
              <a:buClr>
                <a:schemeClr val="dk1"/>
              </a:buClr>
              <a:buSzPts val="1200"/>
              <a:buChar char="○"/>
            </a:pPr>
            <a:r>
              <a:rPr lang="en" sz="1200" b="1" i="1" dirty="0">
                <a:solidFill>
                  <a:srgbClr val="FF0000"/>
                </a:solidFill>
                <a:highlight>
                  <a:srgbClr val="FFFF00"/>
                </a:highlight>
              </a:rPr>
              <a:t>Input</a:t>
            </a:r>
            <a:r>
              <a:rPr lang="en" sz="1200" dirty="0">
                <a:highlight>
                  <a:srgbClr val="FFFF00"/>
                </a:highlight>
              </a:rPr>
              <a:t>/</a:t>
            </a:r>
            <a:r>
              <a:rPr lang="en" sz="1200" b="1" i="1" dirty="0">
                <a:solidFill>
                  <a:srgbClr val="FF0000"/>
                </a:solidFill>
                <a:highlight>
                  <a:srgbClr val="FFFF00"/>
                </a:highlight>
              </a:rPr>
              <a:t>Output Streams</a:t>
            </a:r>
            <a:r>
              <a:rPr lang="en" sz="1200" dirty="0">
                <a:highlight>
                  <a:srgbClr val="FFFF00"/>
                </a:highlight>
              </a:rPr>
              <a:t> </a:t>
            </a:r>
            <a:r>
              <a:rPr lang="en" sz="1200" dirty="0"/>
              <a:t>work with bytes</a:t>
            </a:r>
            <a:endParaRPr sz="1200" dirty="0"/>
          </a:p>
          <a:p>
            <a:pPr marL="457200" lvl="0" indent="-349250" algn="l" rtl="0">
              <a:lnSpc>
                <a:spcPct val="115000"/>
              </a:lnSpc>
              <a:spcBef>
                <a:spcPts val="1000"/>
              </a:spcBef>
              <a:spcAft>
                <a:spcPts val="0"/>
              </a:spcAft>
              <a:buClr>
                <a:schemeClr val="dk1"/>
              </a:buClr>
              <a:buSzPts val="1500"/>
              <a:buChar char="●"/>
            </a:pPr>
            <a:r>
              <a:rPr lang="en" sz="1400" b="1" i="1" dirty="0">
                <a:solidFill>
                  <a:srgbClr val="FF0000"/>
                </a:solidFill>
                <a:highlight>
                  <a:srgbClr val="FFFF00"/>
                </a:highlight>
              </a:rPr>
              <a:t>Threads</a:t>
            </a:r>
            <a:r>
              <a:rPr lang="en" sz="1400" b="1" dirty="0">
                <a:highlight>
                  <a:srgbClr val="FFFF00"/>
                </a:highlight>
              </a:rPr>
              <a:t> </a:t>
            </a:r>
            <a:r>
              <a:rPr lang="en" sz="1400" dirty="0"/>
              <a:t>allow a program to do more than one thing at the same time</a:t>
            </a:r>
            <a:endParaRPr sz="1400" dirty="0"/>
          </a:p>
          <a:p>
            <a:pPr marL="0" lvl="0" indent="0" algn="l" rtl="0">
              <a:lnSpc>
                <a:spcPct val="90000"/>
              </a:lnSpc>
              <a:spcBef>
                <a:spcPts val="800"/>
              </a:spcBef>
              <a:spcAft>
                <a:spcPts val="1600"/>
              </a:spcAft>
              <a:buClr>
                <a:schemeClr val="dk1"/>
              </a:buClr>
              <a:buSzPts val="1900"/>
              <a:buNone/>
            </a:pPr>
            <a:endParaRPr dirty="0"/>
          </a:p>
        </p:txBody>
      </p:sp>
      <p:sp>
        <p:nvSpPr>
          <p:cNvPr id="248" name="Google Shape;248;p34"/>
          <p:cNvSpPr txBox="1"/>
          <p:nvPr/>
        </p:nvSpPr>
        <p:spPr>
          <a:xfrm>
            <a:off x="5154425" y="1645825"/>
            <a:ext cx="3769800" cy="566100"/>
          </a:xfrm>
          <a:prstGeom prst="rect">
            <a:avLst/>
          </a:prstGeom>
          <a:solidFill>
            <a:srgbClr val="FFF2CC"/>
          </a:solidFill>
          <a:ln w="19050" cap="flat" cmpd="sng">
            <a:solidFill>
              <a:srgbClr val="FF0000"/>
            </a:solidFill>
            <a:prstDash val="solid"/>
            <a:round/>
            <a:headEnd type="none" w="sm" len="sm"/>
            <a:tailEnd type="none" w="sm" len="sm"/>
          </a:ln>
          <a:effectLst>
            <a:outerShdw blurRad="50800" dist="38100" dir="2700000" algn="tl" rotWithShape="0">
              <a:srgbClr val="000000">
                <a:alpha val="40000"/>
              </a:srgbClr>
            </a:outerShdw>
          </a:effectLst>
        </p:spPr>
        <p:txBody>
          <a:bodyPr spcFirstLastPara="1" wrap="square" lIns="91425" tIns="91425" rIns="91425" bIns="91425" anchor="ctr" anchorCtr="0">
            <a:noAutofit/>
          </a:bodyPr>
          <a:lstStyle/>
          <a:p>
            <a:pPr marL="0" marR="0" lvl="0" indent="0" algn="l" rtl="0">
              <a:spcBef>
                <a:spcPts val="0"/>
              </a:spcBef>
              <a:spcAft>
                <a:spcPts val="0"/>
              </a:spcAft>
              <a:buNone/>
            </a:pPr>
            <a:r>
              <a:rPr lang="en" sz="1200">
                <a:solidFill>
                  <a:schemeClr val="dk1"/>
                </a:solidFill>
                <a:latin typeface="Arial"/>
                <a:ea typeface="Arial"/>
                <a:cs typeface="Arial"/>
                <a:sym typeface="Arial"/>
              </a:rPr>
              <a:t>Believe it or not, there is a method to what can feel like the madness of </a:t>
            </a:r>
            <a:r>
              <a:rPr lang="en" sz="1200">
                <a:solidFill>
                  <a:schemeClr val="dk1"/>
                </a:solidFill>
              </a:rPr>
              <a:t>SoftDev II</a:t>
            </a:r>
            <a:r>
              <a:rPr lang="en" sz="1200">
                <a:solidFill>
                  <a:schemeClr val="dk1"/>
                </a:solidFill>
                <a:latin typeface="Arial"/>
                <a:ea typeface="Arial"/>
                <a:cs typeface="Arial"/>
                <a:sym typeface="Arial"/>
              </a:rPr>
              <a:t>.</a:t>
            </a:r>
            <a:endParaRPr sz="1200">
              <a:solidFill>
                <a:schemeClr val="dk1"/>
              </a:solidFill>
              <a:latin typeface="Arial"/>
              <a:ea typeface="Arial"/>
              <a:cs typeface="Arial"/>
              <a:sym typeface="Arial"/>
            </a:endParaRPr>
          </a:p>
        </p:txBody>
      </p:sp>
      <p:sp>
        <p:nvSpPr>
          <p:cNvPr id="249" name="Google Shape;249;p34"/>
          <p:cNvSpPr txBox="1"/>
          <p:nvPr/>
        </p:nvSpPr>
        <p:spPr>
          <a:xfrm>
            <a:off x="5154425" y="2326125"/>
            <a:ext cx="3769800" cy="566100"/>
          </a:xfrm>
          <a:prstGeom prst="rect">
            <a:avLst/>
          </a:prstGeom>
          <a:solidFill>
            <a:srgbClr val="FFF2CC"/>
          </a:solidFill>
          <a:ln w="19050" cap="flat" cmpd="sng">
            <a:solidFill>
              <a:srgbClr val="FF0000"/>
            </a:solidFill>
            <a:prstDash val="solid"/>
            <a:round/>
            <a:headEnd type="none" w="sm" len="sm"/>
            <a:tailEnd type="none" w="sm" len="sm"/>
          </a:ln>
          <a:effectLst>
            <a:outerShdw blurRad="50800" dist="38100" dir="2700000" algn="tl" rotWithShape="0">
              <a:srgbClr val="000000">
                <a:alpha val="40000"/>
              </a:srgbClr>
            </a:outerShdw>
          </a:effectLst>
        </p:spPr>
        <p:txBody>
          <a:bodyPr spcFirstLastPara="1" wrap="square" lIns="91425" tIns="91425" rIns="91425" bIns="91425" anchor="ctr" anchorCtr="0">
            <a:noAutofit/>
          </a:bodyPr>
          <a:lstStyle/>
          <a:p>
            <a:pPr marL="0" marR="0" lvl="0" indent="0" algn="l" rtl="0">
              <a:spcBef>
                <a:spcPts val="0"/>
              </a:spcBef>
              <a:spcAft>
                <a:spcPts val="0"/>
              </a:spcAft>
              <a:buNone/>
            </a:pPr>
            <a:r>
              <a:rPr lang="en" sz="1200">
                <a:solidFill>
                  <a:schemeClr val="dk1"/>
                </a:solidFill>
                <a:latin typeface="Arial"/>
                <a:ea typeface="Arial"/>
                <a:cs typeface="Arial"/>
                <a:sym typeface="Arial"/>
              </a:rPr>
              <a:t>We teach exceptions when we do because exception handling is an important part of IO and Threads.</a:t>
            </a:r>
            <a:endParaRPr sz="1200">
              <a:solidFill>
                <a:schemeClr val="dk1"/>
              </a:solidFill>
              <a:latin typeface="Arial"/>
              <a:ea typeface="Arial"/>
              <a:cs typeface="Arial"/>
              <a:sym typeface="Arial"/>
            </a:endParaRPr>
          </a:p>
        </p:txBody>
      </p:sp>
      <p:sp>
        <p:nvSpPr>
          <p:cNvPr id="250" name="Google Shape;250;p34"/>
          <p:cNvSpPr txBox="1"/>
          <p:nvPr/>
        </p:nvSpPr>
        <p:spPr>
          <a:xfrm>
            <a:off x="5154425" y="3006422"/>
            <a:ext cx="3769800" cy="566100"/>
          </a:xfrm>
          <a:prstGeom prst="rect">
            <a:avLst/>
          </a:prstGeom>
          <a:solidFill>
            <a:srgbClr val="FFF2CC"/>
          </a:solidFill>
          <a:ln w="19050" cap="flat" cmpd="sng">
            <a:solidFill>
              <a:srgbClr val="FF0000"/>
            </a:solidFill>
            <a:prstDash val="solid"/>
            <a:round/>
            <a:headEnd type="none" w="sm" len="sm"/>
            <a:tailEnd type="none" w="sm" len="sm"/>
          </a:ln>
          <a:effectLst>
            <a:outerShdw blurRad="50800" dist="38100" dir="2700000" algn="tl" rotWithShape="0">
              <a:srgbClr val="000000">
                <a:alpha val="40000"/>
              </a:srgbClr>
            </a:outerShdw>
          </a:effectLst>
        </p:spPr>
        <p:txBody>
          <a:bodyPr spcFirstLastPara="1" wrap="square" lIns="91425" tIns="91425" rIns="91425" bIns="91425" anchor="ctr" anchorCtr="0">
            <a:noAutofit/>
          </a:bodyPr>
          <a:lstStyle/>
          <a:p>
            <a:pPr marL="0" marR="0" lvl="0" indent="0" algn="l" rtl="0">
              <a:spcBef>
                <a:spcPts val="0"/>
              </a:spcBef>
              <a:spcAft>
                <a:spcPts val="0"/>
              </a:spcAft>
              <a:buNone/>
            </a:pPr>
            <a:r>
              <a:rPr lang="en" sz="1200">
                <a:solidFill>
                  <a:schemeClr val="dk1"/>
                </a:solidFill>
                <a:latin typeface="Arial"/>
                <a:ea typeface="Arial"/>
                <a:cs typeface="Arial"/>
                <a:sym typeface="Arial"/>
              </a:rPr>
              <a:t>We teach IO when we do because reading and writing data is an important part of programming.</a:t>
            </a:r>
            <a:endParaRPr sz="1200">
              <a:solidFill>
                <a:schemeClr val="dk1"/>
              </a:solidFill>
              <a:latin typeface="Arial"/>
              <a:ea typeface="Arial"/>
              <a:cs typeface="Arial"/>
              <a:sym typeface="Arial"/>
            </a:endParaRPr>
          </a:p>
        </p:txBody>
      </p:sp>
      <p:sp>
        <p:nvSpPr>
          <p:cNvPr id="251" name="Google Shape;251;p34"/>
          <p:cNvSpPr txBox="1"/>
          <p:nvPr/>
        </p:nvSpPr>
        <p:spPr>
          <a:xfrm>
            <a:off x="5154425" y="3686729"/>
            <a:ext cx="3769800" cy="566100"/>
          </a:xfrm>
          <a:prstGeom prst="rect">
            <a:avLst/>
          </a:prstGeom>
          <a:solidFill>
            <a:srgbClr val="FFF2CC"/>
          </a:solidFill>
          <a:ln w="19050" cap="flat" cmpd="sng">
            <a:solidFill>
              <a:srgbClr val="FF0000"/>
            </a:solidFill>
            <a:prstDash val="solid"/>
            <a:round/>
            <a:headEnd type="none" w="sm" len="sm"/>
            <a:tailEnd type="none" w="sm" len="sm"/>
          </a:ln>
          <a:effectLst>
            <a:outerShdw blurRad="50800" dist="38100" dir="2700000" algn="tl" rotWithShape="0">
              <a:srgbClr val="000000">
                <a:alpha val="40000"/>
              </a:srgbClr>
            </a:outerShdw>
          </a:effectLst>
        </p:spPr>
        <p:txBody>
          <a:bodyPr spcFirstLastPara="1" wrap="square" lIns="91425" tIns="91425" rIns="91425" bIns="91425" anchor="ctr" anchorCtr="0">
            <a:noAutofit/>
          </a:bodyPr>
          <a:lstStyle/>
          <a:p>
            <a:pPr marL="0" marR="0" lvl="0" indent="0" algn="l" rtl="0">
              <a:spcBef>
                <a:spcPts val="0"/>
              </a:spcBef>
              <a:spcAft>
                <a:spcPts val="0"/>
              </a:spcAft>
              <a:buNone/>
            </a:pPr>
            <a:r>
              <a:rPr lang="en" sz="1200">
                <a:solidFill>
                  <a:schemeClr val="dk1"/>
                </a:solidFill>
                <a:latin typeface="Arial"/>
                <a:ea typeface="Arial"/>
                <a:cs typeface="Arial"/>
                <a:sym typeface="Arial"/>
              </a:rPr>
              <a:t>We teach Threads when we do because concurrent programming is also a necessary skill.</a:t>
            </a:r>
            <a:endParaRPr sz="1200">
              <a:solidFill>
                <a:schemeClr val="dk1"/>
              </a:solidFill>
              <a:latin typeface="Arial"/>
              <a:ea typeface="Arial"/>
              <a:cs typeface="Arial"/>
              <a:sym typeface="Arial"/>
            </a:endParaRPr>
          </a:p>
        </p:txBody>
      </p:sp>
      <p:sp>
        <p:nvSpPr>
          <p:cNvPr id="252" name="Google Shape;252;p34"/>
          <p:cNvSpPr txBox="1"/>
          <p:nvPr/>
        </p:nvSpPr>
        <p:spPr>
          <a:xfrm>
            <a:off x="5154425" y="4367025"/>
            <a:ext cx="3769800" cy="566100"/>
          </a:xfrm>
          <a:prstGeom prst="rect">
            <a:avLst/>
          </a:prstGeom>
          <a:solidFill>
            <a:srgbClr val="FFF2CC"/>
          </a:solidFill>
          <a:ln w="19050" cap="flat" cmpd="sng">
            <a:solidFill>
              <a:srgbClr val="FF0000"/>
            </a:solidFill>
            <a:prstDash val="solid"/>
            <a:round/>
            <a:headEnd type="none" w="sm" len="sm"/>
            <a:tailEnd type="none" w="sm" len="sm"/>
          </a:ln>
          <a:effectLst>
            <a:outerShdw blurRad="50800" dist="38100" dir="2700000" algn="tl" rotWithShape="0">
              <a:srgbClr val="000000">
                <a:alpha val="40000"/>
              </a:srgbClr>
            </a:outerShdw>
          </a:effectLst>
        </p:spPr>
        <p:txBody>
          <a:bodyPr spcFirstLastPara="1" wrap="square" lIns="91425" tIns="91425" rIns="91425" bIns="91425" anchor="ctr" anchorCtr="0">
            <a:noAutofit/>
          </a:bodyPr>
          <a:lstStyle/>
          <a:p>
            <a:pPr marL="0" marR="0" lvl="0" indent="0" algn="l" rtl="0">
              <a:spcBef>
                <a:spcPts val="0"/>
              </a:spcBef>
              <a:spcAft>
                <a:spcPts val="0"/>
              </a:spcAft>
              <a:buNone/>
            </a:pPr>
            <a:r>
              <a:rPr lang="en" sz="1200">
                <a:solidFill>
                  <a:schemeClr val="dk1"/>
                </a:solidFill>
                <a:latin typeface="Arial"/>
                <a:ea typeface="Arial"/>
                <a:cs typeface="Arial"/>
                <a:sym typeface="Arial"/>
              </a:rPr>
              <a:t>And once you have all of those tools in your toolbox, you are finally ready for </a:t>
            </a:r>
            <a:r>
              <a:rPr lang="en" sz="1200" b="1" i="1">
                <a:solidFill>
                  <a:srgbClr val="FF0000"/>
                </a:solidFill>
                <a:latin typeface="Arial"/>
                <a:ea typeface="Arial"/>
                <a:cs typeface="Arial"/>
                <a:sym typeface="Arial"/>
              </a:rPr>
              <a:t>networking</a:t>
            </a:r>
            <a:r>
              <a:rPr lang="en" sz="1200">
                <a:solidFill>
                  <a:schemeClr val="dk1"/>
                </a:solidFill>
                <a:latin typeface="Arial"/>
                <a:ea typeface="Arial"/>
                <a:cs typeface="Arial"/>
                <a:sym typeface="Arial"/>
              </a:rPr>
              <a:t>!</a:t>
            </a:r>
            <a:endParaRPr sz="1200">
              <a:solidFill>
                <a:schemeClr val="dk1"/>
              </a:solidFill>
              <a:latin typeface="Arial"/>
              <a:ea typeface="Arial"/>
              <a:cs typeface="Arial"/>
              <a:sym typeface="Arial"/>
            </a:endParaRPr>
          </a:p>
        </p:txBody>
      </p:sp>
      <p:sp>
        <p:nvSpPr>
          <p:cNvPr id="253" name="Google Shape;253;p34"/>
          <p:cNvSpPr txBox="1">
            <a:spLocks noGrp="1"/>
          </p:cNvSpPr>
          <p:nvPr>
            <p:ph type="sldNum" idx="12"/>
          </p:nvPr>
        </p:nvSpPr>
        <p:spPr>
          <a:xfrm>
            <a:off x="90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a:t>
            </a:fld>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8"/>
                                        </p:tgtEl>
                                        <p:attrNameLst>
                                          <p:attrName>style.visibility</p:attrName>
                                        </p:attrNameLst>
                                      </p:cBhvr>
                                      <p:to>
                                        <p:strVal val="visible"/>
                                      </p:to>
                                    </p:set>
                                    <p:animEffect transition="in" filter="fade">
                                      <p:cBhvr>
                                        <p:cTn id="7" dur="1000"/>
                                        <p:tgtEl>
                                          <p:spTgt spid="24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9"/>
                                        </p:tgtEl>
                                        <p:attrNameLst>
                                          <p:attrName>style.visibility</p:attrName>
                                        </p:attrNameLst>
                                      </p:cBhvr>
                                      <p:to>
                                        <p:strVal val="visible"/>
                                      </p:to>
                                    </p:set>
                                    <p:animEffect transition="in" filter="fade">
                                      <p:cBhvr>
                                        <p:cTn id="12" dur="1000"/>
                                        <p:tgtEl>
                                          <p:spTgt spid="24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0"/>
                                        </p:tgtEl>
                                        <p:attrNameLst>
                                          <p:attrName>style.visibility</p:attrName>
                                        </p:attrNameLst>
                                      </p:cBhvr>
                                      <p:to>
                                        <p:strVal val="visible"/>
                                      </p:to>
                                    </p:set>
                                    <p:animEffect transition="in" filter="fade">
                                      <p:cBhvr>
                                        <p:cTn id="17" dur="1000"/>
                                        <p:tgtEl>
                                          <p:spTgt spid="25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51"/>
                                        </p:tgtEl>
                                        <p:attrNameLst>
                                          <p:attrName>style.visibility</p:attrName>
                                        </p:attrNameLst>
                                      </p:cBhvr>
                                      <p:to>
                                        <p:strVal val="visible"/>
                                      </p:to>
                                    </p:set>
                                    <p:animEffect transition="in" filter="fade">
                                      <p:cBhvr>
                                        <p:cTn id="22" dur="1000"/>
                                        <p:tgtEl>
                                          <p:spTgt spid="25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52"/>
                                        </p:tgtEl>
                                        <p:attrNameLst>
                                          <p:attrName>style.visibility</p:attrName>
                                        </p:attrNameLst>
                                      </p:cBhvr>
                                      <p:to>
                                        <p:strVal val="visible"/>
                                      </p:to>
                                    </p:set>
                                    <p:animEffect transition="in" filter="fade">
                                      <p:cBhvr>
                                        <p:cTn id="27" dur="1000"/>
                                        <p:tgtEl>
                                          <p:spTgt spid="2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57"/>
        <p:cNvGrpSpPr/>
        <p:nvPr/>
      </p:nvGrpSpPr>
      <p:grpSpPr>
        <a:xfrm>
          <a:off x="0" y="0"/>
          <a:ext cx="0" cy="0"/>
          <a:chOff x="0" y="0"/>
          <a:chExt cx="0" cy="0"/>
        </a:xfrm>
      </p:grpSpPr>
      <p:pic>
        <p:nvPicPr>
          <p:cNvPr id="258" name="Google Shape;258;p35"/>
          <p:cNvPicPr preferRelativeResize="0"/>
          <p:nvPr/>
        </p:nvPicPr>
        <p:blipFill rotWithShape="1">
          <a:blip r:embed="rId3">
            <a:alphaModFix/>
          </a:blip>
          <a:srcRect/>
          <a:stretch/>
        </p:blipFill>
        <p:spPr>
          <a:xfrm>
            <a:off x="2126200" y="1299400"/>
            <a:ext cx="1734575" cy="1806850"/>
          </a:xfrm>
          <a:prstGeom prst="rect">
            <a:avLst/>
          </a:prstGeom>
          <a:noFill/>
          <a:ln>
            <a:noFill/>
          </a:ln>
        </p:spPr>
      </p:pic>
      <p:pic>
        <p:nvPicPr>
          <p:cNvPr id="259" name="Google Shape;259;p35"/>
          <p:cNvPicPr preferRelativeResize="0"/>
          <p:nvPr/>
        </p:nvPicPr>
        <p:blipFill rotWithShape="1">
          <a:blip r:embed="rId3">
            <a:alphaModFix/>
          </a:blip>
          <a:srcRect/>
          <a:stretch/>
        </p:blipFill>
        <p:spPr>
          <a:xfrm>
            <a:off x="391626" y="3106250"/>
            <a:ext cx="1734575" cy="1806850"/>
          </a:xfrm>
          <a:prstGeom prst="rect">
            <a:avLst/>
          </a:prstGeom>
          <a:noFill/>
          <a:ln>
            <a:noFill/>
          </a:ln>
        </p:spPr>
      </p:pic>
      <p:sp>
        <p:nvSpPr>
          <p:cNvPr id="260" name="Google Shape;260;p35"/>
          <p:cNvSpPr/>
          <p:nvPr/>
        </p:nvSpPr>
        <p:spPr>
          <a:xfrm>
            <a:off x="457563" y="1314250"/>
            <a:ext cx="1451100" cy="426300"/>
          </a:xfrm>
          <a:prstGeom prst="wedgeRectCallout">
            <a:avLst>
              <a:gd name="adj1" fmla="val 77947"/>
              <a:gd name="adj2" fmla="val 43162"/>
            </a:avLst>
          </a:prstGeom>
          <a:solidFill>
            <a:srgbClr val="E2E4E4"/>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spcBef>
                <a:spcPts val="0"/>
              </a:spcBef>
              <a:spcAft>
                <a:spcPts val="0"/>
              </a:spcAft>
              <a:buNone/>
            </a:pPr>
            <a:r>
              <a:rPr lang="en" sz="1800" b="1">
                <a:solidFill>
                  <a:schemeClr val="dk1"/>
                </a:solidFill>
                <a:latin typeface="Courier New"/>
                <a:ea typeface="Courier New"/>
                <a:cs typeface="Courier New"/>
                <a:sym typeface="Courier New"/>
              </a:rPr>
              <a:t>Hi there.</a:t>
            </a:r>
            <a:endParaRPr sz="1800" b="1">
              <a:solidFill>
                <a:schemeClr val="dk1"/>
              </a:solidFill>
              <a:latin typeface="Courier New"/>
              <a:ea typeface="Courier New"/>
              <a:cs typeface="Courier New"/>
              <a:sym typeface="Courier New"/>
            </a:endParaRPr>
          </a:p>
        </p:txBody>
      </p:sp>
      <p:sp>
        <p:nvSpPr>
          <p:cNvPr id="261" name="Google Shape;261;p35"/>
          <p:cNvSpPr/>
          <p:nvPr/>
        </p:nvSpPr>
        <p:spPr>
          <a:xfrm>
            <a:off x="896047" y="2338425"/>
            <a:ext cx="1031400" cy="619800"/>
          </a:xfrm>
          <a:prstGeom prst="wedgeRectCallout">
            <a:avLst>
              <a:gd name="adj1" fmla="val -29930"/>
              <a:gd name="adj2" fmla="val 72318"/>
            </a:avLst>
          </a:prstGeom>
          <a:solidFill>
            <a:srgbClr val="E2E4E4"/>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spcBef>
                <a:spcPts val="0"/>
              </a:spcBef>
              <a:spcAft>
                <a:spcPts val="0"/>
              </a:spcAft>
              <a:buNone/>
            </a:pPr>
            <a:r>
              <a:rPr lang="en" sz="1800" b="1">
                <a:solidFill>
                  <a:schemeClr val="dk1"/>
                </a:solidFill>
                <a:latin typeface="Courier New"/>
                <a:ea typeface="Courier New"/>
                <a:cs typeface="Courier New"/>
                <a:sym typeface="Courier New"/>
              </a:rPr>
              <a:t>Hello!</a:t>
            </a:r>
            <a:endParaRPr sz="1800" b="1">
              <a:solidFill>
                <a:schemeClr val="dk1"/>
              </a:solidFill>
              <a:latin typeface="Courier New"/>
              <a:ea typeface="Courier New"/>
              <a:cs typeface="Courier New"/>
              <a:sym typeface="Courier New"/>
            </a:endParaRPr>
          </a:p>
        </p:txBody>
      </p:sp>
      <p:sp>
        <p:nvSpPr>
          <p:cNvPr id="262" name="Google Shape;262;p35"/>
          <p:cNvSpPr txBox="1">
            <a:spLocks noGrp="1"/>
          </p:cNvSpPr>
          <p:nvPr>
            <p:ph type="title"/>
          </p:nvPr>
        </p:nvSpPr>
        <p:spPr>
          <a:xfrm>
            <a:off x="311725" y="500925"/>
            <a:ext cx="3706500" cy="638100"/>
          </a:xfrm>
          <a:prstGeom prst="rect">
            <a:avLst/>
          </a:prstGeom>
          <a:noFill/>
          <a:ln>
            <a:noFill/>
          </a:ln>
        </p:spPr>
        <p:txBody>
          <a:bodyPr spcFirstLastPara="1" wrap="square" lIns="91425" tIns="91425" rIns="91425" bIns="91425" anchor="t" anchorCtr="0">
            <a:noAutofit/>
          </a:bodyPr>
          <a:lstStyle/>
          <a:p>
            <a:pPr marL="0" lvl="0" indent="0" algn="l" rtl="0">
              <a:lnSpc>
                <a:spcPct val="90000"/>
              </a:lnSpc>
              <a:spcBef>
                <a:spcPts val="0"/>
              </a:spcBef>
              <a:spcAft>
                <a:spcPts val="0"/>
              </a:spcAft>
              <a:buClr>
                <a:schemeClr val="dk2"/>
              </a:buClr>
              <a:buSzPts val="3300"/>
              <a:buFont typeface="Courier New"/>
              <a:buNone/>
            </a:pPr>
            <a:r>
              <a:rPr lang="en"/>
              <a:t>Networking</a:t>
            </a:r>
            <a:endParaRPr/>
          </a:p>
        </p:txBody>
      </p:sp>
      <p:sp>
        <p:nvSpPr>
          <p:cNvPr id="263" name="Google Shape;263;p35"/>
          <p:cNvSpPr txBox="1">
            <a:spLocks noGrp="1"/>
          </p:cNvSpPr>
          <p:nvPr>
            <p:ph type="body" idx="1"/>
          </p:nvPr>
        </p:nvSpPr>
        <p:spPr>
          <a:xfrm>
            <a:off x="4644675" y="500925"/>
            <a:ext cx="4166400" cy="4432200"/>
          </a:xfrm>
          <a:prstGeom prst="rect">
            <a:avLst/>
          </a:prstGeom>
          <a:noFill/>
          <a:ln>
            <a:noFill/>
          </a:ln>
        </p:spPr>
        <p:txBody>
          <a:bodyPr spcFirstLastPara="1" wrap="square" lIns="68575" tIns="34275" rIns="68575" bIns="34275" anchor="t" anchorCtr="0">
            <a:normAutofit/>
          </a:bodyPr>
          <a:lstStyle/>
          <a:p>
            <a:pPr marL="457200" lvl="0" indent="-330200" algn="l" rtl="0">
              <a:lnSpc>
                <a:spcPct val="115000"/>
              </a:lnSpc>
              <a:spcBef>
                <a:spcPts val="0"/>
              </a:spcBef>
              <a:spcAft>
                <a:spcPts val="0"/>
              </a:spcAft>
              <a:buClr>
                <a:schemeClr val="dk1"/>
              </a:buClr>
              <a:buSzPts val="1200"/>
              <a:buChar char="●"/>
            </a:pPr>
            <a:r>
              <a:rPr lang="en" sz="1800" dirty="0"/>
              <a:t>A </a:t>
            </a:r>
            <a:r>
              <a:rPr lang="en" sz="1800" b="1" i="1" dirty="0">
                <a:solidFill>
                  <a:srgbClr val="FF0000"/>
                </a:solidFill>
              </a:rPr>
              <a:t>network</a:t>
            </a:r>
            <a:r>
              <a:rPr lang="en" sz="1800" dirty="0"/>
              <a:t> comprises the </a:t>
            </a:r>
            <a:r>
              <a:rPr lang="en" sz="1800" dirty="0">
                <a:highlight>
                  <a:srgbClr val="FFFF00"/>
                </a:highlight>
              </a:rPr>
              <a:t>hardware and software </a:t>
            </a:r>
            <a:r>
              <a:rPr lang="en" sz="1800" dirty="0"/>
              <a:t>that provides two or more computers with the ability to </a:t>
            </a:r>
            <a:r>
              <a:rPr lang="en" sz="1800" b="1" i="1" dirty="0">
                <a:solidFill>
                  <a:srgbClr val="FF0000"/>
                </a:solidFill>
              </a:rPr>
              <a:t>communicate</a:t>
            </a:r>
            <a:r>
              <a:rPr lang="en" sz="1800" dirty="0"/>
              <a:t> with each other</a:t>
            </a:r>
            <a:endParaRPr sz="1100" dirty="0"/>
          </a:p>
          <a:p>
            <a:pPr marL="457200" lvl="0" indent="-330200" algn="l" rtl="0">
              <a:lnSpc>
                <a:spcPct val="115000"/>
              </a:lnSpc>
              <a:spcBef>
                <a:spcPts val="1000"/>
              </a:spcBef>
              <a:spcAft>
                <a:spcPts val="0"/>
              </a:spcAft>
              <a:buClr>
                <a:schemeClr val="dk1"/>
              </a:buClr>
              <a:buSzPts val="1200"/>
              <a:buChar char="●"/>
            </a:pPr>
            <a:r>
              <a:rPr lang="en" sz="1800" dirty="0"/>
              <a:t>Provided that one computer is </a:t>
            </a:r>
            <a:r>
              <a:rPr lang="en" sz="1800" dirty="0">
                <a:highlight>
                  <a:srgbClr val="FFFF00"/>
                </a:highlight>
              </a:rPr>
              <a:t>listening</a:t>
            </a:r>
            <a:r>
              <a:rPr lang="en" sz="1800" dirty="0"/>
              <a:t>, another computer can establish a </a:t>
            </a:r>
            <a:r>
              <a:rPr lang="en" sz="1800" b="1" i="1" dirty="0">
                <a:solidFill>
                  <a:srgbClr val="FF0000"/>
                </a:solidFill>
                <a:highlight>
                  <a:srgbClr val="FFFF00"/>
                </a:highlight>
              </a:rPr>
              <a:t>connection</a:t>
            </a:r>
            <a:endParaRPr sz="1100" b="1" i="1" dirty="0">
              <a:solidFill>
                <a:srgbClr val="FF0000"/>
              </a:solidFill>
              <a:highlight>
                <a:srgbClr val="FFFF00"/>
              </a:highlight>
            </a:endParaRPr>
          </a:p>
          <a:p>
            <a:pPr marL="457200" lvl="0" indent="-330200" algn="l" rtl="0">
              <a:lnSpc>
                <a:spcPct val="115000"/>
              </a:lnSpc>
              <a:spcBef>
                <a:spcPts val="1000"/>
              </a:spcBef>
              <a:spcAft>
                <a:spcPts val="0"/>
              </a:spcAft>
              <a:buClr>
                <a:schemeClr val="dk1"/>
              </a:buClr>
              <a:buSzPts val="1200"/>
              <a:buChar char="●"/>
            </a:pPr>
            <a:r>
              <a:rPr lang="en" sz="1800" dirty="0"/>
              <a:t>Both computers can then </a:t>
            </a:r>
            <a:r>
              <a:rPr lang="en" sz="1800" b="1" i="1" dirty="0">
                <a:solidFill>
                  <a:srgbClr val="FF0000"/>
                </a:solidFill>
                <a:highlight>
                  <a:srgbClr val="FFFF00"/>
                </a:highlight>
              </a:rPr>
              <a:t>send</a:t>
            </a:r>
            <a:r>
              <a:rPr lang="en" sz="1800" dirty="0"/>
              <a:t> and </a:t>
            </a:r>
            <a:r>
              <a:rPr lang="en" sz="1800" b="1" i="1" dirty="0">
                <a:solidFill>
                  <a:srgbClr val="FF0000"/>
                </a:solidFill>
                <a:highlight>
                  <a:srgbClr val="FFFF00"/>
                </a:highlight>
              </a:rPr>
              <a:t>receive</a:t>
            </a:r>
            <a:r>
              <a:rPr lang="en" sz="1800" dirty="0"/>
              <a:t> data over the connection</a:t>
            </a:r>
            <a:endParaRPr sz="1100" dirty="0"/>
          </a:p>
          <a:p>
            <a:pPr marL="914400" lvl="1" indent="-342900" algn="l" rtl="0">
              <a:lnSpc>
                <a:spcPct val="115000"/>
              </a:lnSpc>
              <a:spcBef>
                <a:spcPts val="1000"/>
              </a:spcBef>
              <a:spcAft>
                <a:spcPts val="0"/>
              </a:spcAft>
              <a:buClr>
                <a:schemeClr val="dk1"/>
              </a:buClr>
              <a:buSzPts val="1400"/>
              <a:buChar char="○"/>
            </a:pPr>
            <a:r>
              <a:rPr lang="en" sz="1400" dirty="0"/>
              <a:t>The data may be </a:t>
            </a:r>
            <a:r>
              <a:rPr lang="en" sz="1400" dirty="0">
                <a:highlight>
                  <a:srgbClr val="FFFF00"/>
                </a:highlight>
              </a:rPr>
              <a:t>characters or binary data</a:t>
            </a:r>
            <a:r>
              <a:rPr lang="en" sz="1400" dirty="0"/>
              <a:t> (bytes)</a:t>
            </a:r>
            <a:endParaRPr sz="1400" dirty="0"/>
          </a:p>
          <a:p>
            <a:pPr marL="0" lvl="0" indent="0" algn="l" rtl="0">
              <a:lnSpc>
                <a:spcPct val="90000"/>
              </a:lnSpc>
              <a:spcBef>
                <a:spcPts val="1000"/>
              </a:spcBef>
              <a:spcAft>
                <a:spcPts val="1600"/>
              </a:spcAft>
              <a:buClr>
                <a:schemeClr val="dk1"/>
              </a:buClr>
              <a:buSzPts val="2200"/>
              <a:buNone/>
            </a:pPr>
            <a:endParaRPr sz="2400" dirty="0"/>
          </a:p>
        </p:txBody>
      </p:sp>
      <p:sp>
        <p:nvSpPr>
          <p:cNvPr id="264" name="Google Shape;264;p3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a:t>
            </a:fld>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0"/>
                                        </p:tgtEl>
                                        <p:attrNameLst>
                                          <p:attrName>style.visibility</p:attrName>
                                        </p:attrNameLst>
                                      </p:cBhvr>
                                      <p:to>
                                        <p:strVal val="visible"/>
                                      </p:to>
                                    </p:set>
                                    <p:animEffect transition="in" filter="fade">
                                      <p:cBhvr>
                                        <p:cTn id="7" dur="1000"/>
                                        <p:tgtEl>
                                          <p:spTgt spid="26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1"/>
                                        </p:tgtEl>
                                        <p:attrNameLst>
                                          <p:attrName>style.visibility</p:attrName>
                                        </p:attrNameLst>
                                      </p:cBhvr>
                                      <p:to>
                                        <p:strVal val="visible"/>
                                      </p:to>
                                    </p:set>
                                    <p:animEffect transition="in" filter="fade">
                                      <p:cBhvr>
                                        <p:cTn id="12" dur="1000"/>
                                        <p:tgtEl>
                                          <p:spTgt spid="2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68"/>
        <p:cNvGrpSpPr/>
        <p:nvPr/>
      </p:nvGrpSpPr>
      <p:grpSpPr>
        <a:xfrm>
          <a:off x="0" y="0"/>
          <a:ext cx="0" cy="0"/>
          <a:chOff x="0" y="0"/>
          <a:chExt cx="0" cy="0"/>
        </a:xfrm>
      </p:grpSpPr>
      <p:sp>
        <p:nvSpPr>
          <p:cNvPr id="269" name="Google Shape;269;p36"/>
          <p:cNvSpPr txBox="1">
            <a:spLocks noGrp="1"/>
          </p:cNvSpPr>
          <p:nvPr>
            <p:ph type="title"/>
          </p:nvPr>
        </p:nvSpPr>
        <p:spPr>
          <a:xfrm>
            <a:off x="5264725" y="500925"/>
            <a:ext cx="3706500" cy="638100"/>
          </a:xfrm>
          <a:prstGeom prst="rect">
            <a:avLst/>
          </a:prstGeom>
          <a:noFill/>
          <a:ln>
            <a:noFill/>
          </a:ln>
        </p:spPr>
        <p:txBody>
          <a:bodyPr spcFirstLastPara="1" wrap="square" lIns="91425" tIns="91425" rIns="91425" bIns="91425" anchor="t" anchorCtr="0">
            <a:noAutofit/>
          </a:bodyPr>
          <a:lstStyle/>
          <a:p>
            <a:pPr marL="0" lvl="0" indent="0" algn="l" rtl="0">
              <a:lnSpc>
                <a:spcPct val="90000"/>
              </a:lnSpc>
              <a:spcBef>
                <a:spcPts val="0"/>
              </a:spcBef>
              <a:spcAft>
                <a:spcPts val="0"/>
              </a:spcAft>
              <a:buClr>
                <a:schemeClr val="dk2"/>
              </a:buClr>
              <a:buSzPts val="3300"/>
              <a:buFont typeface="Calibri"/>
              <a:buNone/>
            </a:pPr>
            <a:r>
              <a:rPr lang="en"/>
              <a:t>Protocol Layers</a:t>
            </a:r>
            <a:endParaRPr/>
          </a:p>
        </p:txBody>
      </p:sp>
      <p:sp>
        <p:nvSpPr>
          <p:cNvPr id="270" name="Google Shape;270;p36"/>
          <p:cNvSpPr txBox="1">
            <a:spLocks noGrp="1"/>
          </p:cNvSpPr>
          <p:nvPr>
            <p:ph type="body" idx="1"/>
          </p:nvPr>
        </p:nvSpPr>
        <p:spPr>
          <a:xfrm>
            <a:off x="301275" y="500925"/>
            <a:ext cx="4166400" cy="4432200"/>
          </a:xfrm>
          <a:prstGeom prst="rect">
            <a:avLst/>
          </a:prstGeom>
          <a:noFill/>
          <a:ln>
            <a:noFill/>
          </a:ln>
        </p:spPr>
        <p:txBody>
          <a:bodyPr spcFirstLastPara="1" wrap="square" lIns="68575" tIns="34275" rIns="68575" bIns="34275" anchor="t" anchorCtr="0">
            <a:normAutofit/>
          </a:bodyPr>
          <a:lstStyle/>
          <a:p>
            <a:pPr marL="457200" lvl="0" indent="-349250" algn="l" rtl="0">
              <a:lnSpc>
                <a:spcPct val="115000"/>
              </a:lnSpc>
              <a:spcBef>
                <a:spcPts val="0"/>
              </a:spcBef>
              <a:spcAft>
                <a:spcPts val="0"/>
              </a:spcAft>
              <a:buClr>
                <a:schemeClr val="dk1"/>
              </a:buClr>
              <a:buSzPts val="1500"/>
              <a:buChar char="●"/>
            </a:pPr>
            <a:r>
              <a:rPr lang="en" sz="1400" dirty="0">
                <a:highlight>
                  <a:srgbClr val="FFFF00"/>
                </a:highlight>
              </a:rPr>
              <a:t>Protocol </a:t>
            </a:r>
            <a:r>
              <a:rPr lang="en" sz="1400" b="1" i="1" dirty="0">
                <a:solidFill>
                  <a:srgbClr val="FF0000"/>
                </a:solidFill>
                <a:highlight>
                  <a:srgbClr val="FFFF00"/>
                </a:highlight>
              </a:rPr>
              <a:t>layering</a:t>
            </a:r>
            <a:r>
              <a:rPr lang="en" sz="1400" dirty="0">
                <a:highlight>
                  <a:srgbClr val="FFFF00"/>
                </a:highlight>
              </a:rPr>
              <a:t> </a:t>
            </a:r>
            <a:r>
              <a:rPr lang="en" sz="1400" dirty="0"/>
              <a:t>is a common technique to simplify network designs by dividing them into </a:t>
            </a:r>
            <a:r>
              <a:rPr lang="en" sz="1400" dirty="0">
                <a:highlight>
                  <a:srgbClr val="FFFF00"/>
                </a:highlight>
              </a:rPr>
              <a:t>functional </a:t>
            </a:r>
            <a:r>
              <a:rPr lang="en" sz="1400" b="1" i="1" dirty="0">
                <a:solidFill>
                  <a:srgbClr val="FF0000"/>
                </a:solidFill>
                <a:highlight>
                  <a:srgbClr val="FFFF00"/>
                </a:highlight>
              </a:rPr>
              <a:t>layers</a:t>
            </a:r>
            <a:endParaRPr sz="1400" b="1" i="1" dirty="0">
              <a:solidFill>
                <a:srgbClr val="FF0000"/>
              </a:solidFill>
              <a:highlight>
                <a:srgbClr val="FFFF00"/>
              </a:highlight>
            </a:endParaRPr>
          </a:p>
          <a:p>
            <a:pPr marL="914400" lvl="1" indent="-330200" algn="l" rtl="0">
              <a:lnSpc>
                <a:spcPct val="115000"/>
              </a:lnSpc>
              <a:spcBef>
                <a:spcPts val="1000"/>
              </a:spcBef>
              <a:spcAft>
                <a:spcPts val="0"/>
              </a:spcAft>
              <a:buClr>
                <a:schemeClr val="dk1"/>
              </a:buClr>
              <a:buSzPts val="1200"/>
              <a:buChar char="○"/>
            </a:pPr>
            <a:r>
              <a:rPr lang="en" sz="1200" dirty="0"/>
              <a:t>For example, it is common to separate the functions of data </a:t>
            </a:r>
            <a:r>
              <a:rPr lang="en" sz="1200" b="1" i="1" dirty="0">
                <a:solidFill>
                  <a:srgbClr val="FF0000"/>
                </a:solidFill>
              </a:rPr>
              <a:t>delivery </a:t>
            </a:r>
            <a:r>
              <a:rPr lang="en" sz="1200" dirty="0"/>
              <a:t>and connection </a:t>
            </a:r>
            <a:r>
              <a:rPr lang="en" sz="1200" b="1" i="1" dirty="0">
                <a:solidFill>
                  <a:srgbClr val="FF0000"/>
                </a:solidFill>
              </a:rPr>
              <a:t>management</a:t>
            </a:r>
            <a:r>
              <a:rPr lang="en" sz="1200" dirty="0"/>
              <a:t> into separate layers</a:t>
            </a:r>
            <a:endParaRPr sz="1200" dirty="0"/>
          </a:p>
          <a:p>
            <a:pPr marL="914400" lvl="1" indent="-330200" algn="l" rtl="0">
              <a:lnSpc>
                <a:spcPct val="115000"/>
              </a:lnSpc>
              <a:spcBef>
                <a:spcPts val="0"/>
              </a:spcBef>
              <a:spcAft>
                <a:spcPts val="0"/>
              </a:spcAft>
              <a:buClr>
                <a:schemeClr val="dk1"/>
              </a:buClr>
              <a:buSzPts val="1200"/>
              <a:buChar char="○"/>
            </a:pPr>
            <a:r>
              <a:rPr lang="en" sz="1200" dirty="0">
                <a:highlight>
                  <a:srgbClr val="FFFF00"/>
                </a:highlight>
              </a:rPr>
              <a:t>Each layer has its own </a:t>
            </a:r>
            <a:r>
              <a:rPr lang="en" sz="1200" b="1" i="1" dirty="0">
                <a:solidFill>
                  <a:srgbClr val="FF0000"/>
                </a:solidFill>
                <a:highlight>
                  <a:srgbClr val="FFFF00"/>
                </a:highlight>
              </a:rPr>
              <a:t>protocol(s)</a:t>
            </a:r>
            <a:endParaRPr sz="1200" b="1" i="1" dirty="0">
              <a:solidFill>
                <a:srgbClr val="FF0000"/>
              </a:solidFill>
              <a:highlight>
                <a:srgbClr val="FFFF00"/>
              </a:highlight>
            </a:endParaRPr>
          </a:p>
          <a:p>
            <a:pPr marL="457200" lvl="0" indent="-349250" algn="l" rtl="0">
              <a:lnSpc>
                <a:spcPct val="115000"/>
              </a:lnSpc>
              <a:spcBef>
                <a:spcPts val="1000"/>
              </a:spcBef>
              <a:spcAft>
                <a:spcPts val="0"/>
              </a:spcAft>
              <a:buClr>
                <a:schemeClr val="dk1"/>
              </a:buClr>
              <a:buSzPts val="1500"/>
              <a:buChar char="●"/>
            </a:pPr>
            <a:r>
              <a:rPr lang="en" sz="1400" dirty="0"/>
              <a:t>Each layer performs a specific </a:t>
            </a:r>
            <a:r>
              <a:rPr lang="en" sz="1400" b="1" i="1" dirty="0">
                <a:solidFill>
                  <a:srgbClr val="FF0000"/>
                </a:solidFill>
              </a:rPr>
              <a:t>purpose</a:t>
            </a:r>
            <a:r>
              <a:rPr lang="en" sz="1400" dirty="0"/>
              <a:t>, and </a:t>
            </a:r>
            <a:r>
              <a:rPr lang="en" sz="1400" dirty="0">
                <a:highlight>
                  <a:srgbClr val="FFFF00"/>
                </a:highlight>
              </a:rPr>
              <a:t>doesn’t need to know </a:t>
            </a:r>
            <a:r>
              <a:rPr lang="en" sz="1400" dirty="0"/>
              <a:t>about the </a:t>
            </a:r>
            <a:r>
              <a:rPr lang="en" sz="1400" b="1" i="1" dirty="0">
                <a:solidFill>
                  <a:srgbClr val="FF0000"/>
                </a:solidFill>
                <a:highlight>
                  <a:srgbClr val="FFFF00"/>
                </a:highlight>
              </a:rPr>
              <a:t>other layers</a:t>
            </a:r>
            <a:r>
              <a:rPr lang="en" sz="1400" dirty="0">
                <a:highlight>
                  <a:srgbClr val="FFFF00"/>
                </a:highlight>
              </a:rPr>
              <a:t> </a:t>
            </a:r>
            <a:r>
              <a:rPr lang="en" sz="1400" dirty="0"/>
              <a:t>or how to perform their purposes</a:t>
            </a:r>
            <a:endParaRPr sz="1400" dirty="0"/>
          </a:p>
          <a:p>
            <a:pPr marL="457200" lvl="0" indent="-349250" algn="l" rtl="0">
              <a:lnSpc>
                <a:spcPct val="115000"/>
              </a:lnSpc>
              <a:spcBef>
                <a:spcPts val="1000"/>
              </a:spcBef>
              <a:spcAft>
                <a:spcPts val="0"/>
              </a:spcAft>
              <a:buClr>
                <a:schemeClr val="dk1"/>
              </a:buClr>
              <a:buSzPts val="1500"/>
              <a:buChar char="●"/>
            </a:pPr>
            <a:r>
              <a:rPr lang="en" sz="1400" dirty="0"/>
              <a:t>There are </a:t>
            </a:r>
            <a:r>
              <a:rPr lang="en" sz="1400" b="1" i="1" dirty="0">
                <a:solidFill>
                  <a:srgbClr val="FF0000"/>
                </a:solidFill>
              </a:rPr>
              <a:t>two</a:t>
            </a:r>
            <a:r>
              <a:rPr lang="en" sz="1400" dirty="0"/>
              <a:t> major layered protocol designs in use today.</a:t>
            </a:r>
            <a:endParaRPr sz="1400" dirty="0"/>
          </a:p>
          <a:p>
            <a:pPr marL="914400" lvl="1" indent="-330200" algn="l" rtl="0">
              <a:lnSpc>
                <a:spcPct val="115000"/>
              </a:lnSpc>
              <a:spcBef>
                <a:spcPts val="1000"/>
              </a:spcBef>
              <a:spcAft>
                <a:spcPts val="0"/>
              </a:spcAft>
              <a:buClr>
                <a:schemeClr val="dk1"/>
              </a:buClr>
              <a:buSzPts val="1200"/>
              <a:buChar char="○"/>
            </a:pPr>
            <a:r>
              <a:rPr lang="en" sz="1200" dirty="0"/>
              <a:t>The DoD 4-Layer model</a:t>
            </a:r>
            <a:endParaRPr sz="1200" dirty="0"/>
          </a:p>
          <a:p>
            <a:pPr marL="914400" lvl="1" indent="-330200" algn="l" rtl="0">
              <a:lnSpc>
                <a:spcPct val="115000"/>
              </a:lnSpc>
              <a:spcBef>
                <a:spcPts val="0"/>
              </a:spcBef>
              <a:spcAft>
                <a:spcPts val="1000"/>
              </a:spcAft>
              <a:buClr>
                <a:schemeClr val="dk1"/>
              </a:buClr>
              <a:buSzPts val="1200"/>
              <a:buChar char="○"/>
            </a:pPr>
            <a:r>
              <a:rPr lang="en" sz="1200" dirty="0">
                <a:highlight>
                  <a:srgbClr val="FFFF00"/>
                </a:highlight>
              </a:rPr>
              <a:t>The OSI 7-Layer model</a:t>
            </a:r>
            <a:endParaRPr sz="1200" dirty="0">
              <a:highlight>
                <a:srgbClr val="FFFF00"/>
              </a:highlight>
            </a:endParaRPr>
          </a:p>
        </p:txBody>
      </p:sp>
      <p:sp>
        <p:nvSpPr>
          <p:cNvPr id="271" name="Google Shape;271;p36"/>
          <p:cNvSpPr/>
          <p:nvPr/>
        </p:nvSpPr>
        <p:spPr>
          <a:xfrm>
            <a:off x="6047575" y="4089119"/>
            <a:ext cx="2140800" cy="406800"/>
          </a:xfrm>
          <a:prstGeom prst="rect">
            <a:avLst/>
          </a:prstGeom>
          <a:solidFill>
            <a:srgbClr val="EA9999"/>
          </a:solidFill>
          <a:ln w="9525" cap="flat" cmpd="sng">
            <a:solidFill>
              <a:srgbClr val="0000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spcBef>
                <a:spcPts val="0"/>
              </a:spcBef>
              <a:spcAft>
                <a:spcPts val="0"/>
              </a:spcAft>
              <a:buNone/>
            </a:pPr>
            <a:r>
              <a:rPr lang="en" sz="1800">
                <a:solidFill>
                  <a:schemeClr val="dk1"/>
                </a:solidFill>
                <a:latin typeface="Calibri"/>
                <a:ea typeface="Calibri"/>
                <a:cs typeface="Calibri"/>
                <a:sym typeface="Calibri"/>
              </a:rPr>
              <a:t>Network Access</a:t>
            </a:r>
            <a:endParaRPr sz="1800">
              <a:solidFill>
                <a:schemeClr val="dk1"/>
              </a:solidFill>
              <a:latin typeface="Calibri"/>
              <a:ea typeface="Calibri"/>
              <a:cs typeface="Calibri"/>
              <a:sym typeface="Calibri"/>
            </a:endParaRPr>
          </a:p>
        </p:txBody>
      </p:sp>
      <p:sp>
        <p:nvSpPr>
          <p:cNvPr id="272" name="Google Shape;272;p36"/>
          <p:cNvSpPr/>
          <p:nvPr/>
        </p:nvSpPr>
        <p:spPr>
          <a:xfrm>
            <a:off x="6047575" y="3621594"/>
            <a:ext cx="2140800" cy="406800"/>
          </a:xfrm>
          <a:prstGeom prst="rect">
            <a:avLst/>
          </a:prstGeom>
          <a:solidFill>
            <a:srgbClr val="F6B26B"/>
          </a:solidFill>
          <a:ln w="9525" cap="flat" cmpd="sng">
            <a:solidFill>
              <a:srgbClr val="0000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spcBef>
                <a:spcPts val="0"/>
              </a:spcBef>
              <a:spcAft>
                <a:spcPts val="0"/>
              </a:spcAft>
              <a:buNone/>
            </a:pPr>
            <a:r>
              <a:rPr lang="en" sz="1800">
                <a:solidFill>
                  <a:schemeClr val="dk1"/>
                </a:solidFill>
                <a:latin typeface="Calibri"/>
                <a:ea typeface="Calibri"/>
                <a:cs typeface="Calibri"/>
                <a:sym typeface="Calibri"/>
              </a:rPr>
              <a:t>Data Link</a:t>
            </a:r>
            <a:endParaRPr sz="1800">
              <a:solidFill>
                <a:schemeClr val="dk1"/>
              </a:solidFill>
              <a:latin typeface="Calibri"/>
              <a:ea typeface="Calibri"/>
              <a:cs typeface="Calibri"/>
              <a:sym typeface="Calibri"/>
            </a:endParaRPr>
          </a:p>
        </p:txBody>
      </p:sp>
      <p:sp>
        <p:nvSpPr>
          <p:cNvPr id="273" name="Google Shape;273;p36"/>
          <p:cNvSpPr/>
          <p:nvPr/>
        </p:nvSpPr>
        <p:spPr>
          <a:xfrm>
            <a:off x="6047575" y="3154069"/>
            <a:ext cx="2140800" cy="406800"/>
          </a:xfrm>
          <a:prstGeom prst="rect">
            <a:avLst/>
          </a:prstGeom>
          <a:solidFill>
            <a:srgbClr val="FFE599"/>
          </a:solidFill>
          <a:ln w="9525" cap="flat" cmpd="sng">
            <a:solidFill>
              <a:srgbClr val="0000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spcBef>
                <a:spcPts val="0"/>
              </a:spcBef>
              <a:spcAft>
                <a:spcPts val="0"/>
              </a:spcAft>
              <a:buNone/>
            </a:pPr>
            <a:r>
              <a:rPr lang="en" sz="1800">
                <a:solidFill>
                  <a:schemeClr val="dk1"/>
                </a:solidFill>
                <a:latin typeface="Calibri"/>
                <a:ea typeface="Calibri"/>
                <a:cs typeface="Calibri"/>
                <a:sym typeface="Calibri"/>
              </a:rPr>
              <a:t>Network</a:t>
            </a:r>
            <a:endParaRPr sz="1800">
              <a:solidFill>
                <a:schemeClr val="dk1"/>
              </a:solidFill>
              <a:latin typeface="Calibri"/>
              <a:ea typeface="Calibri"/>
              <a:cs typeface="Calibri"/>
              <a:sym typeface="Calibri"/>
            </a:endParaRPr>
          </a:p>
        </p:txBody>
      </p:sp>
      <p:sp>
        <p:nvSpPr>
          <p:cNvPr id="274" name="Google Shape;274;p36"/>
          <p:cNvSpPr/>
          <p:nvPr/>
        </p:nvSpPr>
        <p:spPr>
          <a:xfrm>
            <a:off x="6047575" y="2686544"/>
            <a:ext cx="2140800" cy="406800"/>
          </a:xfrm>
          <a:prstGeom prst="rect">
            <a:avLst/>
          </a:prstGeom>
          <a:solidFill>
            <a:srgbClr val="B6D7A8"/>
          </a:solidFill>
          <a:ln w="9525" cap="flat" cmpd="sng">
            <a:solidFill>
              <a:srgbClr val="0000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spcBef>
                <a:spcPts val="0"/>
              </a:spcBef>
              <a:spcAft>
                <a:spcPts val="0"/>
              </a:spcAft>
              <a:buNone/>
            </a:pPr>
            <a:r>
              <a:rPr lang="en" sz="1800">
                <a:solidFill>
                  <a:schemeClr val="dk1"/>
                </a:solidFill>
                <a:latin typeface="Calibri"/>
                <a:ea typeface="Calibri"/>
                <a:cs typeface="Calibri"/>
                <a:sym typeface="Calibri"/>
              </a:rPr>
              <a:t>Transport</a:t>
            </a:r>
            <a:endParaRPr sz="1800">
              <a:solidFill>
                <a:schemeClr val="dk1"/>
              </a:solidFill>
              <a:latin typeface="Calibri"/>
              <a:ea typeface="Calibri"/>
              <a:cs typeface="Calibri"/>
              <a:sym typeface="Calibri"/>
            </a:endParaRPr>
          </a:p>
        </p:txBody>
      </p:sp>
      <p:sp>
        <p:nvSpPr>
          <p:cNvPr id="275" name="Google Shape;275;p36"/>
          <p:cNvSpPr/>
          <p:nvPr/>
        </p:nvSpPr>
        <p:spPr>
          <a:xfrm>
            <a:off x="6047575" y="2219019"/>
            <a:ext cx="2140800" cy="406800"/>
          </a:xfrm>
          <a:prstGeom prst="rect">
            <a:avLst/>
          </a:prstGeom>
          <a:solidFill>
            <a:srgbClr val="93C47D"/>
          </a:solidFill>
          <a:ln w="9525" cap="flat" cmpd="sng">
            <a:solidFill>
              <a:srgbClr val="0000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spcBef>
                <a:spcPts val="0"/>
              </a:spcBef>
              <a:spcAft>
                <a:spcPts val="0"/>
              </a:spcAft>
              <a:buNone/>
            </a:pPr>
            <a:r>
              <a:rPr lang="en" sz="1800">
                <a:solidFill>
                  <a:schemeClr val="dk1"/>
                </a:solidFill>
                <a:latin typeface="Calibri"/>
                <a:ea typeface="Calibri"/>
                <a:cs typeface="Calibri"/>
                <a:sym typeface="Calibri"/>
              </a:rPr>
              <a:t>Session</a:t>
            </a:r>
            <a:endParaRPr sz="1800">
              <a:solidFill>
                <a:schemeClr val="dk1"/>
              </a:solidFill>
              <a:latin typeface="Calibri"/>
              <a:ea typeface="Calibri"/>
              <a:cs typeface="Calibri"/>
              <a:sym typeface="Calibri"/>
            </a:endParaRPr>
          </a:p>
        </p:txBody>
      </p:sp>
      <p:sp>
        <p:nvSpPr>
          <p:cNvPr id="276" name="Google Shape;276;p36"/>
          <p:cNvSpPr/>
          <p:nvPr/>
        </p:nvSpPr>
        <p:spPr>
          <a:xfrm>
            <a:off x="6047575" y="1751494"/>
            <a:ext cx="2140800" cy="406800"/>
          </a:xfrm>
          <a:prstGeom prst="rect">
            <a:avLst/>
          </a:prstGeom>
          <a:solidFill>
            <a:srgbClr val="93C47D"/>
          </a:solidFill>
          <a:ln w="9525" cap="flat" cmpd="sng">
            <a:solidFill>
              <a:srgbClr val="0000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spcBef>
                <a:spcPts val="0"/>
              </a:spcBef>
              <a:spcAft>
                <a:spcPts val="0"/>
              </a:spcAft>
              <a:buNone/>
            </a:pPr>
            <a:r>
              <a:rPr lang="en" sz="1800">
                <a:solidFill>
                  <a:schemeClr val="dk1"/>
                </a:solidFill>
                <a:latin typeface="Calibri"/>
                <a:ea typeface="Calibri"/>
                <a:cs typeface="Calibri"/>
                <a:sym typeface="Calibri"/>
              </a:rPr>
              <a:t>Presentation</a:t>
            </a:r>
            <a:endParaRPr sz="1800">
              <a:solidFill>
                <a:schemeClr val="dk1"/>
              </a:solidFill>
              <a:latin typeface="Calibri"/>
              <a:ea typeface="Calibri"/>
              <a:cs typeface="Calibri"/>
              <a:sym typeface="Calibri"/>
            </a:endParaRPr>
          </a:p>
        </p:txBody>
      </p:sp>
      <p:sp>
        <p:nvSpPr>
          <p:cNvPr id="277" name="Google Shape;277;p36"/>
          <p:cNvSpPr/>
          <p:nvPr/>
        </p:nvSpPr>
        <p:spPr>
          <a:xfrm>
            <a:off x="6047575" y="1289413"/>
            <a:ext cx="2140800" cy="406800"/>
          </a:xfrm>
          <a:prstGeom prst="rect">
            <a:avLst/>
          </a:prstGeom>
          <a:solidFill>
            <a:srgbClr val="93C47D"/>
          </a:solidFill>
          <a:ln w="9525" cap="flat" cmpd="sng">
            <a:solidFill>
              <a:srgbClr val="0000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spcBef>
                <a:spcPts val="0"/>
              </a:spcBef>
              <a:spcAft>
                <a:spcPts val="0"/>
              </a:spcAft>
              <a:buNone/>
            </a:pPr>
            <a:r>
              <a:rPr lang="en" sz="1800">
                <a:solidFill>
                  <a:schemeClr val="dk1"/>
                </a:solidFill>
                <a:latin typeface="Calibri"/>
                <a:ea typeface="Calibri"/>
                <a:cs typeface="Calibri"/>
                <a:sym typeface="Calibri"/>
              </a:rPr>
              <a:t>Application</a:t>
            </a:r>
            <a:endParaRPr sz="1800">
              <a:solidFill>
                <a:schemeClr val="dk1"/>
              </a:solidFill>
              <a:latin typeface="Calibri"/>
              <a:ea typeface="Calibri"/>
              <a:cs typeface="Calibri"/>
              <a:sym typeface="Calibri"/>
            </a:endParaRPr>
          </a:p>
        </p:txBody>
      </p:sp>
      <p:sp>
        <p:nvSpPr>
          <p:cNvPr id="278" name="Google Shape;278;p36"/>
          <p:cNvSpPr txBox="1">
            <a:spLocks noGrp="1"/>
          </p:cNvSpPr>
          <p:nvPr>
            <p:ph type="sldNum" idx="12"/>
          </p:nvPr>
        </p:nvSpPr>
        <p:spPr>
          <a:xfrm>
            <a:off x="90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82"/>
        <p:cNvGrpSpPr/>
        <p:nvPr/>
      </p:nvGrpSpPr>
      <p:grpSpPr>
        <a:xfrm>
          <a:off x="0" y="0"/>
          <a:ext cx="0" cy="0"/>
          <a:chOff x="0" y="0"/>
          <a:chExt cx="0" cy="0"/>
        </a:xfrm>
      </p:grpSpPr>
      <p:sp>
        <p:nvSpPr>
          <p:cNvPr id="283" name="Google Shape;283;p37"/>
          <p:cNvSpPr/>
          <p:nvPr/>
        </p:nvSpPr>
        <p:spPr>
          <a:xfrm>
            <a:off x="2737554" y="3866133"/>
            <a:ext cx="2140800" cy="406800"/>
          </a:xfrm>
          <a:prstGeom prst="rect">
            <a:avLst/>
          </a:prstGeom>
          <a:solidFill>
            <a:srgbClr val="EA9999"/>
          </a:solidFill>
          <a:ln w="9525" cap="flat" cmpd="sng">
            <a:solidFill>
              <a:srgbClr val="0000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spcBef>
                <a:spcPts val="0"/>
              </a:spcBef>
              <a:spcAft>
                <a:spcPts val="0"/>
              </a:spcAft>
              <a:buNone/>
            </a:pPr>
            <a:r>
              <a:rPr lang="en" sz="1800">
                <a:solidFill>
                  <a:schemeClr val="dk1"/>
                </a:solidFill>
                <a:latin typeface="Calibri"/>
                <a:ea typeface="Calibri"/>
                <a:cs typeface="Calibri"/>
                <a:sym typeface="Calibri"/>
              </a:rPr>
              <a:t>Physical</a:t>
            </a:r>
            <a:endParaRPr sz="1800">
              <a:solidFill>
                <a:schemeClr val="dk1"/>
              </a:solidFill>
              <a:latin typeface="Calibri"/>
              <a:ea typeface="Calibri"/>
              <a:cs typeface="Calibri"/>
              <a:sym typeface="Calibri"/>
            </a:endParaRPr>
          </a:p>
        </p:txBody>
      </p:sp>
      <p:sp>
        <p:nvSpPr>
          <p:cNvPr id="284" name="Google Shape;284;p37"/>
          <p:cNvSpPr/>
          <p:nvPr/>
        </p:nvSpPr>
        <p:spPr>
          <a:xfrm>
            <a:off x="2737554" y="3398609"/>
            <a:ext cx="2140800" cy="406800"/>
          </a:xfrm>
          <a:prstGeom prst="rect">
            <a:avLst/>
          </a:prstGeom>
          <a:solidFill>
            <a:srgbClr val="F6B26B"/>
          </a:solidFill>
          <a:ln w="9525" cap="flat" cmpd="sng">
            <a:solidFill>
              <a:srgbClr val="0000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spcBef>
                <a:spcPts val="0"/>
              </a:spcBef>
              <a:spcAft>
                <a:spcPts val="0"/>
              </a:spcAft>
              <a:buNone/>
            </a:pPr>
            <a:r>
              <a:rPr lang="en" sz="1800">
                <a:solidFill>
                  <a:schemeClr val="dk1"/>
                </a:solidFill>
                <a:latin typeface="Calibri"/>
                <a:ea typeface="Calibri"/>
                <a:cs typeface="Calibri"/>
                <a:sym typeface="Calibri"/>
              </a:rPr>
              <a:t>Data Link</a:t>
            </a:r>
            <a:endParaRPr sz="1800">
              <a:solidFill>
                <a:schemeClr val="dk1"/>
              </a:solidFill>
              <a:latin typeface="Calibri"/>
              <a:ea typeface="Calibri"/>
              <a:cs typeface="Calibri"/>
              <a:sym typeface="Calibri"/>
            </a:endParaRPr>
          </a:p>
        </p:txBody>
      </p:sp>
      <p:sp>
        <p:nvSpPr>
          <p:cNvPr id="285" name="Google Shape;285;p37"/>
          <p:cNvSpPr/>
          <p:nvPr/>
        </p:nvSpPr>
        <p:spPr>
          <a:xfrm>
            <a:off x="2737554" y="2931084"/>
            <a:ext cx="2140800" cy="406800"/>
          </a:xfrm>
          <a:prstGeom prst="rect">
            <a:avLst/>
          </a:prstGeom>
          <a:solidFill>
            <a:srgbClr val="FFE599"/>
          </a:solidFill>
          <a:ln w="9525" cap="flat" cmpd="sng">
            <a:solidFill>
              <a:srgbClr val="0000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spcBef>
                <a:spcPts val="0"/>
              </a:spcBef>
              <a:spcAft>
                <a:spcPts val="0"/>
              </a:spcAft>
              <a:buNone/>
            </a:pPr>
            <a:r>
              <a:rPr lang="en" sz="1800">
                <a:solidFill>
                  <a:schemeClr val="dk1"/>
                </a:solidFill>
                <a:latin typeface="Calibri"/>
                <a:ea typeface="Calibri"/>
                <a:cs typeface="Calibri"/>
                <a:sym typeface="Calibri"/>
              </a:rPr>
              <a:t>Network</a:t>
            </a:r>
            <a:endParaRPr sz="1800">
              <a:solidFill>
                <a:schemeClr val="dk1"/>
              </a:solidFill>
              <a:latin typeface="Calibri"/>
              <a:ea typeface="Calibri"/>
              <a:cs typeface="Calibri"/>
              <a:sym typeface="Calibri"/>
            </a:endParaRPr>
          </a:p>
        </p:txBody>
      </p:sp>
      <p:sp>
        <p:nvSpPr>
          <p:cNvPr id="286" name="Google Shape;286;p37"/>
          <p:cNvSpPr/>
          <p:nvPr/>
        </p:nvSpPr>
        <p:spPr>
          <a:xfrm>
            <a:off x="2737554" y="2463559"/>
            <a:ext cx="2140800" cy="406800"/>
          </a:xfrm>
          <a:prstGeom prst="rect">
            <a:avLst/>
          </a:prstGeom>
          <a:solidFill>
            <a:srgbClr val="B6D7A8"/>
          </a:solidFill>
          <a:ln w="9525" cap="flat" cmpd="sng">
            <a:solidFill>
              <a:srgbClr val="0000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spcBef>
                <a:spcPts val="0"/>
              </a:spcBef>
              <a:spcAft>
                <a:spcPts val="0"/>
              </a:spcAft>
              <a:buNone/>
            </a:pPr>
            <a:r>
              <a:rPr lang="en" sz="1800">
                <a:solidFill>
                  <a:schemeClr val="dk1"/>
                </a:solidFill>
                <a:latin typeface="Calibri"/>
                <a:ea typeface="Calibri"/>
                <a:cs typeface="Calibri"/>
                <a:sym typeface="Calibri"/>
              </a:rPr>
              <a:t>Transport</a:t>
            </a:r>
            <a:endParaRPr sz="1800">
              <a:solidFill>
                <a:schemeClr val="dk1"/>
              </a:solidFill>
              <a:latin typeface="Calibri"/>
              <a:ea typeface="Calibri"/>
              <a:cs typeface="Calibri"/>
              <a:sym typeface="Calibri"/>
            </a:endParaRPr>
          </a:p>
        </p:txBody>
      </p:sp>
      <p:sp>
        <p:nvSpPr>
          <p:cNvPr id="287" name="Google Shape;287;p37"/>
          <p:cNvSpPr/>
          <p:nvPr/>
        </p:nvSpPr>
        <p:spPr>
          <a:xfrm>
            <a:off x="2737554" y="1996034"/>
            <a:ext cx="2140800" cy="406800"/>
          </a:xfrm>
          <a:prstGeom prst="rect">
            <a:avLst/>
          </a:prstGeom>
          <a:solidFill>
            <a:srgbClr val="93C47D"/>
          </a:solidFill>
          <a:ln w="9525" cap="flat" cmpd="sng">
            <a:solidFill>
              <a:srgbClr val="0000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spcBef>
                <a:spcPts val="0"/>
              </a:spcBef>
              <a:spcAft>
                <a:spcPts val="0"/>
              </a:spcAft>
              <a:buNone/>
            </a:pPr>
            <a:r>
              <a:rPr lang="en" sz="1800">
                <a:solidFill>
                  <a:schemeClr val="dk1"/>
                </a:solidFill>
                <a:latin typeface="Calibri"/>
                <a:ea typeface="Calibri"/>
                <a:cs typeface="Calibri"/>
                <a:sym typeface="Calibri"/>
              </a:rPr>
              <a:t>Session</a:t>
            </a:r>
            <a:endParaRPr sz="1800">
              <a:solidFill>
                <a:schemeClr val="dk1"/>
              </a:solidFill>
              <a:latin typeface="Calibri"/>
              <a:ea typeface="Calibri"/>
              <a:cs typeface="Calibri"/>
              <a:sym typeface="Calibri"/>
            </a:endParaRPr>
          </a:p>
        </p:txBody>
      </p:sp>
      <p:sp>
        <p:nvSpPr>
          <p:cNvPr id="288" name="Google Shape;288;p37"/>
          <p:cNvSpPr/>
          <p:nvPr/>
        </p:nvSpPr>
        <p:spPr>
          <a:xfrm>
            <a:off x="2737554" y="1528509"/>
            <a:ext cx="2140800" cy="406800"/>
          </a:xfrm>
          <a:prstGeom prst="rect">
            <a:avLst/>
          </a:prstGeom>
          <a:solidFill>
            <a:srgbClr val="93C47D"/>
          </a:solidFill>
          <a:ln w="9525" cap="flat" cmpd="sng">
            <a:solidFill>
              <a:srgbClr val="0000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spcBef>
                <a:spcPts val="0"/>
              </a:spcBef>
              <a:spcAft>
                <a:spcPts val="0"/>
              </a:spcAft>
              <a:buNone/>
            </a:pPr>
            <a:r>
              <a:rPr lang="en" sz="1800">
                <a:solidFill>
                  <a:schemeClr val="dk1"/>
                </a:solidFill>
                <a:latin typeface="Calibri"/>
                <a:ea typeface="Calibri"/>
                <a:cs typeface="Calibri"/>
                <a:sym typeface="Calibri"/>
              </a:rPr>
              <a:t>Presentation</a:t>
            </a:r>
            <a:endParaRPr sz="1800">
              <a:solidFill>
                <a:schemeClr val="dk1"/>
              </a:solidFill>
              <a:latin typeface="Calibri"/>
              <a:ea typeface="Calibri"/>
              <a:cs typeface="Calibri"/>
              <a:sym typeface="Calibri"/>
            </a:endParaRPr>
          </a:p>
        </p:txBody>
      </p:sp>
      <p:sp>
        <p:nvSpPr>
          <p:cNvPr id="289" name="Google Shape;289;p37"/>
          <p:cNvSpPr/>
          <p:nvPr/>
        </p:nvSpPr>
        <p:spPr>
          <a:xfrm>
            <a:off x="2737554" y="1077122"/>
            <a:ext cx="2140800" cy="406800"/>
          </a:xfrm>
          <a:prstGeom prst="rect">
            <a:avLst/>
          </a:prstGeom>
          <a:solidFill>
            <a:srgbClr val="93C47D"/>
          </a:solidFill>
          <a:ln w="9525" cap="flat" cmpd="sng">
            <a:solidFill>
              <a:srgbClr val="0000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spcBef>
                <a:spcPts val="0"/>
              </a:spcBef>
              <a:spcAft>
                <a:spcPts val="0"/>
              </a:spcAft>
              <a:buNone/>
            </a:pPr>
            <a:r>
              <a:rPr lang="en" sz="1800">
                <a:solidFill>
                  <a:schemeClr val="dk1"/>
                </a:solidFill>
                <a:latin typeface="Calibri"/>
                <a:ea typeface="Calibri"/>
                <a:cs typeface="Calibri"/>
                <a:sym typeface="Calibri"/>
              </a:rPr>
              <a:t>Application</a:t>
            </a:r>
            <a:endParaRPr sz="1800">
              <a:solidFill>
                <a:schemeClr val="dk1"/>
              </a:solidFill>
              <a:latin typeface="Calibri"/>
              <a:ea typeface="Calibri"/>
              <a:cs typeface="Calibri"/>
              <a:sym typeface="Calibri"/>
            </a:endParaRPr>
          </a:p>
        </p:txBody>
      </p:sp>
      <p:sp>
        <p:nvSpPr>
          <p:cNvPr id="290" name="Google Shape;290;p37"/>
          <p:cNvSpPr/>
          <p:nvPr/>
        </p:nvSpPr>
        <p:spPr>
          <a:xfrm>
            <a:off x="346304" y="3398609"/>
            <a:ext cx="2231400" cy="882300"/>
          </a:xfrm>
          <a:prstGeom prst="rect">
            <a:avLst/>
          </a:prstGeom>
          <a:solidFill>
            <a:srgbClr val="EA9999"/>
          </a:solidFill>
          <a:ln w="9525" cap="flat" cmpd="sng">
            <a:solidFill>
              <a:srgbClr val="0000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spcBef>
                <a:spcPts val="0"/>
              </a:spcBef>
              <a:spcAft>
                <a:spcPts val="0"/>
              </a:spcAft>
              <a:buNone/>
            </a:pPr>
            <a:r>
              <a:rPr lang="en" sz="1800">
                <a:solidFill>
                  <a:schemeClr val="dk1"/>
                </a:solidFill>
                <a:latin typeface="Calibri"/>
                <a:ea typeface="Calibri"/>
                <a:cs typeface="Calibri"/>
                <a:sym typeface="Calibri"/>
              </a:rPr>
              <a:t>Network Access</a:t>
            </a:r>
            <a:endParaRPr sz="1800">
              <a:solidFill>
                <a:schemeClr val="dk1"/>
              </a:solidFill>
              <a:latin typeface="Calibri"/>
              <a:ea typeface="Calibri"/>
              <a:cs typeface="Calibri"/>
              <a:sym typeface="Calibri"/>
            </a:endParaRPr>
          </a:p>
        </p:txBody>
      </p:sp>
      <p:sp>
        <p:nvSpPr>
          <p:cNvPr id="291" name="Google Shape;291;p37"/>
          <p:cNvSpPr/>
          <p:nvPr/>
        </p:nvSpPr>
        <p:spPr>
          <a:xfrm>
            <a:off x="346304" y="2939159"/>
            <a:ext cx="2231400" cy="406800"/>
          </a:xfrm>
          <a:prstGeom prst="rect">
            <a:avLst/>
          </a:prstGeom>
          <a:solidFill>
            <a:srgbClr val="FFE599"/>
          </a:solidFill>
          <a:ln w="9525" cap="flat" cmpd="sng">
            <a:solidFill>
              <a:srgbClr val="0000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spcBef>
                <a:spcPts val="0"/>
              </a:spcBef>
              <a:spcAft>
                <a:spcPts val="0"/>
              </a:spcAft>
              <a:buNone/>
            </a:pPr>
            <a:r>
              <a:rPr lang="en" sz="1800">
                <a:solidFill>
                  <a:schemeClr val="dk1"/>
                </a:solidFill>
                <a:latin typeface="Calibri"/>
                <a:ea typeface="Calibri"/>
                <a:cs typeface="Calibri"/>
                <a:sym typeface="Calibri"/>
              </a:rPr>
              <a:t>Internet</a:t>
            </a:r>
            <a:endParaRPr sz="1800">
              <a:solidFill>
                <a:schemeClr val="dk1"/>
              </a:solidFill>
              <a:latin typeface="Calibri"/>
              <a:ea typeface="Calibri"/>
              <a:cs typeface="Calibri"/>
              <a:sym typeface="Calibri"/>
            </a:endParaRPr>
          </a:p>
        </p:txBody>
      </p:sp>
      <p:sp>
        <p:nvSpPr>
          <p:cNvPr id="292" name="Google Shape;292;p37"/>
          <p:cNvSpPr/>
          <p:nvPr/>
        </p:nvSpPr>
        <p:spPr>
          <a:xfrm>
            <a:off x="346304" y="2471634"/>
            <a:ext cx="2231400" cy="406800"/>
          </a:xfrm>
          <a:prstGeom prst="rect">
            <a:avLst/>
          </a:prstGeom>
          <a:solidFill>
            <a:srgbClr val="B6D7A8"/>
          </a:solidFill>
          <a:ln w="9525" cap="flat" cmpd="sng">
            <a:solidFill>
              <a:srgbClr val="0000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spcBef>
                <a:spcPts val="0"/>
              </a:spcBef>
              <a:spcAft>
                <a:spcPts val="0"/>
              </a:spcAft>
              <a:buNone/>
            </a:pPr>
            <a:r>
              <a:rPr lang="en" sz="1800">
                <a:solidFill>
                  <a:schemeClr val="dk1"/>
                </a:solidFill>
                <a:latin typeface="Calibri"/>
                <a:ea typeface="Calibri"/>
                <a:cs typeface="Calibri"/>
                <a:sym typeface="Calibri"/>
              </a:rPr>
              <a:t>Transport</a:t>
            </a:r>
            <a:endParaRPr sz="1800">
              <a:solidFill>
                <a:schemeClr val="dk1"/>
              </a:solidFill>
              <a:latin typeface="Calibri"/>
              <a:ea typeface="Calibri"/>
              <a:cs typeface="Calibri"/>
              <a:sym typeface="Calibri"/>
            </a:endParaRPr>
          </a:p>
        </p:txBody>
      </p:sp>
      <p:sp>
        <p:nvSpPr>
          <p:cNvPr id="293" name="Google Shape;293;p37"/>
          <p:cNvSpPr/>
          <p:nvPr/>
        </p:nvSpPr>
        <p:spPr>
          <a:xfrm>
            <a:off x="346304" y="1077134"/>
            <a:ext cx="2231400" cy="1333800"/>
          </a:xfrm>
          <a:prstGeom prst="rect">
            <a:avLst/>
          </a:prstGeom>
          <a:solidFill>
            <a:srgbClr val="93C47D"/>
          </a:solidFill>
          <a:ln w="9525" cap="flat" cmpd="sng">
            <a:solidFill>
              <a:srgbClr val="0000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spcBef>
                <a:spcPts val="0"/>
              </a:spcBef>
              <a:spcAft>
                <a:spcPts val="0"/>
              </a:spcAft>
              <a:buNone/>
            </a:pPr>
            <a:r>
              <a:rPr lang="en" sz="1800">
                <a:solidFill>
                  <a:schemeClr val="dk1"/>
                </a:solidFill>
                <a:latin typeface="Calibri"/>
                <a:ea typeface="Calibri"/>
                <a:cs typeface="Calibri"/>
                <a:sym typeface="Calibri"/>
              </a:rPr>
              <a:t>Application</a:t>
            </a:r>
            <a:endParaRPr sz="1800">
              <a:solidFill>
                <a:schemeClr val="dk1"/>
              </a:solidFill>
              <a:latin typeface="Calibri"/>
              <a:ea typeface="Calibri"/>
              <a:cs typeface="Calibri"/>
              <a:sym typeface="Calibri"/>
            </a:endParaRPr>
          </a:p>
        </p:txBody>
      </p:sp>
      <p:sp>
        <p:nvSpPr>
          <p:cNvPr id="294" name="Google Shape;294;p37"/>
          <p:cNvSpPr txBox="1"/>
          <p:nvPr/>
        </p:nvSpPr>
        <p:spPr>
          <a:xfrm>
            <a:off x="346400" y="4353300"/>
            <a:ext cx="2231400" cy="673500"/>
          </a:xfrm>
          <a:prstGeom prst="rect">
            <a:avLst/>
          </a:prstGeom>
          <a:solidFill>
            <a:srgbClr val="C9DAF8"/>
          </a:solidFill>
          <a:ln w="19050" cap="flat" cmpd="sng">
            <a:solidFill>
              <a:srgbClr val="0000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spcBef>
                <a:spcPts val="0"/>
              </a:spcBef>
              <a:spcAft>
                <a:spcPts val="0"/>
              </a:spcAft>
              <a:buNone/>
            </a:pPr>
            <a:r>
              <a:rPr lang="en" sz="1300">
                <a:solidFill>
                  <a:schemeClr val="dk1"/>
                </a:solidFill>
                <a:latin typeface="Arial"/>
                <a:ea typeface="Arial"/>
                <a:cs typeface="Arial"/>
                <a:sym typeface="Arial"/>
              </a:rPr>
              <a:t>The </a:t>
            </a:r>
            <a:r>
              <a:rPr lang="en" sz="1300" u="sng">
                <a:solidFill>
                  <a:srgbClr val="0B5394"/>
                </a:solidFill>
                <a:latin typeface="Arial"/>
                <a:ea typeface="Arial"/>
                <a:cs typeface="Arial"/>
                <a:sym typeface="Arial"/>
                <a:hlinkClick r:id="rId3">
                  <a:extLst>
                    <a:ext uri="{A12FA001-AC4F-418D-AE19-62706E023703}">
                      <ahyp:hlinkClr xmlns:ahyp="http://schemas.microsoft.com/office/drawing/2018/hyperlinkcolor" val="tx"/>
                    </a:ext>
                  </a:extLst>
                </a:hlinkClick>
              </a:rPr>
              <a:t>Department of Defense (DoD) 4-Layer model</a:t>
            </a:r>
            <a:r>
              <a:rPr lang="en" sz="1300">
                <a:solidFill>
                  <a:schemeClr val="dk1"/>
                </a:solidFill>
                <a:latin typeface="Arial"/>
                <a:ea typeface="Arial"/>
                <a:cs typeface="Arial"/>
                <a:sym typeface="Arial"/>
              </a:rPr>
              <a:t>. Also called the TCP/IP Model</a:t>
            </a:r>
            <a:endParaRPr sz="1300">
              <a:solidFill>
                <a:schemeClr val="dk1"/>
              </a:solidFill>
              <a:latin typeface="Arial"/>
              <a:ea typeface="Arial"/>
              <a:cs typeface="Arial"/>
              <a:sym typeface="Arial"/>
            </a:endParaRPr>
          </a:p>
        </p:txBody>
      </p:sp>
      <p:sp>
        <p:nvSpPr>
          <p:cNvPr id="295" name="Google Shape;295;p37"/>
          <p:cNvSpPr txBox="1"/>
          <p:nvPr/>
        </p:nvSpPr>
        <p:spPr>
          <a:xfrm>
            <a:off x="2737550" y="4353200"/>
            <a:ext cx="2140800" cy="673500"/>
          </a:xfrm>
          <a:prstGeom prst="rect">
            <a:avLst/>
          </a:prstGeom>
          <a:solidFill>
            <a:srgbClr val="C9DAF8"/>
          </a:solidFill>
          <a:ln w="19050" cap="flat" cmpd="sng">
            <a:solidFill>
              <a:srgbClr val="0000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spcBef>
                <a:spcPts val="0"/>
              </a:spcBef>
              <a:spcAft>
                <a:spcPts val="0"/>
              </a:spcAft>
              <a:buNone/>
            </a:pPr>
            <a:r>
              <a:rPr lang="en">
                <a:solidFill>
                  <a:schemeClr val="dk1"/>
                </a:solidFill>
                <a:latin typeface="Arial"/>
                <a:ea typeface="Arial"/>
                <a:cs typeface="Arial"/>
                <a:sym typeface="Arial"/>
              </a:rPr>
              <a:t>The </a:t>
            </a:r>
            <a:r>
              <a:rPr lang="en" u="sng">
                <a:solidFill>
                  <a:srgbClr val="0B5394"/>
                </a:solidFill>
                <a:latin typeface="Arial"/>
                <a:ea typeface="Arial"/>
                <a:cs typeface="Arial"/>
                <a:sym typeface="Arial"/>
                <a:hlinkClick r:id="rId4">
                  <a:extLst>
                    <a:ext uri="{A12FA001-AC4F-418D-AE19-62706E023703}">
                      <ahyp:hlinkClr xmlns:ahyp="http://schemas.microsoft.com/office/drawing/2018/hyperlinkcolor" val="tx"/>
                    </a:ext>
                  </a:extLst>
                </a:hlinkClick>
              </a:rPr>
              <a:t>Open Systems Interconnection (OSI) 7-Layer Model</a:t>
            </a:r>
            <a:r>
              <a:rPr lang="en">
                <a:solidFill>
                  <a:schemeClr val="dk1"/>
                </a:solidFill>
                <a:latin typeface="Arial"/>
                <a:ea typeface="Arial"/>
                <a:cs typeface="Arial"/>
                <a:sym typeface="Arial"/>
              </a:rPr>
              <a:t>.</a:t>
            </a:r>
            <a:endParaRPr>
              <a:solidFill>
                <a:schemeClr val="dk1"/>
              </a:solidFill>
              <a:latin typeface="Arial"/>
              <a:ea typeface="Arial"/>
              <a:cs typeface="Arial"/>
              <a:sym typeface="Arial"/>
            </a:endParaRPr>
          </a:p>
        </p:txBody>
      </p:sp>
      <p:sp>
        <p:nvSpPr>
          <p:cNvPr id="296" name="Google Shape;296;p37"/>
          <p:cNvSpPr/>
          <p:nvPr/>
        </p:nvSpPr>
        <p:spPr>
          <a:xfrm>
            <a:off x="5038304" y="2503684"/>
            <a:ext cx="1816500" cy="406800"/>
          </a:xfrm>
          <a:prstGeom prst="rect">
            <a:avLst/>
          </a:prstGeom>
          <a:solidFill>
            <a:srgbClr val="B6D7A8"/>
          </a:solidFill>
          <a:ln w="9525" cap="flat" cmpd="sng">
            <a:solidFill>
              <a:srgbClr val="0000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spcBef>
                <a:spcPts val="0"/>
              </a:spcBef>
              <a:spcAft>
                <a:spcPts val="0"/>
              </a:spcAft>
              <a:buNone/>
            </a:pPr>
            <a:r>
              <a:rPr lang="en" sz="1800">
                <a:solidFill>
                  <a:schemeClr val="dk1"/>
                </a:solidFill>
                <a:latin typeface="Calibri"/>
                <a:ea typeface="Calibri"/>
                <a:cs typeface="Calibri"/>
                <a:sym typeface="Calibri"/>
              </a:rPr>
              <a:t>TCP</a:t>
            </a:r>
            <a:endParaRPr sz="1800">
              <a:solidFill>
                <a:schemeClr val="dk1"/>
              </a:solidFill>
              <a:latin typeface="Calibri"/>
              <a:ea typeface="Calibri"/>
              <a:cs typeface="Calibri"/>
              <a:sym typeface="Calibri"/>
            </a:endParaRPr>
          </a:p>
        </p:txBody>
      </p:sp>
      <p:sp>
        <p:nvSpPr>
          <p:cNvPr id="297" name="Google Shape;297;p37"/>
          <p:cNvSpPr/>
          <p:nvPr/>
        </p:nvSpPr>
        <p:spPr>
          <a:xfrm>
            <a:off x="5038304" y="2954609"/>
            <a:ext cx="3646200" cy="406800"/>
          </a:xfrm>
          <a:prstGeom prst="rect">
            <a:avLst/>
          </a:prstGeom>
          <a:solidFill>
            <a:srgbClr val="FFE599"/>
          </a:solidFill>
          <a:ln w="9525" cap="flat" cmpd="sng">
            <a:solidFill>
              <a:srgbClr val="0000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spcBef>
                <a:spcPts val="0"/>
              </a:spcBef>
              <a:spcAft>
                <a:spcPts val="0"/>
              </a:spcAft>
              <a:buNone/>
            </a:pPr>
            <a:r>
              <a:rPr lang="en" sz="1800">
                <a:solidFill>
                  <a:schemeClr val="dk1"/>
                </a:solidFill>
                <a:latin typeface="Calibri"/>
                <a:ea typeface="Calibri"/>
                <a:cs typeface="Calibri"/>
                <a:sym typeface="Calibri"/>
              </a:rPr>
              <a:t>IP</a:t>
            </a:r>
            <a:endParaRPr sz="1800">
              <a:solidFill>
                <a:schemeClr val="dk1"/>
              </a:solidFill>
              <a:latin typeface="Calibri"/>
              <a:ea typeface="Calibri"/>
              <a:cs typeface="Calibri"/>
              <a:sym typeface="Calibri"/>
            </a:endParaRPr>
          </a:p>
        </p:txBody>
      </p:sp>
      <p:sp>
        <p:nvSpPr>
          <p:cNvPr id="298" name="Google Shape;298;p37"/>
          <p:cNvSpPr/>
          <p:nvPr/>
        </p:nvSpPr>
        <p:spPr>
          <a:xfrm>
            <a:off x="5038305" y="3405534"/>
            <a:ext cx="976200" cy="882300"/>
          </a:xfrm>
          <a:prstGeom prst="rect">
            <a:avLst/>
          </a:prstGeom>
          <a:solidFill>
            <a:srgbClr val="EA9999"/>
          </a:solidFill>
          <a:ln w="9525" cap="flat" cmpd="sng">
            <a:solidFill>
              <a:srgbClr val="0000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spcBef>
                <a:spcPts val="0"/>
              </a:spcBef>
              <a:spcAft>
                <a:spcPts val="0"/>
              </a:spcAft>
              <a:buNone/>
            </a:pPr>
            <a:r>
              <a:rPr lang="en" sz="1000">
                <a:solidFill>
                  <a:schemeClr val="dk1"/>
                </a:solidFill>
                <a:latin typeface="Calibri"/>
                <a:ea typeface="Calibri"/>
                <a:cs typeface="Calibri"/>
                <a:sym typeface="Calibri"/>
              </a:rPr>
              <a:t>Ethernet</a:t>
            </a:r>
            <a:endParaRPr sz="1000">
              <a:solidFill>
                <a:schemeClr val="dk1"/>
              </a:solidFill>
              <a:latin typeface="Calibri"/>
              <a:ea typeface="Calibri"/>
              <a:cs typeface="Calibri"/>
              <a:sym typeface="Calibri"/>
            </a:endParaRPr>
          </a:p>
        </p:txBody>
      </p:sp>
      <p:sp>
        <p:nvSpPr>
          <p:cNvPr id="299" name="Google Shape;299;p37"/>
          <p:cNvSpPr/>
          <p:nvPr/>
        </p:nvSpPr>
        <p:spPr>
          <a:xfrm>
            <a:off x="6014501" y="3405534"/>
            <a:ext cx="881400" cy="882300"/>
          </a:xfrm>
          <a:prstGeom prst="rect">
            <a:avLst/>
          </a:prstGeom>
          <a:solidFill>
            <a:srgbClr val="EA9999"/>
          </a:solidFill>
          <a:ln w="9525" cap="flat" cmpd="sng">
            <a:solidFill>
              <a:srgbClr val="0000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spcBef>
                <a:spcPts val="0"/>
              </a:spcBef>
              <a:spcAft>
                <a:spcPts val="0"/>
              </a:spcAft>
              <a:buNone/>
            </a:pPr>
            <a:r>
              <a:rPr lang="en" sz="1000">
                <a:solidFill>
                  <a:schemeClr val="dk1"/>
                </a:solidFill>
                <a:latin typeface="Calibri"/>
                <a:ea typeface="Calibri"/>
                <a:cs typeface="Calibri"/>
                <a:sym typeface="Calibri"/>
              </a:rPr>
              <a:t>Token Ring</a:t>
            </a:r>
            <a:endParaRPr sz="1000">
              <a:solidFill>
                <a:schemeClr val="dk1"/>
              </a:solidFill>
              <a:latin typeface="Calibri"/>
              <a:ea typeface="Calibri"/>
              <a:cs typeface="Calibri"/>
              <a:sym typeface="Calibri"/>
            </a:endParaRPr>
          </a:p>
        </p:txBody>
      </p:sp>
      <p:sp>
        <p:nvSpPr>
          <p:cNvPr id="300" name="Google Shape;300;p37"/>
          <p:cNvSpPr/>
          <p:nvPr/>
        </p:nvSpPr>
        <p:spPr>
          <a:xfrm>
            <a:off x="6854681" y="2503684"/>
            <a:ext cx="1830000" cy="406800"/>
          </a:xfrm>
          <a:prstGeom prst="rect">
            <a:avLst/>
          </a:prstGeom>
          <a:solidFill>
            <a:srgbClr val="B6D7A8"/>
          </a:solidFill>
          <a:ln w="9525" cap="flat" cmpd="sng">
            <a:solidFill>
              <a:srgbClr val="0000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spcBef>
                <a:spcPts val="0"/>
              </a:spcBef>
              <a:spcAft>
                <a:spcPts val="0"/>
              </a:spcAft>
              <a:buNone/>
            </a:pPr>
            <a:r>
              <a:rPr lang="en" sz="1800">
                <a:solidFill>
                  <a:schemeClr val="dk1"/>
                </a:solidFill>
                <a:latin typeface="Calibri"/>
                <a:ea typeface="Calibri"/>
                <a:cs typeface="Calibri"/>
                <a:sym typeface="Calibri"/>
              </a:rPr>
              <a:t>UDP</a:t>
            </a:r>
            <a:endParaRPr sz="1800">
              <a:solidFill>
                <a:schemeClr val="dk1"/>
              </a:solidFill>
              <a:latin typeface="Calibri"/>
              <a:ea typeface="Calibri"/>
              <a:cs typeface="Calibri"/>
              <a:sym typeface="Calibri"/>
            </a:endParaRPr>
          </a:p>
        </p:txBody>
      </p:sp>
      <p:sp>
        <p:nvSpPr>
          <p:cNvPr id="301" name="Google Shape;301;p37"/>
          <p:cNvSpPr/>
          <p:nvPr/>
        </p:nvSpPr>
        <p:spPr>
          <a:xfrm>
            <a:off x="6900354" y="3405534"/>
            <a:ext cx="876300" cy="882300"/>
          </a:xfrm>
          <a:prstGeom prst="rect">
            <a:avLst/>
          </a:prstGeom>
          <a:solidFill>
            <a:srgbClr val="EA9999"/>
          </a:solidFill>
          <a:ln w="9525" cap="flat" cmpd="sng">
            <a:solidFill>
              <a:srgbClr val="0000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spcBef>
                <a:spcPts val="0"/>
              </a:spcBef>
              <a:spcAft>
                <a:spcPts val="0"/>
              </a:spcAft>
              <a:buNone/>
            </a:pPr>
            <a:r>
              <a:rPr lang="en" sz="1000">
                <a:solidFill>
                  <a:schemeClr val="dk1"/>
                </a:solidFill>
                <a:latin typeface="Calibri"/>
                <a:ea typeface="Calibri"/>
                <a:cs typeface="Calibri"/>
                <a:sym typeface="Calibri"/>
              </a:rPr>
              <a:t>Frame Relay</a:t>
            </a:r>
            <a:endParaRPr sz="1000">
              <a:solidFill>
                <a:schemeClr val="dk1"/>
              </a:solidFill>
              <a:latin typeface="Calibri"/>
              <a:ea typeface="Calibri"/>
              <a:cs typeface="Calibri"/>
              <a:sym typeface="Calibri"/>
            </a:endParaRPr>
          </a:p>
        </p:txBody>
      </p:sp>
      <p:sp>
        <p:nvSpPr>
          <p:cNvPr id="302" name="Google Shape;302;p37"/>
          <p:cNvSpPr/>
          <p:nvPr/>
        </p:nvSpPr>
        <p:spPr>
          <a:xfrm>
            <a:off x="7776499" y="3405534"/>
            <a:ext cx="898800" cy="882300"/>
          </a:xfrm>
          <a:prstGeom prst="rect">
            <a:avLst/>
          </a:prstGeom>
          <a:solidFill>
            <a:srgbClr val="EA9999"/>
          </a:solidFill>
          <a:ln w="9525" cap="flat" cmpd="sng">
            <a:solidFill>
              <a:srgbClr val="0000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spcBef>
                <a:spcPts val="0"/>
              </a:spcBef>
              <a:spcAft>
                <a:spcPts val="0"/>
              </a:spcAft>
              <a:buNone/>
            </a:pPr>
            <a:r>
              <a:rPr lang="en" sz="1000">
                <a:solidFill>
                  <a:schemeClr val="dk1"/>
                </a:solidFill>
                <a:latin typeface="Calibri"/>
                <a:ea typeface="Calibri"/>
                <a:cs typeface="Calibri"/>
                <a:sym typeface="Calibri"/>
              </a:rPr>
              <a:t>ATM</a:t>
            </a:r>
            <a:endParaRPr sz="1000">
              <a:solidFill>
                <a:schemeClr val="dk1"/>
              </a:solidFill>
              <a:latin typeface="Calibri"/>
              <a:ea typeface="Calibri"/>
              <a:cs typeface="Calibri"/>
              <a:sym typeface="Calibri"/>
            </a:endParaRPr>
          </a:p>
        </p:txBody>
      </p:sp>
      <p:sp>
        <p:nvSpPr>
          <p:cNvPr id="303" name="Google Shape;303;p37"/>
          <p:cNvSpPr/>
          <p:nvPr/>
        </p:nvSpPr>
        <p:spPr>
          <a:xfrm>
            <a:off x="5038304" y="1084059"/>
            <a:ext cx="3646200" cy="1333800"/>
          </a:xfrm>
          <a:prstGeom prst="rect">
            <a:avLst/>
          </a:prstGeom>
          <a:solidFill>
            <a:srgbClr val="93C47D"/>
          </a:solidFill>
          <a:ln w="9525" cap="flat" cmpd="sng">
            <a:solidFill>
              <a:srgbClr val="0000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spcBef>
                <a:spcPts val="0"/>
              </a:spcBef>
              <a:spcAft>
                <a:spcPts val="0"/>
              </a:spcAft>
              <a:buNone/>
            </a:pPr>
            <a:r>
              <a:rPr lang="en" sz="1800">
                <a:solidFill>
                  <a:schemeClr val="dk1"/>
                </a:solidFill>
                <a:latin typeface="Calibri"/>
                <a:ea typeface="Calibri"/>
                <a:cs typeface="Calibri"/>
                <a:sym typeface="Calibri"/>
              </a:rPr>
              <a:t>Application</a:t>
            </a:r>
            <a:endParaRPr sz="1800">
              <a:solidFill>
                <a:schemeClr val="dk1"/>
              </a:solidFill>
              <a:latin typeface="Calibri"/>
              <a:ea typeface="Calibri"/>
              <a:cs typeface="Calibri"/>
              <a:sym typeface="Calibri"/>
            </a:endParaRPr>
          </a:p>
        </p:txBody>
      </p:sp>
      <p:sp>
        <p:nvSpPr>
          <p:cNvPr id="304" name="Google Shape;304;p37"/>
          <p:cNvSpPr txBox="1"/>
          <p:nvPr/>
        </p:nvSpPr>
        <p:spPr>
          <a:xfrm>
            <a:off x="5038650" y="4353274"/>
            <a:ext cx="3636600" cy="673500"/>
          </a:xfrm>
          <a:prstGeom prst="rect">
            <a:avLst/>
          </a:prstGeom>
          <a:solidFill>
            <a:srgbClr val="C9DAF8"/>
          </a:solidFill>
          <a:ln w="19050" cap="flat" cmpd="sng">
            <a:solidFill>
              <a:srgbClr val="0000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spcBef>
                <a:spcPts val="0"/>
              </a:spcBef>
              <a:spcAft>
                <a:spcPts val="0"/>
              </a:spcAft>
              <a:buNone/>
            </a:pPr>
            <a:r>
              <a:rPr lang="en">
                <a:solidFill>
                  <a:schemeClr val="dk1"/>
                </a:solidFill>
                <a:latin typeface="Arial"/>
                <a:ea typeface="Arial"/>
                <a:cs typeface="Arial"/>
                <a:sym typeface="Arial"/>
              </a:rPr>
              <a:t>TCP/IP is the main communications protocol used by the internet. It runs in the Transport and Network layers.</a:t>
            </a:r>
            <a:endParaRPr>
              <a:solidFill>
                <a:schemeClr val="dk1"/>
              </a:solidFill>
              <a:latin typeface="Arial"/>
              <a:ea typeface="Arial"/>
              <a:cs typeface="Arial"/>
              <a:sym typeface="Arial"/>
            </a:endParaRPr>
          </a:p>
        </p:txBody>
      </p:sp>
      <p:sp>
        <p:nvSpPr>
          <p:cNvPr id="305" name="Google Shape;305;p3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6</a:t>
            </a:fld>
            <a:endParaRPr/>
          </a:p>
        </p:txBody>
      </p:sp>
      <p:sp>
        <p:nvSpPr>
          <p:cNvPr id="306" name="Google Shape;306;p37"/>
          <p:cNvSpPr txBox="1">
            <a:spLocks noGrp="1"/>
          </p:cNvSpPr>
          <p:nvPr>
            <p:ph type="title"/>
          </p:nvPr>
        </p:nvSpPr>
        <p:spPr>
          <a:xfrm>
            <a:off x="311700" y="85476"/>
            <a:ext cx="8520600" cy="623700"/>
          </a:xfrm>
          <a:prstGeom prst="rect">
            <a:avLst/>
          </a:prstGeom>
          <a:noFill/>
          <a:ln>
            <a:noFill/>
          </a:ln>
        </p:spPr>
        <p:txBody>
          <a:bodyPr spcFirstLastPara="1" wrap="square" lIns="91425" tIns="91425" rIns="91425" bIns="91425" anchor="t" anchorCtr="0">
            <a:noAutofit/>
          </a:bodyPr>
          <a:lstStyle/>
          <a:p>
            <a:pPr marL="0" lvl="0" indent="0" algn="l" rtl="0">
              <a:lnSpc>
                <a:spcPct val="90000"/>
              </a:lnSpc>
              <a:spcBef>
                <a:spcPts val="0"/>
              </a:spcBef>
              <a:spcAft>
                <a:spcPts val="0"/>
              </a:spcAft>
              <a:buClr>
                <a:schemeClr val="dk2"/>
              </a:buClr>
              <a:buSzPts val="3300"/>
              <a:buFont typeface="Calibri"/>
              <a:buNone/>
            </a:pPr>
            <a:r>
              <a:rPr lang="en"/>
              <a:t>Network Models at a Glance</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93"/>
                                        </p:tgtEl>
                                        <p:attrNameLst>
                                          <p:attrName>style.visibility</p:attrName>
                                        </p:attrNameLst>
                                      </p:cBhvr>
                                      <p:to>
                                        <p:strVal val="visible"/>
                                      </p:to>
                                    </p:set>
                                    <p:animEffect transition="in" filter="fade">
                                      <p:cBhvr>
                                        <p:cTn id="7" dur="1000"/>
                                        <p:tgtEl>
                                          <p:spTgt spid="293"/>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292"/>
                                        </p:tgtEl>
                                        <p:attrNameLst>
                                          <p:attrName>style.visibility</p:attrName>
                                        </p:attrNameLst>
                                      </p:cBhvr>
                                      <p:to>
                                        <p:strVal val="visible"/>
                                      </p:to>
                                    </p:set>
                                    <p:animEffect transition="in" filter="fade">
                                      <p:cBhvr>
                                        <p:cTn id="11" dur="1000"/>
                                        <p:tgtEl>
                                          <p:spTgt spid="292"/>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291"/>
                                        </p:tgtEl>
                                        <p:attrNameLst>
                                          <p:attrName>style.visibility</p:attrName>
                                        </p:attrNameLst>
                                      </p:cBhvr>
                                      <p:to>
                                        <p:strVal val="visible"/>
                                      </p:to>
                                    </p:set>
                                    <p:animEffect transition="in" filter="fade">
                                      <p:cBhvr>
                                        <p:cTn id="15" dur="1000"/>
                                        <p:tgtEl>
                                          <p:spTgt spid="291"/>
                                        </p:tgtEl>
                                      </p:cBhvr>
                                    </p:animEffect>
                                  </p:childTnLst>
                                </p:cTn>
                              </p:par>
                            </p:childTnLst>
                          </p:cTn>
                        </p:par>
                        <p:par>
                          <p:cTn id="16" fill="hold">
                            <p:stCondLst>
                              <p:cond delay="3000"/>
                            </p:stCondLst>
                            <p:childTnLst>
                              <p:par>
                                <p:cTn id="17" presetID="10" presetClass="entr" presetSubtype="0" fill="hold" nodeType="afterEffect">
                                  <p:stCondLst>
                                    <p:cond delay="0"/>
                                  </p:stCondLst>
                                  <p:childTnLst>
                                    <p:set>
                                      <p:cBhvr>
                                        <p:cTn id="18" dur="1" fill="hold">
                                          <p:stCondLst>
                                            <p:cond delay="0"/>
                                          </p:stCondLst>
                                        </p:cTn>
                                        <p:tgtEl>
                                          <p:spTgt spid="290"/>
                                        </p:tgtEl>
                                        <p:attrNameLst>
                                          <p:attrName>style.visibility</p:attrName>
                                        </p:attrNameLst>
                                      </p:cBhvr>
                                      <p:to>
                                        <p:strVal val="visible"/>
                                      </p:to>
                                    </p:set>
                                    <p:animEffect transition="in" filter="fade">
                                      <p:cBhvr>
                                        <p:cTn id="19" dur="1000"/>
                                        <p:tgtEl>
                                          <p:spTgt spid="290"/>
                                        </p:tgtEl>
                                      </p:cBhvr>
                                    </p:animEffect>
                                  </p:childTnLst>
                                </p:cTn>
                              </p:par>
                            </p:childTnLst>
                          </p:cTn>
                        </p:par>
                        <p:par>
                          <p:cTn id="20" fill="hold">
                            <p:stCondLst>
                              <p:cond delay="4000"/>
                            </p:stCondLst>
                            <p:childTnLst>
                              <p:par>
                                <p:cTn id="21" presetID="10" presetClass="entr" presetSubtype="0" fill="hold" nodeType="afterEffect">
                                  <p:stCondLst>
                                    <p:cond delay="0"/>
                                  </p:stCondLst>
                                  <p:childTnLst>
                                    <p:set>
                                      <p:cBhvr>
                                        <p:cTn id="22" dur="1" fill="hold">
                                          <p:stCondLst>
                                            <p:cond delay="0"/>
                                          </p:stCondLst>
                                        </p:cTn>
                                        <p:tgtEl>
                                          <p:spTgt spid="294"/>
                                        </p:tgtEl>
                                        <p:attrNameLst>
                                          <p:attrName>style.visibility</p:attrName>
                                        </p:attrNameLst>
                                      </p:cBhvr>
                                      <p:to>
                                        <p:strVal val="visible"/>
                                      </p:to>
                                    </p:set>
                                    <p:animEffect transition="in" filter="fade">
                                      <p:cBhvr>
                                        <p:cTn id="23" dur="1000"/>
                                        <p:tgtEl>
                                          <p:spTgt spid="294"/>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289"/>
                                        </p:tgtEl>
                                        <p:attrNameLst>
                                          <p:attrName>style.visibility</p:attrName>
                                        </p:attrNameLst>
                                      </p:cBhvr>
                                      <p:to>
                                        <p:strVal val="visible"/>
                                      </p:to>
                                    </p:set>
                                    <p:animEffect transition="in" filter="fade">
                                      <p:cBhvr>
                                        <p:cTn id="28" dur="1000"/>
                                        <p:tgtEl>
                                          <p:spTgt spid="289"/>
                                        </p:tgtEl>
                                      </p:cBhvr>
                                    </p:animEffect>
                                  </p:childTnLst>
                                </p:cTn>
                              </p:par>
                            </p:childTnLst>
                          </p:cTn>
                        </p:par>
                        <p:par>
                          <p:cTn id="29" fill="hold">
                            <p:stCondLst>
                              <p:cond delay="1000"/>
                            </p:stCondLst>
                            <p:childTnLst>
                              <p:par>
                                <p:cTn id="30" presetID="10" presetClass="entr" presetSubtype="0" fill="hold" nodeType="afterEffect">
                                  <p:stCondLst>
                                    <p:cond delay="0"/>
                                  </p:stCondLst>
                                  <p:childTnLst>
                                    <p:set>
                                      <p:cBhvr>
                                        <p:cTn id="31" dur="1" fill="hold">
                                          <p:stCondLst>
                                            <p:cond delay="0"/>
                                          </p:stCondLst>
                                        </p:cTn>
                                        <p:tgtEl>
                                          <p:spTgt spid="288"/>
                                        </p:tgtEl>
                                        <p:attrNameLst>
                                          <p:attrName>style.visibility</p:attrName>
                                        </p:attrNameLst>
                                      </p:cBhvr>
                                      <p:to>
                                        <p:strVal val="visible"/>
                                      </p:to>
                                    </p:set>
                                    <p:animEffect transition="in" filter="fade">
                                      <p:cBhvr>
                                        <p:cTn id="32" dur="1000"/>
                                        <p:tgtEl>
                                          <p:spTgt spid="288"/>
                                        </p:tgtEl>
                                      </p:cBhvr>
                                    </p:animEffect>
                                  </p:childTnLst>
                                </p:cTn>
                              </p:par>
                            </p:childTnLst>
                          </p:cTn>
                        </p:par>
                        <p:par>
                          <p:cTn id="33" fill="hold">
                            <p:stCondLst>
                              <p:cond delay="2000"/>
                            </p:stCondLst>
                            <p:childTnLst>
                              <p:par>
                                <p:cTn id="34" presetID="10" presetClass="entr" presetSubtype="0" fill="hold" nodeType="afterEffect">
                                  <p:stCondLst>
                                    <p:cond delay="0"/>
                                  </p:stCondLst>
                                  <p:childTnLst>
                                    <p:set>
                                      <p:cBhvr>
                                        <p:cTn id="35" dur="1" fill="hold">
                                          <p:stCondLst>
                                            <p:cond delay="0"/>
                                          </p:stCondLst>
                                        </p:cTn>
                                        <p:tgtEl>
                                          <p:spTgt spid="287"/>
                                        </p:tgtEl>
                                        <p:attrNameLst>
                                          <p:attrName>style.visibility</p:attrName>
                                        </p:attrNameLst>
                                      </p:cBhvr>
                                      <p:to>
                                        <p:strVal val="visible"/>
                                      </p:to>
                                    </p:set>
                                    <p:animEffect transition="in" filter="fade">
                                      <p:cBhvr>
                                        <p:cTn id="36" dur="1000"/>
                                        <p:tgtEl>
                                          <p:spTgt spid="287"/>
                                        </p:tgtEl>
                                      </p:cBhvr>
                                    </p:animEffect>
                                  </p:childTnLst>
                                </p:cTn>
                              </p:par>
                            </p:childTnLst>
                          </p:cTn>
                        </p:par>
                        <p:par>
                          <p:cTn id="37" fill="hold">
                            <p:stCondLst>
                              <p:cond delay="3000"/>
                            </p:stCondLst>
                            <p:childTnLst>
                              <p:par>
                                <p:cTn id="38" presetID="10" presetClass="entr" presetSubtype="0" fill="hold" nodeType="afterEffect">
                                  <p:stCondLst>
                                    <p:cond delay="0"/>
                                  </p:stCondLst>
                                  <p:childTnLst>
                                    <p:set>
                                      <p:cBhvr>
                                        <p:cTn id="39" dur="1" fill="hold">
                                          <p:stCondLst>
                                            <p:cond delay="0"/>
                                          </p:stCondLst>
                                        </p:cTn>
                                        <p:tgtEl>
                                          <p:spTgt spid="286"/>
                                        </p:tgtEl>
                                        <p:attrNameLst>
                                          <p:attrName>style.visibility</p:attrName>
                                        </p:attrNameLst>
                                      </p:cBhvr>
                                      <p:to>
                                        <p:strVal val="visible"/>
                                      </p:to>
                                    </p:set>
                                    <p:animEffect transition="in" filter="fade">
                                      <p:cBhvr>
                                        <p:cTn id="40" dur="1000"/>
                                        <p:tgtEl>
                                          <p:spTgt spid="286"/>
                                        </p:tgtEl>
                                      </p:cBhvr>
                                    </p:animEffect>
                                  </p:childTnLst>
                                </p:cTn>
                              </p:par>
                            </p:childTnLst>
                          </p:cTn>
                        </p:par>
                        <p:par>
                          <p:cTn id="41" fill="hold">
                            <p:stCondLst>
                              <p:cond delay="4000"/>
                            </p:stCondLst>
                            <p:childTnLst>
                              <p:par>
                                <p:cTn id="42" presetID="10" presetClass="entr" presetSubtype="0" fill="hold" nodeType="afterEffect">
                                  <p:stCondLst>
                                    <p:cond delay="0"/>
                                  </p:stCondLst>
                                  <p:childTnLst>
                                    <p:set>
                                      <p:cBhvr>
                                        <p:cTn id="43" dur="1" fill="hold">
                                          <p:stCondLst>
                                            <p:cond delay="0"/>
                                          </p:stCondLst>
                                        </p:cTn>
                                        <p:tgtEl>
                                          <p:spTgt spid="285"/>
                                        </p:tgtEl>
                                        <p:attrNameLst>
                                          <p:attrName>style.visibility</p:attrName>
                                        </p:attrNameLst>
                                      </p:cBhvr>
                                      <p:to>
                                        <p:strVal val="visible"/>
                                      </p:to>
                                    </p:set>
                                    <p:animEffect transition="in" filter="fade">
                                      <p:cBhvr>
                                        <p:cTn id="44" dur="1000"/>
                                        <p:tgtEl>
                                          <p:spTgt spid="285"/>
                                        </p:tgtEl>
                                      </p:cBhvr>
                                    </p:animEffect>
                                  </p:childTnLst>
                                </p:cTn>
                              </p:par>
                            </p:childTnLst>
                          </p:cTn>
                        </p:par>
                        <p:par>
                          <p:cTn id="45" fill="hold">
                            <p:stCondLst>
                              <p:cond delay="5000"/>
                            </p:stCondLst>
                            <p:childTnLst>
                              <p:par>
                                <p:cTn id="46" presetID="10" presetClass="entr" presetSubtype="0" fill="hold" nodeType="afterEffect">
                                  <p:stCondLst>
                                    <p:cond delay="0"/>
                                  </p:stCondLst>
                                  <p:childTnLst>
                                    <p:set>
                                      <p:cBhvr>
                                        <p:cTn id="47" dur="1" fill="hold">
                                          <p:stCondLst>
                                            <p:cond delay="0"/>
                                          </p:stCondLst>
                                        </p:cTn>
                                        <p:tgtEl>
                                          <p:spTgt spid="284"/>
                                        </p:tgtEl>
                                        <p:attrNameLst>
                                          <p:attrName>style.visibility</p:attrName>
                                        </p:attrNameLst>
                                      </p:cBhvr>
                                      <p:to>
                                        <p:strVal val="visible"/>
                                      </p:to>
                                    </p:set>
                                    <p:animEffect transition="in" filter="fade">
                                      <p:cBhvr>
                                        <p:cTn id="48" dur="1000"/>
                                        <p:tgtEl>
                                          <p:spTgt spid="284"/>
                                        </p:tgtEl>
                                      </p:cBhvr>
                                    </p:animEffect>
                                  </p:childTnLst>
                                </p:cTn>
                              </p:par>
                            </p:childTnLst>
                          </p:cTn>
                        </p:par>
                        <p:par>
                          <p:cTn id="49" fill="hold">
                            <p:stCondLst>
                              <p:cond delay="6000"/>
                            </p:stCondLst>
                            <p:childTnLst>
                              <p:par>
                                <p:cTn id="50" presetID="10" presetClass="entr" presetSubtype="0" fill="hold" nodeType="afterEffect">
                                  <p:stCondLst>
                                    <p:cond delay="0"/>
                                  </p:stCondLst>
                                  <p:childTnLst>
                                    <p:set>
                                      <p:cBhvr>
                                        <p:cTn id="51" dur="1" fill="hold">
                                          <p:stCondLst>
                                            <p:cond delay="0"/>
                                          </p:stCondLst>
                                        </p:cTn>
                                        <p:tgtEl>
                                          <p:spTgt spid="283"/>
                                        </p:tgtEl>
                                        <p:attrNameLst>
                                          <p:attrName>style.visibility</p:attrName>
                                        </p:attrNameLst>
                                      </p:cBhvr>
                                      <p:to>
                                        <p:strVal val="visible"/>
                                      </p:to>
                                    </p:set>
                                    <p:animEffect transition="in" filter="fade">
                                      <p:cBhvr>
                                        <p:cTn id="52" dur="1000"/>
                                        <p:tgtEl>
                                          <p:spTgt spid="283"/>
                                        </p:tgtEl>
                                      </p:cBhvr>
                                    </p:animEffect>
                                  </p:childTnLst>
                                </p:cTn>
                              </p:par>
                            </p:childTnLst>
                          </p:cTn>
                        </p:par>
                        <p:par>
                          <p:cTn id="53" fill="hold">
                            <p:stCondLst>
                              <p:cond delay="7000"/>
                            </p:stCondLst>
                            <p:childTnLst>
                              <p:par>
                                <p:cTn id="54" presetID="10" presetClass="entr" presetSubtype="0" fill="hold" nodeType="afterEffect">
                                  <p:stCondLst>
                                    <p:cond delay="0"/>
                                  </p:stCondLst>
                                  <p:childTnLst>
                                    <p:set>
                                      <p:cBhvr>
                                        <p:cTn id="55" dur="1" fill="hold">
                                          <p:stCondLst>
                                            <p:cond delay="0"/>
                                          </p:stCondLst>
                                        </p:cTn>
                                        <p:tgtEl>
                                          <p:spTgt spid="295"/>
                                        </p:tgtEl>
                                        <p:attrNameLst>
                                          <p:attrName>style.visibility</p:attrName>
                                        </p:attrNameLst>
                                      </p:cBhvr>
                                      <p:to>
                                        <p:strVal val="visible"/>
                                      </p:to>
                                    </p:set>
                                    <p:animEffect transition="in" filter="fade">
                                      <p:cBhvr>
                                        <p:cTn id="56" dur="1000"/>
                                        <p:tgtEl>
                                          <p:spTgt spid="295"/>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303"/>
                                        </p:tgtEl>
                                        <p:attrNameLst>
                                          <p:attrName>style.visibility</p:attrName>
                                        </p:attrNameLst>
                                      </p:cBhvr>
                                      <p:to>
                                        <p:strVal val="visible"/>
                                      </p:to>
                                    </p:set>
                                    <p:animEffect transition="in" filter="fade">
                                      <p:cBhvr>
                                        <p:cTn id="61" dur="1000"/>
                                        <p:tgtEl>
                                          <p:spTgt spid="303"/>
                                        </p:tgtEl>
                                      </p:cBhvr>
                                    </p:animEffect>
                                  </p:childTnLst>
                                </p:cTn>
                              </p:par>
                            </p:childTnLst>
                          </p:cTn>
                        </p:par>
                        <p:par>
                          <p:cTn id="62" fill="hold">
                            <p:stCondLst>
                              <p:cond delay="1000"/>
                            </p:stCondLst>
                            <p:childTnLst>
                              <p:par>
                                <p:cTn id="63" presetID="10" presetClass="entr" presetSubtype="0" fill="hold" nodeType="afterEffect">
                                  <p:stCondLst>
                                    <p:cond delay="0"/>
                                  </p:stCondLst>
                                  <p:childTnLst>
                                    <p:set>
                                      <p:cBhvr>
                                        <p:cTn id="64" dur="1" fill="hold">
                                          <p:stCondLst>
                                            <p:cond delay="0"/>
                                          </p:stCondLst>
                                        </p:cTn>
                                        <p:tgtEl>
                                          <p:spTgt spid="296"/>
                                        </p:tgtEl>
                                        <p:attrNameLst>
                                          <p:attrName>style.visibility</p:attrName>
                                        </p:attrNameLst>
                                      </p:cBhvr>
                                      <p:to>
                                        <p:strVal val="visible"/>
                                      </p:to>
                                    </p:set>
                                    <p:animEffect transition="in" filter="fade">
                                      <p:cBhvr>
                                        <p:cTn id="65" dur="1000"/>
                                        <p:tgtEl>
                                          <p:spTgt spid="296"/>
                                        </p:tgtEl>
                                      </p:cBhvr>
                                    </p:animEffect>
                                  </p:childTnLst>
                                </p:cTn>
                              </p:par>
                              <p:par>
                                <p:cTn id="66" presetID="10" presetClass="entr" presetSubtype="0" fill="hold" nodeType="withEffect">
                                  <p:stCondLst>
                                    <p:cond delay="0"/>
                                  </p:stCondLst>
                                  <p:childTnLst>
                                    <p:set>
                                      <p:cBhvr>
                                        <p:cTn id="67" dur="1" fill="hold">
                                          <p:stCondLst>
                                            <p:cond delay="0"/>
                                          </p:stCondLst>
                                        </p:cTn>
                                        <p:tgtEl>
                                          <p:spTgt spid="300"/>
                                        </p:tgtEl>
                                        <p:attrNameLst>
                                          <p:attrName>style.visibility</p:attrName>
                                        </p:attrNameLst>
                                      </p:cBhvr>
                                      <p:to>
                                        <p:strVal val="visible"/>
                                      </p:to>
                                    </p:set>
                                    <p:animEffect transition="in" filter="fade">
                                      <p:cBhvr>
                                        <p:cTn id="68" dur="1000"/>
                                        <p:tgtEl>
                                          <p:spTgt spid="300"/>
                                        </p:tgtEl>
                                      </p:cBhvr>
                                    </p:animEffect>
                                  </p:childTnLst>
                                </p:cTn>
                              </p:par>
                            </p:childTnLst>
                          </p:cTn>
                        </p:par>
                        <p:par>
                          <p:cTn id="69" fill="hold">
                            <p:stCondLst>
                              <p:cond delay="2000"/>
                            </p:stCondLst>
                            <p:childTnLst>
                              <p:par>
                                <p:cTn id="70" presetID="10" presetClass="entr" presetSubtype="0" fill="hold" nodeType="afterEffect">
                                  <p:stCondLst>
                                    <p:cond delay="0"/>
                                  </p:stCondLst>
                                  <p:childTnLst>
                                    <p:set>
                                      <p:cBhvr>
                                        <p:cTn id="71" dur="1" fill="hold">
                                          <p:stCondLst>
                                            <p:cond delay="0"/>
                                          </p:stCondLst>
                                        </p:cTn>
                                        <p:tgtEl>
                                          <p:spTgt spid="297"/>
                                        </p:tgtEl>
                                        <p:attrNameLst>
                                          <p:attrName>style.visibility</p:attrName>
                                        </p:attrNameLst>
                                      </p:cBhvr>
                                      <p:to>
                                        <p:strVal val="visible"/>
                                      </p:to>
                                    </p:set>
                                    <p:animEffect transition="in" filter="fade">
                                      <p:cBhvr>
                                        <p:cTn id="72" dur="1000"/>
                                        <p:tgtEl>
                                          <p:spTgt spid="297"/>
                                        </p:tgtEl>
                                      </p:cBhvr>
                                    </p:animEffect>
                                  </p:childTnLst>
                                </p:cTn>
                              </p:par>
                            </p:childTnLst>
                          </p:cTn>
                        </p:par>
                        <p:par>
                          <p:cTn id="73" fill="hold">
                            <p:stCondLst>
                              <p:cond delay="3000"/>
                            </p:stCondLst>
                            <p:childTnLst>
                              <p:par>
                                <p:cTn id="74" presetID="10" presetClass="entr" presetSubtype="0" fill="hold" nodeType="afterEffect">
                                  <p:stCondLst>
                                    <p:cond delay="0"/>
                                  </p:stCondLst>
                                  <p:childTnLst>
                                    <p:set>
                                      <p:cBhvr>
                                        <p:cTn id="75" dur="1" fill="hold">
                                          <p:stCondLst>
                                            <p:cond delay="0"/>
                                          </p:stCondLst>
                                        </p:cTn>
                                        <p:tgtEl>
                                          <p:spTgt spid="298"/>
                                        </p:tgtEl>
                                        <p:attrNameLst>
                                          <p:attrName>style.visibility</p:attrName>
                                        </p:attrNameLst>
                                      </p:cBhvr>
                                      <p:to>
                                        <p:strVal val="visible"/>
                                      </p:to>
                                    </p:set>
                                    <p:animEffect transition="in" filter="fade">
                                      <p:cBhvr>
                                        <p:cTn id="76" dur="1000"/>
                                        <p:tgtEl>
                                          <p:spTgt spid="298"/>
                                        </p:tgtEl>
                                      </p:cBhvr>
                                    </p:animEffect>
                                  </p:childTnLst>
                                </p:cTn>
                              </p:par>
                              <p:par>
                                <p:cTn id="77" presetID="10" presetClass="entr" presetSubtype="0" fill="hold" nodeType="withEffect">
                                  <p:stCondLst>
                                    <p:cond delay="0"/>
                                  </p:stCondLst>
                                  <p:childTnLst>
                                    <p:set>
                                      <p:cBhvr>
                                        <p:cTn id="78" dur="1" fill="hold">
                                          <p:stCondLst>
                                            <p:cond delay="0"/>
                                          </p:stCondLst>
                                        </p:cTn>
                                        <p:tgtEl>
                                          <p:spTgt spid="299"/>
                                        </p:tgtEl>
                                        <p:attrNameLst>
                                          <p:attrName>style.visibility</p:attrName>
                                        </p:attrNameLst>
                                      </p:cBhvr>
                                      <p:to>
                                        <p:strVal val="visible"/>
                                      </p:to>
                                    </p:set>
                                    <p:animEffect transition="in" filter="fade">
                                      <p:cBhvr>
                                        <p:cTn id="79" dur="1000"/>
                                        <p:tgtEl>
                                          <p:spTgt spid="299"/>
                                        </p:tgtEl>
                                      </p:cBhvr>
                                    </p:animEffect>
                                  </p:childTnLst>
                                </p:cTn>
                              </p:par>
                              <p:par>
                                <p:cTn id="80" presetID="10" presetClass="entr" presetSubtype="0" fill="hold" nodeType="withEffect">
                                  <p:stCondLst>
                                    <p:cond delay="0"/>
                                  </p:stCondLst>
                                  <p:childTnLst>
                                    <p:set>
                                      <p:cBhvr>
                                        <p:cTn id="81" dur="1" fill="hold">
                                          <p:stCondLst>
                                            <p:cond delay="0"/>
                                          </p:stCondLst>
                                        </p:cTn>
                                        <p:tgtEl>
                                          <p:spTgt spid="301"/>
                                        </p:tgtEl>
                                        <p:attrNameLst>
                                          <p:attrName>style.visibility</p:attrName>
                                        </p:attrNameLst>
                                      </p:cBhvr>
                                      <p:to>
                                        <p:strVal val="visible"/>
                                      </p:to>
                                    </p:set>
                                    <p:animEffect transition="in" filter="fade">
                                      <p:cBhvr>
                                        <p:cTn id="82" dur="1000"/>
                                        <p:tgtEl>
                                          <p:spTgt spid="301"/>
                                        </p:tgtEl>
                                      </p:cBhvr>
                                    </p:animEffect>
                                  </p:childTnLst>
                                </p:cTn>
                              </p:par>
                              <p:par>
                                <p:cTn id="83" presetID="10" presetClass="entr" presetSubtype="0" fill="hold" nodeType="withEffect">
                                  <p:stCondLst>
                                    <p:cond delay="0"/>
                                  </p:stCondLst>
                                  <p:childTnLst>
                                    <p:set>
                                      <p:cBhvr>
                                        <p:cTn id="84" dur="1" fill="hold">
                                          <p:stCondLst>
                                            <p:cond delay="0"/>
                                          </p:stCondLst>
                                        </p:cTn>
                                        <p:tgtEl>
                                          <p:spTgt spid="302"/>
                                        </p:tgtEl>
                                        <p:attrNameLst>
                                          <p:attrName>style.visibility</p:attrName>
                                        </p:attrNameLst>
                                      </p:cBhvr>
                                      <p:to>
                                        <p:strVal val="visible"/>
                                      </p:to>
                                    </p:set>
                                    <p:animEffect transition="in" filter="fade">
                                      <p:cBhvr>
                                        <p:cTn id="85" dur="1000"/>
                                        <p:tgtEl>
                                          <p:spTgt spid="302"/>
                                        </p:tgtEl>
                                      </p:cBhvr>
                                    </p:animEffect>
                                  </p:childTnLst>
                                </p:cTn>
                              </p:par>
                            </p:childTnLst>
                          </p:cTn>
                        </p:par>
                        <p:par>
                          <p:cTn id="86" fill="hold">
                            <p:stCondLst>
                              <p:cond delay="4000"/>
                            </p:stCondLst>
                            <p:childTnLst>
                              <p:par>
                                <p:cTn id="87" presetID="10" presetClass="entr" presetSubtype="0" fill="hold" nodeType="afterEffect">
                                  <p:stCondLst>
                                    <p:cond delay="0"/>
                                  </p:stCondLst>
                                  <p:childTnLst>
                                    <p:set>
                                      <p:cBhvr>
                                        <p:cTn id="88" dur="1" fill="hold">
                                          <p:stCondLst>
                                            <p:cond delay="0"/>
                                          </p:stCondLst>
                                        </p:cTn>
                                        <p:tgtEl>
                                          <p:spTgt spid="304"/>
                                        </p:tgtEl>
                                        <p:attrNameLst>
                                          <p:attrName>style.visibility</p:attrName>
                                        </p:attrNameLst>
                                      </p:cBhvr>
                                      <p:to>
                                        <p:strVal val="visible"/>
                                      </p:to>
                                    </p:set>
                                    <p:animEffect transition="in" filter="fade">
                                      <p:cBhvr>
                                        <p:cTn id="89" dur="1000"/>
                                        <p:tgtEl>
                                          <p:spTgt spid="30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310"/>
        <p:cNvGrpSpPr/>
        <p:nvPr/>
      </p:nvGrpSpPr>
      <p:grpSpPr>
        <a:xfrm>
          <a:off x="0" y="0"/>
          <a:ext cx="0" cy="0"/>
          <a:chOff x="0" y="0"/>
          <a:chExt cx="0" cy="0"/>
        </a:xfrm>
      </p:grpSpPr>
      <p:grpSp>
        <p:nvGrpSpPr>
          <p:cNvPr id="311" name="Google Shape;311;p38"/>
          <p:cNvGrpSpPr/>
          <p:nvPr/>
        </p:nvGrpSpPr>
        <p:grpSpPr>
          <a:xfrm>
            <a:off x="494878" y="1209670"/>
            <a:ext cx="3631498" cy="3595606"/>
            <a:chOff x="5415077" y="155794"/>
            <a:chExt cx="3631498" cy="3595606"/>
          </a:xfrm>
        </p:grpSpPr>
        <p:grpSp>
          <p:nvGrpSpPr>
            <p:cNvPr id="312" name="Google Shape;312;p38"/>
            <p:cNvGrpSpPr/>
            <p:nvPr/>
          </p:nvGrpSpPr>
          <p:grpSpPr>
            <a:xfrm>
              <a:off x="5415077" y="155794"/>
              <a:ext cx="3085025" cy="3595606"/>
              <a:chOff x="5796077" y="155794"/>
              <a:chExt cx="3085025" cy="3595606"/>
            </a:xfrm>
          </p:grpSpPr>
          <p:cxnSp>
            <p:nvCxnSpPr>
              <p:cNvPr id="313" name="Google Shape;313;p38"/>
              <p:cNvCxnSpPr/>
              <p:nvPr/>
            </p:nvCxnSpPr>
            <p:spPr>
              <a:xfrm>
                <a:off x="6173375" y="1307550"/>
                <a:ext cx="2166300" cy="0"/>
              </a:xfrm>
              <a:prstGeom prst="straightConnector1">
                <a:avLst/>
              </a:prstGeom>
              <a:noFill/>
              <a:ln w="28575" cap="flat" cmpd="sng">
                <a:solidFill>
                  <a:srgbClr val="FF0000"/>
                </a:solidFill>
                <a:prstDash val="solid"/>
                <a:round/>
                <a:headEnd type="none" w="sm" len="sm"/>
                <a:tailEnd type="none" w="sm" len="sm"/>
              </a:ln>
            </p:spPr>
          </p:cxnSp>
          <p:cxnSp>
            <p:nvCxnSpPr>
              <p:cNvPr id="314" name="Google Shape;314;p38"/>
              <p:cNvCxnSpPr/>
              <p:nvPr/>
            </p:nvCxnSpPr>
            <p:spPr>
              <a:xfrm rot="10800000">
                <a:off x="8286681" y="1296125"/>
                <a:ext cx="0" cy="1076100"/>
              </a:xfrm>
              <a:prstGeom prst="straightConnector1">
                <a:avLst/>
              </a:prstGeom>
              <a:noFill/>
              <a:ln w="28575" cap="flat" cmpd="sng">
                <a:solidFill>
                  <a:srgbClr val="FF0000"/>
                </a:solidFill>
                <a:prstDash val="solid"/>
                <a:round/>
                <a:headEnd type="none" w="sm" len="sm"/>
                <a:tailEnd type="none" w="sm" len="sm"/>
              </a:ln>
            </p:spPr>
          </p:cxnSp>
          <p:cxnSp>
            <p:nvCxnSpPr>
              <p:cNvPr id="315" name="Google Shape;315;p38"/>
              <p:cNvCxnSpPr/>
              <p:nvPr/>
            </p:nvCxnSpPr>
            <p:spPr>
              <a:xfrm rot="10800000">
                <a:off x="6187350" y="2362925"/>
                <a:ext cx="0" cy="1076100"/>
              </a:xfrm>
              <a:prstGeom prst="straightConnector1">
                <a:avLst/>
              </a:prstGeom>
              <a:noFill/>
              <a:ln w="28575" cap="flat" cmpd="sng">
                <a:solidFill>
                  <a:srgbClr val="FF0000"/>
                </a:solidFill>
                <a:prstDash val="solid"/>
                <a:round/>
                <a:headEnd type="none" w="sm" len="sm"/>
                <a:tailEnd type="none" w="sm" len="sm"/>
              </a:ln>
            </p:spPr>
          </p:cxnSp>
          <p:cxnSp>
            <p:nvCxnSpPr>
              <p:cNvPr id="316" name="Google Shape;316;p38"/>
              <p:cNvCxnSpPr/>
              <p:nvPr/>
            </p:nvCxnSpPr>
            <p:spPr>
              <a:xfrm>
                <a:off x="6173375" y="3441150"/>
                <a:ext cx="2166300" cy="0"/>
              </a:xfrm>
              <a:prstGeom prst="straightConnector1">
                <a:avLst/>
              </a:prstGeom>
              <a:noFill/>
              <a:ln w="28575" cap="flat" cmpd="sng">
                <a:solidFill>
                  <a:srgbClr val="FF0000"/>
                </a:solidFill>
                <a:prstDash val="solid"/>
                <a:round/>
                <a:headEnd type="none" w="sm" len="sm"/>
                <a:tailEnd type="none" w="sm" len="sm"/>
              </a:ln>
            </p:spPr>
          </p:cxnSp>
          <p:cxnSp>
            <p:nvCxnSpPr>
              <p:cNvPr id="317" name="Google Shape;317;p38"/>
              <p:cNvCxnSpPr/>
              <p:nvPr/>
            </p:nvCxnSpPr>
            <p:spPr>
              <a:xfrm>
                <a:off x="6173375" y="2374350"/>
                <a:ext cx="2166300" cy="0"/>
              </a:xfrm>
              <a:prstGeom prst="straightConnector1">
                <a:avLst/>
              </a:prstGeom>
              <a:noFill/>
              <a:ln w="28575" cap="flat" cmpd="sng">
                <a:solidFill>
                  <a:srgbClr val="FF0000"/>
                </a:solidFill>
                <a:prstDash val="solid"/>
                <a:round/>
                <a:headEnd type="none" w="sm" len="sm"/>
                <a:tailEnd type="none" w="sm" len="sm"/>
              </a:ln>
            </p:spPr>
          </p:cxnSp>
          <p:pic>
            <p:nvPicPr>
              <p:cNvPr id="318" name="Google Shape;318;p38"/>
              <p:cNvPicPr preferRelativeResize="0"/>
              <p:nvPr/>
            </p:nvPicPr>
            <p:blipFill rotWithShape="1">
              <a:blip r:embed="rId3">
                <a:alphaModFix/>
              </a:blip>
              <a:srcRect/>
              <a:stretch/>
            </p:blipFill>
            <p:spPr>
              <a:xfrm>
                <a:off x="6845852" y="607600"/>
                <a:ext cx="968450" cy="1008800"/>
              </a:xfrm>
              <a:prstGeom prst="rect">
                <a:avLst/>
              </a:prstGeom>
              <a:noFill/>
              <a:ln>
                <a:noFill/>
              </a:ln>
            </p:spPr>
          </p:pic>
          <p:pic>
            <p:nvPicPr>
              <p:cNvPr id="319" name="Google Shape;319;p38"/>
              <p:cNvPicPr preferRelativeResize="0"/>
              <p:nvPr/>
            </p:nvPicPr>
            <p:blipFill rotWithShape="1">
              <a:blip r:embed="rId3">
                <a:alphaModFix/>
              </a:blip>
              <a:srcRect/>
              <a:stretch/>
            </p:blipFill>
            <p:spPr>
              <a:xfrm>
                <a:off x="5796077" y="615120"/>
                <a:ext cx="968450" cy="1008800"/>
              </a:xfrm>
              <a:prstGeom prst="rect">
                <a:avLst/>
              </a:prstGeom>
              <a:noFill/>
              <a:ln>
                <a:noFill/>
              </a:ln>
            </p:spPr>
          </p:pic>
          <p:pic>
            <p:nvPicPr>
              <p:cNvPr id="320" name="Google Shape;320;p38"/>
              <p:cNvPicPr preferRelativeResize="0"/>
              <p:nvPr/>
            </p:nvPicPr>
            <p:blipFill rotWithShape="1">
              <a:blip r:embed="rId3">
                <a:alphaModFix/>
              </a:blip>
              <a:srcRect/>
              <a:stretch/>
            </p:blipFill>
            <p:spPr>
              <a:xfrm>
                <a:off x="6845852" y="1668280"/>
                <a:ext cx="968450" cy="1008800"/>
              </a:xfrm>
              <a:prstGeom prst="rect">
                <a:avLst/>
              </a:prstGeom>
              <a:noFill/>
              <a:ln>
                <a:noFill/>
              </a:ln>
            </p:spPr>
          </p:pic>
          <p:pic>
            <p:nvPicPr>
              <p:cNvPr id="321" name="Google Shape;321;p38"/>
              <p:cNvPicPr preferRelativeResize="0"/>
              <p:nvPr/>
            </p:nvPicPr>
            <p:blipFill rotWithShape="1">
              <a:blip r:embed="rId3">
                <a:alphaModFix/>
              </a:blip>
              <a:srcRect/>
              <a:stretch/>
            </p:blipFill>
            <p:spPr>
              <a:xfrm>
                <a:off x="5796077" y="1675800"/>
                <a:ext cx="968450" cy="1008800"/>
              </a:xfrm>
              <a:prstGeom prst="rect">
                <a:avLst/>
              </a:prstGeom>
              <a:noFill/>
              <a:ln>
                <a:noFill/>
              </a:ln>
            </p:spPr>
          </p:pic>
          <p:pic>
            <p:nvPicPr>
              <p:cNvPr id="322" name="Google Shape;322;p38"/>
              <p:cNvPicPr preferRelativeResize="0"/>
              <p:nvPr/>
            </p:nvPicPr>
            <p:blipFill rotWithShape="1">
              <a:blip r:embed="rId3">
                <a:alphaModFix/>
              </a:blip>
              <a:srcRect/>
              <a:stretch/>
            </p:blipFill>
            <p:spPr>
              <a:xfrm>
                <a:off x="7912652" y="607600"/>
                <a:ext cx="968450" cy="1008800"/>
              </a:xfrm>
              <a:prstGeom prst="rect">
                <a:avLst/>
              </a:prstGeom>
              <a:noFill/>
              <a:ln>
                <a:noFill/>
              </a:ln>
            </p:spPr>
          </p:pic>
          <p:pic>
            <p:nvPicPr>
              <p:cNvPr id="323" name="Google Shape;323;p38"/>
              <p:cNvPicPr preferRelativeResize="0"/>
              <p:nvPr/>
            </p:nvPicPr>
            <p:blipFill rotWithShape="1">
              <a:blip r:embed="rId3">
                <a:alphaModFix/>
              </a:blip>
              <a:srcRect/>
              <a:stretch/>
            </p:blipFill>
            <p:spPr>
              <a:xfrm>
                <a:off x="7912652" y="1668280"/>
                <a:ext cx="968450" cy="1008800"/>
              </a:xfrm>
              <a:prstGeom prst="rect">
                <a:avLst/>
              </a:prstGeom>
              <a:noFill/>
              <a:ln>
                <a:noFill/>
              </a:ln>
            </p:spPr>
          </p:pic>
          <p:pic>
            <p:nvPicPr>
              <p:cNvPr id="324" name="Google Shape;324;p38"/>
              <p:cNvPicPr preferRelativeResize="0"/>
              <p:nvPr/>
            </p:nvPicPr>
            <p:blipFill rotWithShape="1">
              <a:blip r:embed="rId3">
                <a:alphaModFix/>
              </a:blip>
              <a:srcRect/>
              <a:stretch/>
            </p:blipFill>
            <p:spPr>
              <a:xfrm>
                <a:off x="6845852" y="2735080"/>
                <a:ext cx="968450" cy="1008800"/>
              </a:xfrm>
              <a:prstGeom prst="rect">
                <a:avLst/>
              </a:prstGeom>
              <a:noFill/>
              <a:ln>
                <a:noFill/>
              </a:ln>
            </p:spPr>
          </p:pic>
          <p:pic>
            <p:nvPicPr>
              <p:cNvPr id="325" name="Google Shape;325;p38"/>
              <p:cNvPicPr preferRelativeResize="0"/>
              <p:nvPr/>
            </p:nvPicPr>
            <p:blipFill rotWithShape="1">
              <a:blip r:embed="rId3">
                <a:alphaModFix/>
              </a:blip>
              <a:srcRect/>
              <a:stretch/>
            </p:blipFill>
            <p:spPr>
              <a:xfrm>
                <a:off x="5796077" y="2742600"/>
                <a:ext cx="968450" cy="1008800"/>
              </a:xfrm>
              <a:prstGeom prst="rect">
                <a:avLst/>
              </a:prstGeom>
              <a:noFill/>
              <a:ln>
                <a:noFill/>
              </a:ln>
            </p:spPr>
          </p:pic>
          <p:pic>
            <p:nvPicPr>
              <p:cNvPr id="326" name="Google Shape;326;p38"/>
              <p:cNvPicPr preferRelativeResize="0"/>
              <p:nvPr/>
            </p:nvPicPr>
            <p:blipFill rotWithShape="1">
              <a:blip r:embed="rId3">
                <a:alphaModFix/>
              </a:blip>
              <a:srcRect/>
              <a:stretch/>
            </p:blipFill>
            <p:spPr>
              <a:xfrm>
                <a:off x="7912652" y="2735080"/>
                <a:ext cx="968450" cy="1008800"/>
              </a:xfrm>
              <a:prstGeom prst="rect">
                <a:avLst/>
              </a:prstGeom>
              <a:noFill/>
              <a:ln>
                <a:noFill/>
              </a:ln>
            </p:spPr>
          </p:pic>
          <p:sp>
            <p:nvSpPr>
              <p:cNvPr id="327" name="Google Shape;327;p38"/>
              <p:cNvSpPr/>
              <p:nvPr/>
            </p:nvSpPr>
            <p:spPr>
              <a:xfrm>
                <a:off x="5829163" y="155794"/>
                <a:ext cx="1083300" cy="348300"/>
              </a:xfrm>
              <a:prstGeom prst="wedgeRoundRectCallout">
                <a:avLst>
                  <a:gd name="adj1" fmla="val -20833"/>
                  <a:gd name="adj2" fmla="val 62500"/>
                  <a:gd name="adj3" fmla="val 0"/>
                </a:avLst>
              </a:prstGeom>
              <a:solidFill>
                <a:srgbClr val="FFFFFF"/>
              </a:solidFill>
              <a:ln w="19050"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spcBef>
                    <a:spcPts val="0"/>
                  </a:spcBef>
                  <a:spcAft>
                    <a:spcPts val="0"/>
                  </a:spcAft>
                  <a:buNone/>
                </a:pPr>
                <a:r>
                  <a:rPr lang="en" sz="1800">
                    <a:solidFill>
                      <a:schemeClr val="dk1"/>
                    </a:solidFill>
                    <a:latin typeface="Calibri"/>
                    <a:ea typeface="Calibri"/>
                    <a:cs typeface="Calibri"/>
                    <a:sym typeface="Calibri"/>
                  </a:rPr>
                  <a:t>Brad?</a:t>
                </a:r>
                <a:endParaRPr sz="1800">
                  <a:solidFill>
                    <a:schemeClr val="dk1"/>
                  </a:solidFill>
                  <a:latin typeface="Calibri"/>
                  <a:ea typeface="Calibri"/>
                  <a:cs typeface="Calibri"/>
                  <a:sym typeface="Calibri"/>
                </a:endParaRPr>
              </a:p>
            </p:txBody>
          </p:sp>
        </p:grpSp>
        <p:sp>
          <p:nvSpPr>
            <p:cNvPr id="328" name="Google Shape;328;p38"/>
            <p:cNvSpPr/>
            <p:nvPr/>
          </p:nvSpPr>
          <p:spPr>
            <a:xfrm>
              <a:off x="8339775" y="2768125"/>
              <a:ext cx="706800" cy="305700"/>
            </a:xfrm>
            <a:prstGeom prst="wedgeRoundRectCallout">
              <a:avLst>
                <a:gd name="adj1" fmla="val -63841"/>
                <a:gd name="adj2" fmla="val 18580"/>
                <a:gd name="adj3" fmla="val 0"/>
              </a:avLst>
            </a:prstGeom>
            <a:solidFill>
              <a:srgbClr val="FFFFFF"/>
            </a:solidFill>
            <a:ln w="19050"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spcBef>
                  <a:spcPts val="0"/>
                </a:spcBef>
                <a:spcAft>
                  <a:spcPts val="0"/>
                </a:spcAft>
                <a:buNone/>
              </a:pPr>
              <a:r>
                <a:rPr lang="en" sz="1200">
                  <a:solidFill>
                    <a:schemeClr val="dk1"/>
                  </a:solidFill>
                  <a:latin typeface="Calibri"/>
                  <a:ea typeface="Calibri"/>
                  <a:cs typeface="Calibri"/>
                  <a:sym typeface="Calibri"/>
                </a:rPr>
                <a:t>Janet?</a:t>
              </a:r>
              <a:endParaRPr sz="1200">
                <a:solidFill>
                  <a:schemeClr val="dk1"/>
                </a:solidFill>
                <a:latin typeface="Calibri"/>
                <a:ea typeface="Calibri"/>
                <a:cs typeface="Calibri"/>
                <a:sym typeface="Calibri"/>
              </a:endParaRPr>
            </a:p>
          </p:txBody>
        </p:sp>
        <p:sp>
          <p:nvSpPr>
            <p:cNvPr id="329" name="Google Shape;329;p38"/>
            <p:cNvSpPr/>
            <p:nvPr/>
          </p:nvSpPr>
          <p:spPr>
            <a:xfrm>
              <a:off x="5800592" y="760423"/>
              <a:ext cx="84000" cy="146700"/>
            </a:xfrm>
            <a:prstGeom prst="ellipse">
              <a:avLst/>
            </a:prstGeom>
            <a:solidFill>
              <a:srgbClr val="FFFFFF"/>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30" name="Google Shape;330;p38"/>
            <p:cNvSpPr/>
            <p:nvPr/>
          </p:nvSpPr>
          <p:spPr>
            <a:xfrm>
              <a:off x="7781792" y="2887035"/>
              <a:ext cx="84000" cy="146700"/>
            </a:xfrm>
            <a:prstGeom prst="ellipse">
              <a:avLst/>
            </a:prstGeom>
            <a:solidFill>
              <a:srgbClr val="FFFFFF"/>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31" name="Google Shape;331;p38"/>
            <p:cNvSpPr/>
            <p:nvPr/>
          </p:nvSpPr>
          <p:spPr>
            <a:xfrm>
              <a:off x="7934192" y="2887035"/>
              <a:ext cx="84000" cy="146700"/>
            </a:xfrm>
            <a:prstGeom prst="ellipse">
              <a:avLst/>
            </a:prstGeom>
            <a:solidFill>
              <a:srgbClr val="FFFFFF"/>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32" name="Google Shape;332;p38"/>
            <p:cNvSpPr/>
            <p:nvPr/>
          </p:nvSpPr>
          <p:spPr>
            <a:xfrm>
              <a:off x="5648192" y="760423"/>
              <a:ext cx="84000" cy="146700"/>
            </a:xfrm>
            <a:prstGeom prst="ellipse">
              <a:avLst/>
            </a:prstGeom>
            <a:solidFill>
              <a:srgbClr val="FFFFFF"/>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grpSp>
      <p:sp>
        <p:nvSpPr>
          <p:cNvPr id="333" name="Google Shape;333;p38"/>
          <p:cNvSpPr txBox="1">
            <a:spLocks noGrp="1"/>
          </p:cNvSpPr>
          <p:nvPr>
            <p:ph type="title"/>
          </p:nvPr>
        </p:nvSpPr>
        <p:spPr>
          <a:xfrm>
            <a:off x="311725" y="500925"/>
            <a:ext cx="3706500" cy="638100"/>
          </a:xfrm>
          <a:prstGeom prst="rect">
            <a:avLst/>
          </a:prstGeom>
          <a:noFill/>
          <a:ln>
            <a:noFill/>
          </a:ln>
        </p:spPr>
        <p:txBody>
          <a:bodyPr spcFirstLastPara="1" wrap="square" lIns="68575" tIns="34275" rIns="68575" bIns="34275" anchor="ctr" anchorCtr="0">
            <a:normAutofit/>
          </a:bodyPr>
          <a:lstStyle/>
          <a:p>
            <a:pPr marL="0" lvl="0" indent="0" algn="l" rtl="0">
              <a:lnSpc>
                <a:spcPct val="90000"/>
              </a:lnSpc>
              <a:spcBef>
                <a:spcPts val="0"/>
              </a:spcBef>
              <a:spcAft>
                <a:spcPts val="0"/>
              </a:spcAft>
              <a:buClr>
                <a:schemeClr val="dk2"/>
              </a:buClr>
              <a:buSzPts val="3300"/>
              <a:buFont typeface="Calibri"/>
              <a:buNone/>
            </a:pPr>
            <a:r>
              <a:rPr lang="en"/>
              <a:t>TCP/IP</a:t>
            </a:r>
            <a:endParaRPr/>
          </a:p>
        </p:txBody>
      </p:sp>
      <p:sp>
        <p:nvSpPr>
          <p:cNvPr id="334" name="Google Shape;334;p38"/>
          <p:cNvSpPr txBox="1">
            <a:spLocks noGrp="1"/>
          </p:cNvSpPr>
          <p:nvPr>
            <p:ph type="body" idx="1"/>
          </p:nvPr>
        </p:nvSpPr>
        <p:spPr>
          <a:xfrm>
            <a:off x="4644675" y="500925"/>
            <a:ext cx="4166400" cy="3290100"/>
          </a:xfrm>
          <a:prstGeom prst="rect">
            <a:avLst/>
          </a:prstGeom>
          <a:noFill/>
          <a:ln>
            <a:noFill/>
          </a:ln>
        </p:spPr>
        <p:txBody>
          <a:bodyPr spcFirstLastPara="1" wrap="square" lIns="68575" tIns="34275" rIns="68575" bIns="34275" anchor="t" anchorCtr="0">
            <a:normAutofit lnSpcReduction="10000"/>
          </a:bodyPr>
          <a:lstStyle/>
          <a:p>
            <a:pPr marL="457200" lvl="0" indent="-349250" algn="l" rtl="0">
              <a:lnSpc>
                <a:spcPct val="115000"/>
              </a:lnSpc>
              <a:spcBef>
                <a:spcPts val="0"/>
              </a:spcBef>
              <a:spcAft>
                <a:spcPts val="0"/>
              </a:spcAft>
              <a:buClr>
                <a:schemeClr val="dk1"/>
              </a:buClr>
              <a:buSzPts val="1500"/>
              <a:buChar char="●"/>
            </a:pPr>
            <a:r>
              <a:rPr lang="en" b="1" i="1" dirty="0">
                <a:solidFill>
                  <a:srgbClr val="FF0000"/>
                </a:solidFill>
              </a:rPr>
              <a:t>TCP/IP</a:t>
            </a:r>
            <a:r>
              <a:rPr lang="en" dirty="0"/>
              <a:t> is the most widely used communications protocol on the internet</a:t>
            </a:r>
            <a:endParaRPr dirty="0"/>
          </a:p>
          <a:p>
            <a:pPr marL="457200" lvl="0" indent="-349250" algn="l" rtl="0">
              <a:lnSpc>
                <a:spcPct val="115000"/>
              </a:lnSpc>
              <a:spcBef>
                <a:spcPts val="0"/>
              </a:spcBef>
              <a:spcAft>
                <a:spcPts val="0"/>
              </a:spcAft>
              <a:buClr>
                <a:schemeClr val="dk1"/>
              </a:buClr>
              <a:buSzPts val="1500"/>
              <a:buChar char="●"/>
            </a:pPr>
            <a:r>
              <a:rPr lang="en" dirty="0"/>
              <a:t>It is actually two </a:t>
            </a:r>
            <a:r>
              <a:rPr lang="en" b="1" i="1" dirty="0">
                <a:solidFill>
                  <a:srgbClr val="FF0000"/>
                </a:solidFill>
              </a:rPr>
              <a:t>protocols</a:t>
            </a:r>
            <a:r>
              <a:rPr lang="en" dirty="0"/>
              <a:t> working together</a:t>
            </a:r>
            <a:endParaRPr dirty="0"/>
          </a:p>
          <a:p>
            <a:pPr marL="914400" lvl="1" indent="-330200" algn="l" rtl="0">
              <a:lnSpc>
                <a:spcPct val="115000"/>
              </a:lnSpc>
              <a:spcBef>
                <a:spcPts val="0"/>
              </a:spcBef>
              <a:spcAft>
                <a:spcPts val="0"/>
              </a:spcAft>
              <a:buClr>
                <a:schemeClr val="dk1"/>
              </a:buClr>
              <a:buSzPts val="1200"/>
              <a:buChar char="○"/>
            </a:pPr>
            <a:r>
              <a:rPr lang="en" sz="1200" dirty="0"/>
              <a:t>The </a:t>
            </a:r>
            <a:r>
              <a:rPr lang="en" sz="1200" b="1" i="1" dirty="0">
                <a:solidFill>
                  <a:srgbClr val="FF0000"/>
                </a:solidFill>
                <a:highlight>
                  <a:srgbClr val="FFFF00"/>
                </a:highlight>
              </a:rPr>
              <a:t>Internet Protocol</a:t>
            </a:r>
            <a:r>
              <a:rPr lang="en" sz="1200" dirty="0">
                <a:highlight>
                  <a:srgbClr val="FFFF00"/>
                </a:highlight>
              </a:rPr>
              <a:t> </a:t>
            </a:r>
            <a:r>
              <a:rPr lang="en" sz="1200" dirty="0"/>
              <a:t>(IP) runs in the </a:t>
            </a:r>
            <a:r>
              <a:rPr lang="en" sz="1200" b="1" i="1" dirty="0">
                <a:solidFill>
                  <a:srgbClr val="FF0000"/>
                </a:solidFill>
              </a:rPr>
              <a:t>network</a:t>
            </a:r>
            <a:r>
              <a:rPr lang="en" sz="1200" dirty="0"/>
              <a:t> layer and handles routing and relaying packets of information</a:t>
            </a:r>
            <a:endParaRPr sz="1200" dirty="0"/>
          </a:p>
          <a:p>
            <a:pPr marL="914400" lvl="1" indent="-330200" algn="l" rtl="0">
              <a:lnSpc>
                <a:spcPct val="115000"/>
              </a:lnSpc>
              <a:spcBef>
                <a:spcPts val="0"/>
              </a:spcBef>
              <a:spcAft>
                <a:spcPts val="0"/>
              </a:spcAft>
              <a:buClr>
                <a:schemeClr val="dk1"/>
              </a:buClr>
              <a:buSzPts val="1200"/>
              <a:buChar char="○"/>
            </a:pPr>
            <a:r>
              <a:rPr lang="en" sz="1200" dirty="0"/>
              <a:t>The </a:t>
            </a:r>
            <a:r>
              <a:rPr lang="en" sz="1200" b="1" i="1" dirty="0">
                <a:solidFill>
                  <a:srgbClr val="FF0000"/>
                </a:solidFill>
                <a:highlight>
                  <a:srgbClr val="FFFF00"/>
                </a:highlight>
              </a:rPr>
              <a:t>Transmission Control Protocol</a:t>
            </a:r>
            <a:r>
              <a:rPr lang="en" sz="1200" dirty="0">
                <a:highlight>
                  <a:srgbClr val="FFFF00"/>
                </a:highlight>
              </a:rPr>
              <a:t> </a:t>
            </a:r>
            <a:r>
              <a:rPr lang="en" sz="1200" dirty="0"/>
              <a:t>(TCP) establishes connections between two computers and helps to ensure that packets are </a:t>
            </a:r>
            <a:r>
              <a:rPr lang="en" sz="1200" b="1" i="1" dirty="0">
                <a:solidFill>
                  <a:srgbClr val="FF0000"/>
                </a:solidFill>
              </a:rPr>
              <a:t>delivered</a:t>
            </a:r>
            <a:r>
              <a:rPr lang="en" sz="1200" dirty="0"/>
              <a:t> in order, reliably, and without corruption </a:t>
            </a:r>
            <a:endParaRPr sz="1200" dirty="0"/>
          </a:p>
          <a:p>
            <a:pPr marL="457200" lvl="0" indent="-349250" algn="l" rtl="0">
              <a:lnSpc>
                <a:spcPct val="115000"/>
              </a:lnSpc>
              <a:spcBef>
                <a:spcPts val="1000"/>
              </a:spcBef>
              <a:spcAft>
                <a:spcPts val="0"/>
              </a:spcAft>
              <a:buClr>
                <a:schemeClr val="dk1"/>
              </a:buClr>
              <a:buSzPts val="1500"/>
              <a:buChar char="●"/>
            </a:pPr>
            <a:r>
              <a:rPr lang="en" dirty="0">
                <a:highlight>
                  <a:srgbClr val="FFFF00"/>
                </a:highlight>
              </a:rPr>
              <a:t>Most of what we will be talking about today will be how to send and receive data between </a:t>
            </a:r>
            <a:r>
              <a:rPr lang="en" b="1" i="1" dirty="0">
                <a:solidFill>
                  <a:srgbClr val="FF0000"/>
                </a:solidFill>
                <a:highlight>
                  <a:srgbClr val="FFFF00"/>
                </a:highlight>
              </a:rPr>
              <a:t>two processes</a:t>
            </a:r>
            <a:r>
              <a:rPr lang="en" dirty="0">
                <a:highlight>
                  <a:srgbClr val="FFFF00"/>
                </a:highlight>
              </a:rPr>
              <a:t> (on the same or different computers) using TCP/IP</a:t>
            </a:r>
            <a:endParaRPr dirty="0">
              <a:highlight>
                <a:srgbClr val="FFFF00"/>
              </a:highlight>
            </a:endParaRPr>
          </a:p>
          <a:p>
            <a:pPr marL="279400" lvl="0" indent="-165100" algn="l" rtl="0">
              <a:lnSpc>
                <a:spcPct val="90000"/>
              </a:lnSpc>
              <a:spcBef>
                <a:spcPts val="800"/>
              </a:spcBef>
              <a:spcAft>
                <a:spcPts val="1600"/>
              </a:spcAft>
              <a:buClr>
                <a:schemeClr val="dk1"/>
              </a:buClr>
              <a:buSzPts val="1900"/>
              <a:buFont typeface="Calibri"/>
              <a:buNone/>
            </a:pPr>
            <a:endParaRPr dirty="0"/>
          </a:p>
        </p:txBody>
      </p:sp>
      <p:sp>
        <p:nvSpPr>
          <p:cNvPr id="335" name="Google Shape;335;p38"/>
          <p:cNvSpPr txBox="1"/>
          <p:nvPr/>
        </p:nvSpPr>
        <p:spPr>
          <a:xfrm>
            <a:off x="4954575" y="3871375"/>
            <a:ext cx="3546600" cy="933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spcBef>
                <a:spcPts val="0"/>
              </a:spcBef>
              <a:spcAft>
                <a:spcPts val="0"/>
              </a:spcAft>
              <a:buNone/>
            </a:pPr>
            <a:r>
              <a:rPr lang="en" dirty="0">
                <a:solidFill>
                  <a:schemeClr val="dk1"/>
                </a:solidFill>
                <a:latin typeface="Arial"/>
                <a:ea typeface="Arial"/>
                <a:cs typeface="Arial"/>
                <a:sym typeface="Arial"/>
              </a:rPr>
              <a:t>Before one computer can communicate with another, it needs to find the other computer on the network using its </a:t>
            </a:r>
            <a:r>
              <a:rPr lang="en" b="1" i="1" dirty="0">
                <a:solidFill>
                  <a:srgbClr val="FF0000"/>
                </a:solidFill>
                <a:latin typeface="Arial"/>
                <a:ea typeface="Arial"/>
                <a:cs typeface="Arial"/>
                <a:sym typeface="Arial"/>
              </a:rPr>
              <a:t>address</a:t>
            </a:r>
            <a:r>
              <a:rPr lang="en" dirty="0">
                <a:solidFill>
                  <a:schemeClr val="dk1"/>
                </a:solidFill>
                <a:latin typeface="Arial"/>
                <a:ea typeface="Arial"/>
                <a:cs typeface="Arial"/>
                <a:sym typeface="Arial"/>
              </a:rPr>
              <a:t>.</a:t>
            </a:r>
            <a:endParaRPr dirty="0">
              <a:solidFill>
                <a:schemeClr val="dk1"/>
              </a:solidFill>
              <a:latin typeface="Arial"/>
              <a:ea typeface="Arial"/>
              <a:cs typeface="Arial"/>
              <a:sym typeface="Arial"/>
            </a:endParaRPr>
          </a:p>
        </p:txBody>
      </p:sp>
      <p:sp>
        <p:nvSpPr>
          <p:cNvPr id="336" name="Google Shape;336;p3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7</a:t>
            </a:fld>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35"/>
                                        </p:tgtEl>
                                        <p:attrNameLst>
                                          <p:attrName>style.visibility</p:attrName>
                                        </p:attrNameLst>
                                      </p:cBhvr>
                                      <p:to>
                                        <p:strVal val="visible"/>
                                      </p:to>
                                    </p:set>
                                    <p:animEffect transition="in" filter="fade">
                                      <p:cBhvr>
                                        <p:cTn id="7" dur="1000"/>
                                        <p:tgtEl>
                                          <p:spTgt spid="3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40"/>
        <p:cNvGrpSpPr/>
        <p:nvPr/>
      </p:nvGrpSpPr>
      <p:grpSpPr>
        <a:xfrm>
          <a:off x="0" y="0"/>
          <a:ext cx="0" cy="0"/>
          <a:chOff x="0" y="0"/>
          <a:chExt cx="0" cy="0"/>
        </a:xfrm>
      </p:grpSpPr>
      <p:sp>
        <p:nvSpPr>
          <p:cNvPr id="341" name="Google Shape;341;p39"/>
          <p:cNvSpPr txBox="1">
            <a:spLocks noGrp="1"/>
          </p:cNvSpPr>
          <p:nvPr>
            <p:ph type="title"/>
          </p:nvPr>
        </p:nvSpPr>
        <p:spPr>
          <a:xfrm>
            <a:off x="5264725" y="140900"/>
            <a:ext cx="3706500" cy="998100"/>
          </a:xfrm>
          <a:prstGeom prst="rect">
            <a:avLst/>
          </a:prstGeom>
          <a:noFill/>
          <a:ln>
            <a:noFill/>
          </a:ln>
        </p:spPr>
        <p:txBody>
          <a:bodyPr spcFirstLastPara="1" wrap="square" lIns="91425" tIns="91425" rIns="91425" bIns="91425" anchor="t" anchorCtr="0">
            <a:noAutofit/>
          </a:bodyPr>
          <a:lstStyle/>
          <a:p>
            <a:pPr marL="0" lvl="0" indent="0" algn="l" rtl="0">
              <a:lnSpc>
                <a:spcPct val="90000"/>
              </a:lnSpc>
              <a:spcBef>
                <a:spcPts val="0"/>
              </a:spcBef>
              <a:spcAft>
                <a:spcPts val="0"/>
              </a:spcAft>
              <a:buClr>
                <a:schemeClr val="dk2"/>
              </a:buClr>
              <a:buSzPts val="3300"/>
              <a:buFont typeface="Calibri"/>
              <a:buNone/>
            </a:pPr>
            <a:r>
              <a:rPr lang="en" dirty="0"/>
              <a:t>Internet Protocol Addresses</a:t>
            </a:r>
            <a:endParaRPr dirty="0"/>
          </a:p>
        </p:txBody>
      </p:sp>
      <p:sp>
        <p:nvSpPr>
          <p:cNvPr id="342" name="Google Shape;342;p39"/>
          <p:cNvSpPr txBox="1">
            <a:spLocks noGrp="1"/>
          </p:cNvSpPr>
          <p:nvPr>
            <p:ph type="body" idx="1"/>
          </p:nvPr>
        </p:nvSpPr>
        <p:spPr>
          <a:xfrm>
            <a:off x="301275" y="500925"/>
            <a:ext cx="4166400" cy="4432200"/>
          </a:xfrm>
          <a:prstGeom prst="rect">
            <a:avLst/>
          </a:prstGeom>
          <a:noFill/>
          <a:ln>
            <a:noFill/>
          </a:ln>
        </p:spPr>
        <p:txBody>
          <a:bodyPr spcFirstLastPara="1" wrap="square" lIns="68575" tIns="34275" rIns="68575" bIns="34275" anchor="t" anchorCtr="0">
            <a:normAutofit lnSpcReduction="10000"/>
          </a:bodyPr>
          <a:lstStyle/>
          <a:p>
            <a:pPr marL="457200" lvl="0" indent="-336550" algn="l" rtl="0">
              <a:lnSpc>
                <a:spcPct val="115000"/>
              </a:lnSpc>
              <a:spcBef>
                <a:spcPts val="0"/>
              </a:spcBef>
              <a:spcAft>
                <a:spcPts val="0"/>
              </a:spcAft>
              <a:buClr>
                <a:schemeClr val="dk1"/>
              </a:buClr>
              <a:buSzPts val="1300"/>
              <a:buChar char="●"/>
            </a:pPr>
            <a:r>
              <a:rPr lang="en" sz="1500" dirty="0"/>
              <a:t>Every Internet-connected system must have a unique </a:t>
            </a:r>
            <a:r>
              <a:rPr lang="en" sz="1500" b="1" i="1" dirty="0">
                <a:solidFill>
                  <a:srgbClr val="FF0000"/>
                </a:solidFill>
                <a:highlight>
                  <a:srgbClr val="FFFF00"/>
                </a:highlight>
              </a:rPr>
              <a:t>IP address</a:t>
            </a:r>
            <a:endParaRPr sz="1200" b="1" i="1" dirty="0">
              <a:solidFill>
                <a:srgbClr val="FF0000"/>
              </a:solidFill>
              <a:highlight>
                <a:srgbClr val="FFFF00"/>
              </a:highlight>
            </a:endParaRPr>
          </a:p>
          <a:p>
            <a:pPr marL="457200" lvl="0" indent="-336550" algn="l" rtl="0">
              <a:lnSpc>
                <a:spcPct val="115000"/>
              </a:lnSpc>
              <a:spcBef>
                <a:spcPts val="1000"/>
              </a:spcBef>
              <a:spcAft>
                <a:spcPts val="0"/>
              </a:spcAft>
              <a:buClr>
                <a:schemeClr val="dk1"/>
              </a:buClr>
              <a:buSzPts val="1300"/>
              <a:buChar char="●"/>
            </a:pPr>
            <a:r>
              <a:rPr lang="en" sz="1500" dirty="0"/>
              <a:t>IPv4 uses a 32-bit (</a:t>
            </a:r>
            <a:r>
              <a:rPr lang="en" sz="1500" b="1" i="1" dirty="0">
                <a:solidFill>
                  <a:srgbClr val="FF0000"/>
                </a:solidFill>
              </a:rPr>
              <a:t>4-byte</a:t>
            </a:r>
            <a:r>
              <a:rPr lang="en" sz="1500" dirty="0"/>
              <a:t>) binary number, typically represented as a “dotted quad,” e.g. </a:t>
            </a:r>
            <a:r>
              <a:rPr lang="en" sz="1500" dirty="0">
                <a:latin typeface="Courier New"/>
                <a:ea typeface="Courier New"/>
                <a:cs typeface="Courier New"/>
                <a:sym typeface="Courier New"/>
              </a:rPr>
              <a:t>129.21.22.196</a:t>
            </a:r>
            <a:endParaRPr sz="1200" dirty="0"/>
          </a:p>
          <a:p>
            <a:pPr marL="800100" lvl="1" indent="-330200" algn="l" rtl="0">
              <a:lnSpc>
                <a:spcPct val="115000"/>
              </a:lnSpc>
              <a:spcBef>
                <a:spcPts val="400"/>
              </a:spcBef>
              <a:spcAft>
                <a:spcPts val="0"/>
              </a:spcAft>
              <a:buClr>
                <a:schemeClr val="dk1"/>
              </a:buClr>
              <a:buSzPts val="1200"/>
              <a:buChar char="○"/>
            </a:pPr>
            <a:r>
              <a:rPr lang="en" sz="1400" dirty="0"/>
              <a:t>Each integer ranges from </a:t>
            </a:r>
            <a:r>
              <a:rPr lang="en" sz="1400" b="1" i="1" dirty="0">
                <a:solidFill>
                  <a:srgbClr val="FF0000"/>
                </a:solidFill>
                <a:highlight>
                  <a:srgbClr val="FFFF00"/>
                </a:highlight>
              </a:rPr>
              <a:t>0 to 255</a:t>
            </a:r>
            <a:endParaRPr sz="900" b="1" i="1" dirty="0">
              <a:solidFill>
                <a:srgbClr val="FF0000"/>
              </a:solidFill>
              <a:highlight>
                <a:srgbClr val="FFFF00"/>
              </a:highlight>
            </a:endParaRPr>
          </a:p>
          <a:p>
            <a:pPr marL="457200" lvl="0" indent="-336550" algn="l" rtl="0">
              <a:lnSpc>
                <a:spcPct val="115000"/>
              </a:lnSpc>
              <a:spcBef>
                <a:spcPts val="1000"/>
              </a:spcBef>
              <a:spcAft>
                <a:spcPts val="0"/>
              </a:spcAft>
              <a:buClr>
                <a:schemeClr val="dk1"/>
              </a:buClr>
              <a:buSzPts val="1300"/>
              <a:buChar char="●"/>
            </a:pPr>
            <a:r>
              <a:rPr lang="en" sz="1500" dirty="0"/>
              <a:t>The relatively small size of an IPv4 address </a:t>
            </a:r>
            <a:r>
              <a:rPr lang="en" sz="1500" b="1" i="1" dirty="0">
                <a:solidFill>
                  <a:srgbClr val="FF0000"/>
                </a:solidFill>
                <a:highlight>
                  <a:srgbClr val="FFFF00"/>
                </a:highlight>
              </a:rPr>
              <a:t>limits</a:t>
            </a:r>
            <a:r>
              <a:rPr lang="en" sz="1500" dirty="0"/>
              <a:t> the number of computers that can be connected to the Internet</a:t>
            </a:r>
            <a:endParaRPr sz="1200" dirty="0"/>
          </a:p>
          <a:p>
            <a:pPr marL="457200" lvl="0" indent="-336550" algn="l" rtl="0">
              <a:lnSpc>
                <a:spcPct val="115000"/>
              </a:lnSpc>
              <a:spcBef>
                <a:spcPts val="1000"/>
              </a:spcBef>
              <a:spcAft>
                <a:spcPts val="0"/>
              </a:spcAft>
              <a:buClr>
                <a:schemeClr val="dk1"/>
              </a:buClr>
              <a:buSzPts val="1300"/>
              <a:buChar char="●"/>
            </a:pPr>
            <a:r>
              <a:rPr lang="en" sz="1500" dirty="0"/>
              <a:t>Because of this, many computers on private networks are connected to the Internet through a </a:t>
            </a:r>
            <a:r>
              <a:rPr lang="en" sz="1500" b="1" i="1" dirty="0">
                <a:solidFill>
                  <a:srgbClr val="FF0000"/>
                </a:solidFill>
                <a:highlight>
                  <a:srgbClr val="FFFF00"/>
                </a:highlight>
              </a:rPr>
              <a:t>single</a:t>
            </a:r>
            <a:r>
              <a:rPr lang="en" sz="1500" dirty="0">
                <a:highlight>
                  <a:srgbClr val="FFFF00"/>
                </a:highlight>
              </a:rPr>
              <a:t> router or proxy</a:t>
            </a:r>
            <a:endParaRPr sz="1200" dirty="0">
              <a:highlight>
                <a:srgbClr val="FFFF00"/>
              </a:highlight>
            </a:endParaRPr>
          </a:p>
          <a:p>
            <a:pPr marL="800100" lvl="1" indent="-330200" algn="l" rtl="0">
              <a:lnSpc>
                <a:spcPct val="115000"/>
              </a:lnSpc>
              <a:spcBef>
                <a:spcPts val="400"/>
              </a:spcBef>
              <a:spcAft>
                <a:spcPts val="0"/>
              </a:spcAft>
              <a:buClr>
                <a:schemeClr val="dk1"/>
              </a:buClr>
              <a:buSzPts val="1200"/>
              <a:buChar char="○"/>
            </a:pPr>
            <a:r>
              <a:rPr lang="en" sz="1400" dirty="0">
                <a:highlight>
                  <a:srgbClr val="FFFF00"/>
                </a:highlight>
              </a:rPr>
              <a:t>Only the </a:t>
            </a:r>
            <a:r>
              <a:rPr lang="en" sz="1400" b="1" i="1" dirty="0">
                <a:solidFill>
                  <a:srgbClr val="FF0000"/>
                </a:solidFill>
                <a:highlight>
                  <a:srgbClr val="FFFF00"/>
                </a:highlight>
              </a:rPr>
              <a:t>router</a:t>
            </a:r>
            <a:r>
              <a:rPr lang="en" sz="1400" dirty="0">
                <a:highlight>
                  <a:srgbClr val="FFFF00"/>
                </a:highlight>
              </a:rPr>
              <a:t> gets an Internet IP address</a:t>
            </a:r>
            <a:endParaRPr sz="900" dirty="0">
              <a:highlight>
                <a:srgbClr val="FFFF00"/>
              </a:highlight>
            </a:endParaRPr>
          </a:p>
          <a:p>
            <a:pPr marL="800100" lvl="1" indent="-330200" algn="l" rtl="0">
              <a:lnSpc>
                <a:spcPct val="115000"/>
              </a:lnSpc>
              <a:spcBef>
                <a:spcPts val="400"/>
              </a:spcBef>
              <a:spcAft>
                <a:spcPts val="0"/>
              </a:spcAft>
              <a:buClr>
                <a:schemeClr val="dk1"/>
              </a:buClr>
              <a:buSzPts val="1200"/>
              <a:buChar char="○"/>
            </a:pPr>
            <a:r>
              <a:rPr lang="en" sz="1400" dirty="0">
                <a:highlight>
                  <a:srgbClr val="FFFF00"/>
                </a:highlight>
              </a:rPr>
              <a:t>The other computers use </a:t>
            </a:r>
            <a:r>
              <a:rPr lang="en" sz="1400" b="1" i="1" dirty="0">
                <a:solidFill>
                  <a:srgbClr val="FF0000"/>
                </a:solidFill>
                <a:highlight>
                  <a:srgbClr val="FFFF00"/>
                </a:highlight>
              </a:rPr>
              <a:t>private</a:t>
            </a:r>
            <a:r>
              <a:rPr lang="en" sz="1400" dirty="0">
                <a:highlight>
                  <a:srgbClr val="FFFF00"/>
                </a:highlight>
              </a:rPr>
              <a:t> addresses, e.g. </a:t>
            </a:r>
            <a:r>
              <a:rPr lang="en" sz="1400" dirty="0">
                <a:highlight>
                  <a:srgbClr val="FFFF00"/>
                </a:highlight>
                <a:latin typeface="Courier New"/>
                <a:ea typeface="Courier New"/>
                <a:cs typeface="Courier New"/>
                <a:sym typeface="Courier New"/>
              </a:rPr>
              <a:t>192.168.0.100</a:t>
            </a:r>
            <a:endParaRPr sz="1400" dirty="0">
              <a:highlight>
                <a:srgbClr val="FFFF00"/>
              </a:highlight>
            </a:endParaRPr>
          </a:p>
        </p:txBody>
      </p:sp>
      <p:sp>
        <p:nvSpPr>
          <p:cNvPr id="343" name="Google Shape;343;p39"/>
          <p:cNvSpPr txBox="1"/>
          <p:nvPr/>
        </p:nvSpPr>
        <p:spPr>
          <a:xfrm>
            <a:off x="5538600" y="1158650"/>
            <a:ext cx="3158700" cy="832200"/>
          </a:xfrm>
          <a:prstGeom prst="rect">
            <a:avLst/>
          </a:prstGeom>
          <a:solidFill>
            <a:srgbClr val="FFF2CC"/>
          </a:solidFill>
          <a:ln w="317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spcBef>
                <a:spcPts val="0"/>
              </a:spcBef>
              <a:spcAft>
                <a:spcPts val="0"/>
              </a:spcAft>
              <a:buNone/>
            </a:pPr>
            <a:r>
              <a:rPr lang="en">
                <a:solidFill>
                  <a:schemeClr val="dk1"/>
                </a:solidFill>
                <a:latin typeface="Arial"/>
                <a:ea typeface="Arial"/>
                <a:cs typeface="Arial"/>
                <a:sym typeface="Arial"/>
              </a:rPr>
              <a:t>There are several different </a:t>
            </a:r>
            <a:r>
              <a:rPr lang="en" i="1">
                <a:solidFill>
                  <a:schemeClr val="dk1"/>
                </a:solidFill>
                <a:latin typeface="Arial"/>
                <a:ea typeface="Arial"/>
                <a:cs typeface="Arial"/>
                <a:sym typeface="Arial"/>
              </a:rPr>
              <a:t>classes</a:t>
            </a:r>
            <a:r>
              <a:rPr lang="en">
                <a:solidFill>
                  <a:schemeClr val="dk1"/>
                </a:solidFill>
                <a:latin typeface="Arial"/>
                <a:ea typeface="Arial"/>
                <a:cs typeface="Arial"/>
                <a:sym typeface="Arial"/>
              </a:rPr>
              <a:t> that determine how the bits in the address are used...</a:t>
            </a:r>
            <a:endParaRPr>
              <a:solidFill>
                <a:schemeClr val="dk1"/>
              </a:solidFill>
              <a:latin typeface="Arial"/>
              <a:ea typeface="Arial"/>
              <a:cs typeface="Arial"/>
              <a:sym typeface="Arial"/>
            </a:endParaRPr>
          </a:p>
        </p:txBody>
      </p:sp>
      <p:grpSp>
        <p:nvGrpSpPr>
          <p:cNvPr id="344" name="Google Shape;344;p39"/>
          <p:cNvGrpSpPr/>
          <p:nvPr/>
        </p:nvGrpSpPr>
        <p:grpSpPr>
          <a:xfrm>
            <a:off x="5538612" y="2158773"/>
            <a:ext cx="3158700" cy="823202"/>
            <a:chOff x="5851900" y="1490573"/>
            <a:chExt cx="3158700" cy="823202"/>
          </a:xfrm>
        </p:grpSpPr>
        <p:grpSp>
          <p:nvGrpSpPr>
            <p:cNvPr id="345" name="Google Shape;345;p39"/>
            <p:cNvGrpSpPr/>
            <p:nvPr/>
          </p:nvGrpSpPr>
          <p:grpSpPr>
            <a:xfrm>
              <a:off x="5851900" y="1490573"/>
              <a:ext cx="3158700" cy="393600"/>
              <a:chOff x="5851900" y="1656950"/>
              <a:chExt cx="3158700" cy="393600"/>
            </a:xfrm>
          </p:grpSpPr>
          <p:sp>
            <p:nvSpPr>
              <p:cNvPr id="346" name="Google Shape;346;p39"/>
              <p:cNvSpPr txBox="1"/>
              <p:nvPr/>
            </p:nvSpPr>
            <p:spPr>
              <a:xfrm>
                <a:off x="5851900" y="1656950"/>
                <a:ext cx="216600" cy="393600"/>
              </a:xfrm>
              <a:prstGeom prst="rect">
                <a:avLst/>
              </a:prstGeom>
              <a:solidFill>
                <a:srgbClr val="D9EAD3"/>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spcBef>
                    <a:spcPts val="0"/>
                  </a:spcBef>
                  <a:spcAft>
                    <a:spcPts val="0"/>
                  </a:spcAft>
                  <a:buNone/>
                </a:pPr>
                <a:r>
                  <a:rPr lang="en" sz="900" b="1">
                    <a:solidFill>
                      <a:schemeClr val="dk1"/>
                    </a:solidFill>
                    <a:latin typeface="Courier New"/>
                    <a:ea typeface="Courier New"/>
                    <a:cs typeface="Courier New"/>
                    <a:sym typeface="Courier New"/>
                  </a:rPr>
                  <a:t>0</a:t>
                </a:r>
                <a:endParaRPr sz="900" b="1">
                  <a:solidFill>
                    <a:schemeClr val="dk1"/>
                  </a:solidFill>
                  <a:latin typeface="Courier New"/>
                  <a:ea typeface="Courier New"/>
                  <a:cs typeface="Courier New"/>
                  <a:sym typeface="Courier New"/>
                </a:endParaRPr>
              </a:p>
            </p:txBody>
          </p:sp>
          <p:sp>
            <p:nvSpPr>
              <p:cNvPr id="347" name="Google Shape;347;p39"/>
              <p:cNvSpPr txBox="1"/>
              <p:nvPr/>
            </p:nvSpPr>
            <p:spPr>
              <a:xfrm>
                <a:off x="6068500" y="1656950"/>
                <a:ext cx="642900" cy="393600"/>
              </a:xfrm>
              <a:prstGeom prst="rect">
                <a:avLst/>
              </a:prstGeom>
              <a:solidFill>
                <a:srgbClr val="F9CB9C"/>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spcBef>
                    <a:spcPts val="0"/>
                  </a:spcBef>
                  <a:spcAft>
                    <a:spcPts val="0"/>
                  </a:spcAft>
                  <a:buNone/>
                </a:pPr>
                <a:r>
                  <a:rPr lang="en" sz="700" b="1">
                    <a:solidFill>
                      <a:schemeClr val="dk1"/>
                    </a:solidFill>
                    <a:latin typeface="Courier New"/>
                    <a:ea typeface="Courier New"/>
                    <a:cs typeface="Courier New"/>
                    <a:sym typeface="Courier New"/>
                  </a:rPr>
                  <a:t>Net ID (7-bits)</a:t>
                </a:r>
                <a:endParaRPr sz="700" b="1">
                  <a:solidFill>
                    <a:schemeClr val="dk1"/>
                  </a:solidFill>
                  <a:latin typeface="Courier New"/>
                  <a:ea typeface="Courier New"/>
                  <a:cs typeface="Courier New"/>
                  <a:sym typeface="Courier New"/>
                </a:endParaRPr>
              </a:p>
            </p:txBody>
          </p:sp>
          <p:sp>
            <p:nvSpPr>
              <p:cNvPr id="348" name="Google Shape;348;p39"/>
              <p:cNvSpPr txBox="1"/>
              <p:nvPr/>
            </p:nvSpPr>
            <p:spPr>
              <a:xfrm>
                <a:off x="6711400" y="1656950"/>
                <a:ext cx="2299200" cy="393600"/>
              </a:xfrm>
              <a:prstGeom prst="rect">
                <a:avLst/>
              </a:prstGeom>
              <a:solidFill>
                <a:srgbClr val="A4C2F4"/>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spcBef>
                    <a:spcPts val="0"/>
                  </a:spcBef>
                  <a:spcAft>
                    <a:spcPts val="0"/>
                  </a:spcAft>
                  <a:buNone/>
                </a:pPr>
                <a:r>
                  <a:rPr lang="en" sz="700" b="1">
                    <a:solidFill>
                      <a:schemeClr val="dk1"/>
                    </a:solidFill>
                    <a:latin typeface="Courier New"/>
                    <a:ea typeface="Courier New"/>
                    <a:cs typeface="Courier New"/>
                    <a:sym typeface="Courier New"/>
                  </a:rPr>
                  <a:t>Address</a:t>
                </a:r>
                <a:endParaRPr sz="700" b="1">
                  <a:solidFill>
                    <a:schemeClr val="dk1"/>
                  </a:solidFill>
                  <a:latin typeface="Courier New"/>
                  <a:ea typeface="Courier New"/>
                  <a:cs typeface="Courier New"/>
                  <a:sym typeface="Courier New"/>
                </a:endParaRPr>
              </a:p>
              <a:p>
                <a:pPr marL="0" marR="0" lvl="0" indent="0" algn="ctr" rtl="0">
                  <a:spcBef>
                    <a:spcPts val="0"/>
                  </a:spcBef>
                  <a:spcAft>
                    <a:spcPts val="0"/>
                  </a:spcAft>
                  <a:buNone/>
                </a:pPr>
                <a:r>
                  <a:rPr lang="en" sz="700" b="1">
                    <a:solidFill>
                      <a:schemeClr val="dk1"/>
                    </a:solidFill>
                    <a:latin typeface="Courier New"/>
                    <a:ea typeface="Courier New"/>
                    <a:cs typeface="Courier New"/>
                    <a:sym typeface="Courier New"/>
                  </a:rPr>
                  <a:t>(24-bits)</a:t>
                </a:r>
                <a:endParaRPr sz="700" b="1">
                  <a:solidFill>
                    <a:schemeClr val="dk1"/>
                  </a:solidFill>
                  <a:latin typeface="Courier New"/>
                  <a:ea typeface="Courier New"/>
                  <a:cs typeface="Courier New"/>
                  <a:sym typeface="Courier New"/>
                </a:endParaRPr>
              </a:p>
            </p:txBody>
          </p:sp>
        </p:grpSp>
        <p:sp>
          <p:nvSpPr>
            <p:cNvPr id="349" name="Google Shape;349;p39"/>
            <p:cNvSpPr txBox="1"/>
            <p:nvPr/>
          </p:nvSpPr>
          <p:spPr>
            <a:xfrm>
              <a:off x="5851900" y="1884175"/>
              <a:ext cx="3158700" cy="4296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ctr" rtl="0">
                <a:spcBef>
                  <a:spcPts val="0"/>
                </a:spcBef>
                <a:spcAft>
                  <a:spcPts val="0"/>
                </a:spcAft>
                <a:buNone/>
              </a:pPr>
              <a:r>
                <a:rPr lang="en" sz="1800">
                  <a:solidFill>
                    <a:schemeClr val="dk1"/>
                  </a:solidFill>
                  <a:latin typeface="Playfair Display"/>
                  <a:ea typeface="Playfair Display"/>
                  <a:cs typeface="Playfair Display"/>
                  <a:sym typeface="Playfair Display"/>
                </a:rPr>
                <a:t>Class A </a:t>
              </a:r>
              <a:endParaRPr sz="1800">
                <a:solidFill>
                  <a:schemeClr val="dk1"/>
                </a:solidFill>
                <a:latin typeface="Playfair Display"/>
                <a:ea typeface="Playfair Display"/>
                <a:cs typeface="Playfair Display"/>
                <a:sym typeface="Playfair Display"/>
              </a:endParaRPr>
            </a:p>
            <a:p>
              <a:pPr marL="0" marR="0" lvl="0" indent="0" algn="ctr" rtl="0">
                <a:spcBef>
                  <a:spcPts val="0"/>
                </a:spcBef>
                <a:spcAft>
                  <a:spcPts val="0"/>
                </a:spcAft>
                <a:buNone/>
              </a:pPr>
              <a:r>
                <a:rPr lang="en" sz="1100">
                  <a:solidFill>
                    <a:schemeClr val="dk1"/>
                  </a:solidFill>
                  <a:latin typeface="Playfair Display"/>
                  <a:ea typeface="Playfair Display"/>
                  <a:cs typeface="Playfair Display"/>
                  <a:sym typeface="Playfair Display"/>
                </a:rPr>
                <a:t>(16 million unique addresses)</a:t>
              </a:r>
              <a:endParaRPr sz="1100">
                <a:solidFill>
                  <a:schemeClr val="dk1"/>
                </a:solidFill>
                <a:latin typeface="Playfair Display"/>
                <a:ea typeface="Playfair Display"/>
                <a:cs typeface="Playfair Display"/>
                <a:sym typeface="Playfair Display"/>
              </a:endParaRPr>
            </a:p>
          </p:txBody>
        </p:sp>
      </p:grpSp>
      <p:grpSp>
        <p:nvGrpSpPr>
          <p:cNvPr id="350" name="Google Shape;350;p39"/>
          <p:cNvGrpSpPr/>
          <p:nvPr/>
        </p:nvGrpSpPr>
        <p:grpSpPr>
          <a:xfrm>
            <a:off x="5538612" y="3154540"/>
            <a:ext cx="3158750" cy="832200"/>
            <a:chOff x="5851900" y="2495150"/>
            <a:chExt cx="3158750" cy="832200"/>
          </a:xfrm>
        </p:grpSpPr>
        <p:grpSp>
          <p:nvGrpSpPr>
            <p:cNvPr id="351" name="Google Shape;351;p39"/>
            <p:cNvGrpSpPr/>
            <p:nvPr/>
          </p:nvGrpSpPr>
          <p:grpSpPr>
            <a:xfrm>
              <a:off x="5851900" y="2495150"/>
              <a:ext cx="3158750" cy="393600"/>
              <a:chOff x="5851900" y="2342750"/>
              <a:chExt cx="3158750" cy="393600"/>
            </a:xfrm>
          </p:grpSpPr>
          <p:sp>
            <p:nvSpPr>
              <p:cNvPr id="352" name="Google Shape;352;p39"/>
              <p:cNvSpPr txBox="1"/>
              <p:nvPr/>
            </p:nvSpPr>
            <p:spPr>
              <a:xfrm>
                <a:off x="5851900" y="2342750"/>
                <a:ext cx="342300" cy="393600"/>
              </a:xfrm>
              <a:prstGeom prst="rect">
                <a:avLst/>
              </a:prstGeom>
              <a:solidFill>
                <a:srgbClr val="D9EAD3"/>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spcBef>
                    <a:spcPts val="0"/>
                  </a:spcBef>
                  <a:spcAft>
                    <a:spcPts val="0"/>
                  </a:spcAft>
                  <a:buNone/>
                </a:pPr>
                <a:r>
                  <a:rPr lang="en" sz="900" b="1">
                    <a:solidFill>
                      <a:schemeClr val="dk1"/>
                    </a:solidFill>
                    <a:latin typeface="Courier New"/>
                    <a:ea typeface="Courier New"/>
                    <a:cs typeface="Courier New"/>
                    <a:sym typeface="Courier New"/>
                  </a:rPr>
                  <a:t>10</a:t>
                </a:r>
                <a:endParaRPr sz="900" b="1">
                  <a:solidFill>
                    <a:schemeClr val="dk1"/>
                  </a:solidFill>
                  <a:latin typeface="Courier New"/>
                  <a:ea typeface="Courier New"/>
                  <a:cs typeface="Courier New"/>
                  <a:sym typeface="Courier New"/>
                </a:endParaRPr>
              </a:p>
            </p:txBody>
          </p:sp>
          <p:sp>
            <p:nvSpPr>
              <p:cNvPr id="353" name="Google Shape;353;p39"/>
              <p:cNvSpPr txBox="1"/>
              <p:nvPr/>
            </p:nvSpPr>
            <p:spPr>
              <a:xfrm>
                <a:off x="6194200" y="2342750"/>
                <a:ext cx="1202100" cy="393600"/>
              </a:xfrm>
              <a:prstGeom prst="rect">
                <a:avLst/>
              </a:prstGeom>
              <a:solidFill>
                <a:srgbClr val="F9CB9C"/>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spcBef>
                    <a:spcPts val="0"/>
                  </a:spcBef>
                  <a:spcAft>
                    <a:spcPts val="0"/>
                  </a:spcAft>
                  <a:buNone/>
                </a:pPr>
                <a:r>
                  <a:rPr lang="en" sz="700" b="1">
                    <a:solidFill>
                      <a:schemeClr val="dk1"/>
                    </a:solidFill>
                    <a:latin typeface="Courier New"/>
                    <a:ea typeface="Courier New"/>
                    <a:cs typeface="Courier New"/>
                    <a:sym typeface="Courier New"/>
                  </a:rPr>
                  <a:t>Net ID (14-bits)</a:t>
                </a:r>
                <a:endParaRPr sz="700" b="1">
                  <a:solidFill>
                    <a:schemeClr val="dk1"/>
                  </a:solidFill>
                  <a:latin typeface="Courier New"/>
                  <a:ea typeface="Courier New"/>
                  <a:cs typeface="Courier New"/>
                  <a:sym typeface="Courier New"/>
                </a:endParaRPr>
              </a:p>
            </p:txBody>
          </p:sp>
          <p:sp>
            <p:nvSpPr>
              <p:cNvPr id="354" name="Google Shape;354;p39"/>
              <p:cNvSpPr txBox="1"/>
              <p:nvPr/>
            </p:nvSpPr>
            <p:spPr>
              <a:xfrm>
                <a:off x="7396350" y="2342750"/>
                <a:ext cx="1614300" cy="393600"/>
              </a:xfrm>
              <a:prstGeom prst="rect">
                <a:avLst/>
              </a:prstGeom>
              <a:solidFill>
                <a:srgbClr val="A4C2F4"/>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spcBef>
                    <a:spcPts val="0"/>
                  </a:spcBef>
                  <a:spcAft>
                    <a:spcPts val="0"/>
                  </a:spcAft>
                  <a:buNone/>
                </a:pPr>
                <a:r>
                  <a:rPr lang="en" sz="700" b="1">
                    <a:solidFill>
                      <a:schemeClr val="dk1"/>
                    </a:solidFill>
                    <a:latin typeface="Courier New"/>
                    <a:ea typeface="Courier New"/>
                    <a:cs typeface="Courier New"/>
                    <a:sym typeface="Courier New"/>
                  </a:rPr>
                  <a:t>Address</a:t>
                </a:r>
                <a:endParaRPr sz="700" b="1">
                  <a:solidFill>
                    <a:schemeClr val="dk1"/>
                  </a:solidFill>
                  <a:latin typeface="Courier New"/>
                  <a:ea typeface="Courier New"/>
                  <a:cs typeface="Courier New"/>
                  <a:sym typeface="Courier New"/>
                </a:endParaRPr>
              </a:p>
              <a:p>
                <a:pPr marL="0" marR="0" lvl="0" indent="0" algn="ctr" rtl="0">
                  <a:spcBef>
                    <a:spcPts val="0"/>
                  </a:spcBef>
                  <a:spcAft>
                    <a:spcPts val="0"/>
                  </a:spcAft>
                  <a:buNone/>
                </a:pPr>
                <a:r>
                  <a:rPr lang="en" sz="700" b="1">
                    <a:solidFill>
                      <a:schemeClr val="dk1"/>
                    </a:solidFill>
                    <a:latin typeface="Courier New"/>
                    <a:ea typeface="Courier New"/>
                    <a:cs typeface="Courier New"/>
                    <a:sym typeface="Courier New"/>
                  </a:rPr>
                  <a:t>(16-bits)</a:t>
                </a:r>
                <a:endParaRPr sz="700" b="1">
                  <a:solidFill>
                    <a:schemeClr val="dk1"/>
                  </a:solidFill>
                  <a:latin typeface="Courier New"/>
                  <a:ea typeface="Courier New"/>
                  <a:cs typeface="Courier New"/>
                  <a:sym typeface="Courier New"/>
                </a:endParaRPr>
              </a:p>
            </p:txBody>
          </p:sp>
        </p:grpSp>
        <p:sp>
          <p:nvSpPr>
            <p:cNvPr id="355" name="Google Shape;355;p39"/>
            <p:cNvSpPr txBox="1"/>
            <p:nvPr/>
          </p:nvSpPr>
          <p:spPr>
            <a:xfrm>
              <a:off x="5851900" y="2888750"/>
              <a:ext cx="3158700" cy="4386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ctr" rtl="0">
                <a:spcBef>
                  <a:spcPts val="0"/>
                </a:spcBef>
                <a:spcAft>
                  <a:spcPts val="0"/>
                </a:spcAft>
                <a:buNone/>
              </a:pPr>
              <a:r>
                <a:rPr lang="en" sz="1800">
                  <a:solidFill>
                    <a:schemeClr val="dk1"/>
                  </a:solidFill>
                  <a:latin typeface="Playfair Display"/>
                  <a:ea typeface="Playfair Display"/>
                  <a:cs typeface="Playfair Display"/>
                  <a:sym typeface="Playfair Display"/>
                </a:rPr>
                <a:t>Class B </a:t>
              </a:r>
              <a:endParaRPr sz="1800">
                <a:solidFill>
                  <a:schemeClr val="dk1"/>
                </a:solidFill>
                <a:latin typeface="Playfair Display"/>
                <a:ea typeface="Playfair Display"/>
                <a:cs typeface="Playfair Display"/>
                <a:sym typeface="Playfair Display"/>
              </a:endParaRPr>
            </a:p>
            <a:p>
              <a:pPr marL="0" marR="0" lvl="0" indent="0" algn="ctr" rtl="0">
                <a:spcBef>
                  <a:spcPts val="0"/>
                </a:spcBef>
                <a:spcAft>
                  <a:spcPts val="0"/>
                </a:spcAft>
                <a:buNone/>
              </a:pPr>
              <a:r>
                <a:rPr lang="en" sz="1100">
                  <a:solidFill>
                    <a:schemeClr val="dk1"/>
                  </a:solidFill>
                  <a:latin typeface="Playfair Display"/>
                  <a:ea typeface="Playfair Display"/>
                  <a:cs typeface="Playfair Display"/>
                  <a:sym typeface="Playfair Display"/>
                </a:rPr>
                <a:t>(65 thousand unique addresses)</a:t>
              </a:r>
              <a:endParaRPr sz="1100">
                <a:solidFill>
                  <a:schemeClr val="dk1"/>
                </a:solidFill>
                <a:latin typeface="Playfair Display"/>
                <a:ea typeface="Playfair Display"/>
                <a:cs typeface="Playfair Display"/>
                <a:sym typeface="Playfair Display"/>
              </a:endParaRPr>
            </a:p>
          </p:txBody>
        </p:sp>
      </p:grpSp>
      <p:grpSp>
        <p:nvGrpSpPr>
          <p:cNvPr id="356" name="Google Shape;356;p39"/>
          <p:cNvGrpSpPr/>
          <p:nvPr/>
        </p:nvGrpSpPr>
        <p:grpSpPr>
          <a:xfrm>
            <a:off x="5538612" y="4164650"/>
            <a:ext cx="3158700" cy="845504"/>
            <a:chOff x="5538612" y="4164650"/>
            <a:chExt cx="3158700" cy="845504"/>
          </a:xfrm>
        </p:grpSpPr>
        <p:grpSp>
          <p:nvGrpSpPr>
            <p:cNvPr id="357" name="Google Shape;357;p39"/>
            <p:cNvGrpSpPr/>
            <p:nvPr/>
          </p:nvGrpSpPr>
          <p:grpSpPr>
            <a:xfrm>
              <a:off x="5538613" y="4164650"/>
              <a:ext cx="3158625" cy="393600"/>
              <a:chOff x="5851900" y="3104750"/>
              <a:chExt cx="3158625" cy="393600"/>
            </a:xfrm>
          </p:grpSpPr>
          <p:sp>
            <p:nvSpPr>
              <p:cNvPr id="358" name="Google Shape;358;p39"/>
              <p:cNvSpPr txBox="1"/>
              <p:nvPr/>
            </p:nvSpPr>
            <p:spPr>
              <a:xfrm>
                <a:off x="5851900" y="3104750"/>
                <a:ext cx="496200" cy="393600"/>
              </a:xfrm>
              <a:prstGeom prst="rect">
                <a:avLst/>
              </a:prstGeom>
              <a:solidFill>
                <a:srgbClr val="D9EAD3"/>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spcBef>
                    <a:spcPts val="0"/>
                  </a:spcBef>
                  <a:spcAft>
                    <a:spcPts val="0"/>
                  </a:spcAft>
                  <a:buNone/>
                </a:pPr>
                <a:r>
                  <a:rPr lang="en" sz="900" b="1">
                    <a:solidFill>
                      <a:schemeClr val="dk1"/>
                    </a:solidFill>
                    <a:latin typeface="Courier New"/>
                    <a:ea typeface="Courier New"/>
                    <a:cs typeface="Courier New"/>
                    <a:sym typeface="Courier New"/>
                  </a:rPr>
                  <a:t>110</a:t>
                </a:r>
                <a:endParaRPr sz="900" b="1">
                  <a:solidFill>
                    <a:schemeClr val="dk1"/>
                  </a:solidFill>
                  <a:latin typeface="Courier New"/>
                  <a:ea typeface="Courier New"/>
                  <a:cs typeface="Courier New"/>
                  <a:sym typeface="Courier New"/>
                </a:endParaRPr>
              </a:p>
            </p:txBody>
          </p:sp>
          <p:sp>
            <p:nvSpPr>
              <p:cNvPr id="359" name="Google Shape;359;p39"/>
              <p:cNvSpPr txBox="1"/>
              <p:nvPr/>
            </p:nvSpPr>
            <p:spPr>
              <a:xfrm>
                <a:off x="6348100" y="3104750"/>
                <a:ext cx="1844700" cy="393600"/>
              </a:xfrm>
              <a:prstGeom prst="rect">
                <a:avLst/>
              </a:prstGeom>
              <a:solidFill>
                <a:srgbClr val="F9CB9C"/>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spcBef>
                    <a:spcPts val="0"/>
                  </a:spcBef>
                  <a:spcAft>
                    <a:spcPts val="0"/>
                  </a:spcAft>
                  <a:buNone/>
                </a:pPr>
                <a:r>
                  <a:rPr lang="en" sz="700" b="1">
                    <a:solidFill>
                      <a:schemeClr val="dk1"/>
                    </a:solidFill>
                    <a:latin typeface="Courier New"/>
                    <a:ea typeface="Courier New"/>
                    <a:cs typeface="Courier New"/>
                    <a:sym typeface="Courier New"/>
                  </a:rPr>
                  <a:t>Net ID (21-bits)</a:t>
                </a:r>
                <a:endParaRPr sz="700" b="1">
                  <a:solidFill>
                    <a:schemeClr val="dk1"/>
                  </a:solidFill>
                  <a:latin typeface="Courier New"/>
                  <a:ea typeface="Courier New"/>
                  <a:cs typeface="Courier New"/>
                  <a:sym typeface="Courier New"/>
                </a:endParaRPr>
              </a:p>
            </p:txBody>
          </p:sp>
          <p:sp>
            <p:nvSpPr>
              <p:cNvPr id="360" name="Google Shape;360;p39"/>
              <p:cNvSpPr txBox="1"/>
              <p:nvPr/>
            </p:nvSpPr>
            <p:spPr>
              <a:xfrm>
                <a:off x="8193025" y="3104750"/>
                <a:ext cx="817500" cy="393600"/>
              </a:xfrm>
              <a:prstGeom prst="rect">
                <a:avLst/>
              </a:prstGeom>
              <a:solidFill>
                <a:srgbClr val="A4C2F4"/>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spcBef>
                    <a:spcPts val="0"/>
                  </a:spcBef>
                  <a:spcAft>
                    <a:spcPts val="0"/>
                  </a:spcAft>
                  <a:buNone/>
                </a:pPr>
                <a:r>
                  <a:rPr lang="en" sz="700" b="1">
                    <a:solidFill>
                      <a:schemeClr val="dk1"/>
                    </a:solidFill>
                    <a:latin typeface="Courier New"/>
                    <a:ea typeface="Courier New"/>
                    <a:cs typeface="Courier New"/>
                    <a:sym typeface="Courier New"/>
                  </a:rPr>
                  <a:t>Address</a:t>
                </a:r>
                <a:endParaRPr sz="700" b="1">
                  <a:solidFill>
                    <a:schemeClr val="dk1"/>
                  </a:solidFill>
                  <a:latin typeface="Courier New"/>
                  <a:ea typeface="Courier New"/>
                  <a:cs typeface="Courier New"/>
                  <a:sym typeface="Courier New"/>
                </a:endParaRPr>
              </a:p>
              <a:p>
                <a:pPr marL="0" marR="0" lvl="0" indent="0" algn="ctr" rtl="0">
                  <a:spcBef>
                    <a:spcPts val="0"/>
                  </a:spcBef>
                  <a:spcAft>
                    <a:spcPts val="0"/>
                  </a:spcAft>
                  <a:buNone/>
                </a:pPr>
                <a:r>
                  <a:rPr lang="en" sz="700" b="1">
                    <a:solidFill>
                      <a:schemeClr val="dk1"/>
                    </a:solidFill>
                    <a:latin typeface="Courier New"/>
                    <a:ea typeface="Courier New"/>
                    <a:cs typeface="Courier New"/>
                    <a:sym typeface="Courier New"/>
                  </a:rPr>
                  <a:t>(8-bits)</a:t>
                </a:r>
                <a:endParaRPr sz="700" b="1">
                  <a:solidFill>
                    <a:schemeClr val="dk1"/>
                  </a:solidFill>
                  <a:latin typeface="Courier New"/>
                  <a:ea typeface="Courier New"/>
                  <a:cs typeface="Courier New"/>
                  <a:sym typeface="Courier New"/>
                </a:endParaRPr>
              </a:p>
            </p:txBody>
          </p:sp>
        </p:grpSp>
        <p:sp>
          <p:nvSpPr>
            <p:cNvPr id="361" name="Google Shape;361;p39"/>
            <p:cNvSpPr txBox="1"/>
            <p:nvPr/>
          </p:nvSpPr>
          <p:spPr>
            <a:xfrm>
              <a:off x="5538612" y="4571554"/>
              <a:ext cx="3158700" cy="4386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ctr" rtl="0">
                <a:spcBef>
                  <a:spcPts val="0"/>
                </a:spcBef>
                <a:spcAft>
                  <a:spcPts val="0"/>
                </a:spcAft>
                <a:buNone/>
              </a:pPr>
              <a:r>
                <a:rPr lang="en" sz="1800" dirty="0">
                  <a:solidFill>
                    <a:schemeClr val="dk1"/>
                  </a:solidFill>
                  <a:latin typeface="Playfair Display"/>
                  <a:ea typeface="Playfair Display"/>
                  <a:cs typeface="Playfair Display"/>
                  <a:sym typeface="Playfair Display"/>
                </a:rPr>
                <a:t>Class C </a:t>
              </a:r>
              <a:endParaRPr sz="1800" dirty="0">
                <a:solidFill>
                  <a:schemeClr val="dk1"/>
                </a:solidFill>
                <a:latin typeface="Playfair Display"/>
                <a:ea typeface="Playfair Display"/>
                <a:cs typeface="Playfair Display"/>
                <a:sym typeface="Playfair Display"/>
              </a:endParaRPr>
            </a:p>
            <a:p>
              <a:pPr marL="0" marR="0" lvl="0" indent="0" algn="ctr" rtl="0">
                <a:spcBef>
                  <a:spcPts val="0"/>
                </a:spcBef>
                <a:spcAft>
                  <a:spcPts val="0"/>
                </a:spcAft>
                <a:buNone/>
              </a:pPr>
              <a:r>
                <a:rPr lang="en" sz="1100" dirty="0">
                  <a:solidFill>
                    <a:schemeClr val="dk1"/>
                  </a:solidFill>
                  <a:latin typeface="Playfair Display"/>
                  <a:ea typeface="Playfair Display"/>
                  <a:cs typeface="Playfair Display"/>
                  <a:sym typeface="Playfair Display"/>
                </a:rPr>
                <a:t>(254 unique addresses)</a:t>
              </a:r>
              <a:endParaRPr sz="1100" dirty="0">
                <a:solidFill>
                  <a:schemeClr val="dk1"/>
                </a:solidFill>
                <a:latin typeface="Playfair Display"/>
                <a:ea typeface="Playfair Display"/>
                <a:cs typeface="Playfair Display"/>
                <a:sym typeface="Playfair Display"/>
              </a:endParaRPr>
            </a:p>
          </p:txBody>
        </p:sp>
      </p:grpSp>
      <p:sp>
        <p:nvSpPr>
          <p:cNvPr id="362" name="Google Shape;362;p39"/>
          <p:cNvSpPr txBox="1">
            <a:spLocks noGrp="1"/>
          </p:cNvSpPr>
          <p:nvPr>
            <p:ph type="sldNum" idx="12"/>
          </p:nvPr>
        </p:nvSpPr>
        <p:spPr>
          <a:xfrm>
            <a:off x="90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8</a:t>
            </a:fld>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43"/>
                                        </p:tgtEl>
                                        <p:attrNameLst>
                                          <p:attrName>style.visibility</p:attrName>
                                        </p:attrNameLst>
                                      </p:cBhvr>
                                      <p:to>
                                        <p:strVal val="visible"/>
                                      </p:to>
                                    </p:set>
                                    <p:animEffect transition="in" filter="fade">
                                      <p:cBhvr>
                                        <p:cTn id="7" dur="1000"/>
                                        <p:tgtEl>
                                          <p:spTgt spid="34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44"/>
                                        </p:tgtEl>
                                        <p:attrNameLst>
                                          <p:attrName>style.visibility</p:attrName>
                                        </p:attrNameLst>
                                      </p:cBhvr>
                                      <p:to>
                                        <p:strVal val="visible"/>
                                      </p:to>
                                    </p:set>
                                    <p:animEffect transition="in" filter="fade">
                                      <p:cBhvr>
                                        <p:cTn id="12" dur="1000"/>
                                        <p:tgtEl>
                                          <p:spTgt spid="34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50"/>
                                        </p:tgtEl>
                                        <p:attrNameLst>
                                          <p:attrName>style.visibility</p:attrName>
                                        </p:attrNameLst>
                                      </p:cBhvr>
                                      <p:to>
                                        <p:strVal val="visible"/>
                                      </p:to>
                                    </p:set>
                                    <p:animEffect transition="in" filter="fade">
                                      <p:cBhvr>
                                        <p:cTn id="17" dur="1000"/>
                                        <p:tgtEl>
                                          <p:spTgt spid="35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56"/>
                                        </p:tgtEl>
                                        <p:attrNameLst>
                                          <p:attrName>style.visibility</p:attrName>
                                        </p:attrNameLst>
                                      </p:cBhvr>
                                      <p:to>
                                        <p:strVal val="visible"/>
                                      </p:to>
                                    </p:set>
                                    <p:animEffect transition="in" filter="fade">
                                      <p:cBhvr>
                                        <p:cTn id="22" dur="1000"/>
                                        <p:tgtEl>
                                          <p:spTgt spid="3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366"/>
        <p:cNvGrpSpPr/>
        <p:nvPr/>
      </p:nvGrpSpPr>
      <p:grpSpPr>
        <a:xfrm>
          <a:off x="0" y="0"/>
          <a:ext cx="0" cy="0"/>
          <a:chOff x="0" y="0"/>
          <a:chExt cx="0" cy="0"/>
        </a:xfrm>
      </p:grpSpPr>
      <p:pic>
        <p:nvPicPr>
          <p:cNvPr id="367" name="Google Shape;367;p40"/>
          <p:cNvPicPr preferRelativeResize="0"/>
          <p:nvPr/>
        </p:nvPicPr>
        <p:blipFill rotWithShape="1">
          <a:blip r:embed="rId3">
            <a:alphaModFix/>
          </a:blip>
          <a:srcRect l="16355" r="21460"/>
          <a:stretch/>
        </p:blipFill>
        <p:spPr>
          <a:xfrm>
            <a:off x="530738" y="1145570"/>
            <a:ext cx="3268425" cy="2966975"/>
          </a:xfrm>
          <a:prstGeom prst="rect">
            <a:avLst/>
          </a:prstGeom>
          <a:noFill/>
          <a:ln w="19050" cap="flat" cmpd="sng">
            <a:solidFill>
              <a:schemeClr val="accent1"/>
            </a:solidFill>
            <a:prstDash val="solid"/>
            <a:round/>
            <a:headEnd type="none" w="sm" len="sm"/>
            <a:tailEnd type="none" w="sm" len="sm"/>
          </a:ln>
        </p:spPr>
      </p:pic>
      <p:sp>
        <p:nvSpPr>
          <p:cNvPr id="368" name="Google Shape;368;p40"/>
          <p:cNvSpPr txBox="1"/>
          <p:nvPr/>
        </p:nvSpPr>
        <p:spPr>
          <a:xfrm>
            <a:off x="449713" y="4218140"/>
            <a:ext cx="3430500" cy="7665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spcBef>
                <a:spcPts val="0"/>
              </a:spcBef>
              <a:spcAft>
                <a:spcPts val="0"/>
              </a:spcAft>
              <a:buNone/>
            </a:pPr>
            <a:r>
              <a:rPr lang="en" sz="1300">
                <a:solidFill>
                  <a:schemeClr val="dk1"/>
                </a:solidFill>
                <a:latin typeface="Arial"/>
                <a:ea typeface="Arial"/>
                <a:cs typeface="Arial"/>
                <a:sym typeface="Arial"/>
              </a:rPr>
              <a:t>DNSs on the internet are arranged into a hierarchy, with the </a:t>
            </a:r>
            <a:r>
              <a:rPr lang="en" sz="1300" i="1">
                <a:solidFill>
                  <a:schemeClr val="dk1"/>
                </a:solidFill>
                <a:latin typeface="Arial"/>
                <a:ea typeface="Arial"/>
                <a:cs typeface="Arial"/>
                <a:sym typeface="Arial"/>
              </a:rPr>
              <a:t>root</a:t>
            </a:r>
            <a:r>
              <a:rPr lang="en" sz="1300">
                <a:solidFill>
                  <a:schemeClr val="dk1"/>
                </a:solidFill>
                <a:latin typeface="Arial"/>
                <a:ea typeface="Arial"/>
                <a:cs typeface="Arial"/>
                <a:sym typeface="Arial"/>
              </a:rPr>
              <a:t> servers at the top and individual machines at the bottom.</a:t>
            </a:r>
            <a:endParaRPr sz="1300">
              <a:solidFill>
                <a:schemeClr val="dk1"/>
              </a:solidFill>
              <a:latin typeface="Arial"/>
              <a:ea typeface="Arial"/>
              <a:cs typeface="Arial"/>
              <a:sym typeface="Arial"/>
            </a:endParaRPr>
          </a:p>
        </p:txBody>
      </p:sp>
      <p:sp>
        <p:nvSpPr>
          <p:cNvPr id="369" name="Google Shape;369;p40"/>
          <p:cNvSpPr txBox="1">
            <a:spLocks noGrp="1"/>
          </p:cNvSpPr>
          <p:nvPr>
            <p:ph type="title"/>
          </p:nvPr>
        </p:nvSpPr>
        <p:spPr>
          <a:xfrm>
            <a:off x="311725" y="500925"/>
            <a:ext cx="3706500" cy="638100"/>
          </a:xfrm>
          <a:prstGeom prst="rect">
            <a:avLst/>
          </a:prstGeom>
          <a:noFill/>
          <a:ln>
            <a:noFill/>
          </a:ln>
        </p:spPr>
        <p:txBody>
          <a:bodyPr spcFirstLastPara="1" wrap="square" lIns="91425" tIns="91425" rIns="91425" bIns="91425" anchor="t" anchorCtr="0">
            <a:noAutofit/>
          </a:bodyPr>
          <a:lstStyle/>
          <a:p>
            <a:pPr marL="0" lvl="0" indent="0" algn="l" rtl="0">
              <a:lnSpc>
                <a:spcPct val="90000"/>
              </a:lnSpc>
              <a:spcBef>
                <a:spcPts val="0"/>
              </a:spcBef>
              <a:spcAft>
                <a:spcPts val="0"/>
              </a:spcAft>
              <a:buClr>
                <a:schemeClr val="dk2"/>
              </a:buClr>
              <a:buSzPts val="3300"/>
              <a:buFont typeface="Calibri"/>
              <a:buNone/>
            </a:pPr>
            <a:r>
              <a:rPr lang="en"/>
              <a:t>Hostnames &amp; DNS</a:t>
            </a:r>
            <a:endParaRPr/>
          </a:p>
        </p:txBody>
      </p:sp>
      <p:sp>
        <p:nvSpPr>
          <p:cNvPr id="370" name="Google Shape;370;p40"/>
          <p:cNvSpPr txBox="1">
            <a:spLocks noGrp="1"/>
          </p:cNvSpPr>
          <p:nvPr>
            <p:ph type="body" idx="1"/>
          </p:nvPr>
        </p:nvSpPr>
        <p:spPr>
          <a:xfrm>
            <a:off x="4644675" y="500925"/>
            <a:ext cx="4166400" cy="4432200"/>
          </a:xfrm>
          <a:prstGeom prst="rect">
            <a:avLst/>
          </a:prstGeom>
          <a:noFill/>
          <a:ln>
            <a:noFill/>
          </a:ln>
        </p:spPr>
        <p:txBody>
          <a:bodyPr spcFirstLastPara="1" wrap="square" lIns="68575" tIns="34275" rIns="68575" bIns="34275" anchor="t" anchorCtr="0">
            <a:normAutofit/>
          </a:bodyPr>
          <a:lstStyle/>
          <a:p>
            <a:pPr marL="457200" lvl="0" indent="-342900" algn="l" rtl="0">
              <a:lnSpc>
                <a:spcPct val="115000"/>
              </a:lnSpc>
              <a:spcBef>
                <a:spcPts val="0"/>
              </a:spcBef>
              <a:spcAft>
                <a:spcPts val="0"/>
              </a:spcAft>
              <a:buClr>
                <a:schemeClr val="dk1"/>
              </a:buClr>
              <a:buSzPts val="1400"/>
              <a:buChar char="●"/>
            </a:pPr>
            <a:r>
              <a:rPr lang="en" sz="1400" dirty="0"/>
              <a:t>The IP address is ultimately used to send and receive data to and from a </a:t>
            </a:r>
            <a:r>
              <a:rPr lang="en" sz="1400" b="1" i="1" dirty="0">
                <a:solidFill>
                  <a:srgbClr val="FF0000"/>
                </a:solidFill>
              </a:rPr>
              <a:t>computer</a:t>
            </a:r>
            <a:endParaRPr sz="1400" b="1" i="1" dirty="0">
              <a:solidFill>
                <a:srgbClr val="FF0000"/>
              </a:solidFill>
            </a:endParaRPr>
          </a:p>
          <a:p>
            <a:pPr marL="457200" lvl="0" indent="-342900" algn="l" rtl="0">
              <a:lnSpc>
                <a:spcPct val="115000"/>
              </a:lnSpc>
              <a:spcBef>
                <a:spcPts val="1000"/>
              </a:spcBef>
              <a:spcAft>
                <a:spcPts val="0"/>
              </a:spcAft>
              <a:buClr>
                <a:schemeClr val="dk1"/>
              </a:buClr>
              <a:buSzPts val="1400"/>
              <a:buChar char="●"/>
            </a:pPr>
            <a:r>
              <a:rPr lang="en" sz="1400" dirty="0"/>
              <a:t>But it is often the case that a computer is identified by its human readable </a:t>
            </a:r>
            <a:r>
              <a:rPr lang="en" sz="1400" b="1" i="1" dirty="0">
                <a:solidFill>
                  <a:srgbClr val="FF0000"/>
                </a:solidFill>
                <a:highlight>
                  <a:srgbClr val="FFFF00"/>
                </a:highlight>
              </a:rPr>
              <a:t>hostname</a:t>
            </a:r>
            <a:r>
              <a:rPr lang="en" sz="1400" dirty="0"/>
              <a:t> rather than its machine address</a:t>
            </a:r>
            <a:endParaRPr sz="1400" dirty="0"/>
          </a:p>
          <a:p>
            <a:pPr marL="914400" lvl="1" indent="-342900" algn="l" rtl="0">
              <a:lnSpc>
                <a:spcPct val="115000"/>
              </a:lnSpc>
              <a:spcBef>
                <a:spcPts val="600"/>
              </a:spcBef>
              <a:spcAft>
                <a:spcPts val="0"/>
              </a:spcAft>
              <a:buClr>
                <a:schemeClr val="dk1"/>
              </a:buClr>
              <a:buSzPts val="1400"/>
              <a:buChar char="○"/>
            </a:pPr>
            <a:r>
              <a:rPr lang="en" sz="1400" dirty="0"/>
              <a:t>This is particularly the case when the network uses the dynamic host control protocol (</a:t>
            </a:r>
            <a:r>
              <a:rPr lang="en" sz="1400" b="1" i="1" dirty="0">
                <a:solidFill>
                  <a:srgbClr val="FF0000"/>
                </a:solidFill>
                <a:highlight>
                  <a:srgbClr val="FFFF00"/>
                </a:highlight>
              </a:rPr>
              <a:t>DHCP</a:t>
            </a:r>
            <a:r>
              <a:rPr lang="en" sz="1400" dirty="0"/>
              <a:t>), and a computer’s address may change at any time</a:t>
            </a:r>
            <a:endParaRPr sz="1400" dirty="0"/>
          </a:p>
          <a:p>
            <a:pPr marL="457200" lvl="0" indent="-342900" algn="l" rtl="0">
              <a:lnSpc>
                <a:spcPct val="115000"/>
              </a:lnSpc>
              <a:spcBef>
                <a:spcPts val="1000"/>
              </a:spcBef>
              <a:spcAft>
                <a:spcPts val="0"/>
              </a:spcAft>
              <a:buClr>
                <a:schemeClr val="dk1"/>
              </a:buClr>
              <a:buSzPts val="1400"/>
              <a:buChar char="●"/>
            </a:pPr>
            <a:r>
              <a:rPr lang="en" sz="1400" dirty="0"/>
              <a:t>A </a:t>
            </a:r>
            <a:r>
              <a:rPr lang="en" sz="1400" b="1" i="1" dirty="0">
                <a:solidFill>
                  <a:srgbClr val="FF0000"/>
                </a:solidFill>
              </a:rPr>
              <a:t>domain name</a:t>
            </a:r>
            <a:r>
              <a:rPr lang="en" sz="1400" dirty="0"/>
              <a:t> </a:t>
            </a:r>
            <a:r>
              <a:rPr lang="en" sz="1400" b="1" i="1" dirty="0">
                <a:solidFill>
                  <a:srgbClr val="FF0000"/>
                </a:solidFill>
              </a:rPr>
              <a:t>server</a:t>
            </a:r>
            <a:r>
              <a:rPr lang="en" sz="1400" dirty="0"/>
              <a:t> (DNS) on the network provides a service that </a:t>
            </a:r>
            <a:r>
              <a:rPr lang="en" sz="1400" b="1" i="1" dirty="0">
                <a:solidFill>
                  <a:srgbClr val="FF0000"/>
                </a:solidFill>
                <a:highlight>
                  <a:srgbClr val="FFFF00"/>
                </a:highlight>
              </a:rPr>
              <a:t>maps</a:t>
            </a:r>
            <a:r>
              <a:rPr lang="en" sz="1400" dirty="0">
                <a:highlight>
                  <a:srgbClr val="FFFF00"/>
                </a:highlight>
              </a:rPr>
              <a:t> a hostname to real address for the computer</a:t>
            </a:r>
            <a:endParaRPr sz="1400" dirty="0">
              <a:highlight>
                <a:srgbClr val="FFFF00"/>
              </a:highlight>
            </a:endParaRPr>
          </a:p>
          <a:p>
            <a:pPr marL="914400" lvl="1" indent="-342900" algn="l" rtl="0">
              <a:lnSpc>
                <a:spcPct val="115000"/>
              </a:lnSpc>
              <a:spcBef>
                <a:spcPts val="600"/>
              </a:spcBef>
              <a:spcAft>
                <a:spcPts val="0"/>
              </a:spcAft>
              <a:buClr>
                <a:schemeClr val="dk1"/>
              </a:buClr>
              <a:buSzPts val="1400"/>
              <a:buChar char="○"/>
            </a:pPr>
            <a:r>
              <a:rPr lang="en" sz="1400" dirty="0"/>
              <a:t>A hostname is used to </a:t>
            </a:r>
            <a:r>
              <a:rPr lang="en" sz="1400" b="1" i="1" dirty="0">
                <a:solidFill>
                  <a:srgbClr val="FF0000"/>
                </a:solidFill>
              </a:rPr>
              <a:t>look up</a:t>
            </a:r>
            <a:r>
              <a:rPr lang="en" sz="1400" dirty="0"/>
              <a:t> the address before trying to communicate</a:t>
            </a:r>
            <a:endParaRPr sz="1400" dirty="0"/>
          </a:p>
          <a:p>
            <a:pPr marL="0" lvl="0" indent="0" algn="l" rtl="0">
              <a:lnSpc>
                <a:spcPct val="90000"/>
              </a:lnSpc>
              <a:spcBef>
                <a:spcPts val="1400"/>
              </a:spcBef>
              <a:spcAft>
                <a:spcPts val="1600"/>
              </a:spcAft>
              <a:buClr>
                <a:schemeClr val="dk1"/>
              </a:buClr>
              <a:buSzPts val="1600"/>
              <a:buNone/>
            </a:pPr>
            <a:endParaRPr sz="1800" b="1" dirty="0"/>
          </a:p>
        </p:txBody>
      </p:sp>
      <p:sp>
        <p:nvSpPr>
          <p:cNvPr id="371" name="Google Shape;371;p4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9</a:t>
            </a:fld>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68"/>
                                        </p:tgtEl>
                                        <p:attrNameLst>
                                          <p:attrName>style.visibility</p:attrName>
                                        </p:attrNameLst>
                                      </p:cBhvr>
                                      <p:to>
                                        <p:strVal val="visible"/>
                                      </p:to>
                                    </p:set>
                                    <p:animEffect transition="in" filter="fade">
                                      <p:cBhvr>
                                        <p:cTn id="7" dur="1000"/>
                                        <p:tgtEl>
                                          <p:spTgt spid="36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75"/>
        <p:cNvGrpSpPr/>
        <p:nvPr/>
      </p:nvGrpSpPr>
      <p:grpSpPr>
        <a:xfrm>
          <a:off x="0" y="0"/>
          <a:ext cx="0" cy="0"/>
          <a:chOff x="0" y="0"/>
          <a:chExt cx="0" cy="0"/>
        </a:xfrm>
      </p:grpSpPr>
      <p:sp>
        <p:nvSpPr>
          <p:cNvPr id="376" name="Google Shape;376;p41"/>
          <p:cNvSpPr txBox="1">
            <a:spLocks noGrp="1"/>
          </p:cNvSpPr>
          <p:nvPr>
            <p:ph type="title"/>
          </p:nvPr>
        </p:nvSpPr>
        <p:spPr>
          <a:xfrm>
            <a:off x="5264725" y="348525"/>
            <a:ext cx="3706500" cy="638100"/>
          </a:xfrm>
          <a:prstGeom prst="rect">
            <a:avLst/>
          </a:prstGeom>
          <a:noFill/>
          <a:ln>
            <a:noFill/>
          </a:ln>
        </p:spPr>
        <p:txBody>
          <a:bodyPr spcFirstLastPara="1" wrap="square" lIns="91425" tIns="91425" rIns="91425" bIns="91425" anchor="t" anchorCtr="0">
            <a:noAutofit/>
          </a:bodyPr>
          <a:lstStyle/>
          <a:p>
            <a:pPr marL="0" lvl="0" indent="0" algn="l" rtl="0">
              <a:lnSpc>
                <a:spcPct val="90000"/>
              </a:lnSpc>
              <a:spcBef>
                <a:spcPts val="0"/>
              </a:spcBef>
              <a:spcAft>
                <a:spcPts val="0"/>
              </a:spcAft>
              <a:buClr>
                <a:schemeClr val="dk2"/>
              </a:buClr>
              <a:buSzPts val="3300"/>
              <a:buFont typeface="Courier New"/>
              <a:buNone/>
            </a:pPr>
            <a:r>
              <a:rPr lang="en">
                <a:latin typeface="Courier New"/>
                <a:ea typeface="Courier New"/>
                <a:cs typeface="Courier New"/>
                <a:sym typeface="Courier New"/>
              </a:rPr>
              <a:t>InetAddress</a:t>
            </a:r>
            <a:endParaRPr>
              <a:latin typeface="Courier New"/>
              <a:ea typeface="Courier New"/>
              <a:cs typeface="Courier New"/>
              <a:sym typeface="Courier New"/>
            </a:endParaRPr>
          </a:p>
        </p:txBody>
      </p:sp>
      <p:sp>
        <p:nvSpPr>
          <p:cNvPr id="377" name="Google Shape;377;p41"/>
          <p:cNvSpPr txBox="1">
            <a:spLocks noGrp="1"/>
          </p:cNvSpPr>
          <p:nvPr>
            <p:ph type="body" idx="1"/>
          </p:nvPr>
        </p:nvSpPr>
        <p:spPr>
          <a:xfrm>
            <a:off x="301275" y="500925"/>
            <a:ext cx="4166400" cy="4432200"/>
          </a:xfrm>
          <a:prstGeom prst="rect">
            <a:avLst/>
          </a:prstGeom>
          <a:noFill/>
          <a:ln>
            <a:noFill/>
          </a:ln>
        </p:spPr>
        <p:txBody>
          <a:bodyPr spcFirstLastPara="1" wrap="square" lIns="68575" tIns="34275" rIns="68575" bIns="34275" anchor="t" anchorCtr="0">
            <a:normAutofit/>
          </a:bodyPr>
          <a:lstStyle/>
          <a:p>
            <a:pPr marL="393700" lvl="0" indent="-260350" algn="l" rtl="0">
              <a:lnSpc>
                <a:spcPct val="115000"/>
              </a:lnSpc>
              <a:spcBef>
                <a:spcPts val="0"/>
              </a:spcBef>
              <a:spcAft>
                <a:spcPts val="0"/>
              </a:spcAft>
              <a:buClr>
                <a:schemeClr val="dk1"/>
              </a:buClr>
              <a:buSzPts val="1100"/>
              <a:buChar char="●"/>
            </a:pPr>
            <a:r>
              <a:rPr lang="en" sz="1500" dirty="0"/>
              <a:t>The </a:t>
            </a:r>
            <a:r>
              <a:rPr lang="en" sz="1500" u="sng" dirty="0">
                <a:solidFill>
                  <a:schemeClr val="hlink"/>
                </a:solidFill>
                <a:latin typeface="Courier New"/>
                <a:ea typeface="Courier New"/>
                <a:cs typeface="Courier New"/>
                <a:sym typeface="Courier New"/>
                <a:hlinkClick r:id="rId3"/>
              </a:rPr>
              <a:t>java.net.InetAddress</a:t>
            </a:r>
            <a:r>
              <a:rPr lang="en" sz="1500" dirty="0">
                <a:latin typeface="Consolas"/>
                <a:ea typeface="Consolas"/>
                <a:cs typeface="Consolas"/>
                <a:sym typeface="Consolas"/>
              </a:rPr>
              <a:t> </a:t>
            </a:r>
            <a:r>
              <a:rPr lang="en" sz="1500" dirty="0"/>
              <a:t>class is a class that represents internet addresses </a:t>
            </a:r>
            <a:endParaRPr sz="1000" dirty="0"/>
          </a:p>
          <a:p>
            <a:pPr marL="736600" lvl="1" indent="-260350" algn="l" rtl="0">
              <a:lnSpc>
                <a:spcPct val="115000"/>
              </a:lnSpc>
              <a:spcBef>
                <a:spcPts val="400"/>
              </a:spcBef>
              <a:spcAft>
                <a:spcPts val="0"/>
              </a:spcAft>
              <a:buClr>
                <a:schemeClr val="dk1"/>
              </a:buClr>
              <a:buSzPts val="1100"/>
              <a:buChar char="○"/>
            </a:pPr>
            <a:r>
              <a:rPr lang="en" sz="1300" dirty="0"/>
              <a:t>It provides </a:t>
            </a:r>
            <a:r>
              <a:rPr lang="en" sz="1300" dirty="0">
                <a:solidFill>
                  <a:srgbClr val="FF0000"/>
                </a:solidFill>
                <a:latin typeface="Courier New"/>
                <a:ea typeface="Courier New"/>
                <a:cs typeface="Courier New"/>
                <a:sym typeface="Courier New"/>
              </a:rPr>
              <a:t>static</a:t>
            </a:r>
            <a:r>
              <a:rPr lang="en" sz="1300" dirty="0"/>
              <a:t> methods that can be used to obtain the </a:t>
            </a:r>
            <a:r>
              <a:rPr lang="en" sz="1300" dirty="0">
                <a:latin typeface="Courier New"/>
                <a:ea typeface="Courier New"/>
                <a:cs typeface="Courier New"/>
                <a:sym typeface="Courier New"/>
              </a:rPr>
              <a:t>InetAddress</a:t>
            </a:r>
            <a:r>
              <a:rPr lang="en" sz="1300" dirty="0"/>
              <a:t> for some </a:t>
            </a:r>
            <a:r>
              <a:rPr lang="en" sz="1300" b="1" i="1" dirty="0">
                <a:solidFill>
                  <a:srgbClr val="FF0000"/>
                </a:solidFill>
              </a:rPr>
              <a:t>hostname</a:t>
            </a:r>
            <a:r>
              <a:rPr lang="en" sz="1300" dirty="0"/>
              <a:t> or </a:t>
            </a:r>
            <a:r>
              <a:rPr lang="en" sz="1300" b="1" i="1" dirty="0">
                <a:solidFill>
                  <a:srgbClr val="FF0000"/>
                </a:solidFill>
              </a:rPr>
              <a:t>IP Address</a:t>
            </a:r>
            <a:endParaRPr sz="800" b="1" i="1" dirty="0">
              <a:solidFill>
                <a:srgbClr val="FF0000"/>
              </a:solidFill>
            </a:endParaRPr>
          </a:p>
          <a:p>
            <a:pPr marL="736600" lvl="1" indent="-260350" algn="l" rtl="0">
              <a:lnSpc>
                <a:spcPct val="115000"/>
              </a:lnSpc>
              <a:spcBef>
                <a:spcPts val="400"/>
              </a:spcBef>
              <a:spcAft>
                <a:spcPts val="0"/>
              </a:spcAft>
              <a:buClr>
                <a:schemeClr val="dk1"/>
              </a:buClr>
              <a:buSzPts val="1100"/>
              <a:buChar char="○"/>
            </a:pPr>
            <a:r>
              <a:rPr lang="en" sz="1300" dirty="0">
                <a:solidFill>
                  <a:srgbClr val="FF0000"/>
                </a:solidFill>
                <a:latin typeface="Courier New"/>
                <a:ea typeface="Courier New"/>
                <a:cs typeface="Courier New"/>
                <a:sym typeface="Courier New"/>
              </a:rPr>
              <a:t>getByName(String host)</a:t>
            </a:r>
            <a:r>
              <a:rPr lang="en" sz="1300" dirty="0"/>
              <a:t> - gets the </a:t>
            </a:r>
            <a:r>
              <a:rPr lang="en" sz="1300" dirty="0">
                <a:latin typeface="Courier New"/>
                <a:ea typeface="Courier New"/>
                <a:cs typeface="Courier New"/>
                <a:sym typeface="Courier New"/>
              </a:rPr>
              <a:t>InetAddress</a:t>
            </a:r>
            <a:r>
              <a:rPr lang="en" sz="1300" dirty="0"/>
              <a:t> for the specific hostname or IP address</a:t>
            </a:r>
            <a:endParaRPr sz="800" dirty="0"/>
          </a:p>
          <a:p>
            <a:pPr marL="736600" lvl="1" indent="-260350" algn="l" rtl="0">
              <a:lnSpc>
                <a:spcPct val="115000"/>
              </a:lnSpc>
              <a:spcBef>
                <a:spcPts val="400"/>
              </a:spcBef>
              <a:spcAft>
                <a:spcPts val="0"/>
              </a:spcAft>
              <a:buClr>
                <a:schemeClr val="dk1"/>
              </a:buClr>
              <a:buSzPts val="1100"/>
              <a:buChar char="○"/>
            </a:pPr>
            <a:r>
              <a:rPr lang="en" sz="1300" dirty="0">
                <a:solidFill>
                  <a:srgbClr val="FF0000"/>
                </a:solidFill>
                <a:latin typeface="Courier New"/>
                <a:ea typeface="Courier New"/>
                <a:cs typeface="Courier New"/>
                <a:sym typeface="Courier New"/>
              </a:rPr>
              <a:t>getLocalHost()</a:t>
            </a:r>
            <a:r>
              <a:rPr lang="en" sz="1300" dirty="0"/>
              <a:t> - gets the </a:t>
            </a:r>
            <a:r>
              <a:rPr lang="en" sz="1300" dirty="0">
                <a:latin typeface="Courier New"/>
                <a:ea typeface="Courier New"/>
                <a:cs typeface="Courier New"/>
                <a:sym typeface="Courier New"/>
              </a:rPr>
              <a:t>InetAddress</a:t>
            </a:r>
            <a:r>
              <a:rPr lang="en" sz="1300" dirty="0"/>
              <a:t> for the local computer</a:t>
            </a:r>
            <a:endParaRPr sz="800" dirty="0"/>
          </a:p>
          <a:p>
            <a:pPr marL="393700" lvl="0" indent="-260350" algn="l" rtl="0">
              <a:lnSpc>
                <a:spcPct val="115000"/>
              </a:lnSpc>
              <a:spcBef>
                <a:spcPts val="1000"/>
              </a:spcBef>
              <a:spcAft>
                <a:spcPts val="0"/>
              </a:spcAft>
              <a:buClr>
                <a:schemeClr val="dk1"/>
              </a:buClr>
              <a:buSzPts val="1100"/>
              <a:buChar char="●"/>
            </a:pPr>
            <a:r>
              <a:rPr lang="en" sz="1500" dirty="0"/>
              <a:t>Once </a:t>
            </a:r>
            <a:r>
              <a:rPr lang="en" sz="1500" b="1" i="1" dirty="0">
                <a:solidFill>
                  <a:srgbClr val="FF0000"/>
                </a:solidFill>
              </a:rPr>
              <a:t>created</a:t>
            </a:r>
            <a:r>
              <a:rPr lang="en" sz="1500" dirty="0"/>
              <a:t>, an </a:t>
            </a:r>
            <a:r>
              <a:rPr lang="en" sz="1500" dirty="0">
                <a:latin typeface="Courier New"/>
                <a:ea typeface="Courier New"/>
                <a:cs typeface="Courier New"/>
                <a:sym typeface="Courier New"/>
              </a:rPr>
              <a:t>InetAddress</a:t>
            </a:r>
            <a:r>
              <a:rPr lang="en" sz="1500" dirty="0"/>
              <a:t> provides a few useful methods:</a:t>
            </a:r>
            <a:endParaRPr sz="1000" dirty="0"/>
          </a:p>
          <a:p>
            <a:pPr marL="736600" lvl="1" indent="-260350" algn="l" rtl="0">
              <a:lnSpc>
                <a:spcPct val="115000"/>
              </a:lnSpc>
              <a:spcBef>
                <a:spcPts val="400"/>
              </a:spcBef>
              <a:spcAft>
                <a:spcPts val="0"/>
              </a:spcAft>
              <a:buClr>
                <a:schemeClr val="dk1"/>
              </a:buClr>
              <a:buSzPts val="1100"/>
              <a:buChar char="○"/>
            </a:pPr>
            <a:r>
              <a:rPr lang="en" sz="1300" dirty="0">
                <a:latin typeface="Courier New"/>
                <a:ea typeface="Courier New"/>
                <a:cs typeface="Courier New"/>
                <a:sym typeface="Courier New"/>
              </a:rPr>
              <a:t>getHostAddress()</a:t>
            </a:r>
            <a:r>
              <a:rPr lang="en" sz="1300" dirty="0"/>
              <a:t> - returns the </a:t>
            </a:r>
            <a:r>
              <a:rPr lang="en" sz="1300" b="1" i="1" dirty="0">
                <a:solidFill>
                  <a:srgbClr val="FF0000"/>
                </a:solidFill>
              </a:rPr>
              <a:t>IP address</a:t>
            </a:r>
            <a:r>
              <a:rPr lang="en" sz="1300" dirty="0"/>
              <a:t> as a String</a:t>
            </a:r>
            <a:endParaRPr sz="800" dirty="0"/>
          </a:p>
          <a:p>
            <a:pPr marL="736600" lvl="1" indent="-260350" algn="l" rtl="0">
              <a:lnSpc>
                <a:spcPct val="115000"/>
              </a:lnSpc>
              <a:spcBef>
                <a:spcPts val="400"/>
              </a:spcBef>
              <a:spcAft>
                <a:spcPts val="0"/>
              </a:spcAft>
              <a:buClr>
                <a:schemeClr val="dk1"/>
              </a:buClr>
              <a:buSzPts val="1100"/>
              <a:buChar char="○"/>
            </a:pPr>
            <a:r>
              <a:rPr lang="en" sz="1300" dirty="0">
                <a:latin typeface="Courier New"/>
                <a:ea typeface="Courier New"/>
                <a:cs typeface="Courier New"/>
                <a:sym typeface="Courier New"/>
              </a:rPr>
              <a:t>getHostname()</a:t>
            </a:r>
            <a:r>
              <a:rPr lang="en" sz="1300" dirty="0"/>
              <a:t> - returns the </a:t>
            </a:r>
            <a:r>
              <a:rPr lang="en" sz="1300" b="1" i="1" dirty="0">
                <a:solidFill>
                  <a:srgbClr val="FF0000"/>
                </a:solidFill>
              </a:rPr>
              <a:t>hostname</a:t>
            </a:r>
            <a:endParaRPr sz="800" b="1" i="1" dirty="0">
              <a:solidFill>
                <a:srgbClr val="FF0000"/>
              </a:solidFill>
            </a:endParaRPr>
          </a:p>
        </p:txBody>
      </p:sp>
      <p:grpSp>
        <p:nvGrpSpPr>
          <p:cNvPr id="378" name="Google Shape;378;p41"/>
          <p:cNvGrpSpPr/>
          <p:nvPr/>
        </p:nvGrpSpPr>
        <p:grpSpPr>
          <a:xfrm>
            <a:off x="5777493" y="945400"/>
            <a:ext cx="2680977" cy="1830773"/>
            <a:chOff x="5606100" y="1362574"/>
            <a:chExt cx="3385500" cy="2311874"/>
          </a:xfrm>
        </p:grpSpPr>
        <p:pic>
          <p:nvPicPr>
            <p:cNvPr id="379" name="Google Shape;379;p41"/>
            <p:cNvPicPr preferRelativeResize="0"/>
            <p:nvPr/>
          </p:nvPicPr>
          <p:blipFill rotWithShape="1">
            <a:blip r:embed="rId4">
              <a:alphaModFix/>
            </a:blip>
            <a:srcRect/>
            <a:stretch/>
          </p:blipFill>
          <p:spPr>
            <a:xfrm>
              <a:off x="5606100" y="1362574"/>
              <a:ext cx="3385500" cy="2311874"/>
            </a:xfrm>
            <a:prstGeom prst="rect">
              <a:avLst/>
            </a:prstGeom>
            <a:noFill/>
            <a:ln>
              <a:noFill/>
            </a:ln>
          </p:spPr>
        </p:pic>
        <p:sp>
          <p:nvSpPr>
            <p:cNvPr id="380" name="Google Shape;380;p41"/>
            <p:cNvSpPr txBox="1"/>
            <p:nvPr/>
          </p:nvSpPr>
          <p:spPr>
            <a:xfrm>
              <a:off x="5738475" y="1931475"/>
              <a:ext cx="3144900" cy="1130100"/>
            </a:xfrm>
            <a:prstGeom prst="rect">
              <a:avLst/>
            </a:prstGeom>
            <a:noFill/>
            <a:ln>
              <a:noFill/>
            </a:ln>
          </p:spPr>
          <p:txBody>
            <a:bodyPr spcFirstLastPara="1" wrap="square" lIns="91425" tIns="91425" rIns="91425" bIns="91425" anchor="ctr" anchorCtr="0">
              <a:noAutofit/>
            </a:bodyPr>
            <a:lstStyle/>
            <a:p>
              <a:pPr marL="0" marR="0" lvl="0" indent="0" algn="ctr" rtl="0">
                <a:spcBef>
                  <a:spcPts val="0"/>
                </a:spcBef>
                <a:spcAft>
                  <a:spcPts val="0"/>
                </a:spcAft>
                <a:buNone/>
              </a:pPr>
              <a:r>
                <a:rPr lang="en" sz="3000">
                  <a:solidFill>
                    <a:schemeClr val="dk2"/>
                  </a:solidFill>
                  <a:latin typeface="Shadows Into Light"/>
                  <a:ea typeface="Shadows Into Light"/>
                  <a:cs typeface="Shadows Into Light"/>
                  <a:sym typeface="Shadows Into Light"/>
                </a:rPr>
                <a:t>LOCALHOST</a:t>
              </a:r>
              <a:endParaRPr sz="3000">
                <a:solidFill>
                  <a:schemeClr val="dk2"/>
                </a:solidFill>
                <a:latin typeface="Shadows Into Light"/>
                <a:ea typeface="Shadows Into Light"/>
                <a:cs typeface="Shadows Into Light"/>
                <a:sym typeface="Shadows Into Light"/>
              </a:endParaRPr>
            </a:p>
          </p:txBody>
        </p:sp>
      </p:grpSp>
      <p:sp>
        <p:nvSpPr>
          <p:cNvPr id="381" name="Google Shape;381;p41"/>
          <p:cNvSpPr txBox="1"/>
          <p:nvPr/>
        </p:nvSpPr>
        <p:spPr>
          <a:xfrm>
            <a:off x="5483725" y="2823988"/>
            <a:ext cx="3268500" cy="698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spcBef>
                <a:spcPts val="0"/>
              </a:spcBef>
              <a:spcAft>
                <a:spcPts val="0"/>
              </a:spcAft>
              <a:buNone/>
            </a:pPr>
            <a:r>
              <a:rPr lang="en" sz="1300">
                <a:solidFill>
                  <a:schemeClr val="dk1"/>
                </a:solidFill>
                <a:latin typeface="Arial"/>
                <a:ea typeface="Arial"/>
                <a:cs typeface="Arial"/>
                <a:sym typeface="Arial"/>
              </a:rPr>
              <a:t>There is a special address that always refers to the local computer called the </a:t>
            </a:r>
            <a:r>
              <a:rPr lang="en" sz="1300" b="1" i="1">
                <a:solidFill>
                  <a:srgbClr val="FF0000"/>
                </a:solidFill>
                <a:latin typeface="Arial"/>
                <a:ea typeface="Arial"/>
                <a:cs typeface="Arial"/>
                <a:sym typeface="Arial"/>
              </a:rPr>
              <a:t>loopback address</a:t>
            </a:r>
            <a:r>
              <a:rPr lang="en" sz="1300">
                <a:solidFill>
                  <a:schemeClr val="dk1"/>
                </a:solidFill>
                <a:latin typeface="Arial"/>
                <a:ea typeface="Arial"/>
                <a:cs typeface="Arial"/>
                <a:sym typeface="Arial"/>
              </a:rPr>
              <a:t>: 127.0.0.1.</a:t>
            </a:r>
            <a:endParaRPr sz="1300">
              <a:solidFill>
                <a:schemeClr val="dk1"/>
              </a:solidFill>
              <a:latin typeface="Arial"/>
              <a:ea typeface="Arial"/>
              <a:cs typeface="Arial"/>
              <a:sym typeface="Arial"/>
            </a:endParaRPr>
          </a:p>
        </p:txBody>
      </p:sp>
      <p:sp>
        <p:nvSpPr>
          <p:cNvPr id="382" name="Google Shape;382;p41"/>
          <p:cNvSpPr txBox="1"/>
          <p:nvPr/>
        </p:nvSpPr>
        <p:spPr>
          <a:xfrm>
            <a:off x="5483725" y="3634599"/>
            <a:ext cx="3268500" cy="4923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spcBef>
                <a:spcPts val="0"/>
              </a:spcBef>
              <a:spcAft>
                <a:spcPts val="0"/>
              </a:spcAft>
              <a:buNone/>
            </a:pPr>
            <a:r>
              <a:rPr lang="en" sz="1300">
                <a:solidFill>
                  <a:schemeClr val="dk1"/>
                </a:solidFill>
                <a:latin typeface="Arial"/>
                <a:ea typeface="Arial"/>
                <a:cs typeface="Arial"/>
                <a:sym typeface="Arial"/>
              </a:rPr>
              <a:t>There is also a special hostname that refers to the local computer: </a:t>
            </a:r>
            <a:r>
              <a:rPr lang="en" sz="1300">
                <a:solidFill>
                  <a:srgbClr val="FF0000"/>
                </a:solidFill>
                <a:latin typeface="Courier New"/>
                <a:ea typeface="Courier New"/>
                <a:cs typeface="Courier New"/>
                <a:sym typeface="Courier New"/>
              </a:rPr>
              <a:t>localhost</a:t>
            </a:r>
            <a:endParaRPr sz="1300">
              <a:solidFill>
                <a:srgbClr val="FF0000"/>
              </a:solidFill>
              <a:latin typeface="Courier New"/>
              <a:ea typeface="Courier New"/>
              <a:cs typeface="Courier New"/>
              <a:sym typeface="Courier New"/>
            </a:endParaRPr>
          </a:p>
        </p:txBody>
      </p:sp>
      <p:sp>
        <p:nvSpPr>
          <p:cNvPr id="383" name="Google Shape;383;p41"/>
          <p:cNvSpPr txBox="1"/>
          <p:nvPr/>
        </p:nvSpPr>
        <p:spPr>
          <a:xfrm>
            <a:off x="5483725" y="4234425"/>
            <a:ext cx="3268500" cy="698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spcBef>
                <a:spcPts val="0"/>
              </a:spcBef>
              <a:spcAft>
                <a:spcPts val="0"/>
              </a:spcAft>
              <a:buNone/>
            </a:pPr>
            <a:r>
              <a:rPr lang="en" sz="1300">
                <a:solidFill>
                  <a:schemeClr val="dk1"/>
                </a:solidFill>
                <a:latin typeface="Arial"/>
                <a:ea typeface="Arial"/>
                <a:cs typeface="Arial"/>
                <a:sym typeface="Arial"/>
              </a:rPr>
              <a:t>Using either of these can be a shortcut to refer to the local computer (rather than its real address or hostname).</a:t>
            </a:r>
            <a:endParaRPr sz="1300">
              <a:solidFill>
                <a:schemeClr val="dk1"/>
              </a:solidFill>
              <a:latin typeface="Arial"/>
              <a:ea typeface="Arial"/>
              <a:cs typeface="Arial"/>
              <a:sym typeface="Arial"/>
            </a:endParaRPr>
          </a:p>
        </p:txBody>
      </p:sp>
      <p:sp>
        <p:nvSpPr>
          <p:cNvPr id="384" name="Google Shape;384;p41"/>
          <p:cNvSpPr txBox="1">
            <a:spLocks noGrp="1"/>
          </p:cNvSpPr>
          <p:nvPr>
            <p:ph type="sldNum" idx="12"/>
          </p:nvPr>
        </p:nvSpPr>
        <p:spPr>
          <a:xfrm>
            <a:off x="90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10</a:t>
            </a:fld>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81"/>
                                        </p:tgtEl>
                                        <p:attrNameLst>
                                          <p:attrName>style.visibility</p:attrName>
                                        </p:attrNameLst>
                                      </p:cBhvr>
                                      <p:to>
                                        <p:strVal val="visible"/>
                                      </p:to>
                                    </p:set>
                                    <p:animEffect transition="in" filter="fade">
                                      <p:cBhvr>
                                        <p:cTn id="7" dur="1000"/>
                                        <p:tgtEl>
                                          <p:spTgt spid="38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82"/>
                                        </p:tgtEl>
                                        <p:attrNameLst>
                                          <p:attrName>style.visibility</p:attrName>
                                        </p:attrNameLst>
                                      </p:cBhvr>
                                      <p:to>
                                        <p:strVal val="visible"/>
                                      </p:to>
                                    </p:set>
                                    <p:animEffect transition="in" filter="fade">
                                      <p:cBhvr>
                                        <p:cTn id="12" dur="1000"/>
                                        <p:tgtEl>
                                          <p:spTgt spid="38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83"/>
                                        </p:tgtEl>
                                        <p:attrNameLst>
                                          <p:attrName>style.visibility</p:attrName>
                                        </p:attrNameLst>
                                      </p:cBhvr>
                                      <p:to>
                                        <p:strVal val="visible"/>
                                      </p:to>
                                    </p:set>
                                    <p:animEffect transition="in" filter="fade">
                                      <p:cBhvr>
                                        <p:cTn id="17" dur="1000"/>
                                        <p:tgtEl>
                                          <p:spTgt spid="38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88"/>
        <p:cNvGrpSpPr/>
        <p:nvPr/>
      </p:nvGrpSpPr>
      <p:grpSpPr>
        <a:xfrm>
          <a:off x="0" y="0"/>
          <a:ext cx="0" cy="0"/>
          <a:chOff x="0" y="0"/>
          <a:chExt cx="0" cy="0"/>
        </a:xfrm>
      </p:grpSpPr>
      <p:sp>
        <p:nvSpPr>
          <p:cNvPr id="389" name="Google Shape;389;p42"/>
          <p:cNvSpPr txBox="1">
            <a:spLocks noGrp="1"/>
          </p:cNvSpPr>
          <p:nvPr>
            <p:ph type="title"/>
          </p:nvPr>
        </p:nvSpPr>
        <p:spPr>
          <a:xfrm>
            <a:off x="1436850" y="76300"/>
            <a:ext cx="7642500" cy="5967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Clr>
                <a:schemeClr val="dk2"/>
              </a:buClr>
              <a:buSzPts val="3400"/>
              <a:buFont typeface="Calibri"/>
              <a:buNone/>
            </a:pPr>
            <a:r>
              <a:rPr lang="en" sz="3400"/>
              <a:t>InetAddress</a:t>
            </a:r>
            <a:endParaRPr sz="3400"/>
          </a:p>
        </p:txBody>
      </p:sp>
      <p:sp>
        <p:nvSpPr>
          <p:cNvPr id="390" name="Google Shape;390;p42"/>
          <p:cNvSpPr txBox="1">
            <a:spLocks noGrp="1"/>
          </p:cNvSpPr>
          <p:nvPr>
            <p:ph type="body" idx="1"/>
          </p:nvPr>
        </p:nvSpPr>
        <p:spPr>
          <a:xfrm>
            <a:off x="65250" y="731625"/>
            <a:ext cx="8955900" cy="6771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1600"/>
              </a:spcAft>
              <a:buClr>
                <a:srgbClr val="000000"/>
              </a:buClr>
              <a:buSzPts val="1800"/>
              <a:buNone/>
            </a:pPr>
            <a:r>
              <a:rPr lang="en"/>
              <a:t>The </a:t>
            </a:r>
            <a:r>
              <a:rPr lang="en">
                <a:latin typeface="Courier New"/>
                <a:ea typeface="Courier New"/>
                <a:cs typeface="Courier New"/>
                <a:sym typeface="Courier New"/>
              </a:rPr>
              <a:t>InetAddress</a:t>
            </a:r>
            <a:r>
              <a:rPr lang="en"/>
              <a:t> class can be used to create an object that represents the internet address of some internet-connected computer, including the local host. Try it now!</a:t>
            </a:r>
            <a:endParaRPr sz="1500"/>
          </a:p>
        </p:txBody>
      </p:sp>
      <p:sp>
        <p:nvSpPr>
          <p:cNvPr id="391" name="Google Shape;391;p42"/>
          <p:cNvSpPr txBox="1"/>
          <p:nvPr/>
        </p:nvSpPr>
        <p:spPr>
          <a:xfrm>
            <a:off x="165350" y="3381325"/>
            <a:ext cx="3457800" cy="800400"/>
          </a:xfrm>
          <a:prstGeom prst="rect">
            <a:avLst/>
          </a:prstGeom>
          <a:noFill/>
          <a:ln w="19050" cap="flat" cmpd="sng">
            <a:solidFill>
              <a:schemeClr val="dk1"/>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spcBef>
                <a:spcPts val="0"/>
              </a:spcBef>
              <a:spcAft>
                <a:spcPts val="0"/>
              </a:spcAft>
              <a:buNone/>
            </a:pPr>
            <a:r>
              <a:rPr lang="en" sz="2000">
                <a:solidFill>
                  <a:schemeClr val="dk1"/>
                </a:solidFill>
                <a:latin typeface="Consolas"/>
                <a:ea typeface="Consolas"/>
                <a:cs typeface="Consolas"/>
                <a:sym typeface="Consolas"/>
              </a:rPr>
              <a:t>nitron.se.rit.edu</a:t>
            </a:r>
            <a:endParaRPr sz="2000">
              <a:solidFill>
                <a:schemeClr val="dk1"/>
              </a:solidFill>
              <a:latin typeface="Consolas"/>
              <a:ea typeface="Consolas"/>
              <a:cs typeface="Consolas"/>
              <a:sym typeface="Consolas"/>
            </a:endParaRPr>
          </a:p>
          <a:p>
            <a:pPr marL="0" marR="0" lvl="0" indent="0" algn="l" rtl="0">
              <a:spcBef>
                <a:spcPts val="0"/>
              </a:spcBef>
              <a:spcAft>
                <a:spcPts val="0"/>
              </a:spcAft>
              <a:buNone/>
            </a:pPr>
            <a:r>
              <a:rPr lang="en" sz="2000">
                <a:solidFill>
                  <a:schemeClr val="dk1"/>
                </a:solidFill>
                <a:latin typeface="Consolas"/>
                <a:ea typeface="Consolas"/>
                <a:cs typeface="Consolas"/>
                <a:sym typeface="Consolas"/>
              </a:rPr>
              <a:t>129.21.208.2</a:t>
            </a:r>
            <a:endParaRPr sz="2000">
              <a:solidFill>
                <a:schemeClr val="dk1"/>
              </a:solidFill>
              <a:latin typeface="Playfair Display"/>
              <a:ea typeface="Playfair Display"/>
              <a:cs typeface="Playfair Display"/>
              <a:sym typeface="Playfair Display"/>
            </a:endParaRPr>
          </a:p>
        </p:txBody>
      </p:sp>
      <p:sp>
        <p:nvSpPr>
          <p:cNvPr id="392" name="Google Shape;392;p42"/>
          <p:cNvSpPr txBox="1">
            <a:spLocks noGrp="1"/>
          </p:cNvSpPr>
          <p:nvPr>
            <p:ph type="body" idx="2"/>
          </p:nvPr>
        </p:nvSpPr>
        <p:spPr>
          <a:xfrm>
            <a:off x="3687675" y="1555925"/>
            <a:ext cx="5253600" cy="1824000"/>
          </a:xfrm>
          <a:prstGeom prst="rect">
            <a:avLst/>
          </a:prstGeom>
          <a:noFill/>
          <a:ln>
            <a:noFill/>
          </a:ln>
        </p:spPr>
        <p:txBody>
          <a:bodyPr spcFirstLastPara="1" wrap="square" lIns="68575" tIns="34275" rIns="68575" bIns="34275" anchor="t" anchorCtr="0">
            <a:spAutoFit/>
          </a:bodyPr>
          <a:lstStyle/>
          <a:p>
            <a:pPr marL="457200" lvl="0" indent="-349250" algn="l" rtl="0">
              <a:lnSpc>
                <a:spcPct val="100000"/>
              </a:lnSpc>
              <a:spcBef>
                <a:spcPts val="0"/>
              </a:spcBef>
              <a:spcAft>
                <a:spcPts val="0"/>
              </a:spcAft>
              <a:buSzPts val="1900"/>
              <a:buChar char="●"/>
            </a:pPr>
            <a:r>
              <a:rPr lang="en" sz="1900"/>
              <a:t>In the </a:t>
            </a:r>
            <a:r>
              <a:rPr lang="en" sz="1900">
                <a:solidFill>
                  <a:srgbClr val="FF0000"/>
                </a:solidFill>
                <a:latin typeface="Courier New"/>
                <a:ea typeface="Courier New"/>
                <a:cs typeface="Courier New"/>
                <a:sym typeface="Courier New"/>
              </a:rPr>
              <a:t>activities</a:t>
            </a:r>
            <a:r>
              <a:rPr lang="en" sz="1900"/>
              <a:t> package, create a new </a:t>
            </a:r>
            <a:r>
              <a:rPr lang="en" sz="1900">
                <a:solidFill>
                  <a:srgbClr val="FF0000"/>
                </a:solidFill>
                <a:latin typeface="Courier New"/>
                <a:ea typeface="Courier New"/>
                <a:cs typeface="Courier New"/>
                <a:sym typeface="Courier New"/>
              </a:rPr>
              <a:t>PrintHostInfo</a:t>
            </a:r>
            <a:r>
              <a:rPr lang="en" sz="1900"/>
              <a:t> class.</a:t>
            </a:r>
            <a:endParaRPr sz="1900"/>
          </a:p>
          <a:p>
            <a:pPr marL="457200" lvl="0" indent="-349250" algn="l" rtl="0">
              <a:lnSpc>
                <a:spcPct val="100000"/>
              </a:lnSpc>
              <a:spcBef>
                <a:spcPts val="0"/>
              </a:spcBef>
              <a:spcAft>
                <a:spcPts val="0"/>
              </a:spcAft>
              <a:buSzPts val="1900"/>
              <a:buChar char="●"/>
            </a:pPr>
            <a:r>
              <a:rPr lang="en" sz="1900"/>
              <a:t>Use </a:t>
            </a:r>
            <a:r>
              <a:rPr lang="en" sz="1900">
                <a:latin typeface="Courier New"/>
                <a:ea typeface="Courier New"/>
                <a:cs typeface="Courier New"/>
                <a:sym typeface="Courier New"/>
              </a:rPr>
              <a:t>InetAddress</a:t>
            </a:r>
            <a:r>
              <a:rPr lang="en" sz="1900"/>
              <a:t> to get the address of your computer (</a:t>
            </a:r>
            <a:r>
              <a:rPr lang="en" sz="1900">
                <a:latin typeface="Courier New"/>
                <a:ea typeface="Courier New"/>
                <a:cs typeface="Courier New"/>
                <a:sym typeface="Courier New"/>
              </a:rPr>
              <a:t>getLocalHost()</a:t>
            </a:r>
            <a:r>
              <a:rPr lang="en" sz="1900"/>
              <a:t>).</a:t>
            </a:r>
            <a:endParaRPr sz="1900"/>
          </a:p>
          <a:p>
            <a:pPr marL="457200" lvl="0" indent="-349250" algn="l" rtl="0">
              <a:lnSpc>
                <a:spcPct val="100000"/>
              </a:lnSpc>
              <a:spcBef>
                <a:spcPts val="0"/>
              </a:spcBef>
              <a:spcAft>
                <a:spcPts val="0"/>
              </a:spcAft>
              <a:buSzPts val="1900"/>
              <a:buChar char="●"/>
            </a:pPr>
            <a:r>
              <a:rPr lang="en" sz="1900"/>
              <a:t>Print your computer's host name and address on separate lines.</a:t>
            </a:r>
            <a:endParaRPr sz="1700">
              <a:latin typeface="Courier New"/>
              <a:ea typeface="Courier New"/>
              <a:cs typeface="Courier New"/>
              <a:sym typeface="Courier New"/>
            </a:endParaRPr>
          </a:p>
        </p:txBody>
      </p:sp>
      <p:sp>
        <p:nvSpPr>
          <p:cNvPr id="393" name="Google Shape;393;p4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11</a:t>
            </a:fld>
            <a:endParaRPr/>
          </a:p>
        </p:txBody>
      </p:sp>
      <p:sp>
        <p:nvSpPr>
          <p:cNvPr id="394" name="Google Shape;394;p42"/>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u="sng"/>
              <a:t>9.1</a:t>
            </a:r>
            <a:endParaRPr u="sng"/>
          </a:p>
        </p:txBody>
      </p:sp>
      <p:sp>
        <p:nvSpPr>
          <p:cNvPr id="395" name="Google Shape;395;p42"/>
          <p:cNvSpPr txBox="1"/>
          <p:nvPr/>
        </p:nvSpPr>
        <p:spPr>
          <a:xfrm>
            <a:off x="165350" y="1601375"/>
            <a:ext cx="3457800" cy="16392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n">
                <a:solidFill>
                  <a:srgbClr val="267F99"/>
                </a:solidFill>
                <a:latin typeface="Consolas"/>
                <a:ea typeface="Consolas"/>
                <a:cs typeface="Consolas"/>
                <a:sym typeface="Consolas"/>
              </a:rPr>
              <a:t>InetAddress</a:t>
            </a:r>
            <a:r>
              <a:rPr lang="en">
                <a:latin typeface="Consolas"/>
                <a:ea typeface="Consolas"/>
                <a:cs typeface="Consolas"/>
                <a:sym typeface="Consolas"/>
              </a:rPr>
              <a:t> </a:t>
            </a:r>
            <a:r>
              <a:rPr lang="en">
                <a:solidFill>
                  <a:srgbClr val="001080"/>
                </a:solidFill>
                <a:latin typeface="Consolas"/>
                <a:ea typeface="Consolas"/>
                <a:cs typeface="Consolas"/>
                <a:sym typeface="Consolas"/>
              </a:rPr>
              <a:t>host</a:t>
            </a:r>
            <a:r>
              <a:rPr lang="en">
                <a:latin typeface="Consolas"/>
                <a:ea typeface="Consolas"/>
                <a:cs typeface="Consolas"/>
                <a:sym typeface="Consolas"/>
              </a:rPr>
              <a:t> = </a:t>
            </a:r>
            <a:endParaRPr>
              <a:latin typeface="Consolas"/>
              <a:ea typeface="Consolas"/>
              <a:cs typeface="Consolas"/>
              <a:sym typeface="Consolas"/>
            </a:endParaRPr>
          </a:p>
          <a:p>
            <a:pPr marL="0" lvl="0" indent="0" algn="l" rtl="0">
              <a:lnSpc>
                <a:spcPct val="115000"/>
              </a:lnSpc>
              <a:spcBef>
                <a:spcPts val="0"/>
              </a:spcBef>
              <a:spcAft>
                <a:spcPts val="0"/>
              </a:spcAft>
              <a:buNone/>
            </a:pPr>
            <a:r>
              <a:rPr lang="en">
                <a:solidFill>
                  <a:srgbClr val="267F99"/>
                </a:solidFill>
                <a:latin typeface="Consolas"/>
                <a:ea typeface="Consolas"/>
                <a:cs typeface="Consolas"/>
                <a:sym typeface="Consolas"/>
              </a:rPr>
              <a:t>  InetAddress</a:t>
            </a:r>
            <a:r>
              <a:rPr lang="en">
                <a:latin typeface="Consolas"/>
                <a:ea typeface="Consolas"/>
                <a:cs typeface="Consolas"/>
                <a:sym typeface="Consolas"/>
              </a:rPr>
              <a:t>.</a:t>
            </a:r>
            <a:r>
              <a:rPr lang="en">
                <a:solidFill>
                  <a:srgbClr val="795E26"/>
                </a:solidFill>
                <a:latin typeface="Consolas"/>
                <a:ea typeface="Consolas"/>
                <a:cs typeface="Consolas"/>
                <a:sym typeface="Consolas"/>
              </a:rPr>
              <a:t>getLocalHost</a:t>
            </a:r>
            <a:r>
              <a:rPr lang="en">
                <a:latin typeface="Consolas"/>
                <a:ea typeface="Consolas"/>
                <a:cs typeface="Consolas"/>
                <a:sym typeface="Consolas"/>
              </a:rPr>
              <a:t>();</a:t>
            </a:r>
            <a:endParaRPr>
              <a:latin typeface="Consolas"/>
              <a:ea typeface="Consolas"/>
              <a:cs typeface="Consolas"/>
              <a:sym typeface="Consolas"/>
            </a:endParaRPr>
          </a:p>
          <a:p>
            <a:pPr marL="0" lvl="0" indent="0" algn="l" rtl="0">
              <a:lnSpc>
                <a:spcPct val="115000"/>
              </a:lnSpc>
              <a:spcBef>
                <a:spcPts val="0"/>
              </a:spcBef>
              <a:spcAft>
                <a:spcPts val="0"/>
              </a:spcAft>
              <a:buNone/>
            </a:pPr>
            <a:r>
              <a:rPr lang="en">
                <a:solidFill>
                  <a:srgbClr val="267F99"/>
                </a:solidFill>
                <a:latin typeface="Consolas"/>
                <a:ea typeface="Consolas"/>
                <a:cs typeface="Consolas"/>
                <a:sym typeface="Consolas"/>
              </a:rPr>
              <a:t>String</a:t>
            </a:r>
            <a:r>
              <a:rPr lang="en">
                <a:latin typeface="Consolas"/>
                <a:ea typeface="Consolas"/>
                <a:cs typeface="Consolas"/>
                <a:sym typeface="Consolas"/>
              </a:rPr>
              <a:t> </a:t>
            </a:r>
            <a:r>
              <a:rPr lang="en">
                <a:solidFill>
                  <a:srgbClr val="001080"/>
                </a:solidFill>
                <a:latin typeface="Consolas"/>
                <a:ea typeface="Consolas"/>
                <a:cs typeface="Consolas"/>
                <a:sym typeface="Consolas"/>
              </a:rPr>
              <a:t>hostname</a:t>
            </a:r>
            <a:r>
              <a:rPr lang="en">
                <a:latin typeface="Consolas"/>
                <a:ea typeface="Consolas"/>
                <a:cs typeface="Consolas"/>
                <a:sym typeface="Consolas"/>
              </a:rPr>
              <a:t> = </a:t>
            </a:r>
            <a:endParaRPr>
              <a:latin typeface="Consolas"/>
              <a:ea typeface="Consolas"/>
              <a:cs typeface="Consolas"/>
              <a:sym typeface="Consolas"/>
            </a:endParaRPr>
          </a:p>
          <a:p>
            <a:pPr marL="0" lvl="0" indent="0" algn="l" rtl="0">
              <a:lnSpc>
                <a:spcPct val="115000"/>
              </a:lnSpc>
              <a:spcBef>
                <a:spcPts val="0"/>
              </a:spcBef>
              <a:spcAft>
                <a:spcPts val="0"/>
              </a:spcAft>
              <a:buNone/>
            </a:pPr>
            <a:r>
              <a:rPr lang="en">
                <a:solidFill>
                  <a:srgbClr val="001080"/>
                </a:solidFill>
                <a:latin typeface="Consolas"/>
                <a:ea typeface="Consolas"/>
                <a:cs typeface="Consolas"/>
                <a:sym typeface="Consolas"/>
              </a:rPr>
              <a:t>  host</a:t>
            </a:r>
            <a:r>
              <a:rPr lang="en">
                <a:latin typeface="Consolas"/>
                <a:ea typeface="Consolas"/>
                <a:cs typeface="Consolas"/>
                <a:sym typeface="Consolas"/>
              </a:rPr>
              <a:t>.</a:t>
            </a:r>
            <a:r>
              <a:rPr lang="en">
                <a:solidFill>
                  <a:srgbClr val="795E26"/>
                </a:solidFill>
                <a:latin typeface="Consolas"/>
                <a:ea typeface="Consolas"/>
                <a:cs typeface="Consolas"/>
                <a:sym typeface="Consolas"/>
              </a:rPr>
              <a:t>getHostName</a:t>
            </a:r>
            <a:r>
              <a:rPr lang="en">
                <a:latin typeface="Consolas"/>
                <a:ea typeface="Consolas"/>
                <a:cs typeface="Consolas"/>
                <a:sym typeface="Consolas"/>
              </a:rPr>
              <a:t>();</a:t>
            </a:r>
            <a:endParaRPr>
              <a:latin typeface="Consolas"/>
              <a:ea typeface="Consolas"/>
              <a:cs typeface="Consolas"/>
              <a:sym typeface="Consolas"/>
            </a:endParaRPr>
          </a:p>
          <a:p>
            <a:pPr marL="0" lvl="0" indent="0" algn="l" rtl="0">
              <a:lnSpc>
                <a:spcPct val="115000"/>
              </a:lnSpc>
              <a:spcBef>
                <a:spcPts val="0"/>
              </a:spcBef>
              <a:spcAft>
                <a:spcPts val="0"/>
              </a:spcAft>
              <a:buNone/>
            </a:pPr>
            <a:r>
              <a:rPr lang="en">
                <a:solidFill>
                  <a:srgbClr val="267F99"/>
                </a:solidFill>
                <a:latin typeface="Consolas"/>
                <a:ea typeface="Consolas"/>
                <a:cs typeface="Consolas"/>
                <a:sym typeface="Consolas"/>
              </a:rPr>
              <a:t>String</a:t>
            </a:r>
            <a:r>
              <a:rPr lang="en">
                <a:latin typeface="Consolas"/>
                <a:ea typeface="Consolas"/>
                <a:cs typeface="Consolas"/>
                <a:sym typeface="Consolas"/>
              </a:rPr>
              <a:t> </a:t>
            </a:r>
            <a:r>
              <a:rPr lang="en">
                <a:solidFill>
                  <a:srgbClr val="001080"/>
                </a:solidFill>
                <a:latin typeface="Consolas"/>
                <a:ea typeface="Consolas"/>
                <a:cs typeface="Consolas"/>
                <a:sym typeface="Consolas"/>
              </a:rPr>
              <a:t>address</a:t>
            </a:r>
            <a:r>
              <a:rPr lang="en">
                <a:latin typeface="Consolas"/>
                <a:ea typeface="Consolas"/>
                <a:cs typeface="Consolas"/>
                <a:sym typeface="Consolas"/>
              </a:rPr>
              <a:t> =</a:t>
            </a:r>
            <a:endParaRPr>
              <a:latin typeface="Consolas"/>
              <a:ea typeface="Consolas"/>
              <a:cs typeface="Consolas"/>
              <a:sym typeface="Consolas"/>
            </a:endParaRPr>
          </a:p>
          <a:p>
            <a:pPr marL="0" lvl="0" indent="0" algn="l" rtl="0">
              <a:lnSpc>
                <a:spcPct val="115000"/>
              </a:lnSpc>
              <a:spcBef>
                <a:spcPts val="0"/>
              </a:spcBef>
              <a:spcAft>
                <a:spcPts val="0"/>
              </a:spcAft>
              <a:buNone/>
            </a:pPr>
            <a:r>
              <a:rPr lang="en">
                <a:latin typeface="Consolas"/>
                <a:ea typeface="Consolas"/>
                <a:cs typeface="Consolas"/>
                <a:sym typeface="Consolas"/>
              </a:rPr>
              <a:t>  </a:t>
            </a:r>
            <a:r>
              <a:rPr lang="en">
                <a:solidFill>
                  <a:srgbClr val="001080"/>
                </a:solidFill>
                <a:latin typeface="Consolas"/>
                <a:ea typeface="Consolas"/>
                <a:cs typeface="Consolas"/>
                <a:sym typeface="Consolas"/>
              </a:rPr>
              <a:t>host</a:t>
            </a:r>
            <a:r>
              <a:rPr lang="en">
                <a:latin typeface="Consolas"/>
                <a:ea typeface="Consolas"/>
                <a:cs typeface="Consolas"/>
                <a:sym typeface="Consolas"/>
              </a:rPr>
              <a:t>.</a:t>
            </a:r>
            <a:r>
              <a:rPr lang="en">
                <a:solidFill>
                  <a:srgbClr val="795E26"/>
                </a:solidFill>
                <a:latin typeface="Consolas"/>
                <a:ea typeface="Consolas"/>
                <a:cs typeface="Consolas"/>
                <a:sym typeface="Consolas"/>
              </a:rPr>
              <a:t>getHostAddress</a:t>
            </a:r>
            <a:r>
              <a:rPr lang="en">
                <a:latin typeface="Consolas"/>
                <a:ea typeface="Consolas"/>
                <a:cs typeface="Consolas"/>
                <a:sym typeface="Consolas"/>
              </a:rPr>
              <a:t>();</a:t>
            </a:r>
            <a:endParaRPr>
              <a:latin typeface="Consolas"/>
              <a:ea typeface="Consolas"/>
              <a:cs typeface="Consolas"/>
              <a:sym typeface="Consolas"/>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99"/>
        <p:cNvGrpSpPr/>
        <p:nvPr/>
      </p:nvGrpSpPr>
      <p:grpSpPr>
        <a:xfrm>
          <a:off x="0" y="0"/>
          <a:ext cx="0" cy="0"/>
          <a:chOff x="0" y="0"/>
          <a:chExt cx="0" cy="0"/>
        </a:xfrm>
      </p:grpSpPr>
      <p:sp>
        <p:nvSpPr>
          <p:cNvPr id="400" name="Google Shape;400;p43"/>
          <p:cNvSpPr txBox="1">
            <a:spLocks noGrp="1"/>
          </p:cNvSpPr>
          <p:nvPr>
            <p:ph type="title"/>
          </p:nvPr>
        </p:nvSpPr>
        <p:spPr>
          <a:xfrm>
            <a:off x="1436850" y="76300"/>
            <a:ext cx="7642500" cy="5967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Clr>
                <a:schemeClr val="dk2"/>
              </a:buClr>
              <a:buSzPts val="3400"/>
              <a:buFont typeface="Calibri"/>
              <a:buNone/>
            </a:pPr>
            <a:r>
              <a:rPr lang="en" sz="3400"/>
              <a:t>(Some) Networking Vocabulary</a:t>
            </a:r>
            <a:endParaRPr sz="3400"/>
          </a:p>
        </p:txBody>
      </p:sp>
      <p:graphicFrame>
        <p:nvGraphicFramePr>
          <p:cNvPr id="401" name="Google Shape;401;p43"/>
          <p:cNvGraphicFramePr/>
          <p:nvPr/>
        </p:nvGraphicFramePr>
        <p:xfrm>
          <a:off x="2444262" y="819202"/>
          <a:ext cx="6329275" cy="4224175"/>
        </p:xfrm>
        <a:graphic>
          <a:graphicData uri="http://schemas.openxmlformats.org/drawingml/2006/table">
            <a:tbl>
              <a:tblPr>
                <a:noFill/>
                <a:tableStyleId>{38792AC1-6181-4D2F-80AC-E30DC4CC68D7}</a:tableStyleId>
              </a:tblPr>
              <a:tblGrid>
                <a:gridCol w="2242175">
                  <a:extLst>
                    <a:ext uri="{9D8B030D-6E8A-4147-A177-3AD203B41FA5}">
                      <a16:colId xmlns:a16="http://schemas.microsoft.com/office/drawing/2014/main" val="20000"/>
                    </a:ext>
                  </a:extLst>
                </a:gridCol>
                <a:gridCol w="4087100">
                  <a:extLst>
                    <a:ext uri="{9D8B030D-6E8A-4147-A177-3AD203B41FA5}">
                      <a16:colId xmlns:a16="http://schemas.microsoft.com/office/drawing/2014/main" val="20001"/>
                    </a:ext>
                  </a:extLst>
                </a:gridCol>
              </a:tblGrid>
              <a:tr h="480050">
                <a:tc>
                  <a:txBody>
                    <a:bodyPr/>
                    <a:lstStyle/>
                    <a:p>
                      <a:pPr marL="0" marR="0" lvl="0" indent="0" algn="l" rtl="0">
                        <a:spcBef>
                          <a:spcPts val="0"/>
                        </a:spcBef>
                        <a:spcAft>
                          <a:spcPts val="0"/>
                        </a:spcAft>
                        <a:buClr>
                          <a:schemeClr val="dk1"/>
                        </a:buClr>
                        <a:buSzPts val="1400"/>
                        <a:buFont typeface="Calibri"/>
                        <a:buNone/>
                      </a:pPr>
                      <a:endParaRPr sz="1400" u="none" strike="noStrike" cap="none"/>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chemeClr val="dk1"/>
                        </a:buClr>
                        <a:buSzPts val="1100"/>
                        <a:buFont typeface="Calibri"/>
                        <a:buNone/>
                      </a:pPr>
                      <a:r>
                        <a:rPr lang="en" sz="1100" u="none" strike="noStrike" cap="none"/>
                        <a:t>The term for the software and hardware that allows computers to communicate.</a:t>
                      </a:r>
                      <a:endParaRPr sz="1100" u="none" strike="noStrike" cap="none"/>
                    </a:p>
                  </a:txBody>
                  <a:tcPr marL="34300" marR="34300" marT="34300" marB="3430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408625">
                <a:tc>
                  <a:txBody>
                    <a:bodyPr/>
                    <a:lstStyle/>
                    <a:p>
                      <a:pPr marL="0" marR="0" lvl="0" indent="0" algn="l" rtl="0">
                        <a:spcBef>
                          <a:spcPts val="0"/>
                        </a:spcBef>
                        <a:spcAft>
                          <a:spcPts val="0"/>
                        </a:spcAft>
                        <a:buClr>
                          <a:schemeClr val="dk1"/>
                        </a:buClr>
                        <a:buSzPts val="1400"/>
                        <a:buFont typeface="Calibri"/>
                        <a:buNone/>
                      </a:pPr>
                      <a:endParaRPr sz="1400" u="none" strike="noStrike" cap="none"/>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chemeClr val="dk1"/>
                        </a:buClr>
                        <a:buSzPts val="1100"/>
                        <a:buFont typeface="Calibri"/>
                        <a:buNone/>
                      </a:pPr>
                      <a:r>
                        <a:rPr lang="en" sz="1100" u="none" strike="noStrike" cap="none"/>
                        <a:t>A 32-bit number used to identify a computer on a network.</a:t>
                      </a:r>
                      <a:endParaRPr sz="1100" u="none" strike="noStrike" cap="none"/>
                    </a:p>
                  </a:txBody>
                  <a:tcPr marL="34300" marR="34300" marT="34300" marB="3430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441875">
                <a:tc>
                  <a:txBody>
                    <a:bodyPr/>
                    <a:lstStyle/>
                    <a:p>
                      <a:pPr marL="0" marR="0" lvl="0" indent="0" algn="l" rtl="0">
                        <a:spcBef>
                          <a:spcPts val="0"/>
                        </a:spcBef>
                        <a:spcAft>
                          <a:spcPts val="0"/>
                        </a:spcAft>
                        <a:buClr>
                          <a:schemeClr val="dk1"/>
                        </a:buClr>
                        <a:buSzPts val="1400"/>
                        <a:buFont typeface="Calibri"/>
                        <a:buNone/>
                      </a:pPr>
                      <a:endParaRPr sz="1400" u="none" strike="noStrike" cap="none"/>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chemeClr val="dk1"/>
                        </a:buClr>
                        <a:buSzPts val="1100"/>
                        <a:buFont typeface="Calibri"/>
                        <a:buNone/>
                      </a:pPr>
                      <a:r>
                        <a:rPr lang="en" sz="1100" u="none" strike="noStrike" cap="none"/>
                        <a:t>The network layer protocol responsible for routing and relaying packets of data on the internet.</a:t>
                      </a:r>
                      <a:endParaRPr sz="1100" u="none" strike="noStrike" cap="none"/>
                    </a:p>
                  </a:txBody>
                  <a:tcPr marL="34300" marR="34300" marT="34300" marB="3430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441875">
                <a:tc>
                  <a:txBody>
                    <a:bodyPr/>
                    <a:lstStyle/>
                    <a:p>
                      <a:pPr marL="0" marR="0" lvl="0" indent="0" algn="l" rtl="0">
                        <a:spcBef>
                          <a:spcPts val="0"/>
                        </a:spcBef>
                        <a:spcAft>
                          <a:spcPts val="0"/>
                        </a:spcAft>
                        <a:buClr>
                          <a:schemeClr val="dk1"/>
                        </a:buClr>
                        <a:buSzPts val="1400"/>
                        <a:buFont typeface="Calibri"/>
                        <a:buNone/>
                      </a:pPr>
                      <a:endParaRPr sz="1400" u="none" strike="noStrike" cap="none"/>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chemeClr val="dk1"/>
                        </a:buClr>
                        <a:buSzPts val="1100"/>
                        <a:buFont typeface="Calibri"/>
                        <a:buNone/>
                      </a:pPr>
                      <a:r>
                        <a:rPr lang="en" sz="1100" u="none" strike="noStrike" cap="none"/>
                        <a:t>The transport layer protocol that insures that packets are delivered in order, reliably and without corruption.</a:t>
                      </a:r>
                      <a:endParaRPr sz="1100" u="none" strike="noStrike" cap="none"/>
                    </a:p>
                  </a:txBody>
                  <a:tcPr marL="34300" marR="34300" marT="34300" marB="3430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408625">
                <a:tc>
                  <a:txBody>
                    <a:bodyPr/>
                    <a:lstStyle/>
                    <a:p>
                      <a:pPr marL="0" marR="0" lvl="0" indent="0" algn="l" rtl="0">
                        <a:spcBef>
                          <a:spcPts val="0"/>
                        </a:spcBef>
                        <a:spcAft>
                          <a:spcPts val="0"/>
                        </a:spcAft>
                        <a:buClr>
                          <a:schemeClr val="dk1"/>
                        </a:buClr>
                        <a:buSzPts val="1400"/>
                        <a:buFont typeface="Calibri"/>
                        <a:buNone/>
                      </a:pPr>
                      <a:endParaRPr sz="1400" u="none" strike="noStrike" cap="none"/>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chemeClr val="dk1"/>
                        </a:buClr>
                        <a:buSzPts val="1100"/>
                        <a:buFont typeface="Calibri"/>
                        <a:buNone/>
                      </a:pPr>
                      <a:r>
                        <a:rPr lang="en" sz="1100" u="none" strike="noStrike" cap="none"/>
                        <a:t>A human-readable identifier for a computer.</a:t>
                      </a:r>
                      <a:endParaRPr sz="1100" u="none" strike="noStrike" cap="none"/>
                    </a:p>
                  </a:txBody>
                  <a:tcPr marL="34300" marR="34300" marT="34300" marB="3430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408625">
                <a:tc>
                  <a:txBody>
                    <a:bodyPr/>
                    <a:lstStyle/>
                    <a:p>
                      <a:pPr marL="0" marR="0" lvl="0" indent="0" algn="l" rtl="0">
                        <a:spcBef>
                          <a:spcPts val="0"/>
                        </a:spcBef>
                        <a:spcAft>
                          <a:spcPts val="0"/>
                        </a:spcAft>
                        <a:buClr>
                          <a:schemeClr val="dk1"/>
                        </a:buClr>
                        <a:buSzPts val="1400"/>
                        <a:buFont typeface="Calibri"/>
                        <a:buNone/>
                      </a:pPr>
                      <a:endParaRPr sz="1400" u="none" strike="noStrike" cap="none"/>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chemeClr val="dk1"/>
                        </a:buClr>
                        <a:buSzPts val="1100"/>
                        <a:buFont typeface="Calibri"/>
                        <a:buNone/>
                      </a:pPr>
                      <a:r>
                        <a:rPr lang="en" sz="1100" u="none" strike="noStrike" cap="none"/>
                        <a:t>The special name that always refers to the local computer.</a:t>
                      </a:r>
                      <a:endParaRPr sz="1100" u="none" strike="noStrike" cap="none"/>
                    </a:p>
                  </a:txBody>
                  <a:tcPr marL="34300" marR="34300" marT="34300" marB="3430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408625">
                <a:tc>
                  <a:txBody>
                    <a:bodyPr/>
                    <a:lstStyle/>
                    <a:p>
                      <a:pPr marL="0" marR="0" lvl="0" indent="0" algn="l" rtl="0">
                        <a:spcBef>
                          <a:spcPts val="0"/>
                        </a:spcBef>
                        <a:spcAft>
                          <a:spcPts val="0"/>
                        </a:spcAft>
                        <a:buClr>
                          <a:schemeClr val="dk1"/>
                        </a:buClr>
                        <a:buSzPts val="1400"/>
                        <a:buFont typeface="Calibri"/>
                        <a:buNone/>
                      </a:pPr>
                      <a:endParaRPr sz="1400" u="none" strike="noStrike" cap="none"/>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chemeClr val="dk1"/>
                        </a:buClr>
                        <a:buSzPts val="1100"/>
                        <a:buFont typeface="Calibri"/>
                        <a:buNone/>
                      </a:pPr>
                      <a:r>
                        <a:rPr lang="en" sz="1100" u="none" strike="noStrike" cap="none"/>
                        <a:t>The term for the address, 127.0.0.1, that always refers to the local computer.</a:t>
                      </a:r>
                      <a:endParaRPr sz="1100" u="none" strike="noStrike" cap="none"/>
                    </a:p>
                  </a:txBody>
                  <a:tcPr marL="34300" marR="34300" marT="34300" marB="3430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408625">
                <a:tc>
                  <a:txBody>
                    <a:bodyPr/>
                    <a:lstStyle/>
                    <a:p>
                      <a:pPr marL="0" marR="0" lvl="0" indent="0" algn="l" rtl="0">
                        <a:spcBef>
                          <a:spcPts val="0"/>
                        </a:spcBef>
                        <a:spcAft>
                          <a:spcPts val="0"/>
                        </a:spcAft>
                        <a:buClr>
                          <a:schemeClr val="dk1"/>
                        </a:buClr>
                        <a:buSzPts val="1400"/>
                        <a:buFont typeface="Calibri"/>
                        <a:buNone/>
                      </a:pPr>
                      <a:endParaRPr sz="1400" u="none" strike="noStrike" cap="none"/>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chemeClr val="dk1"/>
                        </a:buClr>
                        <a:buSzPts val="1100"/>
                        <a:buFont typeface="Calibri"/>
                        <a:buNone/>
                      </a:pPr>
                      <a:r>
                        <a:rPr lang="en" sz="1100" u="none" strike="noStrike" cap="none"/>
                        <a:t>A server used to translate names into addresses.</a:t>
                      </a:r>
                      <a:endParaRPr sz="1100" u="none" strike="noStrike" cap="none"/>
                    </a:p>
                  </a:txBody>
                  <a:tcPr marL="34300" marR="34300" marT="34300" marB="3430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r h="408625">
                <a:tc>
                  <a:txBody>
                    <a:bodyPr/>
                    <a:lstStyle/>
                    <a:p>
                      <a:pPr marL="0" marR="0" lvl="0" indent="0" algn="l" rtl="0">
                        <a:spcBef>
                          <a:spcPts val="0"/>
                        </a:spcBef>
                        <a:spcAft>
                          <a:spcPts val="0"/>
                        </a:spcAft>
                        <a:buClr>
                          <a:schemeClr val="dk1"/>
                        </a:buClr>
                        <a:buSzPts val="1400"/>
                        <a:buFont typeface="Calibri"/>
                        <a:buNone/>
                      </a:pPr>
                      <a:endParaRPr sz="1400" u="none" strike="noStrike" cap="none"/>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chemeClr val="dk1"/>
                        </a:buClr>
                        <a:buSzPts val="1100"/>
                        <a:buFont typeface="Calibri"/>
                        <a:buNone/>
                      </a:pPr>
                      <a:r>
                        <a:rPr lang="en" sz="1100" u="none" strike="noStrike" cap="none"/>
                        <a:t>The older 4-layer network model.</a:t>
                      </a:r>
                      <a:endParaRPr sz="1100" u="none" strike="noStrike" cap="none"/>
                    </a:p>
                  </a:txBody>
                  <a:tcPr marL="34300" marR="34300" marT="34300" marB="3430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8"/>
                  </a:ext>
                </a:extLst>
              </a:tr>
              <a:tr h="408625">
                <a:tc>
                  <a:txBody>
                    <a:bodyPr/>
                    <a:lstStyle/>
                    <a:p>
                      <a:pPr marL="0" marR="0" lvl="0" indent="0" algn="l" rtl="0">
                        <a:spcBef>
                          <a:spcPts val="0"/>
                        </a:spcBef>
                        <a:spcAft>
                          <a:spcPts val="0"/>
                        </a:spcAft>
                        <a:buClr>
                          <a:schemeClr val="dk1"/>
                        </a:buClr>
                        <a:buSzPts val="1400"/>
                        <a:buFont typeface="Calibri"/>
                        <a:buNone/>
                      </a:pPr>
                      <a:endParaRPr sz="1400" u="none" strike="noStrike" cap="none"/>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chemeClr val="dk1"/>
                        </a:buClr>
                        <a:buSzPts val="1100"/>
                        <a:buFont typeface="Calibri"/>
                        <a:buNone/>
                      </a:pPr>
                      <a:r>
                        <a:rPr lang="en" sz="1100" u="none" strike="noStrike" cap="none"/>
                        <a:t>The more widely used 7-layer network model.</a:t>
                      </a:r>
                      <a:endParaRPr sz="1100" u="none" strike="noStrike" cap="none"/>
                    </a:p>
                  </a:txBody>
                  <a:tcPr marL="34300" marR="34300" marT="34300" marB="3430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9"/>
                  </a:ext>
                </a:extLst>
              </a:tr>
            </a:tbl>
          </a:graphicData>
        </a:graphic>
      </p:graphicFrame>
      <p:sp>
        <p:nvSpPr>
          <p:cNvPr id="402" name="Google Shape;402;p4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12</a:t>
            </a:fld>
            <a:endParaRPr/>
          </a:p>
        </p:txBody>
      </p:sp>
      <p:sp>
        <p:nvSpPr>
          <p:cNvPr id="403" name="Google Shape;403;p43"/>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9.2</a:t>
            </a:r>
            <a:endParaRPr/>
          </a:p>
        </p:txBody>
      </p:sp>
      <p:sp>
        <p:nvSpPr>
          <p:cNvPr id="404" name="Google Shape;404;p43"/>
          <p:cNvSpPr txBox="1">
            <a:spLocks noGrp="1"/>
          </p:cNvSpPr>
          <p:nvPr>
            <p:ph type="body" idx="1"/>
          </p:nvPr>
        </p:nvSpPr>
        <p:spPr>
          <a:xfrm>
            <a:off x="65250" y="731625"/>
            <a:ext cx="2283300" cy="11466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rgbClr val="000000"/>
              </a:buClr>
              <a:buSzPts val="1800"/>
              <a:buNone/>
            </a:pPr>
            <a:r>
              <a:rPr lang="en"/>
              <a:t>Fill in the best term for each definition to the right.</a:t>
            </a:r>
            <a:endParaRPr sz="150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408"/>
        <p:cNvGrpSpPr/>
        <p:nvPr/>
      </p:nvGrpSpPr>
      <p:grpSpPr>
        <a:xfrm>
          <a:off x="0" y="0"/>
          <a:ext cx="0" cy="0"/>
          <a:chOff x="0" y="0"/>
          <a:chExt cx="0" cy="0"/>
        </a:xfrm>
      </p:grpSpPr>
      <p:sp>
        <p:nvSpPr>
          <p:cNvPr id="409" name="Google Shape;409;p44"/>
          <p:cNvSpPr txBox="1">
            <a:spLocks noGrp="1"/>
          </p:cNvSpPr>
          <p:nvPr>
            <p:ph type="title"/>
          </p:nvPr>
        </p:nvSpPr>
        <p:spPr>
          <a:xfrm>
            <a:off x="1436850" y="76300"/>
            <a:ext cx="7642500" cy="5967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Clr>
                <a:schemeClr val="dk2"/>
              </a:buClr>
              <a:buSzPts val="3400"/>
              <a:buFont typeface="Calibri"/>
              <a:buNone/>
            </a:pPr>
            <a:r>
              <a:rPr lang="en" sz="3400"/>
              <a:t>(Some) Networking Vocabulary</a:t>
            </a:r>
            <a:endParaRPr sz="3400"/>
          </a:p>
        </p:txBody>
      </p:sp>
      <p:graphicFrame>
        <p:nvGraphicFramePr>
          <p:cNvPr id="410" name="Google Shape;410;p44"/>
          <p:cNvGraphicFramePr/>
          <p:nvPr/>
        </p:nvGraphicFramePr>
        <p:xfrm>
          <a:off x="2444262" y="819202"/>
          <a:ext cx="6329275" cy="4224175"/>
        </p:xfrm>
        <a:graphic>
          <a:graphicData uri="http://schemas.openxmlformats.org/drawingml/2006/table">
            <a:tbl>
              <a:tblPr>
                <a:noFill/>
                <a:tableStyleId>{38792AC1-6181-4D2F-80AC-E30DC4CC68D7}</a:tableStyleId>
              </a:tblPr>
              <a:tblGrid>
                <a:gridCol w="2242175">
                  <a:extLst>
                    <a:ext uri="{9D8B030D-6E8A-4147-A177-3AD203B41FA5}">
                      <a16:colId xmlns:a16="http://schemas.microsoft.com/office/drawing/2014/main" val="20000"/>
                    </a:ext>
                  </a:extLst>
                </a:gridCol>
                <a:gridCol w="4087100">
                  <a:extLst>
                    <a:ext uri="{9D8B030D-6E8A-4147-A177-3AD203B41FA5}">
                      <a16:colId xmlns:a16="http://schemas.microsoft.com/office/drawing/2014/main" val="20001"/>
                    </a:ext>
                  </a:extLst>
                </a:gridCol>
              </a:tblGrid>
              <a:tr h="480050">
                <a:tc>
                  <a:txBody>
                    <a:bodyPr/>
                    <a:lstStyle/>
                    <a:p>
                      <a:pPr marL="0" marR="0" lvl="0" indent="0" algn="l" rtl="0">
                        <a:spcBef>
                          <a:spcPts val="0"/>
                        </a:spcBef>
                        <a:spcAft>
                          <a:spcPts val="0"/>
                        </a:spcAft>
                        <a:buClr>
                          <a:schemeClr val="dk1"/>
                        </a:buClr>
                        <a:buSzPts val="1400"/>
                        <a:buFont typeface="Calibri"/>
                        <a:buNone/>
                      </a:pPr>
                      <a:endParaRPr sz="1400" u="none" strike="noStrike" cap="none"/>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chemeClr val="dk1"/>
                        </a:buClr>
                        <a:buSzPts val="1100"/>
                        <a:buFont typeface="Calibri"/>
                        <a:buNone/>
                      </a:pPr>
                      <a:r>
                        <a:rPr lang="en" sz="1100" u="none" strike="noStrike" cap="none" dirty="0"/>
                        <a:t>The term for the software and hardware that allows computers to communicate.</a:t>
                      </a:r>
                      <a:endParaRPr sz="1100" u="none" strike="noStrike" cap="none" dirty="0"/>
                    </a:p>
                  </a:txBody>
                  <a:tcPr marL="34300" marR="34300" marT="34300" marB="3430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408625">
                <a:tc>
                  <a:txBody>
                    <a:bodyPr/>
                    <a:lstStyle/>
                    <a:p>
                      <a:pPr marL="0" marR="0" lvl="0" indent="0" algn="l" rtl="0">
                        <a:spcBef>
                          <a:spcPts val="0"/>
                        </a:spcBef>
                        <a:spcAft>
                          <a:spcPts val="0"/>
                        </a:spcAft>
                        <a:buClr>
                          <a:schemeClr val="dk1"/>
                        </a:buClr>
                        <a:buSzPts val="1400"/>
                        <a:buFont typeface="Calibri"/>
                        <a:buNone/>
                      </a:pPr>
                      <a:endParaRPr sz="1400" u="none" strike="noStrike" cap="none"/>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chemeClr val="dk1"/>
                        </a:buClr>
                        <a:buSzPts val="1100"/>
                        <a:buFont typeface="Calibri"/>
                        <a:buNone/>
                      </a:pPr>
                      <a:r>
                        <a:rPr lang="en" sz="1100" u="none" strike="noStrike" cap="none" dirty="0"/>
                        <a:t>A 32-bit number used to identify a computer on a network.</a:t>
                      </a:r>
                      <a:endParaRPr sz="1100" u="none" strike="noStrike" cap="none" dirty="0"/>
                    </a:p>
                  </a:txBody>
                  <a:tcPr marL="34300" marR="34300" marT="34300" marB="3430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441875">
                <a:tc>
                  <a:txBody>
                    <a:bodyPr/>
                    <a:lstStyle/>
                    <a:p>
                      <a:pPr marL="0" marR="0" lvl="0" indent="0" algn="l" rtl="0">
                        <a:spcBef>
                          <a:spcPts val="0"/>
                        </a:spcBef>
                        <a:spcAft>
                          <a:spcPts val="0"/>
                        </a:spcAft>
                        <a:buClr>
                          <a:schemeClr val="dk1"/>
                        </a:buClr>
                        <a:buSzPts val="1400"/>
                        <a:buFont typeface="Calibri"/>
                        <a:buNone/>
                      </a:pPr>
                      <a:endParaRPr sz="1400" u="none" strike="noStrike" cap="none"/>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chemeClr val="dk1"/>
                        </a:buClr>
                        <a:buSzPts val="1100"/>
                        <a:buFont typeface="Calibri"/>
                        <a:buNone/>
                      </a:pPr>
                      <a:r>
                        <a:rPr lang="en" sz="1100" u="none" strike="noStrike" cap="none"/>
                        <a:t>The network layer protocol responsible for routing and relaying packets of data on the internet.</a:t>
                      </a:r>
                      <a:endParaRPr sz="1100" u="none" strike="noStrike" cap="none"/>
                    </a:p>
                  </a:txBody>
                  <a:tcPr marL="34300" marR="34300" marT="34300" marB="3430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441875">
                <a:tc>
                  <a:txBody>
                    <a:bodyPr/>
                    <a:lstStyle/>
                    <a:p>
                      <a:pPr marL="0" marR="0" lvl="0" indent="0" algn="l" rtl="0">
                        <a:spcBef>
                          <a:spcPts val="0"/>
                        </a:spcBef>
                        <a:spcAft>
                          <a:spcPts val="0"/>
                        </a:spcAft>
                        <a:buClr>
                          <a:schemeClr val="dk1"/>
                        </a:buClr>
                        <a:buSzPts val="1400"/>
                        <a:buFont typeface="Calibri"/>
                        <a:buNone/>
                      </a:pPr>
                      <a:endParaRPr sz="1400" u="none" strike="noStrike" cap="none"/>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chemeClr val="dk1"/>
                        </a:buClr>
                        <a:buSzPts val="1100"/>
                        <a:buFont typeface="Calibri"/>
                        <a:buNone/>
                      </a:pPr>
                      <a:r>
                        <a:rPr lang="en" sz="1100" u="none" strike="noStrike" cap="none"/>
                        <a:t>The transport layer protocol that insures that packets are delivered in order, reliably and without corruption.</a:t>
                      </a:r>
                      <a:endParaRPr sz="1100" u="none" strike="noStrike" cap="none"/>
                    </a:p>
                  </a:txBody>
                  <a:tcPr marL="34300" marR="34300" marT="34300" marB="3430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408625">
                <a:tc>
                  <a:txBody>
                    <a:bodyPr/>
                    <a:lstStyle/>
                    <a:p>
                      <a:pPr marL="0" marR="0" lvl="0" indent="0" algn="l" rtl="0">
                        <a:spcBef>
                          <a:spcPts val="0"/>
                        </a:spcBef>
                        <a:spcAft>
                          <a:spcPts val="0"/>
                        </a:spcAft>
                        <a:buClr>
                          <a:schemeClr val="dk1"/>
                        </a:buClr>
                        <a:buSzPts val="1400"/>
                        <a:buFont typeface="Calibri"/>
                        <a:buNone/>
                      </a:pPr>
                      <a:endParaRPr sz="1400" u="none" strike="noStrike" cap="none"/>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chemeClr val="dk1"/>
                        </a:buClr>
                        <a:buSzPts val="1100"/>
                        <a:buFont typeface="Calibri"/>
                        <a:buNone/>
                      </a:pPr>
                      <a:r>
                        <a:rPr lang="en" sz="1100" u="none" strike="noStrike" cap="none"/>
                        <a:t>A human-readable identifier for a computer.</a:t>
                      </a:r>
                      <a:endParaRPr sz="1100" u="none" strike="noStrike" cap="none"/>
                    </a:p>
                  </a:txBody>
                  <a:tcPr marL="34300" marR="34300" marT="34300" marB="3430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408625">
                <a:tc>
                  <a:txBody>
                    <a:bodyPr/>
                    <a:lstStyle/>
                    <a:p>
                      <a:pPr marL="0" marR="0" lvl="0" indent="0" algn="l" rtl="0">
                        <a:spcBef>
                          <a:spcPts val="0"/>
                        </a:spcBef>
                        <a:spcAft>
                          <a:spcPts val="0"/>
                        </a:spcAft>
                        <a:buClr>
                          <a:schemeClr val="dk1"/>
                        </a:buClr>
                        <a:buSzPts val="1400"/>
                        <a:buFont typeface="Calibri"/>
                        <a:buNone/>
                      </a:pPr>
                      <a:endParaRPr sz="1400" u="none" strike="noStrike" cap="none"/>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chemeClr val="dk1"/>
                        </a:buClr>
                        <a:buSzPts val="1100"/>
                        <a:buFont typeface="Calibri"/>
                        <a:buNone/>
                      </a:pPr>
                      <a:r>
                        <a:rPr lang="en" sz="1100" u="none" strike="noStrike" cap="none"/>
                        <a:t>The special name that always refers to the local computer.</a:t>
                      </a:r>
                      <a:endParaRPr sz="1100" u="none" strike="noStrike" cap="none" dirty="0"/>
                    </a:p>
                  </a:txBody>
                  <a:tcPr marL="34300" marR="34300" marT="34300" marB="3430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408625">
                <a:tc>
                  <a:txBody>
                    <a:bodyPr/>
                    <a:lstStyle/>
                    <a:p>
                      <a:pPr marL="0" marR="0" lvl="0" indent="0" algn="l" rtl="0">
                        <a:spcBef>
                          <a:spcPts val="0"/>
                        </a:spcBef>
                        <a:spcAft>
                          <a:spcPts val="0"/>
                        </a:spcAft>
                        <a:buClr>
                          <a:schemeClr val="dk1"/>
                        </a:buClr>
                        <a:buSzPts val="1400"/>
                        <a:buFont typeface="Calibri"/>
                        <a:buNone/>
                      </a:pPr>
                      <a:endParaRPr sz="1400" u="none" strike="noStrike" cap="none"/>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chemeClr val="dk1"/>
                        </a:buClr>
                        <a:buSzPts val="1100"/>
                        <a:buFont typeface="Calibri"/>
                        <a:buNone/>
                      </a:pPr>
                      <a:r>
                        <a:rPr lang="en" sz="1100" u="none" strike="noStrike" cap="none" dirty="0"/>
                        <a:t>The term for the address, 127.0.0.1, that always refers to the local computer.</a:t>
                      </a:r>
                      <a:endParaRPr sz="1100" u="none" strike="noStrike" cap="none" dirty="0"/>
                    </a:p>
                  </a:txBody>
                  <a:tcPr marL="34300" marR="34300" marT="34300" marB="3430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408625">
                <a:tc>
                  <a:txBody>
                    <a:bodyPr/>
                    <a:lstStyle/>
                    <a:p>
                      <a:pPr marL="0" marR="0" lvl="0" indent="0" algn="l" rtl="0">
                        <a:spcBef>
                          <a:spcPts val="0"/>
                        </a:spcBef>
                        <a:spcAft>
                          <a:spcPts val="0"/>
                        </a:spcAft>
                        <a:buClr>
                          <a:schemeClr val="dk1"/>
                        </a:buClr>
                        <a:buSzPts val="1400"/>
                        <a:buFont typeface="Calibri"/>
                        <a:buNone/>
                      </a:pPr>
                      <a:endParaRPr sz="1400" u="none" strike="noStrike" cap="none"/>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chemeClr val="dk1"/>
                        </a:buClr>
                        <a:buSzPts val="1100"/>
                        <a:buFont typeface="Calibri"/>
                        <a:buNone/>
                      </a:pPr>
                      <a:r>
                        <a:rPr lang="en" sz="1100" u="none" strike="noStrike" cap="none" dirty="0"/>
                        <a:t>A server used to translate names into addresses.</a:t>
                      </a:r>
                      <a:endParaRPr sz="1100" u="none" strike="noStrike" cap="none" dirty="0"/>
                    </a:p>
                  </a:txBody>
                  <a:tcPr marL="34300" marR="34300" marT="34300" marB="3430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r h="408625">
                <a:tc>
                  <a:txBody>
                    <a:bodyPr/>
                    <a:lstStyle/>
                    <a:p>
                      <a:pPr marL="0" marR="0" lvl="0" indent="0" algn="l" rtl="0">
                        <a:spcBef>
                          <a:spcPts val="0"/>
                        </a:spcBef>
                        <a:spcAft>
                          <a:spcPts val="0"/>
                        </a:spcAft>
                        <a:buClr>
                          <a:schemeClr val="dk1"/>
                        </a:buClr>
                        <a:buSzPts val="1400"/>
                        <a:buFont typeface="Calibri"/>
                        <a:buNone/>
                      </a:pPr>
                      <a:endParaRPr sz="1400" u="none" strike="noStrike" cap="none"/>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chemeClr val="dk1"/>
                        </a:buClr>
                        <a:buSzPts val="1100"/>
                        <a:buFont typeface="Calibri"/>
                        <a:buNone/>
                      </a:pPr>
                      <a:r>
                        <a:rPr lang="en" sz="1100" u="none" strike="noStrike" cap="none" dirty="0"/>
                        <a:t>The older 4-layer network model.</a:t>
                      </a:r>
                      <a:endParaRPr sz="1100" u="none" strike="noStrike" cap="none" dirty="0"/>
                    </a:p>
                  </a:txBody>
                  <a:tcPr marL="34300" marR="34300" marT="34300" marB="3430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8"/>
                  </a:ext>
                </a:extLst>
              </a:tr>
              <a:tr h="408625">
                <a:tc>
                  <a:txBody>
                    <a:bodyPr/>
                    <a:lstStyle/>
                    <a:p>
                      <a:pPr marL="0" marR="0" lvl="0" indent="0" algn="l" rtl="0">
                        <a:spcBef>
                          <a:spcPts val="0"/>
                        </a:spcBef>
                        <a:spcAft>
                          <a:spcPts val="0"/>
                        </a:spcAft>
                        <a:buClr>
                          <a:schemeClr val="dk1"/>
                        </a:buClr>
                        <a:buSzPts val="1400"/>
                        <a:buFont typeface="Calibri"/>
                        <a:buNone/>
                      </a:pPr>
                      <a:endParaRPr sz="1400" u="none" strike="noStrike" cap="none"/>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chemeClr val="dk1"/>
                        </a:buClr>
                        <a:buSzPts val="1100"/>
                        <a:buFont typeface="Calibri"/>
                        <a:buNone/>
                      </a:pPr>
                      <a:r>
                        <a:rPr lang="en" sz="1100" u="none" strike="noStrike" cap="none" dirty="0"/>
                        <a:t>The more widely used 7-layer network model.</a:t>
                      </a:r>
                      <a:endParaRPr sz="1100" u="none" strike="noStrike" cap="none" dirty="0"/>
                    </a:p>
                  </a:txBody>
                  <a:tcPr marL="34300" marR="34300" marT="34300" marB="3430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9"/>
                  </a:ext>
                </a:extLst>
              </a:tr>
            </a:tbl>
          </a:graphicData>
        </a:graphic>
      </p:graphicFrame>
      <p:sp>
        <p:nvSpPr>
          <p:cNvPr id="411" name="Google Shape;411;p44"/>
          <p:cNvSpPr txBox="1">
            <a:spLocks noGrp="1"/>
          </p:cNvSpPr>
          <p:nvPr>
            <p:ph type="body" idx="2"/>
          </p:nvPr>
        </p:nvSpPr>
        <p:spPr>
          <a:xfrm>
            <a:off x="2444250" y="819200"/>
            <a:ext cx="2239200" cy="483600"/>
          </a:xfrm>
          <a:prstGeom prst="rect">
            <a:avLst/>
          </a:prstGeom>
          <a:noFill/>
          <a:ln>
            <a:noFill/>
          </a:ln>
        </p:spPr>
        <p:txBody>
          <a:bodyPr spcFirstLastPara="1" wrap="square" lIns="68575" tIns="34275" rIns="68575" bIns="34275" anchor="ctr" anchorCtr="0">
            <a:noAutofit/>
          </a:bodyPr>
          <a:lstStyle/>
          <a:p>
            <a:pPr marL="0" lvl="0" indent="0" algn="ctr" rtl="0">
              <a:lnSpc>
                <a:spcPct val="100000"/>
              </a:lnSpc>
              <a:spcBef>
                <a:spcPts val="0"/>
              </a:spcBef>
              <a:spcAft>
                <a:spcPts val="1600"/>
              </a:spcAft>
              <a:buClr>
                <a:schemeClr val="dk1"/>
              </a:buClr>
              <a:buSzPts val="1200"/>
              <a:buNone/>
            </a:pPr>
            <a:r>
              <a:rPr lang="en">
                <a:solidFill>
                  <a:srgbClr val="FF0000"/>
                </a:solidFill>
                <a:latin typeface="Shadows Into Light"/>
                <a:ea typeface="Shadows Into Light"/>
                <a:cs typeface="Shadows Into Light"/>
                <a:sym typeface="Shadows Into Light"/>
              </a:rPr>
              <a:t>network</a:t>
            </a:r>
            <a:endParaRPr sz="1400">
              <a:solidFill>
                <a:srgbClr val="FF0000"/>
              </a:solidFill>
              <a:latin typeface="Shadows Into Light"/>
              <a:ea typeface="Shadows Into Light"/>
              <a:cs typeface="Shadows Into Light"/>
              <a:sym typeface="Shadows Into Light"/>
            </a:endParaRPr>
          </a:p>
        </p:txBody>
      </p:sp>
      <p:sp>
        <p:nvSpPr>
          <p:cNvPr id="412" name="Google Shape;412;p44"/>
          <p:cNvSpPr txBox="1">
            <a:spLocks noGrp="1"/>
          </p:cNvSpPr>
          <p:nvPr>
            <p:ph type="body" idx="4294967295"/>
          </p:nvPr>
        </p:nvSpPr>
        <p:spPr>
          <a:xfrm>
            <a:off x="2444262" y="1714232"/>
            <a:ext cx="2239200" cy="411600"/>
          </a:xfrm>
          <a:prstGeom prst="rect">
            <a:avLst/>
          </a:prstGeom>
          <a:noFill/>
          <a:ln>
            <a:noFill/>
          </a:ln>
        </p:spPr>
        <p:txBody>
          <a:bodyPr spcFirstLastPara="1" wrap="square" lIns="68575" tIns="34275" rIns="68575" bIns="34275" anchor="ctr" anchorCtr="0">
            <a:noAutofit/>
          </a:bodyPr>
          <a:lstStyle/>
          <a:p>
            <a:pPr marL="0" lvl="0" indent="0" algn="ctr" rtl="0">
              <a:lnSpc>
                <a:spcPct val="100000"/>
              </a:lnSpc>
              <a:spcBef>
                <a:spcPts val="0"/>
              </a:spcBef>
              <a:spcAft>
                <a:spcPts val="1600"/>
              </a:spcAft>
              <a:buClr>
                <a:schemeClr val="dk1"/>
              </a:buClr>
              <a:buSzPts val="1200"/>
              <a:buNone/>
            </a:pPr>
            <a:r>
              <a:rPr lang="en">
                <a:solidFill>
                  <a:srgbClr val="FF0000"/>
                </a:solidFill>
                <a:latin typeface="Shadows Into Light"/>
                <a:ea typeface="Shadows Into Light"/>
                <a:cs typeface="Shadows Into Light"/>
                <a:sym typeface="Shadows Into Light"/>
              </a:rPr>
              <a:t>internet protocol (IP)</a:t>
            </a:r>
            <a:endParaRPr sz="1400">
              <a:solidFill>
                <a:srgbClr val="FF0000"/>
              </a:solidFill>
              <a:latin typeface="Shadows Into Light"/>
              <a:ea typeface="Shadows Into Light"/>
              <a:cs typeface="Shadows Into Light"/>
              <a:sym typeface="Shadows Into Light"/>
            </a:endParaRPr>
          </a:p>
        </p:txBody>
      </p:sp>
      <p:sp>
        <p:nvSpPr>
          <p:cNvPr id="413" name="Google Shape;413;p44"/>
          <p:cNvSpPr txBox="1">
            <a:spLocks noGrp="1"/>
          </p:cNvSpPr>
          <p:nvPr>
            <p:ph type="body" idx="4294967295"/>
          </p:nvPr>
        </p:nvSpPr>
        <p:spPr>
          <a:xfrm>
            <a:off x="2444262" y="2163000"/>
            <a:ext cx="2239200" cy="411600"/>
          </a:xfrm>
          <a:prstGeom prst="rect">
            <a:avLst/>
          </a:prstGeom>
          <a:noFill/>
          <a:ln>
            <a:noFill/>
          </a:ln>
        </p:spPr>
        <p:txBody>
          <a:bodyPr spcFirstLastPara="1" wrap="square" lIns="68575" tIns="34275" rIns="68575" bIns="34275" anchor="ctr" anchorCtr="0">
            <a:noAutofit/>
          </a:bodyPr>
          <a:lstStyle/>
          <a:p>
            <a:pPr marL="0" lvl="0" indent="0" algn="ctr" rtl="0">
              <a:lnSpc>
                <a:spcPct val="100000"/>
              </a:lnSpc>
              <a:spcBef>
                <a:spcPts val="0"/>
              </a:spcBef>
              <a:spcAft>
                <a:spcPts val="1600"/>
              </a:spcAft>
              <a:buClr>
                <a:schemeClr val="dk1"/>
              </a:buClr>
              <a:buSzPts val="1200"/>
              <a:buNone/>
            </a:pPr>
            <a:r>
              <a:rPr lang="en">
                <a:solidFill>
                  <a:srgbClr val="FF0000"/>
                </a:solidFill>
                <a:latin typeface="Shadows Into Light"/>
                <a:ea typeface="Shadows Into Light"/>
                <a:cs typeface="Shadows Into Light"/>
                <a:sym typeface="Shadows Into Light"/>
              </a:rPr>
              <a:t>transmission control protocol (TCP)</a:t>
            </a:r>
            <a:endParaRPr sz="1400">
              <a:solidFill>
                <a:srgbClr val="FF0000"/>
              </a:solidFill>
              <a:latin typeface="Shadows Into Light"/>
              <a:ea typeface="Shadows Into Light"/>
              <a:cs typeface="Shadows Into Light"/>
              <a:sym typeface="Shadows Into Light"/>
            </a:endParaRPr>
          </a:p>
        </p:txBody>
      </p:sp>
      <p:sp>
        <p:nvSpPr>
          <p:cNvPr id="414" name="Google Shape;414;p44"/>
          <p:cNvSpPr txBox="1">
            <a:spLocks noGrp="1"/>
          </p:cNvSpPr>
          <p:nvPr>
            <p:ph type="body" idx="4294967295"/>
          </p:nvPr>
        </p:nvSpPr>
        <p:spPr>
          <a:xfrm>
            <a:off x="2444262" y="2584600"/>
            <a:ext cx="2239200" cy="411600"/>
          </a:xfrm>
          <a:prstGeom prst="rect">
            <a:avLst/>
          </a:prstGeom>
          <a:noFill/>
          <a:ln>
            <a:noFill/>
          </a:ln>
        </p:spPr>
        <p:txBody>
          <a:bodyPr spcFirstLastPara="1" wrap="square" lIns="68575" tIns="34275" rIns="68575" bIns="34275" anchor="ctr" anchorCtr="0">
            <a:noAutofit/>
          </a:bodyPr>
          <a:lstStyle/>
          <a:p>
            <a:pPr marL="0" lvl="0" indent="0" algn="ctr" rtl="0">
              <a:lnSpc>
                <a:spcPct val="100000"/>
              </a:lnSpc>
              <a:spcBef>
                <a:spcPts val="0"/>
              </a:spcBef>
              <a:spcAft>
                <a:spcPts val="1600"/>
              </a:spcAft>
              <a:buClr>
                <a:schemeClr val="dk1"/>
              </a:buClr>
              <a:buSzPts val="1200"/>
              <a:buNone/>
            </a:pPr>
            <a:r>
              <a:rPr lang="en">
                <a:solidFill>
                  <a:srgbClr val="FF0000"/>
                </a:solidFill>
                <a:latin typeface="Shadows Into Light"/>
                <a:ea typeface="Shadows Into Light"/>
                <a:cs typeface="Shadows Into Light"/>
                <a:sym typeface="Shadows Into Light"/>
              </a:rPr>
              <a:t>hostname</a:t>
            </a:r>
            <a:endParaRPr sz="1400">
              <a:solidFill>
                <a:srgbClr val="FF0000"/>
              </a:solidFill>
              <a:latin typeface="Shadows Into Light"/>
              <a:ea typeface="Shadows Into Light"/>
              <a:cs typeface="Shadows Into Light"/>
              <a:sym typeface="Shadows Into Light"/>
            </a:endParaRPr>
          </a:p>
        </p:txBody>
      </p:sp>
      <p:sp>
        <p:nvSpPr>
          <p:cNvPr id="415" name="Google Shape;415;p44"/>
          <p:cNvSpPr txBox="1">
            <a:spLocks noGrp="1"/>
          </p:cNvSpPr>
          <p:nvPr>
            <p:ph type="body" idx="4294967295"/>
          </p:nvPr>
        </p:nvSpPr>
        <p:spPr>
          <a:xfrm>
            <a:off x="2444262" y="2985960"/>
            <a:ext cx="2239200" cy="411600"/>
          </a:xfrm>
          <a:prstGeom prst="rect">
            <a:avLst/>
          </a:prstGeom>
          <a:noFill/>
          <a:ln>
            <a:noFill/>
          </a:ln>
        </p:spPr>
        <p:txBody>
          <a:bodyPr spcFirstLastPara="1" wrap="square" lIns="68575" tIns="34275" rIns="68575" bIns="34275" anchor="ctr" anchorCtr="0">
            <a:noAutofit/>
          </a:bodyPr>
          <a:lstStyle/>
          <a:p>
            <a:pPr marL="0" lvl="0" indent="0" algn="ctr" rtl="0">
              <a:lnSpc>
                <a:spcPct val="100000"/>
              </a:lnSpc>
              <a:spcBef>
                <a:spcPts val="0"/>
              </a:spcBef>
              <a:spcAft>
                <a:spcPts val="1600"/>
              </a:spcAft>
              <a:buClr>
                <a:schemeClr val="dk1"/>
              </a:buClr>
              <a:buSzPts val="1200"/>
              <a:buNone/>
            </a:pPr>
            <a:r>
              <a:rPr lang="en" dirty="0">
                <a:solidFill>
                  <a:srgbClr val="FF0000"/>
                </a:solidFill>
                <a:latin typeface="Shadows Into Light"/>
                <a:ea typeface="Shadows Into Light"/>
                <a:cs typeface="Shadows Into Light"/>
                <a:sym typeface="Shadows Into Light"/>
              </a:rPr>
              <a:t>localhost</a:t>
            </a:r>
            <a:endParaRPr sz="1400" dirty="0">
              <a:solidFill>
                <a:srgbClr val="FF0000"/>
              </a:solidFill>
              <a:latin typeface="Shadows Into Light"/>
              <a:ea typeface="Shadows Into Light"/>
              <a:cs typeface="Shadows Into Light"/>
              <a:sym typeface="Shadows Into Light"/>
            </a:endParaRPr>
          </a:p>
        </p:txBody>
      </p:sp>
      <p:sp>
        <p:nvSpPr>
          <p:cNvPr id="416" name="Google Shape;416;p44"/>
          <p:cNvSpPr txBox="1">
            <a:spLocks noGrp="1"/>
          </p:cNvSpPr>
          <p:nvPr>
            <p:ph type="body" idx="4294967295"/>
          </p:nvPr>
        </p:nvSpPr>
        <p:spPr>
          <a:xfrm>
            <a:off x="2444262" y="3402482"/>
            <a:ext cx="2239200" cy="411600"/>
          </a:xfrm>
          <a:prstGeom prst="rect">
            <a:avLst/>
          </a:prstGeom>
          <a:noFill/>
          <a:ln>
            <a:noFill/>
          </a:ln>
        </p:spPr>
        <p:txBody>
          <a:bodyPr spcFirstLastPara="1" wrap="square" lIns="68575" tIns="34275" rIns="68575" bIns="34275" anchor="ctr" anchorCtr="0">
            <a:noAutofit/>
          </a:bodyPr>
          <a:lstStyle/>
          <a:p>
            <a:pPr marL="0" lvl="0" indent="0" algn="ctr" rtl="0">
              <a:lnSpc>
                <a:spcPct val="100000"/>
              </a:lnSpc>
              <a:spcBef>
                <a:spcPts val="0"/>
              </a:spcBef>
              <a:spcAft>
                <a:spcPts val="1600"/>
              </a:spcAft>
              <a:buClr>
                <a:schemeClr val="dk1"/>
              </a:buClr>
              <a:buSzPts val="1200"/>
              <a:buNone/>
            </a:pPr>
            <a:r>
              <a:rPr lang="en">
                <a:solidFill>
                  <a:srgbClr val="FF0000"/>
                </a:solidFill>
                <a:latin typeface="Shadows Into Light"/>
                <a:ea typeface="Shadows Into Light"/>
                <a:cs typeface="Shadows Into Light"/>
                <a:sym typeface="Shadows Into Light"/>
              </a:rPr>
              <a:t>loopback address</a:t>
            </a:r>
            <a:endParaRPr sz="1400">
              <a:solidFill>
                <a:srgbClr val="FF0000"/>
              </a:solidFill>
              <a:latin typeface="Shadows Into Light"/>
              <a:ea typeface="Shadows Into Light"/>
              <a:cs typeface="Shadows Into Light"/>
              <a:sym typeface="Shadows Into Light"/>
            </a:endParaRPr>
          </a:p>
        </p:txBody>
      </p:sp>
      <p:sp>
        <p:nvSpPr>
          <p:cNvPr id="417" name="Google Shape;417;p44"/>
          <p:cNvSpPr txBox="1">
            <a:spLocks noGrp="1"/>
          </p:cNvSpPr>
          <p:nvPr>
            <p:ph type="body" idx="4294967295"/>
          </p:nvPr>
        </p:nvSpPr>
        <p:spPr>
          <a:xfrm>
            <a:off x="2444262" y="3808903"/>
            <a:ext cx="2239200" cy="411600"/>
          </a:xfrm>
          <a:prstGeom prst="rect">
            <a:avLst/>
          </a:prstGeom>
          <a:noFill/>
          <a:ln>
            <a:noFill/>
          </a:ln>
        </p:spPr>
        <p:txBody>
          <a:bodyPr spcFirstLastPara="1" wrap="square" lIns="68575" tIns="34275" rIns="68575" bIns="34275" anchor="ctr" anchorCtr="0">
            <a:noAutofit/>
          </a:bodyPr>
          <a:lstStyle/>
          <a:p>
            <a:pPr marL="0" lvl="0" indent="0" algn="ctr" rtl="0">
              <a:lnSpc>
                <a:spcPct val="100000"/>
              </a:lnSpc>
              <a:spcBef>
                <a:spcPts val="0"/>
              </a:spcBef>
              <a:spcAft>
                <a:spcPts val="1600"/>
              </a:spcAft>
              <a:buClr>
                <a:schemeClr val="dk1"/>
              </a:buClr>
              <a:buSzPts val="1200"/>
              <a:buNone/>
            </a:pPr>
            <a:r>
              <a:rPr lang="en">
                <a:solidFill>
                  <a:srgbClr val="FF0000"/>
                </a:solidFill>
                <a:latin typeface="Shadows Into Light"/>
                <a:ea typeface="Shadows Into Light"/>
                <a:cs typeface="Shadows Into Light"/>
                <a:sym typeface="Shadows Into Light"/>
              </a:rPr>
              <a:t>domain name server (DNS)</a:t>
            </a:r>
            <a:endParaRPr sz="1400">
              <a:solidFill>
                <a:srgbClr val="FF0000"/>
              </a:solidFill>
              <a:latin typeface="Shadows Into Light"/>
              <a:ea typeface="Shadows Into Light"/>
              <a:cs typeface="Shadows Into Light"/>
              <a:sym typeface="Shadows Into Light"/>
            </a:endParaRPr>
          </a:p>
        </p:txBody>
      </p:sp>
      <p:sp>
        <p:nvSpPr>
          <p:cNvPr id="418" name="Google Shape;418;p44"/>
          <p:cNvSpPr txBox="1">
            <a:spLocks noGrp="1"/>
          </p:cNvSpPr>
          <p:nvPr>
            <p:ph type="body" idx="4294967295"/>
          </p:nvPr>
        </p:nvSpPr>
        <p:spPr>
          <a:xfrm>
            <a:off x="2444262" y="1302752"/>
            <a:ext cx="2239200" cy="401400"/>
          </a:xfrm>
          <a:prstGeom prst="rect">
            <a:avLst/>
          </a:prstGeom>
          <a:noFill/>
          <a:ln>
            <a:noFill/>
          </a:ln>
        </p:spPr>
        <p:txBody>
          <a:bodyPr spcFirstLastPara="1" wrap="square" lIns="68575" tIns="34275" rIns="68575" bIns="34275" anchor="ctr" anchorCtr="0">
            <a:noAutofit/>
          </a:bodyPr>
          <a:lstStyle/>
          <a:p>
            <a:pPr marL="0" lvl="0" indent="0" algn="ctr" rtl="0">
              <a:lnSpc>
                <a:spcPct val="100000"/>
              </a:lnSpc>
              <a:spcBef>
                <a:spcPts val="0"/>
              </a:spcBef>
              <a:spcAft>
                <a:spcPts val="1600"/>
              </a:spcAft>
              <a:buClr>
                <a:schemeClr val="dk1"/>
              </a:buClr>
              <a:buSzPts val="1200"/>
              <a:buNone/>
            </a:pPr>
            <a:r>
              <a:rPr lang="en">
                <a:solidFill>
                  <a:srgbClr val="FF0000"/>
                </a:solidFill>
                <a:latin typeface="Shadows Into Light"/>
                <a:ea typeface="Shadows Into Light"/>
                <a:cs typeface="Shadows Into Light"/>
                <a:sym typeface="Shadows Into Light"/>
              </a:rPr>
              <a:t>IP address</a:t>
            </a:r>
            <a:endParaRPr sz="1400">
              <a:solidFill>
                <a:srgbClr val="FF0000"/>
              </a:solidFill>
              <a:latin typeface="Shadows Into Light"/>
              <a:ea typeface="Shadows Into Light"/>
              <a:cs typeface="Shadows Into Light"/>
              <a:sym typeface="Shadows Into Light"/>
            </a:endParaRPr>
          </a:p>
        </p:txBody>
      </p:sp>
      <p:sp>
        <p:nvSpPr>
          <p:cNvPr id="419" name="Google Shape;419;p44"/>
          <p:cNvSpPr txBox="1">
            <a:spLocks noGrp="1"/>
          </p:cNvSpPr>
          <p:nvPr>
            <p:ph type="body" idx="4294967295"/>
          </p:nvPr>
        </p:nvSpPr>
        <p:spPr>
          <a:xfrm>
            <a:off x="2444262" y="4220384"/>
            <a:ext cx="2239200" cy="411600"/>
          </a:xfrm>
          <a:prstGeom prst="rect">
            <a:avLst/>
          </a:prstGeom>
          <a:noFill/>
          <a:ln>
            <a:noFill/>
          </a:ln>
        </p:spPr>
        <p:txBody>
          <a:bodyPr spcFirstLastPara="1" wrap="square" lIns="68575" tIns="34275" rIns="68575" bIns="34275" anchor="ctr" anchorCtr="0">
            <a:noAutofit/>
          </a:bodyPr>
          <a:lstStyle/>
          <a:p>
            <a:pPr marL="0" lvl="0" indent="0" algn="ctr" rtl="0">
              <a:lnSpc>
                <a:spcPct val="100000"/>
              </a:lnSpc>
              <a:spcBef>
                <a:spcPts val="0"/>
              </a:spcBef>
              <a:spcAft>
                <a:spcPts val="1600"/>
              </a:spcAft>
              <a:buClr>
                <a:schemeClr val="dk1"/>
              </a:buClr>
              <a:buSzPts val="1200"/>
              <a:buNone/>
            </a:pPr>
            <a:r>
              <a:rPr lang="en">
                <a:solidFill>
                  <a:srgbClr val="FF0000"/>
                </a:solidFill>
                <a:latin typeface="Shadows Into Light"/>
                <a:ea typeface="Shadows Into Light"/>
                <a:cs typeface="Shadows Into Light"/>
                <a:sym typeface="Shadows Into Light"/>
              </a:rPr>
              <a:t>DoD</a:t>
            </a:r>
            <a:endParaRPr sz="1400">
              <a:solidFill>
                <a:srgbClr val="FF0000"/>
              </a:solidFill>
              <a:latin typeface="Shadows Into Light"/>
              <a:ea typeface="Shadows Into Light"/>
              <a:cs typeface="Shadows Into Light"/>
              <a:sym typeface="Shadows Into Light"/>
            </a:endParaRPr>
          </a:p>
        </p:txBody>
      </p:sp>
      <p:sp>
        <p:nvSpPr>
          <p:cNvPr id="420" name="Google Shape;420;p44"/>
          <p:cNvSpPr txBox="1">
            <a:spLocks noGrp="1"/>
          </p:cNvSpPr>
          <p:nvPr>
            <p:ph type="body" idx="4294967295"/>
          </p:nvPr>
        </p:nvSpPr>
        <p:spPr>
          <a:xfrm>
            <a:off x="2444262" y="4628378"/>
            <a:ext cx="2239200" cy="411600"/>
          </a:xfrm>
          <a:prstGeom prst="rect">
            <a:avLst/>
          </a:prstGeom>
          <a:noFill/>
          <a:ln>
            <a:noFill/>
          </a:ln>
        </p:spPr>
        <p:txBody>
          <a:bodyPr spcFirstLastPara="1" wrap="square" lIns="68575" tIns="34275" rIns="68575" bIns="34275" anchor="ctr" anchorCtr="0">
            <a:noAutofit/>
          </a:bodyPr>
          <a:lstStyle/>
          <a:p>
            <a:pPr marL="0" lvl="0" indent="0" algn="ctr" rtl="0">
              <a:lnSpc>
                <a:spcPct val="100000"/>
              </a:lnSpc>
              <a:spcBef>
                <a:spcPts val="0"/>
              </a:spcBef>
              <a:spcAft>
                <a:spcPts val="1600"/>
              </a:spcAft>
              <a:buClr>
                <a:schemeClr val="dk1"/>
              </a:buClr>
              <a:buSzPts val="1200"/>
              <a:buNone/>
            </a:pPr>
            <a:r>
              <a:rPr lang="en">
                <a:solidFill>
                  <a:srgbClr val="FF0000"/>
                </a:solidFill>
                <a:latin typeface="Shadows Into Light"/>
                <a:ea typeface="Shadows Into Light"/>
                <a:cs typeface="Shadows Into Light"/>
                <a:sym typeface="Shadows Into Light"/>
              </a:rPr>
              <a:t>OSI</a:t>
            </a:r>
            <a:endParaRPr sz="1400">
              <a:solidFill>
                <a:srgbClr val="FF0000"/>
              </a:solidFill>
              <a:latin typeface="Shadows Into Light"/>
              <a:ea typeface="Shadows Into Light"/>
              <a:cs typeface="Shadows Into Light"/>
              <a:sym typeface="Shadows Into Light"/>
            </a:endParaRPr>
          </a:p>
        </p:txBody>
      </p:sp>
      <p:sp>
        <p:nvSpPr>
          <p:cNvPr id="421" name="Google Shape;421;p4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13</a:t>
            </a:fld>
            <a:endParaRPr/>
          </a:p>
        </p:txBody>
      </p:sp>
      <p:sp>
        <p:nvSpPr>
          <p:cNvPr id="422" name="Google Shape;422;p44"/>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9.2</a:t>
            </a:r>
            <a:endParaRPr/>
          </a:p>
        </p:txBody>
      </p:sp>
      <p:sp>
        <p:nvSpPr>
          <p:cNvPr id="423" name="Google Shape;423;p44"/>
          <p:cNvSpPr txBox="1">
            <a:spLocks noGrp="1"/>
          </p:cNvSpPr>
          <p:nvPr>
            <p:ph type="body" idx="1"/>
          </p:nvPr>
        </p:nvSpPr>
        <p:spPr>
          <a:xfrm>
            <a:off x="65250" y="731625"/>
            <a:ext cx="2283300" cy="11466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rgbClr val="000000"/>
              </a:buClr>
              <a:buSzPts val="1800"/>
              <a:buNone/>
            </a:pPr>
            <a:r>
              <a:rPr lang="en"/>
              <a:t>Fill in the best term for each definition to the right.</a:t>
            </a:r>
            <a:endParaRPr sz="150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411"/>
                                        </p:tgtEl>
                                        <p:attrNameLst>
                                          <p:attrName>style.visibility</p:attrName>
                                        </p:attrNameLst>
                                      </p:cBhvr>
                                      <p:to>
                                        <p:strVal val="visible"/>
                                      </p:to>
                                    </p:set>
                                    <p:animEffect transition="in" filter="fade">
                                      <p:cBhvr>
                                        <p:cTn id="7" dur="1000"/>
                                        <p:tgtEl>
                                          <p:spTgt spid="41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18"/>
                                        </p:tgtEl>
                                        <p:attrNameLst>
                                          <p:attrName>style.visibility</p:attrName>
                                        </p:attrNameLst>
                                      </p:cBhvr>
                                      <p:to>
                                        <p:strVal val="visible"/>
                                      </p:to>
                                    </p:set>
                                    <p:animEffect transition="in" filter="fade">
                                      <p:cBhvr>
                                        <p:cTn id="12" dur="1000"/>
                                        <p:tgtEl>
                                          <p:spTgt spid="41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12"/>
                                        </p:tgtEl>
                                        <p:attrNameLst>
                                          <p:attrName>style.visibility</p:attrName>
                                        </p:attrNameLst>
                                      </p:cBhvr>
                                      <p:to>
                                        <p:strVal val="visible"/>
                                      </p:to>
                                    </p:set>
                                    <p:animEffect transition="in" filter="fade">
                                      <p:cBhvr>
                                        <p:cTn id="17" dur="1000"/>
                                        <p:tgtEl>
                                          <p:spTgt spid="41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413"/>
                                        </p:tgtEl>
                                        <p:attrNameLst>
                                          <p:attrName>style.visibility</p:attrName>
                                        </p:attrNameLst>
                                      </p:cBhvr>
                                      <p:to>
                                        <p:strVal val="visible"/>
                                      </p:to>
                                    </p:set>
                                    <p:animEffect transition="in" filter="fade">
                                      <p:cBhvr>
                                        <p:cTn id="22" dur="1000"/>
                                        <p:tgtEl>
                                          <p:spTgt spid="413"/>
                                        </p:tgtEl>
                                      </p:cBhvr>
                                    </p:animEffec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1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415"/>
                                        </p:tgtEl>
                                        <p:attrNameLst>
                                          <p:attrName>style.visibility</p:attrName>
                                        </p:attrNameLst>
                                      </p:cBhvr>
                                      <p:to>
                                        <p:strVal val="visible"/>
                                      </p:to>
                                    </p:set>
                                    <p:animEffect transition="in" filter="fade">
                                      <p:cBhvr>
                                        <p:cTn id="31" dur="1000"/>
                                        <p:tgtEl>
                                          <p:spTgt spid="415"/>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416"/>
                                        </p:tgtEl>
                                        <p:attrNameLst>
                                          <p:attrName>style.visibility</p:attrName>
                                        </p:attrNameLst>
                                      </p:cBhvr>
                                      <p:to>
                                        <p:strVal val="visible"/>
                                      </p:to>
                                    </p:set>
                                    <p:animEffect transition="in" filter="fade">
                                      <p:cBhvr>
                                        <p:cTn id="36" dur="1000"/>
                                        <p:tgtEl>
                                          <p:spTgt spid="416"/>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417"/>
                                        </p:tgtEl>
                                        <p:attrNameLst>
                                          <p:attrName>style.visibility</p:attrName>
                                        </p:attrNameLst>
                                      </p:cBhvr>
                                      <p:to>
                                        <p:strVal val="visible"/>
                                      </p:to>
                                    </p:set>
                                    <p:animEffect transition="in" filter="fade">
                                      <p:cBhvr>
                                        <p:cTn id="41" dur="1000"/>
                                        <p:tgtEl>
                                          <p:spTgt spid="417"/>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nodeType="clickEffect">
                                  <p:stCondLst>
                                    <p:cond delay="0"/>
                                  </p:stCondLst>
                                  <p:childTnLst>
                                    <p:set>
                                      <p:cBhvr>
                                        <p:cTn id="45" dur="1" fill="hold">
                                          <p:stCondLst>
                                            <p:cond delay="0"/>
                                          </p:stCondLst>
                                        </p:cTn>
                                        <p:tgtEl>
                                          <p:spTgt spid="419"/>
                                        </p:tgtEl>
                                        <p:attrNameLst>
                                          <p:attrName>style.visibility</p:attrName>
                                        </p:attrNameLst>
                                      </p:cBhvr>
                                      <p:to>
                                        <p:strVal val="visible"/>
                                      </p:to>
                                    </p:set>
                                    <p:animEffect transition="in" filter="fade">
                                      <p:cBhvr>
                                        <p:cTn id="46" dur="1000"/>
                                        <p:tgtEl>
                                          <p:spTgt spid="419"/>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420"/>
                                        </p:tgtEl>
                                        <p:attrNameLst>
                                          <p:attrName>style.visibility</p:attrName>
                                        </p:attrNameLst>
                                      </p:cBhvr>
                                      <p:to>
                                        <p:strVal val="visible"/>
                                      </p:to>
                                    </p:set>
                                    <p:animEffect transition="in" filter="fade">
                                      <p:cBhvr>
                                        <p:cTn id="51" dur="1000"/>
                                        <p:tgtEl>
                                          <p:spTgt spid="420"/>
                                        </p:tgtEl>
                                      </p:cBhvr>
                                    </p:animEffect>
                                  </p:childTnLst>
                                </p:cTn>
                              </p:par>
                            </p:childTnLst>
                          </p:cTn>
                        </p:par>
                      </p:childTnLst>
                    </p:cTn>
                  </p:par>
                  <p:par>
                    <p:cTn id="52" fill="hold">
                      <p:stCondLst>
                        <p:cond delay="indefinite"/>
                      </p:stCondLst>
                      <p:childTnLst>
                        <p:par>
                          <p:cTn id="53" fill="hold">
                            <p:stCondLst>
                              <p:cond delay="0"/>
                            </p:stCondLst>
                            <p:childTnLst>
                              <p:par>
                                <p:cTn id="54" presetID="1" presetClass="entr" presetSubtype="0" fill="hold" nodeType="clickEffect">
                                  <p:stCondLst>
                                    <p:cond delay="0"/>
                                  </p:stCondLst>
                                  <p:childTnLst>
                                    <p:set>
                                      <p:cBhvr>
                                        <p:cTn id="55" dur="1" fill="hold">
                                          <p:stCondLst>
                                            <p:cond delay="0"/>
                                          </p:stCondLst>
                                        </p:cTn>
                                        <p:tgtEl>
                                          <p:spTgt spid="4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427"/>
        <p:cNvGrpSpPr/>
        <p:nvPr/>
      </p:nvGrpSpPr>
      <p:grpSpPr>
        <a:xfrm>
          <a:off x="0" y="0"/>
          <a:ext cx="0" cy="0"/>
          <a:chOff x="0" y="0"/>
          <a:chExt cx="0" cy="0"/>
        </a:xfrm>
      </p:grpSpPr>
      <p:pic>
        <p:nvPicPr>
          <p:cNvPr id="428" name="Google Shape;428;p45"/>
          <p:cNvPicPr preferRelativeResize="0"/>
          <p:nvPr/>
        </p:nvPicPr>
        <p:blipFill rotWithShape="1">
          <a:blip r:embed="rId3">
            <a:alphaModFix/>
          </a:blip>
          <a:srcRect/>
          <a:stretch/>
        </p:blipFill>
        <p:spPr>
          <a:xfrm>
            <a:off x="311799" y="1032938"/>
            <a:ext cx="3383176" cy="2253625"/>
          </a:xfrm>
          <a:prstGeom prst="rect">
            <a:avLst/>
          </a:prstGeom>
          <a:noFill/>
          <a:ln w="19050" cap="flat" cmpd="sng">
            <a:solidFill>
              <a:schemeClr val="dk2"/>
            </a:solidFill>
            <a:prstDash val="solid"/>
            <a:round/>
            <a:headEnd type="none" w="sm" len="sm"/>
            <a:tailEnd type="none" w="sm" len="sm"/>
          </a:ln>
        </p:spPr>
      </p:pic>
      <p:sp>
        <p:nvSpPr>
          <p:cNvPr id="429" name="Google Shape;429;p45"/>
          <p:cNvSpPr txBox="1"/>
          <p:nvPr/>
        </p:nvSpPr>
        <p:spPr>
          <a:xfrm>
            <a:off x="311725" y="3376301"/>
            <a:ext cx="3383100" cy="742200"/>
          </a:xfrm>
          <a:prstGeom prst="rect">
            <a:avLst/>
          </a:prstGeom>
          <a:solidFill>
            <a:srgbClr val="FFF2CC"/>
          </a:solidFill>
          <a:ln w="19050" cap="flat" cmpd="sng">
            <a:solidFill>
              <a:srgbClr val="FF0000"/>
            </a:solidFill>
            <a:prstDash val="solid"/>
            <a:round/>
            <a:headEnd type="none" w="sm" len="sm"/>
            <a:tailEnd type="none" w="sm" len="sm"/>
          </a:ln>
          <a:effectLst>
            <a:outerShdw blurRad="50800" dist="38100" dir="2700000" algn="tl" rotWithShape="0">
              <a:srgbClr val="000000">
                <a:alpha val="40000"/>
              </a:srgbClr>
            </a:outerShdw>
          </a:effectLst>
        </p:spPr>
        <p:txBody>
          <a:bodyPr spcFirstLastPara="1" wrap="square" lIns="91425" tIns="91425" rIns="91425" bIns="91425" anchor="t" anchorCtr="0">
            <a:noAutofit/>
          </a:bodyPr>
          <a:lstStyle/>
          <a:p>
            <a:pPr marL="0" marR="0" lvl="0" indent="0" algn="l" rtl="0">
              <a:spcBef>
                <a:spcPts val="0"/>
              </a:spcBef>
              <a:spcAft>
                <a:spcPts val="0"/>
              </a:spcAft>
              <a:buNone/>
            </a:pPr>
            <a:r>
              <a:rPr lang="en" sz="1200">
                <a:solidFill>
                  <a:schemeClr val="dk1"/>
                </a:solidFill>
                <a:latin typeface="Arial"/>
                <a:ea typeface="Arial"/>
                <a:cs typeface="Arial"/>
                <a:sym typeface="Arial"/>
              </a:rPr>
              <a:t>HTTP and HTML are both text-based, which means that, while they are meant for machines to interpret, they are human readable. </a:t>
            </a:r>
            <a:endParaRPr sz="1200">
              <a:solidFill>
                <a:schemeClr val="dk1"/>
              </a:solidFill>
              <a:latin typeface="Arial"/>
              <a:ea typeface="Arial"/>
              <a:cs typeface="Arial"/>
              <a:sym typeface="Arial"/>
            </a:endParaRPr>
          </a:p>
        </p:txBody>
      </p:sp>
      <p:sp>
        <p:nvSpPr>
          <p:cNvPr id="430" name="Google Shape;430;p45"/>
          <p:cNvSpPr txBox="1"/>
          <p:nvPr/>
        </p:nvSpPr>
        <p:spPr>
          <a:xfrm>
            <a:off x="311725" y="4208224"/>
            <a:ext cx="3383100" cy="742200"/>
          </a:xfrm>
          <a:prstGeom prst="rect">
            <a:avLst/>
          </a:prstGeom>
          <a:solidFill>
            <a:srgbClr val="FFF2CC"/>
          </a:solidFill>
          <a:ln w="19050" cap="flat" cmpd="sng">
            <a:solidFill>
              <a:srgbClr val="FF0000"/>
            </a:solidFill>
            <a:prstDash val="solid"/>
            <a:round/>
            <a:headEnd type="none" w="sm" len="sm"/>
            <a:tailEnd type="none" w="sm" len="sm"/>
          </a:ln>
          <a:effectLst>
            <a:outerShdw blurRad="50800" dist="38100" dir="2700000" algn="tl" rotWithShape="0">
              <a:srgbClr val="000000">
                <a:alpha val="40000"/>
              </a:srgbClr>
            </a:outerShdw>
          </a:effectLst>
        </p:spPr>
        <p:txBody>
          <a:bodyPr spcFirstLastPara="1" wrap="square" lIns="91425" tIns="91425" rIns="91425" bIns="91425" anchor="t" anchorCtr="0">
            <a:noAutofit/>
          </a:bodyPr>
          <a:lstStyle/>
          <a:p>
            <a:pPr marL="0" marR="0" lvl="0" indent="0" algn="l" rtl="0">
              <a:spcBef>
                <a:spcPts val="0"/>
              </a:spcBef>
              <a:spcAft>
                <a:spcPts val="0"/>
              </a:spcAft>
              <a:buNone/>
            </a:pPr>
            <a:r>
              <a:rPr lang="en" sz="1200" dirty="0">
                <a:solidFill>
                  <a:schemeClr val="dk1"/>
                </a:solidFill>
                <a:highlight>
                  <a:srgbClr val="FFFF00"/>
                </a:highlight>
                <a:latin typeface="Arial"/>
                <a:ea typeface="Arial"/>
                <a:cs typeface="Arial"/>
                <a:sym typeface="Arial"/>
              </a:rPr>
              <a:t>That makes HTTP an easy example protocol to learn because you can see and understand the messages.</a:t>
            </a:r>
            <a:endParaRPr sz="1200" dirty="0">
              <a:solidFill>
                <a:schemeClr val="dk1"/>
              </a:solidFill>
              <a:highlight>
                <a:srgbClr val="FFFF00"/>
              </a:highlight>
              <a:latin typeface="Arial"/>
              <a:ea typeface="Arial"/>
              <a:cs typeface="Arial"/>
              <a:sym typeface="Arial"/>
            </a:endParaRPr>
          </a:p>
        </p:txBody>
      </p:sp>
      <p:sp>
        <p:nvSpPr>
          <p:cNvPr id="431" name="Google Shape;431;p45"/>
          <p:cNvSpPr txBox="1">
            <a:spLocks noGrp="1"/>
          </p:cNvSpPr>
          <p:nvPr>
            <p:ph type="title"/>
          </p:nvPr>
        </p:nvSpPr>
        <p:spPr>
          <a:xfrm>
            <a:off x="311725" y="114225"/>
            <a:ext cx="3706500" cy="1024800"/>
          </a:xfrm>
          <a:prstGeom prst="rect">
            <a:avLst/>
          </a:prstGeom>
          <a:noFill/>
          <a:ln>
            <a:noFill/>
          </a:ln>
        </p:spPr>
        <p:txBody>
          <a:bodyPr spcFirstLastPara="1" wrap="square" lIns="91425" tIns="91425" rIns="91425" bIns="91425" anchor="t" anchorCtr="0">
            <a:noAutofit/>
          </a:bodyPr>
          <a:lstStyle/>
          <a:p>
            <a:pPr marL="0" lvl="0" indent="0" algn="l" rtl="0">
              <a:lnSpc>
                <a:spcPct val="90000"/>
              </a:lnSpc>
              <a:spcBef>
                <a:spcPts val="0"/>
              </a:spcBef>
              <a:spcAft>
                <a:spcPts val="0"/>
              </a:spcAft>
              <a:buClr>
                <a:schemeClr val="dk2"/>
              </a:buClr>
              <a:buSzPts val="3300"/>
              <a:buFont typeface="Calibri"/>
              <a:buNone/>
            </a:pPr>
            <a:r>
              <a:rPr lang="en"/>
              <a:t>The World Wide Web</a:t>
            </a:r>
            <a:endParaRPr/>
          </a:p>
        </p:txBody>
      </p:sp>
      <p:sp>
        <p:nvSpPr>
          <p:cNvPr id="432" name="Google Shape;432;p45"/>
          <p:cNvSpPr txBox="1">
            <a:spLocks noGrp="1"/>
          </p:cNvSpPr>
          <p:nvPr>
            <p:ph type="body" idx="1"/>
          </p:nvPr>
        </p:nvSpPr>
        <p:spPr>
          <a:xfrm>
            <a:off x="4644675" y="500925"/>
            <a:ext cx="4166400" cy="4432200"/>
          </a:xfrm>
          <a:prstGeom prst="rect">
            <a:avLst/>
          </a:prstGeom>
          <a:noFill/>
          <a:ln>
            <a:noFill/>
          </a:ln>
        </p:spPr>
        <p:txBody>
          <a:bodyPr spcFirstLastPara="1" wrap="square" lIns="68575" tIns="34275" rIns="68575" bIns="34275" anchor="t" anchorCtr="0">
            <a:normAutofit/>
          </a:bodyPr>
          <a:lstStyle/>
          <a:p>
            <a:pPr marL="457200" lvl="0" indent="-317500" algn="l" rtl="0">
              <a:lnSpc>
                <a:spcPct val="115000"/>
              </a:lnSpc>
              <a:spcBef>
                <a:spcPts val="0"/>
              </a:spcBef>
              <a:spcAft>
                <a:spcPts val="0"/>
              </a:spcAft>
              <a:buSzPts val="1400"/>
              <a:buChar char="●"/>
            </a:pPr>
            <a:r>
              <a:rPr lang="en" sz="1400" dirty="0">
                <a:highlight>
                  <a:srgbClr val="FFFF00"/>
                </a:highlight>
              </a:rPr>
              <a:t>In 1989, </a:t>
            </a:r>
            <a:r>
              <a:rPr lang="en" sz="1400" u="sng" dirty="0">
                <a:solidFill>
                  <a:schemeClr val="hlink"/>
                </a:solidFill>
                <a:highlight>
                  <a:srgbClr val="FFFF00"/>
                </a:highlight>
                <a:hlinkClick r:id="rId4"/>
              </a:rPr>
              <a:t>Tim Berners Lee</a:t>
            </a:r>
            <a:r>
              <a:rPr lang="en" sz="1400" dirty="0">
                <a:highlight>
                  <a:srgbClr val="FFFF00"/>
                </a:highlight>
              </a:rPr>
              <a:t> proposed the </a:t>
            </a:r>
            <a:r>
              <a:rPr lang="en" sz="1400" b="1" i="1" dirty="0">
                <a:solidFill>
                  <a:srgbClr val="FF0000"/>
                </a:solidFill>
                <a:highlight>
                  <a:srgbClr val="FFFF00"/>
                </a:highlight>
              </a:rPr>
              <a:t>World Wide Web</a:t>
            </a:r>
            <a:endParaRPr sz="700" b="1" i="1" dirty="0">
              <a:solidFill>
                <a:srgbClr val="FF0000"/>
              </a:solidFill>
              <a:highlight>
                <a:srgbClr val="FFFF00"/>
              </a:highlight>
            </a:endParaRPr>
          </a:p>
          <a:p>
            <a:pPr marL="457200" lvl="0" indent="-317500" algn="l" rtl="0">
              <a:lnSpc>
                <a:spcPct val="115000"/>
              </a:lnSpc>
              <a:spcBef>
                <a:spcPts val="1000"/>
              </a:spcBef>
              <a:spcAft>
                <a:spcPts val="0"/>
              </a:spcAft>
              <a:buSzPts val="1400"/>
              <a:buChar char="●"/>
            </a:pPr>
            <a:r>
              <a:rPr lang="en" sz="1400" dirty="0"/>
              <a:t>It was designed to allow people to work together by combining their knowledge in a </a:t>
            </a:r>
            <a:r>
              <a:rPr lang="en" sz="1400" b="1" i="1" dirty="0">
                <a:solidFill>
                  <a:srgbClr val="FF0000"/>
                </a:solidFill>
              </a:rPr>
              <a:t>web</a:t>
            </a:r>
            <a:r>
              <a:rPr lang="en" sz="1400" dirty="0"/>
              <a:t> of </a:t>
            </a:r>
            <a:r>
              <a:rPr lang="en" sz="1400" i="1" dirty="0"/>
              <a:t>hypertext documents</a:t>
            </a:r>
            <a:endParaRPr sz="1400" dirty="0"/>
          </a:p>
          <a:p>
            <a:pPr marL="914400" lvl="1" indent="-304800" algn="l" rtl="0">
              <a:lnSpc>
                <a:spcPct val="115000"/>
              </a:lnSpc>
              <a:spcBef>
                <a:spcPts val="0"/>
              </a:spcBef>
              <a:spcAft>
                <a:spcPts val="0"/>
              </a:spcAft>
              <a:buSzPts val="1200"/>
              <a:buChar char="○"/>
            </a:pPr>
            <a:r>
              <a:rPr lang="en" sz="1200" dirty="0"/>
              <a:t>A </a:t>
            </a:r>
            <a:r>
              <a:rPr lang="en" sz="1200" b="1" i="1" dirty="0">
                <a:solidFill>
                  <a:srgbClr val="FF0000"/>
                </a:solidFill>
              </a:rPr>
              <a:t>hypertext document</a:t>
            </a:r>
            <a:r>
              <a:rPr lang="en" sz="1200" b="1" dirty="0"/>
              <a:t> </a:t>
            </a:r>
            <a:r>
              <a:rPr lang="en" sz="1200" dirty="0"/>
              <a:t>is a document that contains links to other documents</a:t>
            </a:r>
            <a:endParaRPr sz="700" dirty="0"/>
          </a:p>
          <a:p>
            <a:pPr marL="457200" lvl="0" indent="-317500" algn="l" rtl="0">
              <a:lnSpc>
                <a:spcPct val="115000"/>
              </a:lnSpc>
              <a:spcBef>
                <a:spcPts val="1000"/>
              </a:spcBef>
              <a:spcAft>
                <a:spcPts val="0"/>
              </a:spcAft>
              <a:buSzPts val="1400"/>
              <a:buChar char="●"/>
            </a:pPr>
            <a:r>
              <a:rPr lang="en" sz="1400" dirty="0"/>
              <a:t>The Hypertext Transfer Protocol (</a:t>
            </a:r>
            <a:r>
              <a:rPr lang="en" sz="1400" b="1" i="1" dirty="0">
                <a:solidFill>
                  <a:srgbClr val="FF0000"/>
                </a:solidFill>
              </a:rPr>
              <a:t>HTTP</a:t>
            </a:r>
            <a:r>
              <a:rPr lang="en" sz="1400" dirty="0"/>
              <a:t>) defines several different methods that a client can call on a server</a:t>
            </a:r>
            <a:endParaRPr sz="700" dirty="0"/>
          </a:p>
          <a:p>
            <a:pPr marL="914400" lvl="1" indent="-304800" algn="l" rtl="0">
              <a:lnSpc>
                <a:spcPct val="115000"/>
              </a:lnSpc>
              <a:spcBef>
                <a:spcPts val="0"/>
              </a:spcBef>
              <a:spcAft>
                <a:spcPts val="0"/>
              </a:spcAft>
              <a:buSzPts val="1200"/>
              <a:buChar char="○"/>
            </a:pPr>
            <a:r>
              <a:rPr lang="en" sz="1200" dirty="0"/>
              <a:t>These include operations like </a:t>
            </a:r>
            <a:r>
              <a:rPr lang="en" sz="1200" dirty="0">
                <a:highlight>
                  <a:srgbClr val="FFFF00"/>
                </a:highlight>
              </a:rPr>
              <a:t>GET, POST, and DELETE</a:t>
            </a:r>
            <a:endParaRPr sz="700" dirty="0">
              <a:highlight>
                <a:srgbClr val="FFFF00"/>
              </a:highlight>
            </a:endParaRPr>
          </a:p>
          <a:p>
            <a:pPr marL="914400" lvl="1" indent="-304800" algn="l" rtl="0">
              <a:lnSpc>
                <a:spcPct val="115000"/>
              </a:lnSpc>
              <a:spcBef>
                <a:spcPts val="0"/>
              </a:spcBef>
              <a:spcAft>
                <a:spcPts val="0"/>
              </a:spcAft>
              <a:buSzPts val="1200"/>
              <a:buChar char="○"/>
            </a:pPr>
            <a:r>
              <a:rPr lang="en" sz="1200" dirty="0"/>
              <a:t>The </a:t>
            </a:r>
            <a:r>
              <a:rPr lang="en" sz="1200" b="1" i="1" dirty="0">
                <a:solidFill>
                  <a:srgbClr val="FF0000"/>
                </a:solidFill>
              </a:rPr>
              <a:t>client</a:t>
            </a:r>
            <a:r>
              <a:rPr lang="en" sz="1200" dirty="0"/>
              <a:t> </a:t>
            </a:r>
            <a:r>
              <a:rPr lang="en" sz="1200" i="1" dirty="0"/>
              <a:t>always</a:t>
            </a:r>
            <a:r>
              <a:rPr lang="en" sz="1200" dirty="0"/>
              <a:t> initiates communication by sending the </a:t>
            </a:r>
            <a:r>
              <a:rPr lang="en" sz="1200" b="1" i="1" dirty="0">
                <a:solidFill>
                  <a:srgbClr val="FF0000"/>
                </a:solidFill>
              </a:rPr>
              <a:t>server</a:t>
            </a:r>
            <a:r>
              <a:rPr lang="en" sz="1200" dirty="0"/>
              <a:t> a request</a:t>
            </a:r>
            <a:endParaRPr sz="700" dirty="0"/>
          </a:p>
          <a:p>
            <a:pPr marL="914400" lvl="1" indent="-304800" algn="l" rtl="0">
              <a:lnSpc>
                <a:spcPct val="115000"/>
              </a:lnSpc>
              <a:spcBef>
                <a:spcPts val="0"/>
              </a:spcBef>
              <a:spcAft>
                <a:spcPts val="0"/>
              </a:spcAft>
              <a:buSzPts val="1200"/>
              <a:buChar char="○"/>
            </a:pPr>
            <a:r>
              <a:rPr lang="en" sz="1200" dirty="0"/>
              <a:t>The server </a:t>
            </a:r>
            <a:r>
              <a:rPr lang="en" sz="1200" b="1" i="1" dirty="0">
                <a:solidFill>
                  <a:srgbClr val="FF0000"/>
                </a:solidFill>
              </a:rPr>
              <a:t>always</a:t>
            </a:r>
            <a:r>
              <a:rPr lang="en" sz="1200" dirty="0"/>
              <a:t> responds</a:t>
            </a:r>
            <a:endParaRPr sz="700" dirty="0"/>
          </a:p>
        </p:txBody>
      </p:sp>
      <p:sp>
        <p:nvSpPr>
          <p:cNvPr id="433" name="Google Shape;433;p4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14</a:t>
            </a:fld>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29"/>
                                        </p:tgtEl>
                                        <p:attrNameLst>
                                          <p:attrName>style.visibility</p:attrName>
                                        </p:attrNameLst>
                                      </p:cBhvr>
                                      <p:to>
                                        <p:strVal val="visible"/>
                                      </p:to>
                                    </p:set>
                                    <p:animEffect transition="in" filter="fade">
                                      <p:cBhvr>
                                        <p:cTn id="7" dur="1000"/>
                                        <p:tgtEl>
                                          <p:spTgt spid="42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30"/>
                                        </p:tgtEl>
                                        <p:attrNameLst>
                                          <p:attrName>style.visibility</p:attrName>
                                        </p:attrNameLst>
                                      </p:cBhvr>
                                      <p:to>
                                        <p:strVal val="visible"/>
                                      </p:to>
                                    </p:set>
                                    <p:animEffect transition="in" filter="fade">
                                      <p:cBhvr>
                                        <p:cTn id="12" dur="1000"/>
                                        <p:tgtEl>
                                          <p:spTgt spid="4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437"/>
        <p:cNvGrpSpPr/>
        <p:nvPr/>
      </p:nvGrpSpPr>
      <p:grpSpPr>
        <a:xfrm>
          <a:off x="0" y="0"/>
          <a:ext cx="0" cy="0"/>
          <a:chOff x="0" y="0"/>
          <a:chExt cx="0" cy="0"/>
        </a:xfrm>
      </p:grpSpPr>
      <p:cxnSp>
        <p:nvCxnSpPr>
          <p:cNvPr id="438" name="Google Shape;438;p46"/>
          <p:cNvCxnSpPr>
            <a:stCxn id="439" idx="0"/>
            <a:endCxn id="440" idx="2"/>
          </p:cNvCxnSpPr>
          <p:nvPr/>
        </p:nvCxnSpPr>
        <p:spPr>
          <a:xfrm rot="5400000" flipH="1">
            <a:off x="6133695" y="2889167"/>
            <a:ext cx="1459800" cy="1190700"/>
          </a:xfrm>
          <a:prstGeom prst="bentConnector3">
            <a:avLst>
              <a:gd name="adj1" fmla="val 90486"/>
            </a:avLst>
          </a:prstGeom>
          <a:noFill/>
          <a:ln w="19050" cap="flat" cmpd="sng">
            <a:solidFill>
              <a:srgbClr val="FF0000"/>
            </a:solidFill>
            <a:prstDash val="solid"/>
            <a:miter lim="800000"/>
            <a:headEnd type="none" w="sm" len="sm"/>
            <a:tailEnd type="none" w="sm" len="sm"/>
          </a:ln>
        </p:spPr>
      </p:cxnSp>
      <p:sp>
        <p:nvSpPr>
          <p:cNvPr id="441" name="Google Shape;441;p46"/>
          <p:cNvSpPr txBox="1">
            <a:spLocks noGrp="1"/>
          </p:cNvSpPr>
          <p:nvPr>
            <p:ph type="title"/>
          </p:nvPr>
        </p:nvSpPr>
        <p:spPr>
          <a:xfrm>
            <a:off x="311725" y="43725"/>
            <a:ext cx="8520600" cy="623700"/>
          </a:xfrm>
          <a:prstGeom prst="rect">
            <a:avLst/>
          </a:prstGeom>
          <a:noFill/>
          <a:ln>
            <a:noFill/>
          </a:ln>
        </p:spPr>
        <p:txBody>
          <a:bodyPr spcFirstLastPara="1" wrap="square" lIns="68575" tIns="34275" rIns="68575" bIns="34275" anchor="ctr" anchorCtr="0">
            <a:normAutofit/>
          </a:bodyPr>
          <a:lstStyle/>
          <a:p>
            <a:pPr marL="0" lvl="0" indent="0" algn="l" rtl="0">
              <a:lnSpc>
                <a:spcPct val="90000"/>
              </a:lnSpc>
              <a:spcBef>
                <a:spcPts val="0"/>
              </a:spcBef>
              <a:spcAft>
                <a:spcPts val="0"/>
              </a:spcAft>
              <a:buClr>
                <a:schemeClr val="dk2"/>
              </a:buClr>
              <a:buSzPts val="3300"/>
              <a:buFont typeface="Calibri"/>
              <a:buNone/>
            </a:pPr>
            <a:r>
              <a:rPr lang="en"/>
              <a:t>URLs</a:t>
            </a:r>
            <a:endParaRPr/>
          </a:p>
        </p:txBody>
      </p:sp>
      <p:sp>
        <p:nvSpPr>
          <p:cNvPr id="442" name="Google Shape;442;p46"/>
          <p:cNvSpPr txBox="1">
            <a:spLocks noGrp="1"/>
          </p:cNvSpPr>
          <p:nvPr>
            <p:ph type="body" idx="4294967295"/>
          </p:nvPr>
        </p:nvSpPr>
        <p:spPr>
          <a:xfrm>
            <a:off x="340650" y="1427579"/>
            <a:ext cx="8449200" cy="924600"/>
          </a:xfrm>
          <a:prstGeom prst="rect">
            <a:avLst/>
          </a:prstGeom>
          <a:noFill/>
          <a:ln>
            <a:noFill/>
          </a:ln>
        </p:spPr>
        <p:txBody>
          <a:bodyPr spcFirstLastPara="1" wrap="square" lIns="68575" tIns="34275" rIns="68575" bIns="34275" anchor="t" anchorCtr="0">
            <a:noAutofit/>
          </a:bodyPr>
          <a:lstStyle/>
          <a:p>
            <a:pPr marL="457200" lvl="0" indent="-342582" algn="l" rtl="0">
              <a:lnSpc>
                <a:spcPct val="80000"/>
              </a:lnSpc>
              <a:spcBef>
                <a:spcPts val="0"/>
              </a:spcBef>
              <a:spcAft>
                <a:spcPts val="0"/>
              </a:spcAft>
              <a:buClr>
                <a:schemeClr val="dk1"/>
              </a:buClr>
              <a:buSzPts val="1395"/>
              <a:buChar char="●"/>
            </a:pPr>
            <a:r>
              <a:rPr lang="en" sz="1302" dirty="0"/>
              <a:t>A Uniform Resource Locator (</a:t>
            </a:r>
            <a:r>
              <a:rPr lang="en" sz="1302" b="1" i="1" dirty="0">
                <a:solidFill>
                  <a:srgbClr val="FF0000"/>
                </a:solidFill>
              </a:rPr>
              <a:t>URL</a:t>
            </a:r>
            <a:r>
              <a:rPr lang="en" sz="1302" dirty="0"/>
              <a:t>) defines the unique location of a resource on the web in the following way:</a:t>
            </a:r>
            <a:endParaRPr sz="1302" dirty="0"/>
          </a:p>
          <a:p>
            <a:pPr marL="876300" lvl="1" indent="-286861" algn="l" rtl="0">
              <a:lnSpc>
                <a:spcPct val="80000"/>
              </a:lnSpc>
              <a:spcBef>
                <a:spcPts val="0"/>
              </a:spcBef>
              <a:spcAft>
                <a:spcPts val="0"/>
              </a:spcAft>
              <a:buClr>
                <a:schemeClr val="dk1"/>
              </a:buClr>
              <a:buSzPts val="1118"/>
              <a:buChar char="○"/>
            </a:pPr>
            <a:r>
              <a:rPr lang="en" sz="1117" dirty="0">
                <a:latin typeface="Courier New"/>
                <a:ea typeface="Courier New"/>
                <a:cs typeface="Courier New"/>
                <a:sym typeface="Courier New"/>
              </a:rPr>
              <a:t>service://host:port/file and resource details</a:t>
            </a:r>
            <a:endParaRPr sz="1117" dirty="0"/>
          </a:p>
          <a:p>
            <a:pPr marL="457200" lvl="0" indent="-342582" algn="l" rtl="0">
              <a:lnSpc>
                <a:spcPct val="80000"/>
              </a:lnSpc>
              <a:spcBef>
                <a:spcPts val="1000"/>
              </a:spcBef>
              <a:spcAft>
                <a:spcPts val="0"/>
              </a:spcAft>
              <a:buClr>
                <a:schemeClr val="dk1"/>
              </a:buClr>
              <a:buSzPts val="1395"/>
              <a:buChar char="●"/>
            </a:pPr>
            <a:r>
              <a:rPr lang="en" sz="1302" dirty="0"/>
              <a:t>For example:</a:t>
            </a:r>
            <a:endParaRPr sz="1302" dirty="0"/>
          </a:p>
          <a:p>
            <a:pPr marL="279400" lvl="0" indent="-165100" algn="l" rtl="0">
              <a:lnSpc>
                <a:spcPct val="80000"/>
              </a:lnSpc>
              <a:spcBef>
                <a:spcPts val="800"/>
              </a:spcBef>
              <a:spcAft>
                <a:spcPts val="1600"/>
              </a:spcAft>
              <a:buClr>
                <a:schemeClr val="dk1"/>
              </a:buClr>
              <a:buSzPts val="1758"/>
              <a:buFont typeface="Calibri"/>
              <a:buNone/>
            </a:pPr>
            <a:endParaRPr sz="1302" dirty="0"/>
          </a:p>
        </p:txBody>
      </p:sp>
      <p:sp>
        <p:nvSpPr>
          <p:cNvPr id="443" name="Google Shape;443;p46"/>
          <p:cNvSpPr txBox="1"/>
          <p:nvPr/>
        </p:nvSpPr>
        <p:spPr>
          <a:xfrm>
            <a:off x="515594" y="2308768"/>
            <a:ext cx="8274300" cy="517500"/>
          </a:xfrm>
          <a:prstGeom prst="rect">
            <a:avLst/>
          </a:prstGeom>
          <a:noFill/>
          <a:ln>
            <a:noFill/>
          </a:ln>
        </p:spPr>
        <p:txBody>
          <a:bodyPr spcFirstLastPara="1" wrap="square" lIns="91425" tIns="91425" rIns="91425" bIns="91425" anchor="ctr" anchorCtr="0">
            <a:noAutofit/>
          </a:bodyPr>
          <a:lstStyle/>
          <a:p>
            <a:pPr marL="0" marR="0" lvl="0" indent="0" algn="l" rtl="0">
              <a:lnSpc>
                <a:spcPct val="115000"/>
              </a:lnSpc>
              <a:spcBef>
                <a:spcPts val="0"/>
              </a:spcBef>
              <a:spcAft>
                <a:spcPts val="0"/>
              </a:spcAft>
              <a:buNone/>
            </a:pPr>
            <a:r>
              <a:rPr lang="en" sz="1800">
                <a:solidFill>
                  <a:schemeClr val="dk1"/>
                </a:solidFill>
                <a:latin typeface="Courier New"/>
                <a:ea typeface="Courier New"/>
                <a:cs typeface="Courier New"/>
                <a:sym typeface="Courier New"/>
              </a:rPr>
              <a:t>http://www.se.rit.edu:80/~gcis-124/StyleExample.java</a:t>
            </a:r>
            <a:endParaRPr sz="1800">
              <a:solidFill>
                <a:schemeClr val="dk1"/>
              </a:solidFill>
              <a:latin typeface="Calibri"/>
              <a:ea typeface="Calibri"/>
              <a:cs typeface="Calibri"/>
              <a:sym typeface="Calibri"/>
            </a:endParaRPr>
          </a:p>
        </p:txBody>
      </p:sp>
      <p:sp>
        <p:nvSpPr>
          <p:cNvPr id="444" name="Google Shape;444;p46"/>
          <p:cNvSpPr txBox="1"/>
          <p:nvPr/>
        </p:nvSpPr>
        <p:spPr>
          <a:xfrm>
            <a:off x="215447" y="3008992"/>
            <a:ext cx="2923500" cy="9246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spcBef>
                <a:spcPts val="0"/>
              </a:spcBef>
              <a:spcAft>
                <a:spcPts val="0"/>
              </a:spcAft>
              <a:buNone/>
            </a:pPr>
            <a:r>
              <a:rPr lang="en">
                <a:solidFill>
                  <a:schemeClr val="dk1"/>
                </a:solidFill>
                <a:latin typeface="Arial"/>
                <a:ea typeface="Arial"/>
                <a:cs typeface="Arial"/>
                <a:sym typeface="Arial"/>
              </a:rPr>
              <a:t>The </a:t>
            </a:r>
            <a:r>
              <a:rPr lang="en" i="1">
                <a:solidFill>
                  <a:schemeClr val="dk1"/>
                </a:solidFill>
                <a:latin typeface="Arial"/>
                <a:ea typeface="Arial"/>
                <a:cs typeface="Arial"/>
                <a:sym typeface="Arial"/>
              </a:rPr>
              <a:t>service</a:t>
            </a:r>
            <a:r>
              <a:rPr lang="en">
                <a:solidFill>
                  <a:schemeClr val="dk1"/>
                </a:solidFill>
                <a:latin typeface="Arial"/>
                <a:ea typeface="Arial"/>
                <a:cs typeface="Arial"/>
                <a:sym typeface="Arial"/>
              </a:rPr>
              <a:t> or </a:t>
            </a:r>
            <a:r>
              <a:rPr lang="en" i="1">
                <a:solidFill>
                  <a:schemeClr val="dk1"/>
                </a:solidFill>
                <a:latin typeface="Arial"/>
                <a:ea typeface="Arial"/>
                <a:cs typeface="Arial"/>
                <a:sym typeface="Arial"/>
              </a:rPr>
              <a:t>protocol </a:t>
            </a:r>
            <a:r>
              <a:rPr lang="en">
                <a:solidFill>
                  <a:schemeClr val="dk1"/>
                </a:solidFill>
                <a:latin typeface="Arial"/>
                <a:ea typeface="Arial"/>
                <a:cs typeface="Arial"/>
                <a:sym typeface="Arial"/>
              </a:rPr>
              <a:t>used to access the resource. In this case, HTTP (hypertext transfer protocol).</a:t>
            </a:r>
            <a:endParaRPr>
              <a:solidFill>
                <a:schemeClr val="dk1"/>
              </a:solidFill>
              <a:latin typeface="Arial"/>
              <a:ea typeface="Arial"/>
              <a:cs typeface="Arial"/>
              <a:sym typeface="Arial"/>
            </a:endParaRPr>
          </a:p>
        </p:txBody>
      </p:sp>
      <p:sp>
        <p:nvSpPr>
          <p:cNvPr id="445" name="Google Shape;445;p46"/>
          <p:cNvSpPr txBox="1"/>
          <p:nvPr/>
        </p:nvSpPr>
        <p:spPr>
          <a:xfrm>
            <a:off x="1739475" y="4253025"/>
            <a:ext cx="3235500" cy="572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spcBef>
                <a:spcPts val="0"/>
              </a:spcBef>
              <a:spcAft>
                <a:spcPts val="0"/>
              </a:spcAft>
              <a:buNone/>
            </a:pPr>
            <a:r>
              <a:rPr lang="en">
                <a:solidFill>
                  <a:schemeClr val="dk1"/>
                </a:solidFill>
                <a:latin typeface="Arial"/>
                <a:ea typeface="Arial"/>
                <a:cs typeface="Arial"/>
                <a:sym typeface="Arial"/>
              </a:rPr>
              <a:t>The hostname (or IP address) of the machine that provides the resource.</a:t>
            </a:r>
            <a:endParaRPr>
              <a:solidFill>
                <a:schemeClr val="dk1"/>
              </a:solidFill>
              <a:latin typeface="Arial"/>
              <a:ea typeface="Arial"/>
              <a:cs typeface="Arial"/>
              <a:sym typeface="Arial"/>
            </a:endParaRPr>
          </a:p>
        </p:txBody>
      </p:sp>
      <p:sp>
        <p:nvSpPr>
          <p:cNvPr id="446" name="Google Shape;446;p46"/>
          <p:cNvSpPr txBox="1"/>
          <p:nvPr/>
        </p:nvSpPr>
        <p:spPr>
          <a:xfrm>
            <a:off x="3828307" y="3008992"/>
            <a:ext cx="3346200" cy="9246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spcBef>
                <a:spcPts val="0"/>
              </a:spcBef>
              <a:spcAft>
                <a:spcPts val="0"/>
              </a:spcAft>
              <a:buNone/>
            </a:pPr>
            <a:r>
              <a:rPr lang="en">
                <a:solidFill>
                  <a:schemeClr val="dk1"/>
                </a:solidFill>
                <a:latin typeface="Arial"/>
                <a:ea typeface="Arial"/>
                <a:cs typeface="Arial"/>
                <a:sym typeface="Arial"/>
              </a:rPr>
              <a:t>The </a:t>
            </a:r>
            <a:r>
              <a:rPr lang="en" i="1">
                <a:solidFill>
                  <a:schemeClr val="dk1"/>
                </a:solidFill>
                <a:latin typeface="Arial"/>
                <a:ea typeface="Arial"/>
                <a:cs typeface="Arial"/>
                <a:sym typeface="Arial"/>
              </a:rPr>
              <a:t>port number</a:t>
            </a:r>
            <a:r>
              <a:rPr lang="en">
                <a:solidFill>
                  <a:schemeClr val="dk1"/>
                </a:solidFill>
                <a:latin typeface="Arial"/>
                <a:ea typeface="Arial"/>
                <a:cs typeface="Arial"/>
                <a:sym typeface="Arial"/>
              </a:rPr>
              <a:t>  to connect to.  Computers may listen for requests on many different ports numbered 0-65,535.</a:t>
            </a:r>
            <a:endParaRPr>
              <a:solidFill>
                <a:schemeClr val="dk1"/>
              </a:solidFill>
              <a:latin typeface="Arial"/>
              <a:ea typeface="Arial"/>
              <a:cs typeface="Arial"/>
              <a:sym typeface="Arial"/>
            </a:endParaRPr>
          </a:p>
        </p:txBody>
      </p:sp>
      <p:sp>
        <p:nvSpPr>
          <p:cNvPr id="439" name="Google Shape;439;p46"/>
          <p:cNvSpPr txBox="1"/>
          <p:nvPr/>
        </p:nvSpPr>
        <p:spPr>
          <a:xfrm>
            <a:off x="6127995" y="4214417"/>
            <a:ext cx="2661900" cy="572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spcBef>
                <a:spcPts val="0"/>
              </a:spcBef>
              <a:spcAft>
                <a:spcPts val="0"/>
              </a:spcAft>
              <a:buNone/>
            </a:pPr>
            <a:r>
              <a:rPr lang="en">
                <a:solidFill>
                  <a:schemeClr val="dk1"/>
                </a:solidFill>
                <a:latin typeface="Arial"/>
                <a:ea typeface="Arial"/>
                <a:cs typeface="Arial"/>
                <a:sym typeface="Arial"/>
              </a:rPr>
              <a:t>The path to the resource being requested from the server.</a:t>
            </a:r>
            <a:endParaRPr>
              <a:solidFill>
                <a:schemeClr val="dk1"/>
              </a:solidFill>
              <a:latin typeface="Arial"/>
              <a:ea typeface="Arial"/>
              <a:cs typeface="Arial"/>
              <a:sym typeface="Arial"/>
            </a:endParaRPr>
          </a:p>
        </p:txBody>
      </p:sp>
      <p:sp>
        <p:nvSpPr>
          <p:cNvPr id="447" name="Google Shape;447;p46"/>
          <p:cNvSpPr/>
          <p:nvPr/>
        </p:nvSpPr>
        <p:spPr>
          <a:xfrm>
            <a:off x="515594" y="2427705"/>
            <a:ext cx="666300" cy="330900"/>
          </a:xfrm>
          <a:prstGeom prst="rect">
            <a:avLst/>
          </a:prstGeom>
          <a:noFill/>
          <a:ln w="19050" cap="flat" cmpd="sng">
            <a:solidFill>
              <a:srgbClr val="FF0000"/>
            </a:solidFill>
            <a:prstDash val="solid"/>
            <a:miter lim="800000"/>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448" name="Google Shape;448;p46"/>
          <p:cNvSpPr/>
          <p:nvPr/>
        </p:nvSpPr>
        <p:spPr>
          <a:xfrm>
            <a:off x="1547298" y="2427375"/>
            <a:ext cx="1963200" cy="330900"/>
          </a:xfrm>
          <a:prstGeom prst="rect">
            <a:avLst/>
          </a:prstGeom>
          <a:noFill/>
          <a:ln w="19050" cap="flat" cmpd="sng">
            <a:solidFill>
              <a:srgbClr val="FF0000"/>
            </a:solidFill>
            <a:prstDash val="solid"/>
            <a:miter lim="800000"/>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449" name="Google Shape;449;p46"/>
          <p:cNvSpPr/>
          <p:nvPr/>
        </p:nvSpPr>
        <p:spPr>
          <a:xfrm>
            <a:off x="3607175" y="2427705"/>
            <a:ext cx="286500" cy="330900"/>
          </a:xfrm>
          <a:prstGeom prst="rect">
            <a:avLst/>
          </a:prstGeom>
          <a:noFill/>
          <a:ln w="19050" cap="flat" cmpd="sng">
            <a:solidFill>
              <a:srgbClr val="FF0000"/>
            </a:solidFill>
            <a:prstDash val="solid"/>
            <a:miter lim="800000"/>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cxnSp>
        <p:nvCxnSpPr>
          <p:cNvPr id="450" name="Google Shape;450;p46"/>
          <p:cNvCxnSpPr>
            <a:stCxn id="444" idx="0"/>
            <a:endCxn id="447" idx="2"/>
          </p:cNvCxnSpPr>
          <p:nvPr/>
        </p:nvCxnSpPr>
        <p:spPr>
          <a:xfrm rot="5400000" flipH="1">
            <a:off x="1137647" y="2469442"/>
            <a:ext cx="250500" cy="828600"/>
          </a:xfrm>
          <a:prstGeom prst="bentConnector3">
            <a:avLst>
              <a:gd name="adj1" fmla="val 50000"/>
            </a:avLst>
          </a:prstGeom>
          <a:noFill/>
          <a:ln w="19050" cap="flat" cmpd="sng">
            <a:solidFill>
              <a:srgbClr val="FF0000"/>
            </a:solidFill>
            <a:prstDash val="solid"/>
            <a:miter lim="800000"/>
            <a:headEnd type="none" w="sm" len="sm"/>
            <a:tailEnd type="none" w="sm" len="sm"/>
          </a:ln>
        </p:spPr>
      </p:cxnSp>
      <p:cxnSp>
        <p:nvCxnSpPr>
          <p:cNvPr id="451" name="Google Shape;451;p46"/>
          <p:cNvCxnSpPr>
            <a:stCxn id="445" idx="0"/>
            <a:endCxn id="448" idx="2"/>
          </p:cNvCxnSpPr>
          <p:nvPr/>
        </p:nvCxnSpPr>
        <p:spPr>
          <a:xfrm rot="5400000" flipH="1">
            <a:off x="2195775" y="3091575"/>
            <a:ext cx="1494600" cy="828300"/>
          </a:xfrm>
          <a:prstGeom prst="bentConnector3">
            <a:avLst>
              <a:gd name="adj1" fmla="val 92684"/>
            </a:avLst>
          </a:prstGeom>
          <a:noFill/>
          <a:ln w="19050" cap="flat" cmpd="sng">
            <a:solidFill>
              <a:srgbClr val="FF0000"/>
            </a:solidFill>
            <a:prstDash val="solid"/>
            <a:miter lim="800000"/>
            <a:headEnd type="none" w="sm" len="sm"/>
            <a:tailEnd type="none" w="sm" len="sm"/>
          </a:ln>
        </p:spPr>
      </p:cxnSp>
      <p:cxnSp>
        <p:nvCxnSpPr>
          <p:cNvPr id="452" name="Google Shape;452;p46"/>
          <p:cNvCxnSpPr>
            <a:stCxn id="446" idx="0"/>
            <a:endCxn id="449" idx="2"/>
          </p:cNvCxnSpPr>
          <p:nvPr/>
        </p:nvCxnSpPr>
        <p:spPr>
          <a:xfrm rot="5400000" flipH="1">
            <a:off x="4500607" y="2008192"/>
            <a:ext cx="250500" cy="1751100"/>
          </a:xfrm>
          <a:prstGeom prst="bentConnector3">
            <a:avLst>
              <a:gd name="adj1" fmla="val 49977"/>
            </a:avLst>
          </a:prstGeom>
          <a:noFill/>
          <a:ln w="19050" cap="flat" cmpd="sng">
            <a:solidFill>
              <a:srgbClr val="FF0000"/>
            </a:solidFill>
            <a:prstDash val="solid"/>
            <a:miter lim="800000"/>
            <a:headEnd type="none" w="sm" len="sm"/>
            <a:tailEnd type="none" w="sm" len="sm"/>
          </a:ln>
        </p:spPr>
      </p:cxnSp>
      <p:sp>
        <p:nvSpPr>
          <p:cNvPr id="453" name="Google Shape;453;p4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15</a:t>
            </a:fld>
            <a:endParaRPr/>
          </a:p>
        </p:txBody>
      </p:sp>
      <p:sp>
        <p:nvSpPr>
          <p:cNvPr id="440" name="Google Shape;440;p46"/>
          <p:cNvSpPr/>
          <p:nvPr/>
        </p:nvSpPr>
        <p:spPr>
          <a:xfrm>
            <a:off x="3954150" y="2423700"/>
            <a:ext cx="4628400" cy="330900"/>
          </a:xfrm>
          <a:prstGeom prst="rect">
            <a:avLst/>
          </a:prstGeom>
          <a:noFill/>
          <a:ln w="19050" cap="flat" cmpd="sng">
            <a:solidFill>
              <a:srgbClr val="FF0000"/>
            </a:solidFill>
            <a:prstDash val="solid"/>
            <a:miter lim="800000"/>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42">
                                            <p:txEl>
                                              <p:pRg st="0" end="0"/>
                                            </p:txEl>
                                          </p:spTgt>
                                        </p:tgtEl>
                                        <p:attrNameLst>
                                          <p:attrName>style.visibility</p:attrName>
                                        </p:attrNameLst>
                                      </p:cBhvr>
                                      <p:to>
                                        <p:strVal val="visible"/>
                                      </p:to>
                                    </p:set>
                                    <p:animEffect transition="in" filter="fade">
                                      <p:cBhvr>
                                        <p:cTn id="7" dur="1000"/>
                                        <p:tgtEl>
                                          <p:spTgt spid="44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42">
                                            <p:txEl>
                                              <p:pRg st="1" end="1"/>
                                            </p:txEl>
                                          </p:spTgt>
                                        </p:tgtEl>
                                        <p:attrNameLst>
                                          <p:attrName>style.visibility</p:attrName>
                                        </p:attrNameLst>
                                      </p:cBhvr>
                                      <p:to>
                                        <p:strVal val="visible"/>
                                      </p:to>
                                    </p:set>
                                    <p:animEffect transition="in" filter="fade">
                                      <p:cBhvr>
                                        <p:cTn id="12" dur="1000"/>
                                        <p:tgtEl>
                                          <p:spTgt spid="442">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42">
                                            <p:txEl>
                                              <p:pRg st="2" end="2"/>
                                            </p:txEl>
                                          </p:spTgt>
                                        </p:tgtEl>
                                        <p:attrNameLst>
                                          <p:attrName>style.visibility</p:attrName>
                                        </p:attrNameLst>
                                      </p:cBhvr>
                                      <p:to>
                                        <p:strVal val="visible"/>
                                      </p:to>
                                    </p:set>
                                    <p:animEffect transition="in" filter="fade">
                                      <p:cBhvr>
                                        <p:cTn id="17" dur="1000"/>
                                        <p:tgtEl>
                                          <p:spTgt spid="442">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442">
                                            <p:txEl>
                                              <p:pRg st="3" end="3"/>
                                            </p:txEl>
                                          </p:spTgt>
                                        </p:tgtEl>
                                        <p:attrNameLst>
                                          <p:attrName>style.visibility</p:attrName>
                                        </p:attrNameLst>
                                      </p:cBhvr>
                                      <p:to>
                                        <p:strVal val="visible"/>
                                      </p:to>
                                    </p:set>
                                    <p:animEffect transition="in" filter="fade">
                                      <p:cBhvr>
                                        <p:cTn id="22" dur="1000"/>
                                        <p:tgtEl>
                                          <p:spTgt spid="442">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443"/>
                                        </p:tgtEl>
                                        <p:attrNameLst>
                                          <p:attrName>style.visibility</p:attrName>
                                        </p:attrNameLst>
                                      </p:cBhvr>
                                      <p:to>
                                        <p:strVal val="visible"/>
                                      </p:to>
                                    </p:set>
                                    <p:animEffect transition="in" filter="fade">
                                      <p:cBhvr>
                                        <p:cTn id="27" dur="1000"/>
                                        <p:tgtEl>
                                          <p:spTgt spid="44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444"/>
                                        </p:tgtEl>
                                        <p:attrNameLst>
                                          <p:attrName>style.visibility</p:attrName>
                                        </p:attrNameLst>
                                      </p:cBhvr>
                                      <p:to>
                                        <p:strVal val="visible"/>
                                      </p:to>
                                    </p:set>
                                    <p:animEffect transition="in" filter="fade">
                                      <p:cBhvr>
                                        <p:cTn id="32" dur="1000"/>
                                        <p:tgtEl>
                                          <p:spTgt spid="444"/>
                                        </p:tgtEl>
                                      </p:cBhvr>
                                    </p:animEffect>
                                  </p:childTnLst>
                                </p:cTn>
                              </p:par>
                              <p:par>
                                <p:cTn id="33" presetID="10" presetClass="entr" presetSubtype="0" fill="hold" nodeType="withEffect">
                                  <p:stCondLst>
                                    <p:cond delay="0"/>
                                  </p:stCondLst>
                                  <p:childTnLst>
                                    <p:set>
                                      <p:cBhvr>
                                        <p:cTn id="34" dur="1" fill="hold">
                                          <p:stCondLst>
                                            <p:cond delay="0"/>
                                          </p:stCondLst>
                                        </p:cTn>
                                        <p:tgtEl>
                                          <p:spTgt spid="450"/>
                                        </p:tgtEl>
                                        <p:attrNameLst>
                                          <p:attrName>style.visibility</p:attrName>
                                        </p:attrNameLst>
                                      </p:cBhvr>
                                      <p:to>
                                        <p:strVal val="visible"/>
                                      </p:to>
                                    </p:set>
                                    <p:animEffect transition="in" filter="fade">
                                      <p:cBhvr>
                                        <p:cTn id="35" dur="1000"/>
                                        <p:tgtEl>
                                          <p:spTgt spid="450"/>
                                        </p:tgtEl>
                                      </p:cBhvr>
                                    </p:animEffect>
                                  </p:childTnLst>
                                </p:cTn>
                              </p:par>
                              <p:par>
                                <p:cTn id="36" presetID="10" presetClass="entr" presetSubtype="0" fill="hold" nodeType="withEffect">
                                  <p:stCondLst>
                                    <p:cond delay="0"/>
                                  </p:stCondLst>
                                  <p:childTnLst>
                                    <p:set>
                                      <p:cBhvr>
                                        <p:cTn id="37" dur="1" fill="hold">
                                          <p:stCondLst>
                                            <p:cond delay="0"/>
                                          </p:stCondLst>
                                        </p:cTn>
                                        <p:tgtEl>
                                          <p:spTgt spid="447"/>
                                        </p:tgtEl>
                                        <p:attrNameLst>
                                          <p:attrName>style.visibility</p:attrName>
                                        </p:attrNameLst>
                                      </p:cBhvr>
                                      <p:to>
                                        <p:strVal val="visible"/>
                                      </p:to>
                                    </p:set>
                                    <p:animEffect transition="in" filter="fade">
                                      <p:cBhvr>
                                        <p:cTn id="38" dur="1000"/>
                                        <p:tgtEl>
                                          <p:spTgt spid="447"/>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445"/>
                                        </p:tgtEl>
                                        <p:attrNameLst>
                                          <p:attrName>style.visibility</p:attrName>
                                        </p:attrNameLst>
                                      </p:cBhvr>
                                      <p:to>
                                        <p:strVal val="visible"/>
                                      </p:to>
                                    </p:set>
                                    <p:animEffect transition="in" filter="fade">
                                      <p:cBhvr>
                                        <p:cTn id="43" dur="1000"/>
                                        <p:tgtEl>
                                          <p:spTgt spid="445"/>
                                        </p:tgtEl>
                                      </p:cBhvr>
                                    </p:animEffect>
                                  </p:childTnLst>
                                </p:cTn>
                              </p:par>
                              <p:par>
                                <p:cTn id="44" presetID="10" presetClass="entr" presetSubtype="0" fill="hold" nodeType="withEffect">
                                  <p:stCondLst>
                                    <p:cond delay="0"/>
                                  </p:stCondLst>
                                  <p:childTnLst>
                                    <p:set>
                                      <p:cBhvr>
                                        <p:cTn id="45" dur="1" fill="hold">
                                          <p:stCondLst>
                                            <p:cond delay="0"/>
                                          </p:stCondLst>
                                        </p:cTn>
                                        <p:tgtEl>
                                          <p:spTgt spid="451"/>
                                        </p:tgtEl>
                                        <p:attrNameLst>
                                          <p:attrName>style.visibility</p:attrName>
                                        </p:attrNameLst>
                                      </p:cBhvr>
                                      <p:to>
                                        <p:strVal val="visible"/>
                                      </p:to>
                                    </p:set>
                                    <p:animEffect transition="in" filter="fade">
                                      <p:cBhvr>
                                        <p:cTn id="46" dur="1000"/>
                                        <p:tgtEl>
                                          <p:spTgt spid="451"/>
                                        </p:tgtEl>
                                      </p:cBhvr>
                                    </p:animEffect>
                                  </p:childTnLst>
                                </p:cTn>
                              </p:par>
                              <p:par>
                                <p:cTn id="47" presetID="10" presetClass="entr" presetSubtype="0" fill="hold" nodeType="withEffect">
                                  <p:stCondLst>
                                    <p:cond delay="0"/>
                                  </p:stCondLst>
                                  <p:childTnLst>
                                    <p:set>
                                      <p:cBhvr>
                                        <p:cTn id="48" dur="1" fill="hold">
                                          <p:stCondLst>
                                            <p:cond delay="0"/>
                                          </p:stCondLst>
                                        </p:cTn>
                                        <p:tgtEl>
                                          <p:spTgt spid="448"/>
                                        </p:tgtEl>
                                        <p:attrNameLst>
                                          <p:attrName>style.visibility</p:attrName>
                                        </p:attrNameLst>
                                      </p:cBhvr>
                                      <p:to>
                                        <p:strVal val="visible"/>
                                      </p:to>
                                    </p:set>
                                    <p:animEffect transition="in" filter="fade">
                                      <p:cBhvr>
                                        <p:cTn id="49" dur="1000"/>
                                        <p:tgtEl>
                                          <p:spTgt spid="448"/>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nodeType="clickEffect">
                                  <p:stCondLst>
                                    <p:cond delay="0"/>
                                  </p:stCondLst>
                                  <p:childTnLst>
                                    <p:set>
                                      <p:cBhvr>
                                        <p:cTn id="53" dur="1" fill="hold">
                                          <p:stCondLst>
                                            <p:cond delay="0"/>
                                          </p:stCondLst>
                                        </p:cTn>
                                        <p:tgtEl>
                                          <p:spTgt spid="446"/>
                                        </p:tgtEl>
                                        <p:attrNameLst>
                                          <p:attrName>style.visibility</p:attrName>
                                        </p:attrNameLst>
                                      </p:cBhvr>
                                      <p:to>
                                        <p:strVal val="visible"/>
                                      </p:to>
                                    </p:set>
                                    <p:animEffect transition="in" filter="fade">
                                      <p:cBhvr>
                                        <p:cTn id="54" dur="1000"/>
                                        <p:tgtEl>
                                          <p:spTgt spid="446"/>
                                        </p:tgtEl>
                                      </p:cBhvr>
                                    </p:animEffect>
                                  </p:childTnLst>
                                </p:cTn>
                              </p:par>
                              <p:par>
                                <p:cTn id="55" presetID="10" presetClass="entr" presetSubtype="0" fill="hold" nodeType="withEffect">
                                  <p:stCondLst>
                                    <p:cond delay="0"/>
                                  </p:stCondLst>
                                  <p:childTnLst>
                                    <p:set>
                                      <p:cBhvr>
                                        <p:cTn id="56" dur="1" fill="hold">
                                          <p:stCondLst>
                                            <p:cond delay="0"/>
                                          </p:stCondLst>
                                        </p:cTn>
                                        <p:tgtEl>
                                          <p:spTgt spid="452"/>
                                        </p:tgtEl>
                                        <p:attrNameLst>
                                          <p:attrName>style.visibility</p:attrName>
                                        </p:attrNameLst>
                                      </p:cBhvr>
                                      <p:to>
                                        <p:strVal val="visible"/>
                                      </p:to>
                                    </p:set>
                                    <p:animEffect transition="in" filter="fade">
                                      <p:cBhvr>
                                        <p:cTn id="57" dur="1000"/>
                                        <p:tgtEl>
                                          <p:spTgt spid="452"/>
                                        </p:tgtEl>
                                      </p:cBhvr>
                                    </p:animEffect>
                                  </p:childTnLst>
                                </p:cTn>
                              </p:par>
                              <p:par>
                                <p:cTn id="58" presetID="10" presetClass="entr" presetSubtype="0" fill="hold" nodeType="withEffect">
                                  <p:stCondLst>
                                    <p:cond delay="0"/>
                                  </p:stCondLst>
                                  <p:childTnLst>
                                    <p:set>
                                      <p:cBhvr>
                                        <p:cTn id="59" dur="1" fill="hold">
                                          <p:stCondLst>
                                            <p:cond delay="0"/>
                                          </p:stCondLst>
                                        </p:cTn>
                                        <p:tgtEl>
                                          <p:spTgt spid="449"/>
                                        </p:tgtEl>
                                        <p:attrNameLst>
                                          <p:attrName>style.visibility</p:attrName>
                                        </p:attrNameLst>
                                      </p:cBhvr>
                                      <p:to>
                                        <p:strVal val="visible"/>
                                      </p:to>
                                    </p:set>
                                    <p:animEffect transition="in" filter="fade">
                                      <p:cBhvr>
                                        <p:cTn id="60" dur="1000"/>
                                        <p:tgtEl>
                                          <p:spTgt spid="449"/>
                                        </p:tgtEl>
                                      </p:cBhvr>
                                    </p:animEffect>
                                  </p:childTnLst>
                                </p:cTn>
                              </p:par>
                            </p:childTnLst>
                          </p:cTn>
                        </p:par>
                      </p:childTnLst>
                    </p:cTn>
                  </p:par>
                  <p:par>
                    <p:cTn id="61" fill="hold">
                      <p:stCondLst>
                        <p:cond delay="indefinite"/>
                      </p:stCondLst>
                      <p:childTnLst>
                        <p:par>
                          <p:cTn id="62" fill="hold">
                            <p:stCondLst>
                              <p:cond delay="0"/>
                            </p:stCondLst>
                            <p:childTnLst>
                              <p:par>
                                <p:cTn id="63" presetID="10" presetClass="entr" presetSubtype="0" fill="hold" nodeType="clickEffect">
                                  <p:stCondLst>
                                    <p:cond delay="0"/>
                                  </p:stCondLst>
                                  <p:childTnLst>
                                    <p:set>
                                      <p:cBhvr>
                                        <p:cTn id="64" dur="1" fill="hold">
                                          <p:stCondLst>
                                            <p:cond delay="0"/>
                                          </p:stCondLst>
                                        </p:cTn>
                                        <p:tgtEl>
                                          <p:spTgt spid="439"/>
                                        </p:tgtEl>
                                        <p:attrNameLst>
                                          <p:attrName>style.visibility</p:attrName>
                                        </p:attrNameLst>
                                      </p:cBhvr>
                                      <p:to>
                                        <p:strVal val="visible"/>
                                      </p:to>
                                    </p:set>
                                    <p:animEffect transition="in" filter="fade">
                                      <p:cBhvr>
                                        <p:cTn id="65" dur="1000"/>
                                        <p:tgtEl>
                                          <p:spTgt spid="439"/>
                                        </p:tgtEl>
                                      </p:cBhvr>
                                    </p:animEffect>
                                  </p:childTnLst>
                                </p:cTn>
                              </p:par>
                              <p:par>
                                <p:cTn id="66" presetID="10" presetClass="entr" presetSubtype="0" fill="hold" nodeType="withEffect">
                                  <p:stCondLst>
                                    <p:cond delay="0"/>
                                  </p:stCondLst>
                                  <p:childTnLst>
                                    <p:set>
                                      <p:cBhvr>
                                        <p:cTn id="67" dur="1" fill="hold">
                                          <p:stCondLst>
                                            <p:cond delay="0"/>
                                          </p:stCondLst>
                                        </p:cTn>
                                        <p:tgtEl>
                                          <p:spTgt spid="438"/>
                                        </p:tgtEl>
                                        <p:attrNameLst>
                                          <p:attrName>style.visibility</p:attrName>
                                        </p:attrNameLst>
                                      </p:cBhvr>
                                      <p:to>
                                        <p:strVal val="visible"/>
                                      </p:to>
                                    </p:set>
                                    <p:animEffect transition="in" filter="fade">
                                      <p:cBhvr>
                                        <p:cTn id="68" dur="1000"/>
                                        <p:tgtEl>
                                          <p:spTgt spid="438"/>
                                        </p:tgtEl>
                                      </p:cBhvr>
                                    </p:animEffect>
                                  </p:childTnLst>
                                </p:cTn>
                              </p:par>
                              <p:par>
                                <p:cTn id="69" presetID="10" presetClass="entr" presetSubtype="0" fill="hold" nodeType="withEffect">
                                  <p:stCondLst>
                                    <p:cond delay="0"/>
                                  </p:stCondLst>
                                  <p:childTnLst>
                                    <p:set>
                                      <p:cBhvr>
                                        <p:cTn id="70" dur="1" fill="hold">
                                          <p:stCondLst>
                                            <p:cond delay="0"/>
                                          </p:stCondLst>
                                        </p:cTn>
                                        <p:tgtEl>
                                          <p:spTgt spid="440"/>
                                        </p:tgtEl>
                                        <p:attrNameLst>
                                          <p:attrName>style.visibility</p:attrName>
                                        </p:attrNameLst>
                                      </p:cBhvr>
                                      <p:to>
                                        <p:strVal val="visible"/>
                                      </p:to>
                                    </p:set>
                                    <p:animEffect transition="in" filter="fade">
                                      <p:cBhvr>
                                        <p:cTn id="71" dur="1000"/>
                                        <p:tgtEl>
                                          <p:spTgt spid="4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457"/>
        <p:cNvGrpSpPr/>
        <p:nvPr/>
      </p:nvGrpSpPr>
      <p:grpSpPr>
        <a:xfrm>
          <a:off x="0" y="0"/>
          <a:ext cx="0" cy="0"/>
          <a:chOff x="0" y="0"/>
          <a:chExt cx="0" cy="0"/>
        </a:xfrm>
      </p:grpSpPr>
      <p:sp>
        <p:nvSpPr>
          <p:cNvPr id="458" name="Google Shape;458;p47"/>
          <p:cNvSpPr txBox="1">
            <a:spLocks noGrp="1"/>
          </p:cNvSpPr>
          <p:nvPr>
            <p:ph type="title"/>
          </p:nvPr>
        </p:nvSpPr>
        <p:spPr>
          <a:xfrm>
            <a:off x="5264725" y="500925"/>
            <a:ext cx="3706500" cy="638100"/>
          </a:xfrm>
          <a:prstGeom prst="rect">
            <a:avLst/>
          </a:prstGeom>
          <a:noFill/>
          <a:ln>
            <a:noFill/>
          </a:ln>
        </p:spPr>
        <p:txBody>
          <a:bodyPr spcFirstLastPara="1" wrap="square" lIns="91425" tIns="91425" rIns="91425" bIns="91425" anchor="t" anchorCtr="0">
            <a:noAutofit/>
          </a:bodyPr>
          <a:lstStyle/>
          <a:p>
            <a:pPr marL="0" lvl="0" indent="0" algn="l" rtl="0">
              <a:lnSpc>
                <a:spcPct val="90000"/>
              </a:lnSpc>
              <a:spcBef>
                <a:spcPts val="0"/>
              </a:spcBef>
              <a:spcAft>
                <a:spcPts val="0"/>
              </a:spcAft>
              <a:buClr>
                <a:schemeClr val="dk2"/>
              </a:buClr>
              <a:buSzPts val="3300"/>
              <a:buFont typeface="Courier New"/>
              <a:buNone/>
            </a:pPr>
            <a:r>
              <a:rPr lang="en">
                <a:latin typeface="Courier New"/>
                <a:ea typeface="Courier New"/>
                <a:cs typeface="Courier New"/>
                <a:sym typeface="Courier New"/>
              </a:rPr>
              <a:t>URL</a:t>
            </a:r>
            <a:r>
              <a:rPr lang="en"/>
              <a:t> &amp; </a:t>
            </a:r>
            <a:r>
              <a:rPr lang="en">
                <a:latin typeface="Courier New"/>
                <a:ea typeface="Courier New"/>
                <a:cs typeface="Courier New"/>
                <a:sym typeface="Courier New"/>
              </a:rPr>
              <a:t>URLConnection</a:t>
            </a:r>
            <a:endParaRPr>
              <a:latin typeface="Courier New"/>
              <a:ea typeface="Courier New"/>
              <a:cs typeface="Courier New"/>
              <a:sym typeface="Courier New"/>
            </a:endParaRPr>
          </a:p>
        </p:txBody>
      </p:sp>
      <p:sp>
        <p:nvSpPr>
          <p:cNvPr id="459" name="Google Shape;459;p47"/>
          <p:cNvSpPr txBox="1">
            <a:spLocks noGrp="1"/>
          </p:cNvSpPr>
          <p:nvPr>
            <p:ph type="body" idx="1"/>
          </p:nvPr>
        </p:nvSpPr>
        <p:spPr>
          <a:xfrm>
            <a:off x="301275" y="319650"/>
            <a:ext cx="4166400" cy="4613400"/>
          </a:xfrm>
          <a:prstGeom prst="rect">
            <a:avLst/>
          </a:prstGeom>
          <a:noFill/>
          <a:ln>
            <a:noFill/>
          </a:ln>
        </p:spPr>
        <p:txBody>
          <a:bodyPr spcFirstLastPara="1" wrap="square" lIns="68575" tIns="34275" rIns="68575" bIns="34275" anchor="t" anchorCtr="0">
            <a:noAutofit/>
          </a:bodyPr>
          <a:lstStyle/>
          <a:p>
            <a:pPr marL="393700" lvl="0" indent="-266700" algn="l" rtl="0">
              <a:lnSpc>
                <a:spcPct val="115000"/>
              </a:lnSpc>
              <a:spcBef>
                <a:spcPts val="0"/>
              </a:spcBef>
              <a:spcAft>
                <a:spcPts val="0"/>
              </a:spcAft>
              <a:buClr>
                <a:schemeClr val="dk1"/>
              </a:buClr>
              <a:buSzPts val="1200"/>
              <a:buChar char="●"/>
            </a:pPr>
            <a:r>
              <a:rPr lang="en" sz="1200" dirty="0"/>
              <a:t>The </a:t>
            </a:r>
            <a:r>
              <a:rPr lang="en" sz="1200" dirty="0">
                <a:highlight>
                  <a:srgbClr val="FFFF00"/>
                </a:highlight>
                <a:latin typeface="Courier New"/>
                <a:ea typeface="Courier New"/>
                <a:cs typeface="Courier New"/>
                <a:sym typeface="Courier New"/>
              </a:rPr>
              <a:t>java.net.URL</a:t>
            </a:r>
            <a:r>
              <a:rPr lang="en" sz="1200" dirty="0">
                <a:highlight>
                  <a:srgbClr val="FFFF00"/>
                </a:highlight>
              </a:rPr>
              <a:t> </a:t>
            </a:r>
            <a:r>
              <a:rPr lang="en" sz="1200" dirty="0"/>
              <a:t>class represents a URL in Java. A </a:t>
            </a:r>
            <a:r>
              <a:rPr lang="en" sz="1200" dirty="0">
                <a:latin typeface="Consolas"/>
                <a:ea typeface="Consolas"/>
                <a:cs typeface="Consolas"/>
                <a:sym typeface="Consolas"/>
              </a:rPr>
              <a:t>URL</a:t>
            </a:r>
            <a:r>
              <a:rPr lang="en" sz="1200" dirty="0"/>
              <a:t> can be created with a </a:t>
            </a:r>
            <a:r>
              <a:rPr lang="en" sz="1200" b="1" i="1" dirty="0">
                <a:solidFill>
                  <a:srgbClr val="FF0000"/>
                </a:solidFill>
              </a:rPr>
              <a:t>string</a:t>
            </a:r>
            <a:r>
              <a:rPr lang="en" sz="1200" dirty="0"/>
              <a:t>:</a:t>
            </a:r>
            <a:endParaRPr sz="1200" dirty="0"/>
          </a:p>
          <a:p>
            <a:pPr marL="736600" lvl="1" indent="-260350" algn="l" rtl="0">
              <a:lnSpc>
                <a:spcPct val="115000"/>
              </a:lnSpc>
              <a:spcBef>
                <a:spcPts val="400"/>
              </a:spcBef>
              <a:spcAft>
                <a:spcPts val="0"/>
              </a:spcAft>
              <a:buClr>
                <a:schemeClr val="dk1"/>
              </a:buClr>
              <a:buSzPts val="1100"/>
              <a:buFont typeface="Courier New"/>
              <a:buChar char="○"/>
            </a:pPr>
            <a:r>
              <a:rPr lang="en" dirty="0">
                <a:latin typeface="Courier New"/>
                <a:ea typeface="Courier New"/>
                <a:cs typeface="Courier New"/>
                <a:sym typeface="Courier New"/>
              </a:rPr>
              <a:t>URL u = new URL("</a:t>
            </a:r>
            <a:r>
              <a:rPr lang="en" u="sng" dirty="0">
                <a:solidFill>
                  <a:schemeClr val="hlink"/>
                </a:solidFill>
                <a:latin typeface="Courier New"/>
                <a:ea typeface="Courier New"/>
                <a:cs typeface="Courier New"/>
                <a:sym typeface="Courier New"/>
                <a:hlinkClick r:id="rId3"/>
              </a:rPr>
              <a:t>http://nasa.gov/</a:t>
            </a:r>
            <a:r>
              <a:rPr lang="en" dirty="0">
                <a:latin typeface="Courier New"/>
                <a:ea typeface="Courier New"/>
                <a:cs typeface="Courier New"/>
                <a:sym typeface="Courier New"/>
              </a:rPr>
              <a:t>");</a:t>
            </a:r>
            <a:endParaRPr dirty="0">
              <a:latin typeface="Courier New"/>
              <a:ea typeface="Courier New"/>
              <a:cs typeface="Courier New"/>
              <a:sym typeface="Courier New"/>
            </a:endParaRPr>
          </a:p>
          <a:p>
            <a:pPr marL="393700" lvl="0" indent="-266700" algn="l" rtl="0">
              <a:lnSpc>
                <a:spcPct val="115000"/>
              </a:lnSpc>
              <a:spcBef>
                <a:spcPts val="400"/>
              </a:spcBef>
              <a:spcAft>
                <a:spcPts val="0"/>
              </a:spcAft>
              <a:buClr>
                <a:schemeClr val="dk1"/>
              </a:buClr>
              <a:buSzPts val="1200"/>
              <a:buChar char="●"/>
            </a:pPr>
            <a:r>
              <a:rPr lang="en" sz="1200" dirty="0"/>
              <a:t>The </a:t>
            </a:r>
            <a:r>
              <a:rPr lang="en" sz="1200" dirty="0">
                <a:highlight>
                  <a:srgbClr val="FFFF00"/>
                </a:highlight>
              </a:rPr>
              <a:t>first part of the URL</a:t>
            </a:r>
            <a:r>
              <a:rPr lang="en" sz="1200" dirty="0"/>
              <a:t> string identifies the </a:t>
            </a:r>
            <a:r>
              <a:rPr lang="en" sz="1200" b="1" i="1" dirty="0">
                <a:solidFill>
                  <a:srgbClr val="FF0000"/>
                </a:solidFill>
              </a:rPr>
              <a:t>protocol</a:t>
            </a:r>
            <a:r>
              <a:rPr lang="en" sz="1200" dirty="0"/>
              <a:t> that should be used to communicate with the resource</a:t>
            </a:r>
            <a:endParaRPr sz="1200" dirty="0"/>
          </a:p>
          <a:p>
            <a:pPr marL="736600" lvl="1" indent="-260350" algn="l" rtl="0">
              <a:lnSpc>
                <a:spcPct val="115000"/>
              </a:lnSpc>
              <a:spcBef>
                <a:spcPts val="400"/>
              </a:spcBef>
              <a:spcAft>
                <a:spcPts val="0"/>
              </a:spcAft>
              <a:buClr>
                <a:schemeClr val="dk1"/>
              </a:buClr>
              <a:buSzPts val="1100"/>
              <a:buChar char="○"/>
            </a:pPr>
            <a:r>
              <a:rPr lang="en" dirty="0"/>
              <a:t>There are several, e.g. HTTP, HTTPS, and FTP</a:t>
            </a:r>
            <a:endParaRPr dirty="0"/>
          </a:p>
          <a:p>
            <a:pPr marL="736600" lvl="1" indent="-260350" algn="l" rtl="0">
              <a:lnSpc>
                <a:spcPct val="115000"/>
              </a:lnSpc>
              <a:spcBef>
                <a:spcPts val="400"/>
              </a:spcBef>
              <a:spcAft>
                <a:spcPts val="0"/>
              </a:spcAft>
              <a:buClr>
                <a:schemeClr val="dk1"/>
              </a:buClr>
              <a:buSzPts val="1100"/>
              <a:buChar char="○"/>
            </a:pPr>
            <a:r>
              <a:rPr lang="en" dirty="0"/>
              <a:t>If Java does not understand the protocol, a checked </a:t>
            </a:r>
            <a:r>
              <a:rPr lang="en" dirty="0">
                <a:highlight>
                  <a:srgbClr val="FFFF00"/>
                </a:highlight>
                <a:latin typeface="Courier New"/>
                <a:ea typeface="Courier New"/>
                <a:cs typeface="Courier New"/>
                <a:sym typeface="Courier New"/>
              </a:rPr>
              <a:t>MalformedURLException</a:t>
            </a:r>
            <a:r>
              <a:rPr lang="en" dirty="0"/>
              <a:t> will be </a:t>
            </a:r>
            <a:r>
              <a:rPr lang="en" b="1" i="1" dirty="0">
                <a:solidFill>
                  <a:srgbClr val="FF0000"/>
                </a:solidFill>
              </a:rPr>
              <a:t>thrown</a:t>
            </a:r>
            <a:endParaRPr b="1" i="1" dirty="0">
              <a:solidFill>
                <a:srgbClr val="FF0000"/>
              </a:solidFill>
            </a:endParaRPr>
          </a:p>
          <a:p>
            <a:pPr marL="393700" lvl="0" indent="-266700" algn="l" rtl="0">
              <a:lnSpc>
                <a:spcPct val="115000"/>
              </a:lnSpc>
              <a:spcBef>
                <a:spcPts val="400"/>
              </a:spcBef>
              <a:spcAft>
                <a:spcPts val="0"/>
              </a:spcAft>
              <a:buClr>
                <a:schemeClr val="dk1"/>
              </a:buClr>
              <a:buSzPts val="1200"/>
              <a:buChar char="●"/>
            </a:pPr>
            <a:r>
              <a:rPr lang="en" sz="1200" dirty="0"/>
              <a:t>The </a:t>
            </a:r>
            <a:r>
              <a:rPr lang="en" sz="1200" dirty="0">
                <a:latin typeface="Courier New"/>
                <a:ea typeface="Courier New"/>
                <a:cs typeface="Courier New"/>
                <a:sym typeface="Courier New"/>
              </a:rPr>
              <a:t>openConnection()</a:t>
            </a:r>
            <a:r>
              <a:rPr lang="en" sz="1200" dirty="0"/>
              <a:t> method returns a </a:t>
            </a:r>
            <a:r>
              <a:rPr lang="en" sz="1200" dirty="0">
                <a:latin typeface="Courier New"/>
                <a:ea typeface="Courier New"/>
                <a:cs typeface="Courier New"/>
                <a:sym typeface="Courier New"/>
              </a:rPr>
              <a:t>URLConnection</a:t>
            </a:r>
            <a:r>
              <a:rPr lang="en" sz="1200" dirty="0"/>
              <a:t>, which provides many methods, e.g.:</a:t>
            </a:r>
            <a:endParaRPr sz="1200" dirty="0"/>
          </a:p>
          <a:p>
            <a:pPr marL="736600" lvl="1" indent="-260350" algn="l" rtl="0">
              <a:lnSpc>
                <a:spcPct val="115000"/>
              </a:lnSpc>
              <a:spcBef>
                <a:spcPts val="400"/>
              </a:spcBef>
              <a:spcAft>
                <a:spcPts val="0"/>
              </a:spcAft>
              <a:buClr>
                <a:schemeClr val="dk1"/>
              </a:buClr>
              <a:buSzPts val="1100"/>
              <a:buChar char="○"/>
            </a:pPr>
            <a:r>
              <a:rPr lang="en" dirty="0">
                <a:latin typeface="Courier New"/>
                <a:ea typeface="Courier New"/>
                <a:cs typeface="Courier New"/>
                <a:sym typeface="Courier New"/>
              </a:rPr>
              <a:t>connect()</a:t>
            </a:r>
            <a:r>
              <a:rPr lang="en" dirty="0"/>
              <a:t> - establishes a </a:t>
            </a:r>
            <a:r>
              <a:rPr lang="en" b="1" i="1" dirty="0">
                <a:solidFill>
                  <a:srgbClr val="FF0000"/>
                </a:solidFill>
              </a:rPr>
              <a:t>connection</a:t>
            </a:r>
            <a:r>
              <a:rPr lang="en" dirty="0"/>
              <a:t> to the resource</a:t>
            </a:r>
            <a:endParaRPr dirty="0"/>
          </a:p>
          <a:p>
            <a:pPr marL="736600" lvl="1" indent="-260350" algn="l" rtl="0">
              <a:lnSpc>
                <a:spcPct val="115000"/>
              </a:lnSpc>
              <a:spcBef>
                <a:spcPts val="400"/>
              </a:spcBef>
              <a:spcAft>
                <a:spcPts val="0"/>
              </a:spcAft>
              <a:buClr>
                <a:schemeClr val="dk1"/>
              </a:buClr>
              <a:buSzPts val="1100"/>
              <a:buChar char="○"/>
            </a:pPr>
            <a:r>
              <a:rPr lang="en" dirty="0">
                <a:latin typeface="Courier New"/>
                <a:ea typeface="Courier New"/>
                <a:cs typeface="Courier New"/>
                <a:sym typeface="Courier New"/>
              </a:rPr>
              <a:t>getInputStream()</a:t>
            </a:r>
            <a:r>
              <a:rPr lang="en" dirty="0"/>
              <a:t> - returns an </a:t>
            </a:r>
            <a:r>
              <a:rPr lang="en" dirty="0">
                <a:solidFill>
                  <a:srgbClr val="FF0000"/>
                </a:solidFill>
                <a:latin typeface="Courier New"/>
                <a:ea typeface="Courier New"/>
                <a:cs typeface="Courier New"/>
                <a:sym typeface="Courier New"/>
              </a:rPr>
              <a:t>InputStream</a:t>
            </a:r>
            <a:r>
              <a:rPr lang="en" dirty="0"/>
              <a:t> that can be used to </a:t>
            </a:r>
            <a:r>
              <a:rPr lang="en" b="1" i="1" dirty="0">
                <a:solidFill>
                  <a:srgbClr val="FF0000"/>
                </a:solidFill>
              </a:rPr>
              <a:t>read</a:t>
            </a:r>
            <a:r>
              <a:rPr lang="en" dirty="0"/>
              <a:t> data from the resource (e.g. HTML)</a:t>
            </a:r>
            <a:endParaRPr dirty="0"/>
          </a:p>
          <a:p>
            <a:pPr marL="736600" lvl="1" indent="-260350" algn="l" rtl="0">
              <a:lnSpc>
                <a:spcPct val="115000"/>
              </a:lnSpc>
              <a:spcBef>
                <a:spcPts val="400"/>
              </a:spcBef>
              <a:spcAft>
                <a:spcPts val="0"/>
              </a:spcAft>
              <a:buClr>
                <a:schemeClr val="dk1"/>
              </a:buClr>
              <a:buSzPts val="1100"/>
              <a:buChar char="○"/>
            </a:pPr>
            <a:r>
              <a:rPr lang="en" dirty="0">
                <a:latin typeface="Courier New"/>
                <a:ea typeface="Courier New"/>
                <a:cs typeface="Courier New"/>
                <a:sym typeface="Courier New"/>
              </a:rPr>
              <a:t>getOutputStream()</a:t>
            </a:r>
            <a:r>
              <a:rPr lang="en" dirty="0"/>
              <a:t> - returns an </a:t>
            </a:r>
            <a:r>
              <a:rPr lang="en" dirty="0">
                <a:solidFill>
                  <a:srgbClr val="FF0000"/>
                </a:solidFill>
                <a:latin typeface="Courier New"/>
                <a:ea typeface="Courier New"/>
                <a:cs typeface="Courier New"/>
                <a:sym typeface="Courier New"/>
              </a:rPr>
              <a:t>OutputStream</a:t>
            </a:r>
            <a:r>
              <a:rPr lang="en" dirty="0"/>
              <a:t> that can be used to </a:t>
            </a:r>
            <a:r>
              <a:rPr lang="en" b="1" i="1" dirty="0">
                <a:solidFill>
                  <a:srgbClr val="FF0000"/>
                </a:solidFill>
              </a:rPr>
              <a:t>write</a:t>
            </a:r>
            <a:r>
              <a:rPr lang="en" dirty="0"/>
              <a:t> data to the resource</a:t>
            </a:r>
            <a:endParaRPr dirty="0"/>
          </a:p>
        </p:txBody>
      </p:sp>
      <p:sp>
        <p:nvSpPr>
          <p:cNvPr id="460" name="Google Shape;460;p47"/>
          <p:cNvSpPr txBox="1"/>
          <p:nvPr/>
        </p:nvSpPr>
        <p:spPr>
          <a:xfrm>
            <a:off x="5264725" y="1696800"/>
            <a:ext cx="3596400" cy="888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spcBef>
                <a:spcPts val="0"/>
              </a:spcBef>
              <a:spcAft>
                <a:spcPts val="0"/>
              </a:spcAft>
              <a:buNone/>
            </a:pPr>
            <a:r>
              <a:rPr lang="en">
                <a:solidFill>
                  <a:schemeClr val="dk1"/>
                </a:solidFill>
                <a:latin typeface="Arial"/>
                <a:ea typeface="Arial"/>
                <a:cs typeface="Arial"/>
                <a:sym typeface="Arial"/>
              </a:rPr>
              <a:t>Each protocol defines its own message format for sending and receiving data. </a:t>
            </a:r>
            <a:endParaRPr>
              <a:solidFill>
                <a:schemeClr val="dk1"/>
              </a:solidFill>
              <a:latin typeface="Arial"/>
              <a:ea typeface="Arial"/>
              <a:cs typeface="Arial"/>
              <a:sym typeface="Arial"/>
            </a:endParaRPr>
          </a:p>
        </p:txBody>
      </p:sp>
      <p:sp>
        <p:nvSpPr>
          <p:cNvPr id="461" name="Google Shape;461;p47"/>
          <p:cNvSpPr txBox="1"/>
          <p:nvPr/>
        </p:nvSpPr>
        <p:spPr>
          <a:xfrm>
            <a:off x="5264725" y="2794800"/>
            <a:ext cx="3596400" cy="888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spcBef>
                <a:spcPts val="0"/>
              </a:spcBef>
              <a:spcAft>
                <a:spcPts val="0"/>
              </a:spcAft>
              <a:buNone/>
            </a:pPr>
            <a:r>
              <a:rPr lang="en" dirty="0">
                <a:solidFill>
                  <a:schemeClr val="dk1"/>
                </a:solidFill>
                <a:latin typeface="Arial"/>
                <a:ea typeface="Arial"/>
                <a:cs typeface="Arial"/>
                <a:sym typeface="Arial"/>
              </a:rPr>
              <a:t>Because of this, </a:t>
            </a:r>
            <a:r>
              <a:rPr lang="en" dirty="0">
                <a:solidFill>
                  <a:schemeClr val="dk1"/>
                </a:solidFill>
                <a:highlight>
                  <a:srgbClr val="FFFF00"/>
                </a:highlight>
                <a:latin typeface="Arial"/>
                <a:ea typeface="Arial"/>
                <a:cs typeface="Arial"/>
                <a:sym typeface="Arial"/>
              </a:rPr>
              <a:t>URLConnection</a:t>
            </a:r>
            <a:r>
              <a:rPr lang="en" dirty="0">
                <a:solidFill>
                  <a:schemeClr val="dk1"/>
                </a:solidFill>
                <a:latin typeface="Arial"/>
                <a:ea typeface="Arial"/>
                <a:cs typeface="Arial"/>
                <a:sym typeface="Arial"/>
              </a:rPr>
              <a:t> is an </a:t>
            </a:r>
            <a:r>
              <a:rPr lang="en" b="1" i="1" dirty="0">
                <a:solidFill>
                  <a:srgbClr val="FF0000"/>
                </a:solidFill>
                <a:latin typeface="Arial"/>
                <a:ea typeface="Arial"/>
                <a:cs typeface="Arial"/>
                <a:sym typeface="Arial"/>
              </a:rPr>
              <a:t>abstract</a:t>
            </a:r>
            <a:r>
              <a:rPr lang="en" dirty="0">
                <a:solidFill>
                  <a:schemeClr val="dk1"/>
                </a:solidFill>
                <a:latin typeface="Arial"/>
                <a:ea typeface="Arial"/>
                <a:cs typeface="Arial"/>
                <a:sym typeface="Arial"/>
              </a:rPr>
              <a:t> class. Its subclasses provide implementations for many of its methods.</a:t>
            </a:r>
            <a:endParaRPr dirty="0">
              <a:solidFill>
                <a:schemeClr val="dk1"/>
              </a:solidFill>
              <a:latin typeface="Arial"/>
              <a:ea typeface="Arial"/>
              <a:cs typeface="Arial"/>
              <a:sym typeface="Arial"/>
            </a:endParaRPr>
          </a:p>
        </p:txBody>
      </p:sp>
      <p:sp>
        <p:nvSpPr>
          <p:cNvPr id="462" name="Google Shape;462;p47"/>
          <p:cNvSpPr txBox="1"/>
          <p:nvPr/>
        </p:nvSpPr>
        <p:spPr>
          <a:xfrm>
            <a:off x="5264725" y="3892800"/>
            <a:ext cx="3596400" cy="888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spcBef>
                <a:spcPts val="0"/>
              </a:spcBef>
              <a:spcAft>
                <a:spcPts val="0"/>
              </a:spcAft>
              <a:buNone/>
            </a:pPr>
            <a:r>
              <a:rPr lang="en" dirty="0">
                <a:solidFill>
                  <a:schemeClr val="dk1"/>
                </a:solidFill>
                <a:latin typeface="Arial"/>
                <a:ea typeface="Arial"/>
                <a:cs typeface="Arial"/>
                <a:sym typeface="Arial"/>
              </a:rPr>
              <a:t>e.g. </a:t>
            </a:r>
            <a:r>
              <a:rPr lang="en" dirty="0">
                <a:solidFill>
                  <a:schemeClr val="dk1"/>
                </a:solidFill>
                <a:highlight>
                  <a:srgbClr val="FFFF00"/>
                </a:highlight>
                <a:latin typeface="Courier New"/>
                <a:ea typeface="Courier New"/>
                <a:cs typeface="Courier New"/>
                <a:sym typeface="Courier New"/>
              </a:rPr>
              <a:t>HTTPURLConnection</a:t>
            </a:r>
            <a:r>
              <a:rPr lang="en" dirty="0">
                <a:solidFill>
                  <a:schemeClr val="dk1"/>
                </a:solidFill>
                <a:latin typeface="Arial"/>
                <a:ea typeface="Arial"/>
                <a:cs typeface="Arial"/>
                <a:sym typeface="Arial"/>
              </a:rPr>
              <a:t> implements the HTTP protocol, and provides a few more HTTP-specific methods.</a:t>
            </a:r>
            <a:endParaRPr dirty="0">
              <a:solidFill>
                <a:schemeClr val="dk1"/>
              </a:solidFill>
              <a:latin typeface="Arial"/>
              <a:ea typeface="Arial"/>
              <a:cs typeface="Arial"/>
              <a:sym typeface="Arial"/>
            </a:endParaRPr>
          </a:p>
        </p:txBody>
      </p:sp>
      <p:sp>
        <p:nvSpPr>
          <p:cNvPr id="463" name="Google Shape;463;p47"/>
          <p:cNvSpPr txBox="1">
            <a:spLocks noGrp="1"/>
          </p:cNvSpPr>
          <p:nvPr>
            <p:ph type="sldNum" idx="12"/>
          </p:nvPr>
        </p:nvSpPr>
        <p:spPr>
          <a:xfrm>
            <a:off x="90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16</a:t>
            </a:fld>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60"/>
                                        </p:tgtEl>
                                        <p:attrNameLst>
                                          <p:attrName>style.visibility</p:attrName>
                                        </p:attrNameLst>
                                      </p:cBhvr>
                                      <p:to>
                                        <p:strVal val="visible"/>
                                      </p:to>
                                    </p:set>
                                    <p:animEffect transition="in" filter="fade">
                                      <p:cBhvr>
                                        <p:cTn id="7" dur="1000"/>
                                        <p:tgtEl>
                                          <p:spTgt spid="46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61"/>
                                        </p:tgtEl>
                                        <p:attrNameLst>
                                          <p:attrName>style.visibility</p:attrName>
                                        </p:attrNameLst>
                                      </p:cBhvr>
                                      <p:to>
                                        <p:strVal val="visible"/>
                                      </p:to>
                                    </p:set>
                                    <p:animEffect transition="in" filter="fade">
                                      <p:cBhvr>
                                        <p:cTn id="12" dur="1000"/>
                                        <p:tgtEl>
                                          <p:spTgt spid="46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62"/>
                                        </p:tgtEl>
                                        <p:attrNameLst>
                                          <p:attrName>style.visibility</p:attrName>
                                        </p:attrNameLst>
                                      </p:cBhvr>
                                      <p:to>
                                        <p:strVal val="visible"/>
                                      </p:to>
                                    </p:set>
                                    <p:animEffect transition="in" filter="fade">
                                      <p:cBhvr>
                                        <p:cTn id="17" dur="1000"/>
                                        <p:tgtEl>
                                          <p:spTgt spid="4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467"/>
        <p:cNvGrpSpPr/>
        <p:nvPr/>
      </p:nvGrpSpPr>
      <p:grpSpPr>
        <a:xfrm>
          <a:off x="0" y="0"/>
          <a:ext cx="0" cy="0"/>
          <a:chOff x="0" y="0"/>
          <a:chExt cx="0" cy="0"/>
        </a:xfrm>
      </p:grpSpPr>
      <p:sp>
        <p:nvSpPr>
          <p:cNvPr id="468" name="Google Shape;468;p48"/>
          <p:cNvSpPr txBox="1"/>
          <p:nvPr/>
        </p:nvSpPr>
        <p:spPr>
          <a:xfrm>
            <a:off x="2184000" y="1363614"/>
            <a:ext cx="4776000" cy="36363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35714"/>
              </a:lnSpc>
              <a:spcBef>
                <a:spcPts val="0"/>
              </a:spcBef>
              <a:spcAft>
                <a:spcPts val="0"/>
              </a:spcAft>
              <a:buNone/>
            </a:pPr>
            <a:r>
              <a:rPr lang="en" sz="1050" dirty="0">
                <a:solidFill>
                  <a:srgbClr val="098658"/>
                </a:solidFill>
                <a:latin typeface="Consolas"/>
                <a:ea typeface="Consolas"/>
                <a:cs typeface="Consolas"/>
                <a:sym typeface="Consolas"/>
              </a:rPr>
              <a:t>1  </a:t>
            </a:r>
            <a:r>
              <a:rPr lang="en" sz="1050" dirty="0">
                <a:solidFill>
                  <a:srgbClr val="0000FF"/>
                </a:solidFill>
                <a:latin typeface="Consolas"/>
                <a:ea typeface="Consolas"/>
                <a:cs typeface="Consolas"/>
                <a:sym typeface="Consolas"/>
              </a:rPr>
              <a:t>public</a:t>
            </a:r>
            <a:r>
              <a:rPr lang="en" sz="1050" dirty="0">
                <a:latin typeface="Consolas"/>
                <a:ea typeface="Consolas"/>
                <a:cs typeface="Consolas"/>
                <a:sym typeface="Consolas"/>
              </a:rPr>
              <a:t> </a:t>
            </a:r>
            <a:r>
              <a:rPr lang="en" sz="1050" dirty="0">
                <a:solidFill>
                  <a:srgbClr val="0000FF"/>
                </a:solidFill>
                <a:latin typeface="Consolas"/>
                <a:ea typeface="Consolas"/>
                <a:cs typeface="Consolas"/>
                <a:sym typeface="Consolas"/>
              </a:rPr>
              <a:t>static</a:t>
            </a:r>
            <a:r>
              <a:rPr lang="en" sz="1050" dirty="0">
                <a:latin typeface="Consolas"/>
                <a:ea typeface="Consolas"/>
                <a:cs typeface="Consolas"/>
                <a:sym typeface="Consolas"/>
              </a:rPr>
              <a:t> </a:t>
            </a:r>
            <a:r>
              <a:rPr lang="en" sz="1050" dirty="0">
                <a:solidFill>
                  <a:srgbClr val="267F99"/>
                </a:solidFill>
                <a:latin typeface="Consolas"/>
                <a:ea typeface="Consolas"/>
                <a:cs typeface="Consolas"/>
                <a:sym typeface="Consolas"/>
              </a:rPr>
              <a:t>void</a:t>
            </a:r>
            <a:r>
              <a:rPr lang="en" sz="1050" dirty="0">
                <a:latin typeface="Consolas"/>
                <a:ea typeface="Consolas"/>
                <a:cs typeface="Consolas"/>
                <a:sym typeface="Consolas"/>
              </a:rPr>
              <a:t> </a:t>
            </a:r>
            <a:r>
              <a:rPr lang="en" sz="1050" dirty="0">
                <a:solidFill>
                  <a:srgbClr val="795E26"/>
                </a:solidFill>
                <a:latin typeface="Consolas"/>
                <a:ea typeface="Consolas"/>
                <a:cs typeface="Consolas"/>
                <a:sym typeface="Consolas"/>
              </a:rPr>
              <a:t>main</a:t>
            </a:r>
            <a:r>
              <a:rPr lang="en" sz="1050" dirty="0">
                <a:latin typeface="Consolas"/>
                <a:ea typeface="Consolas"/>
                <a:cs typeface="Consolas"/>
                <a:sym typeface="Consolas"/>
              </a:rPr>
              <a:t>(</a:t>
            </a:r>
            <a:r>
              <a:rPr lang="en" sz="1050" dirty="0">
                <a:solidFill>
                  <a:srgbClr val="267F99"/>
                </a:solidFill>
                <a:latin typeface="Consolas"/>
                <a:ea typeface="Consolas"/>
                <a:cs typeface="Consolas"/>
                <a:sym typeface="Consolas"/>
              </a:rPr>
              <a:t>String</a:t>
            </a:r>
            <a:r>
              <a:rPr lang="en" sz="1050" dirty="0">
                <a:latin typeface="Consolas"/>
                <a:ea typeface="Consolas"/>
                <a:cs typeface="Consolas"/>
                <a:sym typeface="Consolas"/>
              </a:rPr>
              <a:t>[] </a:t>
            </a:r>
            <a:r>
              <a:rPr lang="en" sz="1050" dirty="0">
                <a:solidFill>
                  <a:srgbClr val="001080"/>
                </a:solidFill>
                <a:latin typeface="Consolas"/>
                <a:ea typeface="Consolas"/>
                <a:cs typeface="Consolas"/>
                <a:sym typeface="Consolas"/>
              </a:rPr>
              <a:t>args</a:t>
            </a:r>
            <a:r>
              <a:rPr lang="en" sz="1050" dirty="0">
                <a:latin typeface="Consolas"/>
                <a:ea typeface="Consolas"/>
                <a:cs typeface="Consolas"/>
                <a:sym typeface="Consolas"/>
              </a:rPr>
              <a:t>) </a:t>
            </a:r>
            <a:r>
              <a:rPr lang="en" sz="1050" dirty="0">
                <a:solidFill>
                  <a:srgbClr val="0000FF"/>
                </a:solidFill>
                <a:latin typeface="Consolas"/>
                <a:ea typeface="Consolas"/>
                <a:cs typeface="Consolas"/>
                <a:sym typeface="Consolas"/>
              </a:rPr>
              <a:t>throws</a:t>
            </a:r>
            <a:r>
              <a:rPr lang="en" sz="1050" dirty="0">
                <a:latin typeface="Consolas"/>
                <a:ea typeface="Consolas"/>
                <a:cs typeface="Consolas"/>
                <a:sym typeface="Consolas"/>
              </a:rPr>
              <a:t> </a:t>
            </a:r>
            <a:r>
              <a:rPr lang="en" sz="1050" dirty="0">
                <a:solidFill>
                  <a:srgbClr val="267F99"/>
                </a:solidFill>
                <a:latin typeface="Consolas"/>
                <a:ea typeface="Consolas"/>
                <a:cs typeface="Consolas"/>
                <a:sym typeface="Consolas"/>
              </a:rPr>
              <a:t>IOException</a:t>
            </a:r>
            <a:r>
              <a:rPr lang="en" sz="1050" dirty="0">
                <a:latin typeface="Consolas"/>
                <a:ea typeface="Consolas"/>
                <a:cs typeface="Consolas"/>
                <a:sym typeface="Consolas"/>
              </a:rPr>
              <a:t> {</a:t>
            </a:r>
            <a:endParaRPr sz="1050" dirty="0">
              <a:latin typeface="Consolas"/>
              <a:ea typeface="Consolas"/>
              <a:cs typeface="Consolas"/>
              <a:sym typeface="Consolas"/>
            </a:endParaRPr>
          </a:p>
          <a:p>
            <a:pPr marL="0" lvl="0" indent="0" algn="l" rtl="0">
              <a:lnSpc>
                <a:spcPct val="135714"/>
              </a:lnSpc>
              <a:spcBef>
                <a:spcPts val="0"/>
              </a:spcBef>
              <a:spcAft>
                <a:spcPts val="0"/>
              </a:spcAft>
              <a:buNone/>
            </a:pPr>
            <a:r>
              <a:rPr lang="en" sz="1050" dirty="0">
                <a:solidFill>
                  <a:srgbClr val="098658"/>
                </a:solidFill>
                <a:latin typeface="Consolas"/>
                <a:ea typeface="Consolas"/>
                <a:cs typeface="Consolas"/>
                <a:sym typeface="Consolas"/>
              </a:rPr>
              <a:t>2     </a:t>
            </a:r>
            <a:r>
              <a:rPr lang="en" sz="1050" dirty="0">
                <a:solidFill>
                  <a:srgbClr val="267F99"/>
                </a:solidFill>
                <a:latin typeface="Consolas"/>
                <a:ea typeface="Consolas"/>
                <a:cs typeface="Consolas"/>
                <a:sym typeface="Consolas"/>
              </a:rPr>
              <a:t>URL</a:t>
            </a:r>
            <a:r>
              <a:rPr lang="en" sz="1050" dirty="0">
                <a:latin typeface="Consolas"/>
                <a:ea typeface="Consolas"/>
                <a:cs typeface="Consolas"/>
                <a:sym typeface="Consolas"/>
              </a:rPr>
              <a:t> </a:t>
            </a:r>
            <a:r>
              <a:rPr lang="en" sz="1050" dirty="0">
                <a:solidFill>
                  <a:srgbClr val="001080"/>
                </a:solidFill>
                <a:latin typeface="Consolas"/>
                <a:ea typeface="Consolas"/>
                <a:cs typeface="Consolas"/>
                <a:sym typeface="Consolas"/>
              </a:rPr>
              <a:t>url</a:t>
            </a:r>
            <a:r>
              <a:rPr lang="en" sz="1050" dirty="0">
                <a:latin typeface="Consolas"/>
                <a:ea typeface="Consolas"/>
                <a:cs typeface="Consolas"/>
                <a:sym typeface="Consolas"/>
              </a:rPr>
              <a:t> = </a:t>
            </a:r>
            <a:r>
              <a:rPr lang="en" sz="1050" dirty="0">
                <a:solidFill>
                  <a:srgbClr val="AF00DB"/>
                </a:solidFill>
                <a:latin typeface="Consolas"/>
                <a:ea typeface="Consolas"/>
                <a:cs typeface="Consolas"/>
                <a:sym typeface="Consolas"/>
              </a:rPr>
              <a:t>new</a:t>
            </a:r>
            <a:r>
              <a:rPr lang="en" sz="1050" dirty="0">
                <a:latin typeface="Consolas"/>
                <a:ea typeface="Consolas"/>
                <a:cs typeface="Consolas"/>
                <a:sym typeface="Consolas"/>
              </a:rPr>
              <a:t> </a:t>
            </a:r>
            <a:r>
              <a:rPr lang="en" sz="1050" dirty="0">
                <a:solidFill>
                  <a:srgbClr val="795E26"/>
                </a:solidFill>
                <a:latin typeface="Consolas"/>
                <a:ea typeface="Consolas"/>
                <a:cs typeface="Consolas"/>
                <a:sym typeface="Consolas"/>
              </a:rPr>
              <a:t>URL</a:t>
            </a:r>
            <a:r>
              <a:rPr lang="en" sz="1050" dirty="0">
                <a:latin typeface="Consolas"/>
                <a:ea typeface="Consolas"/>
                <a:cs typeface="Consolas"/>
                <a:sym typeface="Consolas"/>
              </a:rPr>
              <a:t>(</a:t>
            </a:r>
            <a:r>
              <a:rPr lang="en" sz="1050" dirty="0">
                <a:solidFill>
                  <a:srgbClr val="A31515"/>
                </a:solidFill>
                <a:latin typeface="Consolas"/>
                <a:ea typeface="Consolas"/>
                <a:cs typeface="Consolas"/>
                <a:sym typeface="Consolas"/>
              </a:rPr>
              <a:t>"</a:t>
            </a:r>
            <a:r>
              <a:rPr lang="en" sz="1050" u="sng" dirty="0">
                <a:solidFill>
                  <a:schemeClr val="hlink"/>
                </a:solidFill>
                <a:latin typeface="Consolas"/>
                <a:ea typeface="Consolas"/>
                <a:cs typeface="Consolas"/>
                <a:sym typeface="Consolas"/>
                <a:hlinkClick r:id="rId3"/>
              </a:rPr>
              <a:t>https://www.nsa.gov</a:t>
            </a:r>
            <a:r>
              <a:rPr lang="en" sz="1050" dirty="0">
                <a:solidFill>
                  <a:srgbClr val="A31515"/>
                </a:solidFill>
                <a:latin typeface="Consolas"/>
                <a:ea typeface="Consolas"/>
                <a:cs typeface="Consolas"/>
                <a:sym typeface="Consolas"/>
              </a:rPr>
              <a:t>"</a:t>
            </a:r>
            <a:r>
              <a:rPr lang="en" sz="1050" dirty="0">
                <a:latin typeface="Consolas"/>
                <a:ea typeface="Consolas"/>
                <a:cs typeface="Consolas"/>
                <a:sym typeface="Consolas"/>
              </a:rPr>
              <a:t>);</a:t>
            </a:r>
            <a:endParaRPr sz="1050" dirty="0">
              <a:latin typeface="Consolas"/>
              <a:ea typeface="Consolas"/>
              <a:cs typeface="Consolas"/>
              <a:sym typeface="Consolas"/>
            </a:endParaRPr>
          </a:p>
          <a:p>
            <a:pPr marL="0" lvl="0" indent="0" algn="l" rtl="0">
              <a:lnSpc>
                <a:spcPct val="135714"/>
              </a:lnSpc>
              <a:spcBef>
                <a:spcPts val="0"/>
              </a:spcBef>
              <a:spcAft>
                <a:spcPts val="0"/>
              </a:spcAft>
              <a:buNone/>
            </a:pPr>
            <a:r>
              <a:rPr lang="en" sz="1050" dirty="0">
                <a:solidFill>
                  <a:srgbClr val="098658"/>
                </a:solidFill>
                <a:latin typeface="Consolas"/>
                <a:ea typeface="Consolas"/>
                <a:cs typeface="Consolas"/>
                <a:sym typeface="Consolas"/>
              </a:rPr>
              <a:t>3</a:t>
            </a:r>
            <a:endParaRPr sz="1050" dirty="0">
              <a:latin typeface="Consolas"/>
              <a:ea typeface="Consolas"/>
              <a:cs typeface="Consolas"/>
              <a:sym typeface="Consolas"/>
            </a:endParaRPr>
          </a:p>
          <a:p>
            <a:pPr marL="0" lvl="0" indent="0" algn="l" rtl="0">
              <a:lnSpc>
                <a:spcPct val="135714"/>
              </a:lnSpc>
              <a:spcBef>
                <a:spcPts val="0"/>
              </a:spcBef>
              <a:spcAft>
                <a:spcPts val="0"/>
              </a:spcAft>
              <a:buNone/>
            </a:pPr>
            <a:r>
              <a:rPr lang="en" sz="1050" dirty="0">
                <a:solidFill>
                  <a:srgbClr val="098658"/>
                </a:solidFill>
                <a:latin typeface="Consolas"/>
                <a:ea typeface="Consolas"/>
                <a:cs typeface="Consolas"/>
                <a:sym typeface="Consolas"/>
              </a:rPr>
              <a:t>4  </a:t>
            </a:r>
            <a:r>
              <a:rPr lang="en" sz="1050" dirty="0">
                <a:latin typeface="Consolas"/>
                <a:ea typeface="Consolas"/>
                <a:cs typeface="Consolas"/>
                <a:sym typeface="Consolas"/>
              </a:rPr>
              <a:t>   </a:t>
            </a:r>
            <a:r>
              <a:rPr lang="en" sz="1050" dirty="0">
                <a:solidFill>
                  <a:srgbClr val="267F99"/>
                </a:solidFill>
                <a:latin typeface="Consolas"/>
                <a:ea typeface="Consolas"/>
                <a:cs typeface="Consolas"/>
                <a:sym typeface="Consolas"/>
              </a:rPr>
              <a:t>URLConnection</a:t>
            </a:r>
            <a:r>
              <a:rPr lang="en" sz="1050" dirty="0">
                <a:latin typeface="Consolas"/>
                <a:ea typeface="Consolas"/>
                <a:cs typeface="Consolas"/>
                <a:sym typeface="Consolas"/>
              </a:rPr>
              <a:t> </a:t>
            </a:r>
            <a:r>
              <a:rPr lang="en" sz="1050" dirty="0">
                <a:solidFill>
                  <a:srgbClr val="001080"/>
                </a:solidFill>
                <a:latin typeface="Consolas"/>
                <a:ea typeface="Consolas"/>
                <a:cs typeface="Consolas"/>
                <a:sym typeface="Consolas"/>
              </a:rPr>
              <a:t>connection</a:t>
            </a:r>
            <a:r>
              <a:rPr lang="en" sz="1050" dirty="0">
                <a:latin typeface="Consolas"/>
                <a:ea typeface="Consolas"/>
                <a:cs typeface="Consolas"/>
                <a:sym typeface="Consolas"/>
              </a:rPr>
              <a:t> = </a:t>
            </a:r>
            <a:r>
              <a:rPr lang="en" sz="1050" dirty="0">
                <a:solidFill>
                  <a:srgbClr val="001080"/>
                </a:solidFill>
                <a:latin typeface="Consolas"/>
                <a:ea typeface="Consolas"/>
                <a:cs typeface="Consolas"/>
                <a:sym typeface="Consolas"/>
              </a:rPr>
              <a:t>url</a:t>
            </a:r>
            <a:r>
              <a:rPr lang="en" sz="1050" dirty="0">
                <a:latin typeface="Consolas"/>
                <a:ea typeface="Consolas"/>
                <a:cs typeface="Consolas"/>
                <a:sym typeface="Consolas"/>
              </a:rPr>
              <a:t>.</a:t>
            </a:r>
            <a:r>
              <a:rPr lang="en" sz="1050" dirty="0">
                <a:solidFill>
                  <a:srgbClr val="795E26"/>
                </a:solidFill>
                <a:latin typeface="Consolas"/>
                <a:ea typeface="Consolas"/>
                <a:cs typeface="Consolas"/>
                <a:sym typeface="Consolas"/>
              </a:rPr>
              <a:t>openConnection</a:t>
            </a:r>
            <a:r>
              <a:rPr lang="en" sz="1050" dirty="0">
                <a:latin typeface="Consolas"/>
                <a:ea typeface="Consolas"/>
                <a:cs typeface="Consolas"/>
                <a:sym typeface="Consolas"/>
              </a:rPr>
              <a:t>();</a:t>
            </a:r>
            <a:endParaRPr sz="1050" dirty="0">
              <a:latin typeface="Consolas"/>
              <a:ea typeface="Consolas"/>
              <a:cs typeface="Consolas"/>
              <a:sym typeface="Consolas"/>
            </a:endParaRPr>
          </a:p>
          <a:p>
            <a:pPr marL="0" lvl="0" indent="0" algn="l" rtl="0">
              <a:lnSpc>
                <a:spcPct val="135714"/>
              </a:lnSpc>
              <a:spcBef>
                <a:spcPts val="0"/>
              </a:spcBef>
              <a:spcAft>
                <a:spcPts val="0"/>
              </a:spcAft>
              <a:buNone/>
            </a:pPr>
            <a:r>
              <a:rPr lang="en" sz="1050" dirty="0">
                <a:solidFill>
                  <a:srgbClr val="098658"/>
                </a:solidFill>
                <a:latin typeface="Consolas"/>
                <a:ea typeface="Consolas"/>
                <a:cs typeface="Consolas"/>
                <a:sym typeface="Consolas"/>
              </a:rPr>
              <a:t>5  </a:t>
            </a:r>
            <a:r>
              <a:rPr lang="en" sz="1050" dirty="0">
                <a:latin typeface="Consolas"/>
                <a:ea typeface="Consolas"/>
                <a:cs typeface="Consolas"/>
                <a:sym typeface="Consolas"/>
              </a:rPr>
              <a:t>   </a:t>
            </a:r>
            <a:r>
              <a:rPr lang="en" sz="1050" dirty="0">
                <a:solidFill>
                  <a:srgbClr val="001080"/>
                </a:solidFill>
                <a:latin typeface="Consolas"/>
                <a:ea typeface="Consolas"/>
                <a:cs typeface="Consolas"/>
                <a:sym typeface="Consolas"/>
              </a:rPr>
              <a:t>connection</a:t>
            </a:r>
            <a:r>
              <a:rPr lang="en" sz="1050" dirty="0">
                <a:latin typeface="Consolas"/>
                <a:ea typeface="Consolas"/>
                <a:cs typeface="Consolas"/>
                <a:sym typeface="Consolas"/>
              </a:rPr>
              <a:t>.</a:t>
            </a:r>
            <a:r>
              <a:rPr lang="en" sz="1050" dirty="0">
                <a:solidFill>
                  <a:srgbClr val="795E26"/>
                </a:solidFill>
                <a:latin typeface="Consolas"/>
                <a:ea typeface="Consolas"/>
                <a:cs typeface="Consolas"/>
                <a:sym typeface="Consolas"/>
              </a:rPr>
              <a:t>connect</a:t>
            </a:r>
            <a:r>
              <a:rPr lang="en" sz="1050" dirty="0">
                <a:latin typeface="Consolas"/>
                <a:ea typeface="Consolas"/>
                <a:cs typeface="Consolas"/>
                <a:sym typeface="Consolas"/>
              </a:rPr>
              <a:t>();</a:t>
            </a:r>
            <a:endParaRPr sz="1050" dirty="0">
              <a:latin typeface="Consolas"/>
              <a:ea typeface="Consolas"/>
              <a:cs typeface="Consolas"/>
              <a:sym typeface="Consolas"/>
            </a:endParaRPr>
          </a:p>
          <a:p>
            <a:pPr marL="0" lvl="0" indent="0" algn="l" rtl="0">
              <a:lnSpc>
                <a:spcPct val="135714"/>
              </a:lnSpc>
              <a:spcBef>
                <a:spcPts val="0"/>
              </a:spcBef>
              <a:spcAft>
                <a:spcPts val="0"/>
              </a:spcAft>
              <a:buNone/>
            </a:pPr>
            <a:r>
              <a:rPr lang="en" sz="1050" dirty="0">
                <a:solidFill>
                  <a:srgbClr val="098658"/>
                </a:solidFill>
                <a:latin typeface="Consolas"/>
                <a:ea typeface="Consolas"/>
                <a:cs typeface="Consolas"/>
                <a:sym typeface="Consolas"/>
              </a:rPr>
              <a:t>6  </a:t>
            </a:r>
            <a:endParaRPr sz="1050" dirty="0">
              <a:latin typeface="Consolas"/>
              <a:ea typeface="Consolas"/>
              <a:cs typeface="Consolas"/>
              <a:sym typeface="Consolas"/>
            </a:endParaRPr>
          </a:p>
          <a:p>
            <a:pPr marL="0" lvl="0" indent="0" algn="l" rtl="0">
              <a:lnSpc>
                <a:spcPct val="135714"/>
              </a:lnSpc>
              <a:spcBef>
                <a:spcPts val="0"/>
              </a:spcBef>
              <a:spcAft>
                <a:spcPts val="0"/>
              </a:spcAft>
              <a:buNone/>
            </a:pPr>
            <a:r>
              <a:rPr lang="en" sz="1050" dirty="0">
                <a:solidFill>
                  <a:srgbClr val="098658"/>
                </a:solidFill>
                <a:latin typeface="Consolas"/>
                <a:ea typeface="Consolas"/>
                <a:cs typeface="Consolas"/>
                <a:sym typeface="Consolas"/>
              </a:rPr>
              <a:t>7 </a:t>
            </a:r>
            <a:r>
              <a:rPr lang="en" sz="1050" dirty="0">
                <a:latin typeface="Consolas"/>
                <a:ea typeface="Consolas"/>
                <a:cs typeface="Consolas"/>
                <a:sym typeface="Consolas"/>
              </a:rPr>
              <a:t>    </a:t>
            </a:r>
            <a:r>
              <a:rPr lang="en" sz="1050" dirty="0">
                <a:solidFill>
                  <a:srgbClr val="267F99"/>
                </a:solidFill>
                <a:latin typeface="Consolas"/>
                <a:ea typeface="Consolas"/>
                <a:cs typeface="Consolas"/>
                <a:sym typeface="Consolas"/>
              </a:rPr>
              <a:t>InputStream</a:t>
            </a:r>
            <a:r>
              <a:rPr lang="en" sz="1050" dirty="0">
                <a:latin typeface="Consolas"/>
                <a:ea typeface="Consolas"/>
                <a:cs typeface="Consolas"/>
                <a:sym typeface="Consolas"/>
              </a:rPr>
              <a:t> </a:t>
            </a:r>
            <a:r>
              <a:rPr lang="en" sz="1050" dirty="0">
                <a:solidFill>
                  <a:srgbClr val="001080"/>
                </a:solidFill>
                <a:latin typeface="Consolas"/>
                <a:ea typeface="Consolas"/>
                <a:cs typeface="Consolas"/>
                <a:sym typeface="Consolas"/>
              </a:rPr>
              <a:t>in</a:t>
            </a:r>
            <a:r>
              <a:rPr lang="en" sz="1050" dirty="0">
                <a:latin typeface="Consolas"/>
                <a:ea typeface="Consolas"/>
                <a:cs typeface="Consolas"/>
                <a:sym typeface="Consolas"/>
              </a:rPr>
              <a:t> = </a:t>
            </a:r>
            <a:r>
              <a:rPr lang="en" sz="1050" dirty="0">
                <a:solidFill>
                  <a:srgbClr val="001080"/>
                </a:solidFill>
                <a:latin typeface="Consolas"/>
                <a:ea typeface="Consolas"/>
                <a:cs typeface="Consolas"/>
                <a:sym typeface="Consolas"/>
              </a:rPr>
              <a:t>connection</a:t>
            </a:r>
            <a:r>
              <a:rPr lang="en" sz="1050" dirty="0">
                <a:latin typeface="Consolas"/>
                <a:ea typeface="Consolas"/>
                <a:cs typeface="Consolas"/>
                <a:sym typeface="Consolas"/>
              </a:rPr>
              <a:t>.</a:t>
            </a:r>
            <a:r>
              <a:rPr lang="en" sz="1050" dirty="0">
                <a:solidFill>
                  <a:srgbClr val="795E26"/>
                </a:solidFill>
                <a:latin typeface="Consolas"/>
                <a:ea typeface="Consolas"/>
                <a:cs typeface="Consolas"/>
                <a:sym typeface="Consolas"/>
              </a:rPr>
              <a:t>getInputStream</a:t>
            </a:r>
            <a:r>
              <a:rPr lang="en" sz="1050" dirty="0">
                <a:latin typeface="Consolas"/>
                <a:ea typeface="Consolas"/>
                <a:cs typeface="Consolas"/>
                <a:sym typeface="Consolas"/>
              </a:rPr>
              <a:t>();</a:t>
            </a:r>
            <a:endParaRPr sz="1050" dirty="0">
              <a:latin typeface="Consolas"/>
              <a:ea typeface="Consolas"/>
              <a:cs typeface="Consolas"/>
              <a:sym typeface="Consolas"/>
            </a:endParaRPr>
          </a:p>
          <a:p>
            <a:pPr marL="0" lvl="0" indent="0" algn="l" rtl="0">
              <a:lnSpc>
                <a:spcPct val="135714"/>
              </a:lnSpc>
              <a:spcBef>
                <a:spcPts val="0"/>
              </a:spcBef>
              <a:spcAft>
                <a:spcPts val="0"/>
              </a:spcAft>
              <a:buNone/>
            </a:pPr>
            <a:r>
              <a:rPr lang="en" sz="1050" dirty="0">
                <a:solidFill>
                  <a:srgbClr val="098658"/>
                </a:solidFill>
                <a:latin typeface="Consolas"/>
                <a:ea typeface="Consolas"/>
                <a:cs typeface="Consolas"/>
                <a:sym typeface="Consolas"/>
              </a:rPr>
              <a:t>8</a:t>
            </a:r>
            <a:endParaRPr sz="1050" dirty="0">
              <a:latin typeface="Consolas"/>
              <a:ea typeface="Consolas"/>
              <a:cs typeface="Consolas"/>
              <a:sym typeface="Consolas"/>
            </a:endParaRPr>
          </a:p>
          <a:p>
            <a:pPr marL="0" lvl="0" indent="0" algn="l" rtl="0">
              <a:lnSpc>
                <a:spcPct val="135714"/>
              </a:lnSpc>
              <a:spcBef>
                <a:spcPts val="0"/>
              </a:spcBef>
              <a:spcAft>
                <a:spcPts val="0"/>
              </a:spcAft>
              <a:buNone/>
            </a:pPr>
            <a:r>
              <a:rPr lang="en" sz="1050" dirty="0">
                <a:solidFill>
                  <a:srgbClr val="098658"/>
                </a:solidFill>
                <a:latin typeface="Consolas"/>
                <a:ea typeface="Consolas"/>
                <a:cs typeface="Consolas"/>
                <a:sym typeface="Consolas"/>
              </a:rPr>
              <a:t>9 </a:t>
            </a:r>
            <a:r>
              <a:rPr lang="en" sz="1050" dirty="0">
                <a:latin typeface="Consolas"/>
                <a:ea typeface="Consolas"/>
                <a:cs typeface="Consolas"/>
                <a:sym typeface="Consolas"/>
              </a:rPr>
              <a:t>    </a:t>
            </a:r>
            <a:r>
              <a:rPr lang="en" sz="1050" dirty="0">
                <a:solidFill>
                  <a:srgbClr val="267F99"/>
                </a:solidFill>
                <a:latin typeface="Consolas"/>
                <a:ea typeface="Consolas"/>
                <a:cs typeface="Consolas"/>
                <a:sym typeface="Consolas"/>
              </a:rPr>
              <a:t>Scanner</a:t>
            </a:r>
            <a:r>
              <a:rPr lang="en" sz="1050" dirty="0">
                <a:latin typeface="Consolas"/>
                <a:ea typeface="Consolas"/>
                <a:cs typeface="Consolas"/>
                <a:sym typeface="Consolas"/>
              </a:rPr>
              <a:t> </a:t>
            </a:r>
            <a:r>
              <a:rPr lang="en" sz="1050" dirty="0">
                <a:solidFill>
                  <a:srgbClr val="001080"/>
                </a:solidFill>
                <a:latin typeface="Consolas"/>
                <a:ea typeface="Consolas"/>
                <a:cs typeface="Consolas"/>
                <a:sym typeface="Consolas"/>
              </a:rPr>
              <a:t>scanner</a:t>
            </a:r>
            <a:r>
              <a:rPr lang="en" sz="1050" dirty="0">
                <a:latin typeface="Consolas"/>
                <a:ea typeface="Consolas"/>
                <a:cs typeface="Consolas"/>
                <a:sym typeface="Consolas"/>
              </a:rPr>
              <a:t> = </a:t>
            </a:r>
            <a:r>
              <a:rPr lang="en" sz="1050" dirty="0">
                <a:solidFill>
                  <a:srgbClr val="AF00DB"/>
                </a:solidFill>
                <a:latin typeface="Consolas"/>
                <a:ea typeface="Consolas"/>
                <a:cs typeface="Consolas"/>
                <a:sym typeface="Consolas"/>
              </a:rPr>
              <a:t>new</a:t>
            </a:r>
            <a:r>
              <a:rPr lang="en" sz="1050" dirty="0">
                <a:latin typeface="Consolas"/>
                <a:ea typeface="Consolas"/>
                <a:cs typeface="Consolas"/>
                <a:sym typeface="Consolas"/>
              </a:rPr>
              <a:t> </a:t>
            </a:r>
            <a:r>
              <a:rPr lang="en" sz="1050" dirty="0">
                <a:solidFill>
                  <a:srgbClr val="795E26"/>
                </a:solidFill>
                <a:latin typeface="Consolas"/>
                <a:ea typeface="Consolas"/>
                <a:cs typeface="Consolas"/>
                <a:sym typeface="Consolas"/>
              </a:rPr>
              <a:t>Scanner</a:t>
            </a:r>
            <a:r>
              <a:rPr lang="en" sz="1050" dirty="0">
                <a:latin typeface="Consolas"/>
                <a:ea typeface="Consolas"/>
                <a:cs typeface="Consolas"/>
                <a:sym typeface="Consolas"/>
              </a:rPr>
              <a:t>(</a:t>
            </a:r>
            <a:r>
              <a:rPr lang="en" sz="1050" dirty="0">
                <a:solidFill>
                  <a:srgbClr val="001080"/>
                </a:solidFill>
                <a:latin typeface="Consolas"/>
                <a:ea typeface="Consolas"/>
                <a:cs typeface="Consolas"/>
                <a:sym typeface="Consolas"/>
              </a:rPr>
              <a:t>in</a:t>
            </a:r>
            <a:r>
              <a:rPr lang="en" sz="1050" dirty="0">
                <a:latin typeface="Consolas"/>
                <a:ea typeface="Consolas"/>
                <a:cs typeface="Consolas"/>
                <a:sym typeface="Consolas"/>
              </a:rPr>
              <a:t>);</a:t>
            </a:r>
            <a:endParaRPr sz="1050" dirty="0">
              <a:latin typeface="Consolas"/>
              <a:ea typeface="Consolas"/>
              <a:cs typeface="Consolas"/>
              <a:sym typeface="Consolas"/>
            </a:endParaRPr>
          </a:p>
          <a:p>
            <a:pPr marL="0" lvl="0" indent="0" algn="l" rtl="0">
              <a:lnSpc>
                <a:spcPct val="135714"/>
              </a:lnSpc>
              <a:spcBef>
                <a:spcPts val="0"/>
              </a:spcBef>
              <a:spcAft>
                <a:spcPts val="0"/>
              </a:spcAft>
              <a:buNone/>
            </a:pPr>
            <a:r>
              <a:rPr lang="en" sz="1050" dirty="0">
                <a:solidFill>
                  <a:srgbClr val="098658"/>
                </a:solidFill>
                <a:latin typeface="Consolas"/>
                <a:ea typeface="Consolas"/>
                <a:cs typeface="Consolas"/>
                <a:sym typeface="Consolas"/>
              </a:rPr>
              <a:t>10  </a:t>
            </a:r>
            <a:endParaRPr sz="1050" dirty="0">
              <a:latin typeface="Consolas"/>
              <a:ea typeface="Consolas"/>
              <a:cs typeface="Consolas"/>
              <a:sym typeface="Consolas"/>
            </a:endParaRPr>
          </a:p>
          <a:p>
            <a:pPr marL="0" lvl="0" indent="0" algn="l" rtl="0">
              <a:lnSpc>
                <a:spcPct val="135714"/>
              </a:lnSpc>
              <a:spcBef>
                <a:spcPts val="0"/>
              </a:spcBef>
              <a:spcAft>
                <a:spcPts val="0"/>
              </a:spcAft>
              <a:buNone/>
            </a:pPr>
            <a:r>
              <a:rPr lang="en" sz="1050" dirty="0">
                <a:solidFill>
                  <a:srgbClr val="098658"/>
                </a:solidFill>
                <a:latin typeface="Consolas"/>
                <a:ea typeface="Consolas"/>
                <a:cs typeface="Consolas"/>
                <a:sym typeface="Consolas"/>
              </a:rPr>
              <a:t>11  </a:t>
            </a:r>
            <a:r>
              <a:rPr lang="en" sz="1050" dirty="0">
                <a:latin typeface="Consolas"/>
                <a:ea typeface="Consolas"/>
                <a:cs typeface="Consolas"/>
                <a:sym typeface="Consolas"/>
              </a:rPr>
              <a:t>  </a:t>
            </a:r>
            <a:r>
              <a:rPr lang="en" sz="1050" dirty="0">
                <a:solidFill>
                  <a:srgbClr val="AF00DB"/>
                </a:solidFill>
                <a:latin typeface="Consolas"/>
                <a:ea typeface="Consolas"/>
                <a:cs typeface="Consolas"/>
                <a:sym typeface="Consolas"/>
              </a:rPr>
              <a:t>while</a:t>
            </a:r>
            <a:r>
              <a:rPr lang="en" sz="1050" dirty="0">
                <a:latin typeface="Consolas"/>
                <a:ea typeface="Consolas"/>
                <a:cs typeface="Consolas"/>
                <a:sym typeface="Consolas"/>
              </a:rPr>
              <a:t>(</a:t>
            </a:r>
            <a:r>
              <a:rPr lang="en" sz="1050" dirty="0">
                <a:solidFill>
                  <a:srgbClr val="001080"/>
                </a:solidFill>
                <a:latin typeface="Consolas"/>
                <a:ea typeface="Consolas"/>
                <a:cs typeface="Consolas"/>
                <a:sym typeface="Consolas"/>
              </a:rPr>
              <a:t>scanner</a:t>
            </a:r>
            <a:r>
              <a:rPr lang="en" sz="1050" dirty="0">
                <a:latin typeface="Consolas"/>
                <a:ea typeface="Consolas"/>
                <a:cs typeface="Consolas"/>
                <a:sym typeface="Consolas"/>
              </a:rPr>
              <a:t>.</a:t>
            </a:r>
            <a:r>
              <a:rPr lang="en" sz="1050" dirty="0">
                <a:solidFill>
                  <a:srgbClr val="795E26"/>
                </a:solidFill>
                <a:latin typeface="Consolas"/>
                <a:ea typeface="Consolas"/>
                <a:cs typeface="Consolas"/>
                <a:sym typeface="Consolas"/>
              </a:rPr>
              <a:t>hasNext</a:t>
            </a:r>
            <a:r>
              <a:rPr lang="en" sz="1050" dirty="0">
                <a:latin typeface="Consolas"/>
                <a:ea typeface="Consolas"/>
                <a:cs typeface="Consolas"/>
                <a:sym typeface="Consolas"/>
              </a:rPr>
              <a:t>()) {</a:t>
            </a:r>
            <a:endParaRPr sz="1050" dirty="0">
              <a:latin typeface="Consolas"/>
              <a:ea typeface="Consolas"/>
              <a:cs typeface="Consolas"/>
              <a:sym typeface="Consolas"/>
            </a:endParaRPr>
          </a:p>
          <a:p>
            <a:pPr marL="0" lvl="0" indent="0" algn="l" rtl="0">
              <a:lnSpc>
                <a:spcPct val="135714"/>
              </a:lnSpc>
              <a:spcBef>
                <a:spcPts val="0"/>
              </a:spcBef>
              <a:spcAft>
                <a:spcPts val="0"/>
              </a:spcAft>
              <a:buNone/>
            </a:pPr>
            <a:r>
              <a:rPr lang="en" sz="1050" dirty="0">
                <a:solidFill>
                  <a:srgbClr val="098658"/>
                </a:solidFill>
                <a:latin typeface="Consolas"/>
                <a:ea typeface="Consolas"/>
                <a:cs typeface="Consolas"/>
                <a:sym typeface="Consolas"/>
              </a:rPr>
              <a:t>12 </a:t>
            </a:r>
            <a:r>
              <a:rPr lang="en" sz="1050" dirty="0">
                <a:latin typeface="Consolas"/>
                <a:ea typeface="Consolas"/>
                <a:cs typeface="Consolas"/>
                <a:sym typeface="Consolas"/>
              </a:rPr>
              <a:t>      </a:t>
            </a:r>
            <a:r>
              <a:rPr lang="en" sz="1050" dirty="0">
                <a:solidFill>
                  <a:srgbClr val="267F99"/>
                </a:solidFill>
                <a:latin typeface="Consolas"/>
                <a:ea typeface="Consolas"/>
                <a:cs typeface="Consolas"/>
                <a:sym typeface="Consolas"/>
              </a:rPr>
              <a:t>System</a:t>
            </a:r>
            <a:r>
              <a:rPr lang="en" sz="1050" dirty="0">
                <a:latin typeface="Consolas"/>
                <a:ea typeface="Consolas"/>
                <a:cs typeface="Consolas"/>
                <a:sym typeface="Consolas"/>
              </a:rPr>
              <a:t>.</a:t>
            </a:r>
            <a:r>
              <a:rPr lang="en" sz="1050" dirty="0">
                <a:solidFill>
                  <a:srgbClr val="0070C1"/>
                </a:solidFill>
                <a:latin typeface="Consolas"/>
                <a:ea typeface="Consolas"/>
                <a:cs typeface="Consolas"/>
                <a:sym typeface="Consolas"/>
              </a:rPr>
              <a:t>out</a:t>
            </a:r>
            <a:r>
              <a:rPr lang="en" sz="1050" dirty="0">
                <a:latin typeface="Consolas"/>
                <a:ea typeface="Consolas"/>
                <a:cs typeface="Consolas"/>
                <a:sym typeface="Consolas"/>
              </a:rPr>
              <a:t>.</a:t>
            </a:r>
            <a:r>
              <a:rPr lang="en" sz="1050" dirty="0">
                <a:solidFill>
                  <a:srgbClr val="795E26"/>
                </a:solidFill>
                <a:latin typeface="Consolas"/>
                <a:ea typeface="Consolas"/>
                <a:cs typeface="Consolas"/>
                <a:sym typeface="Consolas"/>
              </a:rPr>
              <a:t>println</a:t>
            </a:r>
            <a:r>
              <a:rPr lang="en" sz="1050" dirty="0">
                <a:latin typeface="Consolas"/>
                <a:ea typeface="Consolas"/>
                <a:cs typeface="Consolas"/>
                <a:sym typeface="Consolas"/>
              </a:rPr>
              <a:t>(</a:t>
            </a:r>
            <a:r>
              <a:rPr lang="en" sz="1050" dirty="0">
                <a:solidFill>
                  <a:srgbClr val="001080"/>
                </a:solidFill>
                <a:latin typeface="Consolas"/>
                <a:ea typeface="Consolas"/>
                <a:cs typeface="Consolas"/>
                <a:sym typeface="Consolas"/>
              </a:rPr>
              <a:t>scanner</a:t>
            </a:r>
            <a:r>
              <a:rPr lang="en" sz="1050" dirty="0">
                <a:latin typeface="Consolas"/>
                <a:ea typeface="Consolas"/>
                <a:cs typeface="Consolas"/>
                <a:sym typeface="Consolas"/>
              </a:rPr>
              <a:t>.</a:t>
            </a:r>
            <a:r>
              <a:rPr lang="en" sz="1050" dirty="0">
                <a:solidFill>
                  <a:srgbClr val="795E26"/>
                </a:solidFill>
                <a:latin typeface="Consolas"/>
                <a:ea typeface="Consolas"/>
                <a:cs typeface="Consolas"/>
                <a:sym typeface="Consolas"/>
              </a:rPr>
              <a:t>nextLine</a:t>
            </a:r>
            <a:r>
              <a:rPr lang="en" sz="1050" dirty="0">
                <a:latin typeface="Consolas"/>
                <a:ea typeface="Consolas"/>
                <a:cs typeface="Consolas"/>
                <a:sym typeface="Consolas"/>
              </a:rPr>
              <a:t>());</a:t>
            </a:r>
            <a:endParaRPr sz="1050" dirty="0">
              <a:latin typeface="Consolas"/>
              <a:ea typeface="Consolas"/>
              <a:cs typeface="Consolas"/>
              <a:sym typeface="Consolas"/>
            </a:endParaRPr>
          </a:p>
          <a:p>
            <a:pPr marL="0" lvl="0" indent="0" algn="l" rtl="0">
              <a:lnSpc>
                <a:spcPct val="135714"/>
              </a:lnSpc>
              <a:spcBef>
                <a:spcPts val="0"/>
              </a:spcBef>
              <a:spcAft>
                <a:spcPts val="0"/>
              </a:spcAft>
              <a:buNone/>
            </a:pPr>
            <a:r>
              <a:rPr lang="en" sz="1050" dirty="0">
                <a:solidFill>
                  <a:srgbClr val="098658"/>
                </a:solidFill>
                <a:latin typeface="Consolas"/>
                <a:ea typeface="Consolas"/>
                <a:cs typeface="Consolas"/>
                <a:sym typeface="Consolas"/>
              </a:rPr>
              <a:t>13 </a:t>
            </a:r>
            <a:r>
              <a:rPr lang="en" sz="1050" dirty="0">
                <a:latin typeface="Consolas"/>
                <a:ea typeface="Consolas"/>
                <a:cs typeface="Consolas"/>
                <a:sym typeface="Consolas"/>
              </a:rPr>
              <a:t>   }</a:t>
            </a:r>
            <a:endParaRPr sz="1050" dirty="0">
              <a:latin typeface="Consolas"/>
              <a:ea typeface="Consolas"/>
              <a:cs typeface="Consolas"/>
              <a:sym typeface="Consolas"/>
            </a:endParaRPr>
          </a:p>
          <a:p>
            <a:pPr marL="0" lvl="0" indent="0" algn="l" rtl="0">
              <a:lnSpc>
                <a:spcPct val="135714"/>
              </a:lnSpc>
              <a:spcBef>
                <a:spcPts val="0"/>
              </a:spcBef>
              <a:spcAft>
                <a:spcPts val="0"/>
              </a:spcAft>
              <a:buNone/>
            </a:pPr>
            <a:r>
              <a:rPr lang="en" sz="1050" dirty="0">
                <a:solidFill>
                  <a:srgbClr val="098658"/>
                </a:solidFill>
                <a:latin typeface="Consolas"/>
                <a:ea typeface="Consolas"/>
                <a:cs typeface="Consolas"/>
                <a:sym typeface="Consolas"/>
              </a:rPr>
              <a:t>14 </a:t>
            </a:r>
            <a:endParaRPr sz="1050" dirty="0">
              <a:latin typeface="Consolas"/>
              <a:ea typeface="Consolas"/>
              <a:cs typeface="Consolas"/>
              <a:sym typeface="Consolas"/>
            </a:endParaRPr>
          </a:p>
          <a:p>
            <a:pPr marL="0" lvl="0" indent="0" algn="l" rtl="0">
              <a:lnSpc>
                <a:spcPct val="135714"/>
              </a:lnSpc>
              <a:spcBef>
                <a:spcPts val="0"/>
              </a:spcBef>
              <a:spcAft>
                <a:spcPts val="0"/>
              </a:spcAft>
              <a:buNone/>
            </a:pPr>
            <a:r>
              <a:rPr lang="en" sz="1050" dirty="0">
                <a:solidFill>
                  <a:srgbClr val="098658"/>
                </a:solidFill>
                <a:latin typeface="Consolas"/>
                <a:ea typeface="Consolas"/>
                <a:cs typeface="Consolas"/>
                <a:sym typeface="Consolas"/>
              </a:rPr>
              <a:t>15 </a:t>
            </a:r>
            <a:r>
              <a:rPr lang="en" sz="1050" dirty="0">
                <a:latin typeface="Consolas"/>
                <a:ea typeface="Consolas"/>
                <a:cs typeface="Consolas"/>
                <a:sym typeface="Consolas"/>
              </a:rPr>
              <a:t>   </a:t>
            </a:r>
            <a:r>
              <a:rPr lang="en" sz="1050" dirty="0">
                <a:solidFill>
                  <a:srgbClr val="001080"/>
                </a:solidFill>
                <a:latin typeface="Consolas"/>
                <a:ea typeface="Consolas"/>
                <a:cs typeface="Consolas"/>
                <a:sym typeface="Consolas"/>
              </a:rPr>
              <a:t>scanner</a:t>
            </a:r>
            <a:r>
              <a:rPr lang="en" sz="1050" dirty="0">
                <a:latin typeface="Consolas"/>
                <a:ea typeface="Consolas"/>
                <a:cs typeface="Consolas"/>
                <a:sym typeface="Consolas"/>
              </a:rPr>
              <a:t>.</a:t>
            </a:r>
            <a:r>
              <a:rPr lang="en" sz="1050" dirty="0">
                <a:solidFill>
                  <a:srgbClr val="795E26"/>
                </a:solidFill>
                <a:latin typeface="Consolas"/>
                <a:ea typeface="Consolas"/>
                <a:cs typeface="Consolas"/>
                <a:sym typeface="Consolas"/>
              </a:rPr>
              <a:t>close</a:t>
            </a:r>
            <a:r>
              <a:rPr lang="en" sz="1050" dirty="0">
                <a:latin typeface="Consolas"/>
                <a:ea typeface="Consolas"/>
                <a:cs typeface="Consolas"/>
                <a:sym typeface="Consolas"/>
              </a:rPr>
              <a:t>();</a:t>
            </a:r>
            <a:endParaRPr sz="1050" dirty="0">
              <a:latin typeface="Consolas"/>
              <a:ea typeface="Consolas"/>
              <a:cs typeface="Consolas"/>
              <a:sym typeface="Consolas"/>
            </a:endParaRPr>
          </a:p>
          <a:p>
            <a:pPr marL="0" lvl="0" indent="0" algn="l" rtl="0">
              <a:lnSpc>
                <a:spcPct val="135714"/>
              </a:lnSpc>
              <a:spcBef>
                <a:spcPts val="0"/>
              </a:spcBef>
              <a:spcAft>
                <a:spcPts val="0"/>
              </a:spcAft>
              <a:buNone/>
            </a:pPr>
            <a:r>
              <a:rPr lang="en" sz="1050" dirty="0">
                <a:solidFill>
                  <a:srgbClr val="098658"/>
                </a:solidFill>
                <a:latin typeface="Consolas"/>
                <a:ea typeface="Consolas"/>
                <a:cs typeface="Consolas"/>
                <a:sym typeface="Consolas"/>
              </a:rPr>
              <a:t>16 </a:t>
            </a:r>
            <a:r>
              <a:rPr lang="en" sz="1050" dirty="0">
                <a:latin typeface="Consolas"/>
                <a:ea typeface="Consolas"/>
                <a:cs typeface="Consolas"/>
                <a:sym typeface="Consolas"/>
              </a:rPr>
              <a:t>}</a:t>
            </a:r>
            <a:endParaRPr sz="1050" dirty="0">
              <a:latin typeface="Consolas"/>
              <a:ea typeface="Consolas"/>
              <a:cs typeface="Consolas"/>
              <a:sym typeface="Consolas"/>
            </a:endParaRPr>
          </a:p>
        </p:txBody>
      </p:sp>
      <p:sp>
        <p:nvSpPr>
          <p:cNvPr id="469" name="Google Shape;469;p4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17</a:t>
            </a:fld>
            <a:endParaRPr/>
          </a:p>
        </p:txBody>
      </p:sp>
      <p:sp>
        <p:nvSpPr>
          <p:cNvPr id="470" name="Google Shape;470;p48"/>
          <p:cNvSpPr txBox="1">
            <a:spLocks noGrp="1"/>
          </p:cNvSpPr>
          <p:nvPr>
            <p:ph type="title"/>
          </p:nvPr>
        </p:nvSpPr>
        <p:spPr>
          <a:xfrm>
            <a:off x="311725" y="437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 Closer Look at </a:t>
            </a:r>
            <a:r>
              <a:rPr lang="en">
                <a:latin typeface="Courier New"/>
                <a:ea typeface="Courier New"/>
                <a:cs typeface="Courier New"/>
                <a:sym typeface="Courier New"/>
              </a:rPr>
              <a:t>URL</a:t>
            </a:r>
            <a:r>
              <a:rPr lang="en"/>
              <a:t> &amp; </a:t>
            </a:r>
            <a:r>
              <a:rPr lang="en">
                <a:latin typeface="Courier New"/>
                <a:ea typeface="Courier New"/>
                <a:cs typeface="Courier New"/>
                <a:sym typeface="Courier New"/>
              </a:rPr>
              <a:t>URLConnection</a:t>
            </a:r>
            <a:endParaRPr>
              <a:latin typeface="Courier New"/>
              <a:ea typeface="Courier New"/>
              <a:cs typeface="Courier New"/>
              <a:sym typeface="Courier New"/>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474"/>
        <p:cNvGrpSpPr/>
        <p:nvPr/>
      </p:nvGrpSpPr>
      <p:grpSpPr>
        <a:xfrm>
          <a:off x="0" y="0"/>
          <a:ext cx="0" cy="0"/>
          <a:chOff x="0" y="0"/>
          <a:chExt cx="0" cy="0"/>
        </a:xfrm>
      </p:grpSpPr>
      <p:sp>
        <p:nvSpPr>
          <p:cNvPr id="475" name="Google Shape;475;p49"/>
          <p:cNvSpPr txBox="1"/>
          <p:nvPr/>
        </p:nvSpPr>
        <p:spPr>
          <a:xfrm>
            <a:off x="2184000" y="1363614"/>
            <a:ext cx="4776000" cy="36363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35714"/>
              </a:lnSpc>
              <a:spcBef>
                <a:spcPts val="0"/>
              </a:spcBef>
              <a:spcAft>
                <a:spcPts val="0"/>
              </a:spcAft>
              <a:buNone/>
            </a:pPr>
            <a:r>
              <a:rPr lang="en" sz="1050" dirty="0">
                <a:solidFill>
                  <a:srgbClr val="098658"/>
                </a:solidFill>
                <a:latin typeface="Consolas"/>
                <a:ea typeface="Consolas"/>
                <a:cs typeface="Consolas"/>
                <a:sym typeface="Consolas"/>
              </a:rPr>
              <a:t>1  </a:t>
            </a:r>
            <a:r>
              <a:rPr lang="en" sz="1050" dirty="0">
                <a:solidFill>
                  <a:srgbClr val="0000FF"/>
                </a:solidFill>
                <a:latin typeface="Consolas"/>
                <a:ea typeface="Consolas"/>
                <a:cs typeface="Consolas"/>
                <a:sym typeface="Consolas"/>
              </a:rPr>
              <a:t>public</a:t>
            </a:r>
            <a:r>
              <a:rPr lang="en" sz="1050" dirty="0">
                <a:latin typeface="Consolas"/>
                <a:ea typeface="Consolas"/>
                <a:cs typeface="Consolas"/>
                <a:sym typeface="Consolas"/>
              </a:rPr>
              <a:t> </a:t>
            </a:r>
            <a:r>
              <a:rPr lang="en" sz="1050" dirty="0">
                <a:solidFill>
                  <a:srgbClr val="0000FF"/>
                </a:solidFill>
                <a:latin typeface="Consolas"/>
                <a:ea typeface="Consolas"/>
                <a:cs typeface="Consolas"/>
                <a:sym typeface="Consolas"/>
              </a:rPr>
              <a:t>static</a:t>
            </a:r>
            <a:r>
              <a:rPr lang="en" sz="1050" dirty="0">
                <a:latin typeface="Consolas"/>
                <a:ea typeface="Consolas"/>
                <a:cs typeface="Consolas"/>
                <a:sym typeface="Consolas"/>
              </a:rPr>
              <a:t> </a:t>
            </a:r>
            <a:r>
              <a:rPr lang="en" sz="1050" dirty="0">
                <a:solidFill>
                  <a:srgbClr val="267F99"/>
                </a:solidFill>
                <a:latin typeface="Consolas"/>
                <a:ea typeface="Consolas"/>
                <a:cs typeface="Consolas"/>
                <a:sym typeface="Consolas"/>
              </a:rPr>
              <a:t>void</a:t>
            </a:r>
            <a:r>
              <a:rPr lang="en" sz="1050" dirty="0">
                <a:latin typeface="Consolas"/>
                <a:ea typeface="Consolas"/>
                <a:cs typeface="Consolas"/>
                <a:sym typeface="Consolas"/>
              </a:rPr>
              <a:t> </a:t>
            </a:r>
            <a:r>
              <a:rPr lang="en" sz="1050" dirty="0">
                <a:solidFill>
                  <a:srgbClr val="795E26"/>
                </a:solidFill>
                <a:latin typeface="Consolas"/>
                <a:ea typeface="Consolas"/>
                <a:cs typeface="Consolas"/>
                <a:sym typeface="Consolas"/>
              </a:rPr>
              <a:t>main</a:t>
            </a:r>
            <a:r>
              <a:rPr lang="en" sz="1050" dirty="0">
                <a:latin typeface="Consolas"/>
                <a:ea typeface="Consolas"/>
                <a:cs typeface="Consolas"/>
                <a:sym typeface="Consolas"/>
              </a:rPr>
              <a:t>(</a:t>
            </a:r>
            <a:r>
              <a:rPr lang="en" sz="1050" dirty="0">
                <a:solidFill>
                  <a:srgbClr val="267F99"/>
                </a:solidFill>
                <a:latin typeface="Consolas"/>
                <a:ea typeface="Consolas"/>
                <a:cs typeface="Consolas"/>
                <a:sym typeface="Consolas"/>
              </a:rPr>
              <a:t>String</a:t>
            </a:r>
            <a:r>
              <a:rPr lang="en" sz="1050" dirty="0">
                <a:latin typeface="Consolas"/>
                <a:ea typeface="Consolas"/>
                <a:cs typeface="Consolas"/>
                <a:sym typeface="Consolas"/>
              </a:rPr>
              <a:t>[] </a:t>
            </a:r>
            <a:r>
              <a:rPr lang="en" sz="1050" dirty="0">
                <a:solidFill>
                  <a:srgbClr val="001080"/>
                </a:solidFill>
                <a:latin typeface="Consolas"/>
                <a:ea typeface="Consolas"/>
                <a:cs typeface="Consolas"/>
                <a:sym typeface="Consolas"/>
              </a:rPr>
              <a:t>args</a:t>
            </a:r>
            <a:r>
              <a:rPr lang="en" sz="1050" dirty="0">
                <a:latin typeface="Consolas"/>
                <a:ea typeface="Consolas"/>
                <a:cs typeface="Consolas"/>
                <a:sym typeface="Consolas"/>
              </a:rPr>
              <a:t>) </a:t>
            </a:r>
            <a:r>
              <a:rPr lang="en" sz="1050" dirty="0">
                <a:solidFill>
                  <a:srgbClr val="0000FF"/>
                </a:solidFill>
                <a:latin typeface="Consolas"/>
                <a:ea typeface="Consolas"/>
                <a:cs typeface="Consolas"/>
                <a:sym typeface="Consolas"/>
              </a:rPr>
              <a:t>throws</a:t>
            </a:r>
            <a:r>
              <a:rPr lang="en" sz="1050" dirty="0">
                <a:latin typeface="Consolas"/>
                <a:ea typeface="Consolas"/>
                <a:cs typeface="Consolas"/>
                <a:sym typeface="Consolas"/>
              </a:rPr>
              <a:t> </a:t>
            </a:r>
            <a:r>
              <a:rPr lang="en" sz="1050" dirty="0">
                <a:solidFill>
                  <a:srgbClr val="267F99"/>
                </a:solidFill>
                <a:latin typeface="Consolas"/>
                <a:ea typeface="Consolas"/>
                <a:cs typeface="Consolas"/>
                <a:sym typeface="Consolas"/>
              </a:rPr>
              <a:t>IOException</a:t>
            </a:r>
            <a:r>
              <a:rPr lang="en" sz="1050" dirty="0">
                <a:latin typeface="Consolas"/>
                <a:ea typeface="Consolas"/>
                <a:cs typeface="Consolas"/>
                <a:sym typeface="Consolas"/>
              </a:rPr>
              <a:t> {</a:t>
            </a:r>
            <a:endParaRPr sz="1050" dirty="0">
              <a:latin typeface="Consolas"/>
              <a:ea typeface="Consolas"/>
              <a:cs typeface="Consolas"/>
              <a:sym typeface="Consolas"/>
            </a:endParaRPr>
          </a:p>
          <a:p>
            <a:pPr marL="0" lvl="0" indent="0" algn="l" rtl="0">
              <a:lnSpc>
                <a:spcPct val="135714"/>
              </a:lnSpc>
              <a:spcBef>
                <a:spcPts val="0"/>
              </a:spcBef>
              <a:spcAft>
                <a:spcPts val="0"/>
              </a:spcAft>
              <a:buNone/>
            </a:pPr>
            <a:r>
              <a:rPr lang="en" sz="1050" dirty="0">
                <a:solidFill>
                  <a:srgbClr val="098658"/>
                </a:solidFill>
                <a:latin typeface="Consolas"/>
                <a:ea typeface="Consolas"/>
                <a:cs typeface="Consolas"/>
                <a:sym typeface="Consolas"/>
              </a:rPr>
              <a:t>2     </a:t>
            </a:r>
            <a:r>
              <a:rPr lang="en" sz="1050" dirty="0">
                <a:solidFill>
                  <a:srgbClr val="267F99"/>
                </a:solidFill>
                <a:latin typeface="Consolas"/>
                <a:ea typeface="Consolas"/>
                <a:cs typeface="Consolas"/>
                <a:sym typeface="Consolas"/>
              </a:rPr>
              <a:t>URL</a:t>
            </a:r>
            <a:r>
              <a:rPr lang="en" sz="1050" dirty="0">
                <a:latin typeface="Consolas"/>
                <a:ea typeface="Consolas"/>
                <a:cs typeface="Consolas"/>
                <a:sym typeface="Consolas"/>
              </a:rPr>
              <a:t> </a:t>
            </a:r>
            <a:r>
              <a:rPr lang="en" sz="1050" dirty="0">
                <a:solidFill>
                  <a:srgbClr val="001080"/>
                </a:solidFill>
                <a:latin typeface="Consolas"/>
                <a:ea typeface="Consolas"/>
                <a:cs typeface="Consolas"/>
                <a:sym typeface="Consolas"/>
              </a:rPr>
              <a:t>url</a:t>
            </a:r>
            <a:r>
              <a:rPr lang="en" sz="1050" dirty="0">
                <a:latin typeface="Consolas"/>
                <a:ea typeface="Consolas"/>
                <a:cs typeface="Consolas"/>
                <a:sym typeface="Consolas"/>
              </a:rPr>
              <a:t> = </a:t>
            </a:r>
            <a:r>
              <a:rPr lang="en" sz="1050" dirty="0">
                <a:solidFill>
                  <a:srgbClr val="AF00DB"/>
                </a:solidFill>
                <a:latin typeface="Consolas"/>
                <a:ea typeface="Consolas"/>
                <a:cs typeface="Consolas"/>
                <a:sym typeface="Consolas"/>
              </a:rPr>
              <a:t>new</a:t>
            </a:r>
            <a:r>
              <a:rPr lang="en" sz="1050" dirty="0">
                <a:latin typeface="Consolas"/>
                <a:ea typeface="Consolas"/>
                <a:cs typeface="Consolas"/>
                <a:sym typeface="Consolas"/>
              </a:rPr>
              <a:t> </a:t>
            </a:r>
            <a:r>
              <a:rPr lang="en" sz="1050" dirty="0">
                <a:solidFill>
                  <a:srgbClr val="795E26"/>
                </a:solidFill>
                <a:latin typeface="Consolas"/>
                <a:ea typeface="Consolas"/>
                <a:cs typeface="Consolas"/>
                <a:sym typeface="Consolas"/>
              </a:rPr>
              <a:t>URL</a:t>
            </a:r>
            <a:r>
              <a:rPr lang="en" sz="1050" dirty="0">
                <a:latin typeface="Consolas"/>
                <a:ea typeface="Consolas"/>
                <a:cs typeface="Consolas"/>
                <a:sym typeface="Consolas"/>
              </a:rPr>
              <a:t>(</a:t>
            </a:r>
            <a:r>
              <a:rPr lang="en" sz="1050" dirty="0">
                <a:solidFill>
                  <a:srgbClr val="A31515"/>
                </a:solidFill>
                <a:latin typeface="Consolas"/>
                <a:ea typeface="Consolas"/>
                <a:cs typeface="Consolas"/>
                <a:sym typeface="Consolas"/>
              </a:rPr>
              <a:t>"</a:t>
            </a:r>
            <a:r>
              <a:rPr lang="en" sz="1050" u="sng" dirty="0">
                <a:solidFill>
                  <a:schemeClr val="hlink"/>
                </a:solidFill>
                <a:latin typeface="Consolas"/>
                <a:ea typeface="Consolas"/>
                <a:cs typeface="Consolas"/>
                <a:sym typeface="Consolas"/>
                <a:hlinkClick r:id="rId3"/>
              </a:rPr>
              <a:t>https://www.nsa.gov</a:t>
            </a:r>
            <a:r>
              <a:rPr lang="en" sz="1050" dirty="0">
                <a:solidFill>
                  <a:srgbClr val="A31515"/>
                </a:solidFill>
                <a:latin typeface="Consolas"/>
                <a:ea typeface="Consolas"/>
                <a:cs typeface="Consolas"/>
                <a:sym typeface="Consolas"/>
              </a:rPr>
              <a:t>"</a:t>
            </a:r>
            <a:r>
              <a:rPr lang="en" sz="1050" dirty="0">
                <a:latin typeface="Consolas"/>
                <a:ea typeface="Consolas"/>
                <a:cs typeface="Consolas"/>
                <a:sym typeface="Consolas"/>
              </a:rPr>
              <a:t>);</a:t>
            </a:r>
            <a:endParaRPr sz="1050" dirty="0">
              <a:latin typeface="Consolas"/>
              <a:ea typeface="Consolas"/>
              <a:cs typeface="Consolas"/>
              <a:sym typeface="Consolas"/>
            </a:endParaRPr>
          </a:p>
          <a:p>
            <a:pPr marL="0" lvl="0" indent="0" algn="l" rtl="0">
              <a:lnSpc>
                <a:spcPct val="135714"/>
              </a:lnSpc>
              <a:spcBef>
                <a:spcPts val="0"/>
              </a:spcBef>
              <a:spcAft>
                <a:spcPts val="0"/>
              </a:spcAft>
              <a:buNone/>
            </a:pPr>
            <a:r>
              <a:rPr lang="en" sz="1050" dirty="0">
                <a:solidFill>
                  <a:srgbClr val="098658"/>
                </a:solidFill>
                <a:latin typeface="Consolas"/>
                <a:ea typeface="Consolas"/>
                <a:cs typeface="Consolas"/>
                <a:sym typeface="Consolas"/>
              </a:rPr>
              <a:t>3</a:t>
            </a:r>
            <a:endParaRPr sz="1050" dirty="0">
              <a:latin typeface="Consolas"/>
              <a:ea typeface="Consolas"/>
              <a:cs typeface="Consolas"/>
              <a:sym typeface="Consolas"/>
            </a:endParaRPr>
          </a:p>
          <a:p>
            <a:pPr marL="0" lvl="0" indent="0" algn="l" rtl="0">
              <a:lnSpc>
                <a:spcPct val="135714"/>
              </a:lnSpc>
              <a:spcBef>
                <a:spcPts val="0"/>
              </a:spcBef>
              <a:spcAft>
                <a:spcPts val="0"/>
              </a:spcAft>
              <a:buNone/>
            </a:pPr>
            <a:r>
              <a:rPr lang="en" sz="1050" dirty="0">
                <a:solidFill>
                  <a:srgbClr val="098658"/>
                </a:solidFill>
                <a:latin typeface="Consolas"/>
                <a:ea typeface="Consolas"/>
                <a:cs typeface="Consolas"/>
                <a:sym typeface="Consolas"/>
              </a:rPr>
              <a:t>4  </a:t>
            </a:r>
            <a:r>
              <a:rPr lang="en" sz="1050" dirty="0">
                <a:latin typeface="Consolas"/>
                <a:ea typeface="Consolas"/>
                <a:cs typeface="Consolas"/>
                <a:sym typeface="Consolas"/>
              </a:rPr>
              <a:t>   </a:t>
            </a:r>
            <a:r>
              <a:rPr lang="en" sz="1050" dirty="0">
                <a:solidFill>
                  <a:srgbClr val="267F99"/>
                </a:solidFill>
                <a:latin typeface="Consolas"/>
                <a:ea typeface="Consolas"/>
                <a:cs typeface="Consolas"/>
                <a:sym typeface="Consolas"/>
              </a:rPr>
              <a:t>URLConnection</a:t>
            </a:r>
            <a:r>
              <a:rPr lang="en" sz="1050" dirty="0">
                <a:latin typeface="Consolas"/>
                <a:ea typeface="Consolas"/>
                <a:cs typeface="Consolas"/>
                <a:sym typeface="Consolas"/>
              </a:rPr>
              <a:t> </a:t>
            </a:r>
            <a:r>
              <a:rPr lang="en" sz="1050" dirty="0">
                <a:solidFill>
                  <a:srgbClr val="001080"/>
                </a:solidFill>
                <a:latin typeface="Consolas"/>
                <a:ea typeface="Consolas"/>
                <a:cs typeface="Consolas"/>
                <a:sym typeface="Consolas"/>
              </a:rPr>
              <a:t>connection</a:t>
            </a:r>
            <a:r>
              <a:rPr lang="en" sz="1050" dirty="0">
                <a:latin typeface="Consolas"/>
                <a:ea typeface="Consolas"/>
                <a:cs typeface="Consolas"/>
                <a:sym typeface="Consolas"/>
              </a:rPr>
              <a:t> = </a:t>
            </a:r>
            <a:r>
              <a:rPr lang="en" sz="1050" dirty="0">
                <a:solidFill>
                  <a:srgbClr val="001080"/>
                </a:solidFill>
                <a:latin typeface="Consolas"/>
                <a:ea typeface="Consolas"/>
                <a:cs typeface="Consolas"/>
                <a:sym typeface="Consolas"/>
              </a:rPr>
              <a:t>url</a:t>
            </a:r>
            <a:r>
              <a:rPr lang="en" sz="1050" dirty="0">
                <a:latin typeface="Consolas"/>
                <a:ea typeface="Consolas"/>
                <a:cs typeface="Consolas"/>
                <a:sym typeface="Consolas"/>
              </a:rPr>
              <a:t>.</a:t>
            </a:r>
            <a:r>
              <a:rPr lang="en" sz="1050" dirty="0">
                <a:solidFill>
                  <a:srgbClr val="795E26"/>
                </a:solidFill>
                <a:latin typeface="Consolas"/>
                <a:ea typeface="Consolas"/>
                <a:cs typeface="Consolas"/>
                <a:sym typeface="Consolas"/>
              </a:rPr>
              <a:t>openConnection</a:t>
            </a:r>
            <a:r>
              <a:rPr lang="en" sz="1050" dirty="0">
                <a:latin typeface="Consolas"/>
                <a:ea typeface="Consolas"/>
                <a:cs typeface="Consolas"/>
                <a:sym typeface="Consolas"/>
              </a:rPr>
              <a:t>();</a:t>
            </a:r>
            <a:endParaRPr sz="1050" dirty="0">
              <a:latin typeface="Consolas"/>
              <a:ea typeface="Consolas"/>
              <a:cs typeface="Consolas"/>
              <a:sym typeface="Consolas"/>
            </a:endParaRPr>
          </a:p>
          <a:p>
            <a:pPr marL="0" lvl="0" indent="0" algn="l" rtl="0">
              <a:lnSpc>
                <a:spcPct val="135714"/>
              </a:lnSpc>
              <a:spcBef>
                <a:spcPts val="0"/>
              </a:spcBef>
              <a:spcAft>
                <a:spcPts val="0"/>
              </a:spcAft>
              <a:buNone/>
            </a:pPr>
            <a:r>
              <a:rPr lang="en" sz="1050" dirty="0">
                <a:solidFill>
                  <a:srgbClr val="098658"/>
                </a:solidFill>
                <a:latin typeface="Consolas"/>
                <a:ea typeface="Consolas"/>
                <a:cs typeface="Consolas"/>
                <a:sym typeface="Consolas"/>
              </a:rPr>
              <a:t>5  </a:t>
            </a:r>
            <a:r>
              <a:rPr lang="en" sz="1050" dirty="0">
                <a:latin typeface="Consolas"/>
                <a:ea typeface="Consolas"/>
                <a:cs typeface="Consolas"/>
                <a:sym typeface="Consolas"/>
              </a:rPr>
              <a:t>   </a:t>
            </a:r>
            <a:r>
              <a:rPr lang="en" sz="1050" dirty="0">
                <a:solidFill>
                  <a:srgbClr val="001080"/>
                </a:solidFill>
                <a:latin typeface="Consolas"/>
                <a:ea typeface="Consolas"/>
                <a:cs typeface="Consolas"/>
                <a:sym typeface="Consolas"/>
              </a:rPr>
              <a:t>connection</a:t>
            </a:r>
            <a:r>
              <a:rPr lang="en" sz="1050" dirty="0">
                <a:latin typeface="Consolas"/>
                <a:ea typeface="Consolas"/>
                <a:cs typeface="Consolas"/>
                <a:sym typeface="Consolas"/>
              </a:rPr>
              <a:t>.</a:t>
            </a:r>
            <a:r>
              <a:rPr lang="en" sz="1050" dirty="0">
                <a:solidFill>
                  <a:srgbClr val="795E26"/>
                </a:solidFill>
                <a:latin typeface="Consolas"/>
                <a:ea typeface="Consolas"/>
                <a:cs typeface="Consolas"/>
                <a:sym typeface="Consolas"/>
              </a:rPr>
              <a:t>connect</a:t>
            </a:r>
            <a:r>
              <a:rPr lang="en" sz="1050" dirty="0">
                <a:latin typeface="Consolas"/>
                <a:ea typeface="Consolas"/>
                <a:cs typeface="Consolas"/>
                <a:sym typeface="Consolas"/>
              </a:rPr>
              <a:t>();</a:t>
            </a:r>
            <a:endParaRPr sz="1050" dirty="0">
              <a:latin typeface="Consolas"/>
              <a:ea typeface="Consolas"/>
              <a:cs typeface="Consolas"/>
              <a:sym typeface="Consolas"/>
            </a:endParaRPr>
          </a:p>
          <a:p>
            <a:pPr marL="0" lvl="0" indent="0" algn="l" rtl="0">
              <a:lnSpc>
                <a:spcPct val="135714"/>
              </a:lnSpc>
              <a:spcBef>
                <a:spcPts val="0"/>
              </a:spcBef>
              <a:spcAft>
                <a:spcPts val="0"/>
              </a:spcAft>
              <a:buNone/>
            </a:pPr>
            <a:r>
              <a:rPr lang="en" sz="1050" dirty="0">
                <a:solidFill>
                  <a:srgbClr val="098658"/>
                </a:solidFill>
                <a:latin typeface="Consolas"/>
                <a:ea typeface="Consolas"/>
                <a:cs typeface="Consolas"/>
                <a:sym typeface="Consolas"/>
              </a:rPr>
              <a:t>6  </a:t>
            </a:r>
            <a:endParaRPr sz="1050" dirty="0">
              <a:latin typeface="Consolas"/>
              <a:ea typeface="Consolas"/>
              <a:cs typeface="Consolas"/>
              <a:sym typeface="Consolas"/>
            </a:endParaRPr>
          </a:p>
          <a:p>
            <a:pPr marL="0" lvl="0" indent="0" algn="l" rtl="0">
              <a:lnSpc>
                <a:spcPct val="135714"/>
              </a:lnSpc>
              <a:spcBef>
                <a:spcPts val="0"/>
              </a:spcBef>
              <a:spcAft>
                <a:spcPts val="0"/>
              </a:spcAft>
              <a:buNone/>
            </a:pPr>
            <a:r>
              <a:rPr lang="en" sz="1050" dirty="0">
                <a:solidFill>
                  <a:srgbClr val="098658"/>
                </a:solidFill>
                <a:latin typeface="Consolas"/>
                <a:ea typeface="Consolas"/>
                <a:cs typeface="Consolas"/>
                <a:sym typeface="Consolas"/>
              </a:rPr>
              <a:t>7 </a:t>
            </a:r>
            <a:r>
              <a:rPr lang="en" sz="1050" dirty="0">
                <a:latin typeface="Consolas"/>
                <a:ea typeface="Consolas"/>
                <a:cs typeface="Consolas"/>
                <a:sym typeface="Consolas"/>
              </a:rPr>
              <a:t>    </a:t>
            </a:r>
            <a:r>
              <a:rPr lang="en" sz="1050" dirty="0">
                <a:solidFill>
                  <a:srgbClr val="267F99"/>
                </a:solidFill>
                <a:latin typeface="Consolas"/>
                <a:ea typeface="Consolas"/>
                <a:cs typeface="Consolas"/>
                <a:sym typeface="Consolas"/>
              </a:rPr>
              <a:t>InputStream</a:t>
            </a:r>
            <a:r>
              <a:rPr lang="en" sz="1050" dirty="0">
                <a:latin typeface="Consolas"/>
                <a:ea typeface="Consolas"/>
                <a:cs typeface="Consolas"/>
                <a:sym typeface="Consolas"/>
              </a:rPr>
              <a:t> </a:t>
            </a:r>
            <a:r>
              <a:rPr lang="en" sz="1050" dirty="0">
                <a:solidFill>
                  <a:srgbClr val="001080"/>
                </a:solidFill>
                <a:latin typeface="Consolas"/>
                <a:ea typeface="Consolas"/>
                <a:cs typeface="Consolas"/>
                <a:sym typeface="Consolas"/>
              </a:rPr>
              <a:t>in</a:t>
            </a:r>
            <a:r>
              <a:rPr lang="en" sz="1050" dirty="0">
                <a:latin typeface="Consolas"/>
                <a:ea typeface="Consolas"/>
                <a:cs typeface="Consolas"/>
                <a:sym typeface="Consolas"/>
              </a:rPr>
              <a:t> = </a:t>
            </a:r>
            <a:r>
              <a:rPr lang="en" sz="1050" dirty="0">
                <a:solidFill>
                  <a:srgbClr val="001080"/>
                </a:solidFill>
                <a:latin typeface="Consolas"/>
                <a:ea typeface="Consolas"/>
                <a:cs typeface="Consolas"/>
                <a:sym typeface="Consolas"/>
              </a:rPr>
              <a:t>connection</a:t>
            </a:r>
            <a:r>
              <a:rPr lang="en" sz="1050" dirty="0">
                <a:latin typeface="Consolas"/>
                <a:ea typeface="Consolas"/>
                <a:cs typeface="Consolas"/>
                <a:sym typeface="Consolas"/>
              </a:rPr>
              <a:t>.</a:t>
            </a:r>
            <a:r>
              <a:rPr lang="en" sz="1050" dirty="0">
                <a:solidFill>
                  <a:srgbClr val="795E26"/>
                </a:solidFill>
                <a:latin typeface="Consolas"/>
                <a:ea typeface="Consolas"/>
                <a:cs typeface="Consolas"/>
                <a:sym typeface="Consolas"/>
              </a:rPr>
              <a:t>getInputStream</a:t>
            </a:r>
            <a:r>
              <a:rPr lang="en" sz="1050" dirty="0">
                <a:latin typeface="Consolas"/>
                <a:ea typeface="Consolas"/>
                <a:cs typeface="Consolas"/>
                <a:sym typeface="Consolas"/>
              </a:rPr>
              <a:t>();</a:t>
            </a:r>
            <a:endParaRPr sz="1050" dirty="0">
              <a:latin typeface="Consolas"/>
              <a:ea typeface="Consolas"/>
              <a:cs typeface="Consolas"/>
              <a:sym typeface="Consolas"/>
            </a:endParaRPr>
          </a:p>
          <a:p>
            <a:pPr marL="0" lvl="0" indent="0" algn="l" rtl="0">
              <a:lnSpc>
                <a:spcPct val="135714"/>
              </a:lnSpc>
              <a:spcBef>
                <a:spcPts val="0"/>
              </a:spcBef>
              <a:spcAft>
                <a:spcPts val="0"/>
              </a:spcAft>
              <a:buNone/>
            </a:pPr>
            <a:r>
              <a:rPr lang="en" sz="1050" dirty="0">
                <a:solidFill>
                  <a:srgbClr val="098658"/>
                </a:solidFill>
                <a:latin typeface="Consolas"/>
                <a:ea typeface="Consolas"/>
                <a:cs typeface="Consolas"/>
                <a:sym typeface="Consolas"/>
              </a:rPr>
              <a:t>8</a:t>
            </a:r>
            <a:endParaRPr sz="1050" dirty="0">
              <a:latin typeface="Consolas"/>
              <a:ea typeface="Consolas"/>
              <a:cs typeface="Consolas"/>
              <a:sym typeface="Consolas"/>
            </a:endParaRPr>
          </a:p>
          <a:p>
            <a:pPr marL="0" lvl="0" indent="0" algn="l" rtl="0">
              <a:lnSpc>
                <a:spcPct val="135714"/>
              </a:lnSpc>
              <a:spcBef>
                <a:spcPts val="0"/>
              </a:spcBef>
              <a:spcAft>
                <a:spcPts val="0"/>
              </a:spcAft>
              <a:buNone/>
            </a:pPr>
            <a:r>
              <a:rPr lang="en" sz="1050" dirty="0">
                <a:solidFill>
                  <a:srgbClr val="098658"/>
                </a:solidFill>
                <a:latin typeface="Consolas"/>
                <a:ea typeface="Consolas"/>
                <a:cs typeface="Consolas"/>
                <a:sym typeface="Consolas"/>
              </a:rPr>
              <a:t>9 </a:t>
            </a:r>
            <a:r>
              <a:rPr lang="en" sz="1050" dirty="0">
                <a:latin typeface="Consolas"/>
                <a:ea typeface="Consolas"/>
                <a:cs typeface="Consolas"/>
                <a:sym typeface="Consolas"/>
              </a:rPr>
              <a:t>    </a:t>
            </a:r>
            <a:r>
              <a:rPr lang="en" sz="1050" dirty="0">
                <a:solidFill>
                  <a:srgbClr val="267F99"/>
                </a:solidFill>
                <a:latin typeface="Consolas"/>
                <a:ea typeface="Consolas"/>
                <a:cs typeface="Consolas"/>
                <a:sym typeface="Consolas"/>
              </a:rPr>
              <a:t>Scanner</a:t>
            </a:r>
            <a:r>
              <a:rPr lang="en" sz="1050" dirty="0">
                <a:latin typeface="Consolas"/>
                <a:ea typeface="Consolas"/>
                <a:cs typeface="Consolas"/>
                <a:sym typeface="Consolas"/>
              </a:rPr>
              <a:t> </a:t>
            </a:r>
            <a:r>
              <a:rPr lang="en" sz="1050" dirty="0">
                <a:solidFill>
                  <a:srgbClr val="001080"/>
                </a:solidFill>
                <a:latin typeface="Consolas"/>
                <a:ea typeface="Consolas"/>
                <a:cs typeface="Consolas"/>
                <a:sym typeface="Consolas"/>
              </a:rPr>
              <a:t>scanner</a:t>
            </a:r>
            <a:r>
              <a:rPr lang="en" sz="1050" dirty="0">
                <a:latin typeface="Consolas"/>
                <a:ea typeface="Consolas"/>
                <a:cs typeface="Consolas"/>
                <a:sym typeface="Consolas"/>
              </a:rPr>
              <a:t> = </a:t>
            </a:r>
            <a:r>
              <a:rPr lang="en" sz="1050" dirty="0">
                <a:solidFill>
                  <a:srgbClr val="AF00DB"/>
                </a:solidFill>
                <a:latin typeface="Consolas"/>
                <a:ea typeface="Consolas"/>
                <a:cs typeface="Consolas"/>
                <a:sym typeface="Consolas"/>
              </a:rPr>
              <a:t>new</a:t>
            </a:r>
            <a:r>
              <a:rPr lang="en" sz="1050" dirty="0">
                <a:latin typeface="Consolas"/>
                <a:ea typeface="Consolas"/>
                <a:cs typeface="Consolas"/>
                <a:sym typeface="Consolas"/>
              </a:rPr>
              <a:t> </a:t>
            </a:r>
            <a:r>
              <a:rPr lang="en" sz="1050" dirty="0">
                <a:solidFill>
                  <a:srgbClr val="795E26"/>
                </a:solidFill>
                <a:latin typeface="Consolas"/>
                <a:ea typeface="Consolas"/>
                <a:cs typeface="Consolas"/>
                <a:sym typeface="Consolas"/>
              </a:rPr>
              <a:t>Scanner</a:t>
            </a:r>
            <a:r>
              <a:rPr lang="en" sz="1050" dirty="0">
                <a:latin typeface="Consolas"/>
                <a:ea typeface="Consolas"/>
                <a:cs typeface="Consolas"/>
                <a:sym typeface="Consolas"/>
              </a:rPr>
              <a:t>(</a:t>
            </a:r>
            <a:r>
              <a:rPr lang="en" sz="1050" dirty="0">
                <a:solidFill>
                  <a:srgbClr val="001080"/>
                </a:solidFill>
                <a:latin typeface="Consolas"/>
                <a:ea typeface="Consolas"/>
                <a:cs typeface="Consolas"/>
                <a:sym typeface="Consolas"/>
              </a:rPr>
              <a:t>in</a:t>
            </a:r>
            <a:r>
              <a:rPr lang="en" sz="1050" dirty="0">
                <a:latin typeface="Consolas"/>
                <a:ea typeface="Consolas"/>
                <a:cs typeface="Consolas"/>
                <a:sym typeface="Consolas"/>
              </a:rPr>
              <a:t>);</a:t>
            </a:r>
            <a:endParaRPr sz="1050" dirty="0">
              <a:latin typeface="Consolas"/>
              <a:ea typeface="Consolas"/>
              <a:cs typeface="Consolas"/>
              <a:sym typeface="Consolas"/>
            </a:endParaRPr>
          </a:p>
          <a:p>
            <a:pPr marL="0" lvl="0" indent="0" algn="l" rtl="0">
              <a:lnSpc>
                <a:spcPct val="135714"/>
              </a:lnSpc>
              <a:spcBef>
                <a:spcPts val="0"/>
              </a:spcBef>
              <a:spcAft>
                <a:spcPts val="0"/>
              </a:spcAft>
              <a:buNone/>
            </a:pPr>
            <a:r>
              <a:rPr lang="en" sz="1050" dirty="0">
                <a:solidFill>
                  <a:srgbClr val="098658"/>
                </a:solidFill>
                <a:latin typeface="Consolas"/>
                <a:ea typeface="Consolas"/>
                <a:cs typeface="Consolas"/>
                <a:sym typeface="Consolas"/>
              </a:rPr>
              <a:t>10  </a:t>
            </a:r>
            <a:endParaRPr sz="1050" dirty="0">
              <a:latin typeface="Consolas"/>
              <a:ea typeface="Consolas"/>
              <a:cs typeface="Consolas"/>
              <a:sym typeface="Consolas"/>
            </a:endParaRPr>
          </a:p>
          <a:p>
            <a:pPr marL="0" lvl="0" indent="0" algn="l" rtl="0">
              <a:lnSpc>
                <a:spcPct val="135714"/>
              </a:lnSpc>
              <a:spcBef>
                <a:spcPts val="0"/>
              </a:spcBef>
              <a:spcAft>
                <a:spcPts val="0"/>
              </a:spcAft>
              <a:buNone/>
            </a:pPr>
            <a:r>
              <a:rPr lang="en" sz="1050" dirty="0">
                <a:solidFill>
                  <a:srgbClr val="098658"/>
                </a:solidFill>
                <a:latin typeface="Consolas"/>
                <a:ea typeface="Consolas"/>
                <a:cs typeface="Consolas"/>
                <a:sym typeface="Consolas"/>
              </a:rPr>
              <a:t>11  </a:t>
            </a:r>
            <a:r>
              <a:rPr lang="en" sz="1050" dirty="0">
                <a:latin typeface="Consolas"/>
                <a:ea typeface="Consolas"/>
                <a:cs typeface="Consolas"/>
                <a:sym typeface="Consolas"/>
              </a:rPr>
              <a:t>  </a:t>
            </a:r>
            <a:r>
              <a:rPr lang="en" sz="1050" dirty="0">
                <a:solidFill>
                  <a:srgbClr val="AF00DB"/>
                </a:solidFill>
                <a:latin typeface="Consolas"/>
                <a:ea typeface="Consolas"/>
                <a:cs typeface="Consolas"/>
                <a:sym typeface="Consolas"/>
              </a:rPr>
              <a:t>while</a:t>
            </a:r>
            <a:r>
              <a:rPr lang="en" sz="1050" dirty="0">
                <a:latin typeface="Consolas"/>
                <a:ea typeface="Consolas"/>
                <a:cs typeface="Consolas"/>
                <a:sym typeface="Consolas"/>
              </a:rPr>
              <a:t>(</a:t>
            </a:r>
            <a:r>
              <a:rPr lang="en" sz="1050" dirty="0">
                <a:solidFill>
                  <a:srgbClr val="001080"/>
                </a:solidFill>
                <a:latin typeface="Consolas"/>
                <a:ea typeface="Consolas"/>
                <a:cs typeface="Consolas"/>
                <a:sym typeface="Consolas"/>
              </a:rPr>
              <a:t>scanner</a:t>
            </a:r>
            <a:r>
              <a:rPr lang="en" sz="1050" dirty="0">
                <a:latin typeface="Consolas"/>
                <a:ea typeface="Consolas"/>
                <a:cs typeface="Consolas"/>
                <a:sym typeface="Consolas"/>
              </a:rPr>
              <a:t>.</a:t>
            </a:r>
            <a:r>
              <a:rPr lang="en" sz="1050" dirty="0">
                <a:solidFill>
                  <a:srgbClr val="795E26"/>
                </a:solidFill>
                <a:latin typeface="Consolas"/>
                <a:ea typeface="Consolas"/>
                <a:cs typeface="Consolas"/>
                <a:sym typeface="Consolas"/>
              </a:rPr>
              <a:t>hasNext</a:t>
            </a:r>
            <a:r>
              <a:rPr lang="en" sz="1050" dirty="0">
                <a:latin typeface="Consolas"/>
                <a:ea typeface="Consolas"/>
                <a:cs typeface="Consolas"/>
                <a:sym typeface="Consolas"/>
              </a:rPr>
              <a:t>()) {</a:t>
            </a:r>
            <a:endParaRPr sz="1050" dirty="0">
              <a:latin typeface="Consolas"/>
              <a:ea typeface="Consolas"/>
              <a:cs typeface="Consolas"/>
              <a:sym typeface="Consolas"/>
            </a:endParaRPr>
          </a:p>
          <a:p>
            <a:pPr marL="0" lvl="0" indent="0" algn="l" rtl="0">
              <a:lnSpc>
                <a:spcPct val="135714"/>
              </a:lnSpc>
              <a:spcBef>
                <a:spcPts val="0"/>
              </a:spcBef>
              <a:spcAft>
                <a:spcPts val="0"/>
              </a:spcAft>
              <a:buNone/>
            </a:pPr>
            <a:r>
              <a:rPr lang="en" sz="1050" dirty="0">
                <a:solidFill>
                  <a:srgbClr val="098658"/>
                </a:solidFill>
                <a:latin typeface="Consolas"/>
                <a:ea typeface="Consolas"/>
                <a:cs typeface="Consolas"/>
                <a:sym typeface="Consolas"/>
              </a:rPr>
              <a:t>12 </a:t>
            </a:r>
            <a:r>
              <a:rPr lang="en" sz="1050" dirty="0">
                <a:latin typeface="Consolas"/>
                <a:ea typeface="Consolas"/>
                <a:cs typeface="Consolas"/>
                <a:sym typeface="Consolas"/>
              </a:rPr>
              <a:t>      </a:t>
            </a:r>
            <a:r>
              <a:rPr lang="en" sz="1050" dirty="0">
                <a:solidFill>
                  <a:srgbClr val="267F99"/>
                </a:solidFill>
                <a:latin typeface="Consolas"/>
                <a:ea typeface="Consolas"/>
                <a:cs typeface="Consolas"/>
                <a:sym typeface="Consolas"/>
              </a:rPr>
              <a:t>System</a:t>
            </a:r>
            <a:r>
              <a:rPr lang="en" sz="1050" dirty="0">
                <a:latin typeface="Consolas"/>
                <a:ea typeface="Consolas"/>
                <a:cs typeface="Consolas"/>
                <a:sym typeface="Consolas"/>
              </a:rPr>
              <a:t>.</a:t>
            </a:r>
            <a:r>
              <a:rPr lang="en" sz="1050" dirty="0">
                <a:solidFill>
                  <a:srgbClr val="0070C1"/>
                </a:solidFill>
                <a:latin typeface="Consolas"/>
                <a:ea typeface="Consolas"/>
                <a:cs typeface="Consolas"/>
                <a:sym typeface="Consolas"/>
              </a:rPr>
              <a:t>out</a:t>
            </a:r>
            <a:r>
              <a:rPr lang="en" sz="1050" dirty="0">
                <a:latin typeface="Consolas"/>
                <a:ea typeface="Consolas"/>
                <a:cs typeface="Consolas"/>
                <a:sym typeface="Consolas"/>
              </a:rPr>
              <a:t>.</a:t>
            </a:r>
            <a:r>
              <a:rPr lang="en" sz="1050" dirty="0">
                <a:solidFill>
                  <a:srgbClr val="795E26"/>
                </a:solidFill>
                <a:latin typeface="Consolas"/>
                <a:ea typeface="Consolas"/>
                <a:cs typeface="Consolas"/>
                <a:sym typeface="Consolas"/>
              </a:rPr>
              <a:t>println</a:t>
            </a:r>
            <a:r>
              <a:rPr lang="en" sz="1050" dirty="0">
                <a:latin typeface="Consolas"/>
                <a:ea typeface="Consolas"/>
                <a:cs typeface="Consolas"/>
                <a:sym typeface="Consolas"/>
              </a:rPr>
              <a:t>(</a:t>
            </a:r>
            <a:r>
              <a:rPr lang="en" sz="1050" dirty="0">
                <a:solidFill>
                  <a:srgbClr val="001080"/>
                </a:solidFill>
                <a:latin typeface="Consolas"/>
                <a:ea typeface="Consolas"/>
                <a:cs typeface="Consolas"/>
                <a:sym typeface="Consolas"/>
              </a:rPr>
              <a:t>scanner</a:t>
            </a:r>
            <a:r>
              <a:rPr lang="en" sz="1050" dirty="0">
                <a:latin typeface="Consolas"/>
                <a:ea typeface="Consolas"/>
                <a:cs typeface="Consolas"/>
                <a:sym typeface="Consolas"/>
              </a:rPr>
              <a:t>.</a:t>
            </a:r>
            <a:r>
              <a:rPr lang="en" sz="1050" dirty="0">
                <a:solidFill>
                  <a:srgbClr val="795E26"/>
                </a:solidFill>
                <a:latin typeface="Consolas"/>
                <a:ea typeface="Consolas"/>
                <a:cs typeface="Consolas"/>
                <a:sym typeface="Consolas"/>
              </a:rPr>
              <a:t>nextLine</a:t>
            </a:r>
            <a:r>
              <a:rPr lang="en" sz="1050" dirty="0">
                <a:latin typeface="Consolas"/>
                <a:ea typeface="Consolas"/>
                <a:cs typeface="Consolas"/>
                <a:sym typeface="Consolas"/>
              </a:rPr>
              <a:t>());</a:t>
            </a:r>
            <a:endParaRPr sz="1050" dirty="0">
              <a:latin typeface="Consolas"/>
              <a:ea typeface="Consolas"/>
              <a:cs typeface="Consolas"/>
              <a:sym typeface="Consolas"/>
            </a:endParaRPr>
          </a:p>
          <a:p>
            <a:pPr marL="0" lvl="0" indent="0" algn="l" rtl="0">
              <a:lnSpc>
                <a:spcPct val="135714"/>
              </a:lnSpc>
              <a:spcBef>
                <a:spcPts val="0"/>
              </a:spcBef>
              <a:spcAft>
                <a:spcPts val="0"/>
              </a:spcAft>
              <a:buNone/>
            </a:pPr>
            <a:r>
              <a:rPr lang="en" sz="1050" dirty="0">
                <a:solidFill>
                  <a:srgbClr val="098658"/>
                </a:solidFill>
                <a:latin typeface="Consolas"/>
                <a:ea typeface="Consolas"/>
                <a:cs typeface="Consolas"/>
                <a:sym typeface="Consolas"/>
              </a:rPr>
              <a:t>13 </a:t>
            </a:r>
            <a:r>
              <a:rPr lang="en" sz="1050" dirty="0">
                <a:latin typeface="Consolas"/>
                <a:ea typeface="Consolas"/>
                <a:cs typeface="Consolas"/>
                <a:sym typeface="Consolas"/>
              </a:rPr>
              <a:t>   }</a:t>
            </a:r>
            <a:endParaRPr sz="1050" dirty="0">
              <a:latin typeface="Consolas"/>
              <a:ea typeface="Consolas"/>
              <a:cs typeface="Consolas"/>
              <a:sym typeface="Consolas"/>
            </a:endParaRPr>
          </a:p>
          <a:p>
            <a:pPr marL="0" lvl="0" indent="0" algn="l" rtl="0">
              <a:lnSpc>
                <a:spcPct val="135714"/>
              </a:lnSpc>
              <a:spcBef>
                <a:spcPts val="0"/>
              </a:spcBef>
              <a:spcAft>
                <a:spcPts val="0"/>
              </a:spcAft>
              <a:buNone/>
            </a:pPr>
            <a:r>
              <a:rPr lang="en" sz="1050" dirty="0">
                <a:solidFill>
                  <a:srgbClr val="098658"/>
                </a:solidFill>
                <a:latin typeface="Consolas"/>
                <a:ea typeface="Consolas"/>
                <a:cs typeface="Consolas"/>
                <a:sym typeface="Consolas"/>
              </a:rPr>
              <a:t>14 </a:t>
            </a:r>
            <a:endParaRPr sz="1050" dirty="0">
              <a:latin typeface="Consolas"/>
              <a:ea typeface="Consolas"/>
              <a:cs typeface="Consolas"/>
              <a:sym typeface="Consolas"/>
            </a:endParaRPr>
          </a:p>
          <a:p>
            <a:pPr marL="0" lvl="0" indent="0" algn="l" rtl="0">
              <a:lnSpc>
                <a:spcPct val="135714"/>
              </a:lnSpc>
              <a:spcBef>
                <a:spcPts val="0"/>
              </a:spcBef>
              <a:spcAft>
                <a:spcPts val="0"/>
              </a:spcAft>
              <a:buNone/>
            </a:pPr>
            <a:r>
              <a:rPr lang="en" sz="1050" dirty="0">
                <a:solidFill>
                  <a:srgbClr val="098658"/>
                </a:solidFill>
                <a:latin typeface="Consolas"/>
                <a:ea typeface="Consolas"/>
                <a:cs typeface="Consolas"/>
                <a:sym typeface="Consolas"/>
              </a:rPr>
              <a:t>15 </a:t>
            </a:r>
            <a:r>
              <a:rPr lang="en" sz="1050" dirty="0">
                <a:latin typeface="Consolas"/>
                <a:ea typeface="Consolas"/>
                <a:cs typeface="Consolas"/>
                <a:sym typeface="Consolas"/>
              </a:rPr>
              <a:t>   </a:t>
            </a:r>
            <a:r>
              <a:rPr lang="en" sz="1050" dirty="0">
                <a:solidFill>
                  <a:srgbClr val="001080"/>
                </a:solidFill>
                <a:latin typeface="Consolas"/>
                <a:ea typeface="Consolas"/>
                <a:cs typeface="Consolas"/>
                <a:sym typeface="Consolas"/>
              </a:rPr>
              <a:t>scanner</a:t>
            </a:r>
            <a:r>
              <a:rPr lang="en" sz="1050" dirty="0">
                <a:latin typeface="Consolas"/>
                <a:ea typeface="Consolas"/>
                <a:cs typeface="Consolas"/>
                <a:sym typeface="Consolas"/>
              </a:rPr>
              <a:t>.</a:t>
            </a:r>
            <a:r>
              <a:rPr lang="en" sz="1050" dirty="0">
                <a:solidFill>
                  <a:srgbClr val="795E26"/>
                </a:solidFill>
                <a:latin typeface="Consolas"/>
                <a:ea typeface="Consolas"/>
                <a:cs typeface="Consolas"/>
                <a:sym typeface="Consolas"/>
              </a:rPr>
              <a:t>close</a:t>
            </a:r>
            <a:r>
              <a:rPr lang="en" sz="1050" dirty="0">
                <a:latin typeface="Consolas"/>
                <a:ea typeface="Consolas"/>
                <a:cs typeface="Consolas"/>
                <a:sym typeface="Consolas"/>
              </a:rPr>
              <a:t>();</a:t>
            </a:r>
            <a:endParaRPr sz="1050" dirty="0">
              <a:latin typeface="Consolas"/>
              <a:ea typeface="Consolas"/>
              <a:cs typeface="Consolas"/>
              <a:sym typeface="Consolas"/>
            </a:endParaRPr>
          </a:p>
          <a:p>
            <a:pPr marL="0" lvl="0" indent="0" algn="l" rtl="0">
              <a:lnSpc>
                <a:spcPct val="135714"/>
              </a:lnSpc>
              <a:spcBef>
                <a:spcPts val="0"/>
              </a:spcBef>
              <a:spcAft>
                <a:spcPts val="0"/>
              </a:spcAft>
              <a:buNone/>
            </a:pPr>
            <a:r>
              <a:rPr lang="en" sz="1050" dirty="0">
                <a:solidFill>
                  <a:srgbClr val="098658"/>
                </a:solidFill>
                <a:latin typeface="Consolas"/>
                <a:ea typeface="Consolas"/>
                <a:cs typeface="Consolas"/>
                <a:sym typeface="Consolas"/>
              </a:rPr>
              <a:t>16 </a:t>
            </a:r>
            <a:r>
              <a:rPr lang="en" sz="1050" dirty="0">
                <a:latin typeface="Consolas"/>
                <a:ea typeface="Consolas"/>
                <a:cs typeface="Consolas"/>
                <a:sym typeface="Consolas"/>
              </a:rPr>
              <a:t>}</a:t>
            </a:r>
            <a:endParaRPr sz="1050" dirty="0">
              <a:latin typeface="Consolas"/>
              <a:ea typeface="Consolas"/>
              <a:cs typeface="Consolas"/>
              <a:sym typeface="Consolas"/>
            </a:endParaRPr>
          </a:p>
        </p:txBody>
      </p:sp>
      <p:sp>
        <p:nvSpPr>
          <p:cNvPr id="476" name="Google Shape;476;p4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18</a:t>
            </a:fld>
            <a:endParaRPr/>
          </a:p>
        </p:txBody>
      </p:sp>
      <p:sp>
        <p:nvSpPr>
          <p:cNvPr id="477" name="Google Shape;477;p49"/>
          <p:cNvSpPr txBox="1">
            <a:spLocks noGrp="1"/>
          </p:cNvSpPr>
          <p:nvPr>
            <p:ph type="title"/>
          </p:nvPr>
        </p:nvSpPr>
        <p:spPr>
          <a:xfrm>
            <a:off x="311725" y="437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 Closer Look at </a:t>
            </a:r>
            <a:r>
              <a:rPr lang="en">
                <a:latin typeface="Courier New"/>
                <a:ea typeface="Courier New"/>
                <a:cs typeface="Courier New"/>
                <a:sym typeface="Courier New"/>
              </a:rPr>
              <a:t>URL</a:t>
            </a:r>
            <a:r>
              <a:rPr lang="en"/>
              <a:t> &amp; </a:t>
            </a:r>
            <a:r>
              <a:rPr lang="en">
                <a:latin typeface="Courier New"/>
                <a:ea typeface="Courier New"/>
                <a:cs typeface="Courier New"/>
                <a:sym typeface="Courier New"/>
              </a:rPr>
              <a:t>URLConnection</a:t>
            </a:r>
            <a:endParaRPr>
              <a:latin typeface="Courier New"/>
              <a:ea typeface="Courier New"/>
              <a:cs typeface="Courier New"/>
              <a:sym typeface="Courier New"/>
            </a:endParaRPr>
          </a:p>
        </p:txBody>
      </p:sp>
      <p:sp>
        <p:nvSpPr>
          <p:cNvPr id="478" name="Google Shape;478;p49"/>
          <p:cNvSpPr txBox="1"/>
          <p:nvPr/>
        </p:nvSpPr>
        <p:spPr>
          <a:xfrm>
            <a:off x="150375" y="1422924"/>
            <a:ext cx="2155200" cy="692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100" dirty="0">
                <a:latin typeface="Roboto"/>
                <a:ea typeface="Roboto"/>
                <a:cs typeface="Roboto"/>
                <a:sym typeface="Roboto"/>
              </a:rPr>
              <a:t>There is more than one way to create a URL, but the easiest is to use a string.</a:t>
            </a:r>
            <a:endParaRPr sz="1100" dirty="0">
              <a:latin typeface="Roboto"/>
              <a:ea typeface="Roboto"/>
              <a:cs typeface="Roboto"/>
              <a:sym typeface="Roboto"/>
            </a:endParaRPr>
          </a:p>
        </p:txBody>
      </p:sp>
      <p:sp>
        <p:nvSpPr>
          <p:cNvPr id="479" name="Google Shape;479;p49"/>
          <p:cNvSpPr txBox="1"/>
          <p:nvPr/>
        </p:nvSpPr>
        <p:spPr>
          <a:xfrm>
            <a:off x="150375" y="2236063"/>
            <a:ext cx="2155200" cy="861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100">
                <a:latin typeface="Roboto"/>
                <a:ea typeface="Roboto"/>
                <a:cs typeface="Roboto"/>
                <a:sym typeface="Roboto"/>
              </a:rPr>
              <a:t>Once you have created a URL you can use it to open a </a:t>
            </a:r>
            <a:r>
              <a:rPr lang="en" sz="1100">
                <a:latin typeface="Courier New"/>
                <a:ea typeface="Courier New"/>
                <a:cs typeface="Courier New"/>
                <a:sym typeface="Courier New"/>
              </a:rPr>
              <a:t>URLConnection</a:t>
            </a:r>
            <a:r>
              <a:rPr lang="en" sz="1100">
                <a:latin typeface="Roboto"/>
                <a:ea typeface="Roboto"/>
                <a:cs typeface="Roboto"/>
                <a:sym typeface="Roboto"/>
              </a:rPr>
              <a:t> and connect it to the resource..</a:t>
            </a:r>
            <a:endParaRPr sz="1100">
              <a:latin typeface="Roboto"/>
              <a:ea typeface="Roboto"/>
              <a:cs typeface="Roboto"/>
              <a:sym typeface="Roboto"/>
            </a:endParaRPr>
          </a:p>
        </p:txBody>
      </p:sp>
      <p:grpSp>
        <p:nvGrpSpPr>
          <p:cNvPr id="480" name="Google Shape;480;p49"/>
          <p:cNvGrpSpPr/>
          <p:nvPr/>
        </p:nvGrpSpPr>
        <p:grpSpPr>
          <a:xfrm>
            <a:off x="2305575" y="2102093"/>
            <a:ext cx="3902900" cy="564919"/>
            <a:chOff x="2305575" y="2102093"/>
            <a:chExt cx="3902900" cy="564919"/>
          </a:xfrm>
        </p:grpSpPr>
        <p:sp>
          <p:nvSpPr>
            <p:cNvPr id="481" name="Google Shape;481;p49"/>
            <p:cNvSpPr/>
            <p:nvPr/>
          </p:nvSpPr>
          <p:spPr>
            <a:xfrm>
              <a:off x="2667875" y="2102093"/>
              <a:ext cx="3540600" cy="3936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82" name="Google Shape;482;p49"/>
            <p:cNvCxnSpPr>
              <a:stCxn id="479" idx="3"/>
              <a:endCxn id="481" idx="1"/>
            </p:cNvCxnSpPr>
            <p:nvPr/>
          </p:nvCxnSpPr>
          <p:spPr>
            <a:xfrm rot="10800000" flipH="1">
              <a:off x="2305575" y="2298913"/>
              <a:ext cx="362400" cy="368100"/>
            </a:xfrm>
            <a:prstGeom prst="bentConnector3">
              <a:avLst>
                <a:gd name="adj1" fmla="val 49986"/>
              </a:avLst>
            </a:prstGeom>
            <a:noFill/>
            <a:ln w="19050" cap="flat" cmpd="sng">
              <a:solidFill>
                <a:srgbClr val="FF0000"/>
              </a:solidFill>
              <a:prstDash val="solid"/>
              <a:round/>
              <a:headEnd type="none" w="med" len="med"/>
              <a:tailEnd type="none" w="med" len="med"/>
            </a:ln>
          </p:spPr>
        </p:cxnSp>
      </p:grpSp>
      <p:sp>
        <p:nvSpPr>
          <p:cNvPr id="483" name="Google Shape;483;p49"/>
          <p:cNvSpPr txBox="1"/>
          <p:nvPr/>
        </p:nvSpPr>
        <p:spPr>
          <a:xfrm>
            <a:off x="150375" y="3218400"/>
            <a:ext cx="2155200" cy="1031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100">
                <a:latin typeface="Roboto"/>
                <a:ea typeface="Roboto"/>
                <a:cs typeface="Roboto"/>
                <a:sym typeface="Roboto"/>
              </a:rPr>
              <a:t>Once connected, the </a:t>
            </a:r>
            <a:r>
              <a:rPr lang="en" sz="1100">
                <a:latin typeface="Courier New"/>
                <a:ea typeface="Courier New"/>
                <a:cs typeface="Courier New"/>
                <a:sym typeface="Courier New"/>
              </a:rPr>
              <a:t>URLConnection</a:t>
            </a:r>
            <a:r>
              <a:rPr lang="en" sz="1100">
                <a:latin typeface="Roboto"/>
                <a:ea typeface="Roboto"/>
                <a:cs typeface="Roboto"/>
                <a:sym typeface="Roboto"/>
              </a:rPr>
              <a:t> can be used to get an </a:t>
            </a:r>
            <a:r>
              <a:rPr lang="en" sz="1100">
                <a:latin typeface="Courier New"/>
                <a:ea typeface="Courier New"/>
                <a:cs typeface="Courier New"/>
                <a:sym typeface="Courier New"/>
              </a:rPr>
              <a:t>InputStream</a:t>
            </a:r>
            <a:r>
              <a:rPr lang="en" sz="1100">
                <a:latin typeface="Roboto"/>
                <a:ea typeface="Roboto"/>
                <a:cs typeface="Roboto"/>
                <a:sym typeface="Roboto"/>
              </a:rPr>
              <a:t> to read the resource on the other end of the connection.</a:t>
            </a:r>
            <a:endParaRPr sz="1100">
              <a:latin typeface="Roboto"/>
              <a:ea typeface="Roboto"/>
              <a:cs typeface="Roboto"/>
              <a:sym typeface="Roboto"/>
            </a:endParaRPr>
          </a:p>
        </p:txBody>
      </p:sp>
      <p:grpSp>
        <p:nvGrpSpPr>
          <p:cNvPr id="484" name="Google Shape;484;p49"/>
          <p:cNvGrpSpPr/>
          <p:nvPr/>
        </p:nvGrpSpPr>
        <p:grpSpPr>
          <a:xfrm>
            <a:off x="2305575" y="2728163"/>
            <a:ext cx="3745100" cy="1005937"/>
            <a:chOff x="2305575" y="2728163"/>
            <a:chExt cx="3745100" cy="1005937"/>
          </a:xfrm>
        </p:grpSpPr>
        <p:sp>
          <p:nvSpPr>
            <p:cNvPr id="485" name="Google Shape;485;p49"/>
            <p:cNvSpPr/>
            <p:nvPr/>
          </p:nvSpPr>
          <p:spPr>
            <a:xfrm>
              <a:off x="2667875" y="2728163"/>
              <a:ext cx="3382800" cy="2130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86" name="Google Shape;486;p49"/>
            <p:cNvCxnSpPr>
              <a:stCxn id="483" idx="3"/>
              <a:endCxn id="485" idx="1"/>
            </p:cNvCxnSpPr>
            <p:nvPr/>
          </p:nvCxnSpPr>
          <p:spPr>
            <a:xfrm rot="10800000" flipH="1">
              <a:off x="2305575" y="2834700"/>
              <a:ext cx="362400" cy="899400"/>
            </a:xfrm>
            <a:prstGeom prst="bentConnector3">
              <a:avLst>
                <a:gd name="adj1" fmla="val 49986"/>
              </a:avLst>
            </a:prstGeom>
            <a:noFill/>
            <a:ln w="19050" cap="flat" cmpd="sng">
              <a:solidFill>
                <a:srgbClr val="FF0000"/>
              </a:solidFill>
              <a:prstDash val="solid"/>
              <a:round/>
              <a:headEnd type="none" w="med" len="med"/>
              <a:tailEnd type="none" w="med" len="med"/>
            </a:ln>
          </p:spPr>
        </p:cxnSp>
      </p:grpSp>
      <p:sp>
        <p:nvSpPr>
          <p:cNvPr id="487" name="Google Shape;487;p49"/>
          <p:cNvSpPr txBox="1"/>
          <p:nvPr/>
        </p:nvSpPr>
        <p:spPr>
          <a:xfrm>
            <a:off x="6680775" y="2641950"/>
            <a:ext cx="2286000" cy="861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100">
                <a:latin typeface="Roboto"/>
                <a:ea typeface="Roboto"/>
                <a:cs typeface="Roboto"/>
                <a:sym typeface="Roboto"/>
              </a:rPr>
              <a:t>The </a:t>
            </a:r>
            <a:r>
              <a:rPr lang="en" sz="1100">
                <a:latin typeface="Courier New"/>
                <a:ea typeface="Courier New"/>
                <a:cs typeface="Courier New"/>
                <a:sym typeface="Courier New"/>
              </a:rPr>
              <a:t>InputStream</a:t>
            </a:r>
            <a:r>
              <a:rPr lang="en" sz="1100">
                <a:latin typeface="Roboto"/>
                <a:ea typeface="Roboto"/>
                <a:cs typeface="Roboto"/>
                <a:sym typeface="Roboto"/>
              </a:rPr>
              <a:t> can be used with a </a:t>
            </a:r>
            <a:r>
              <a:rPr lang="en" sz="1100">
                <a:latin typeface="Courier New"/>
                <a:ea typeface="Courier New"/>
                <a:cs typeface="Courier New"/>
                <a:sym typeface="Courier New"/>
              </a:rPr>
              <a:t>Scanner</a:t>
            </a:r>
            <a:r>
              <a:rPr lang="en" sz="1100">
                <a:latin typeface="Roboto"/>
                <a:ea typeface="Roboto"/>
                <a:cs typeface="Roboto"/>
                <a:sym typeface="Roboto"/>
              </a:rPr>
              <a:t> or a </a:t>
            </a:r>
            <a:r>
              <a:rPr lang="en" sz="1100">
                <a:latin typeface="Courier New"/>
                <a:ea typeface="Courier New"/>
                <a:cs typeface="Courier New"/>
                <a:sym typeface="Courier New"/>
              </a:rPr>
              <a:t>BufferedReader</a:t>
            </a:r>
            <a:r>
              <a:rPr lang="en" sz="1100">
                <a:latin typeface="Roboto"/>
                <a:ea typeface="Roboto"/>
                <a:cs typeface="Roboto"/>
                <a:sym typeface="Roboto"/>
              </a:rPr>
              <a:t> (just like a file).</a:t>
            </a:r>
            <a:endParaRPr sz="1100">
              <a:latin typeface="Roboto"/>
              <a:ea typeface="Roboto"/>
              <a:cs typeface="Roboto"/>
              <a:sym typeface="Roboto"/>
            </a:endParaRPr>
          </a:p>
        </p:txBody>
      </p:sp>
      <p:grpSp>
        <p:nvGrpSpPr>
          <p:cNvPr id="488" name="Google Shape;488;p49"/>
          <p:cNvGrpSpPr/>
          <p:nvPr/>
        </p:nvGrpSpPr>
        <p:grpSpPr>
          <a:xfrm>
            <a:off x="2667875" y="3072900"/>
            <a:ext cx="4012900" cy="1645500"/>
            <a:chOff x="2667875" y="3072900"/>
            <a:chExt cx="4012900" cy="1645500"/>
          </a:xfrm>
        </p:grpSpPr>
        <p:sp>
          <p:nvSpPr>
            <p:cNvPr id="489" name="Google Shape;489;p49"/>
            <p:cNvSpPr/>
            <p:nvPr/>
          </p:nvSpPr>
          <p:spPr>
            <a:xfrm>
              <a:off x="2667875" y="3178200"/>
              <a:ext cx="3210900" cy="15402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90" name="Google Shape;490;p49"/>
            <p:cNvCxnSpPr>
              <a:stCxn id="487" idx="1"/>
              <a:endCxn id="489" idx="3"/>
            </p:cNvCxnSpPr>
            <p:nvPr/>
          </p:nvCxnSpPr>
          <p:spPr>
            <a:xfrm flipH="1">
              <a:off x="5878875" y="3072900"/>
              <a:ext cx="801900" cy="875400"/>
            </a:xfrm>
            <a:prstGeom prst="bentConnector3">
              <a:avLst>
                <a:gd name="adj1" fmla="val 50006"/>
              </a:avLst>
            </a:prstGeom>
            <a:noFill/>
            <a:ln w="19050" cap="flat" cmpd="sng">
              <a:solidFill>
                <a:srgbClr val="FF0000"/>
              </a:solidFill>
              <a:prstDash val="solid"/>
              <a:round/>
              <a:headEnd type="none" w="med" len="med"/>
              <a:tailEnd type="none" w="med" len="med"/>
            </a:ln>
          </p:spPr>
        </p:cxnSp>
      </p:grpSp>
      <p:grpSp>
        <p:nvGrpSpPr>
          <p:cNvPr id="491" name="Google Shape;491;p49"/>
          <p:cNvGrpSpPr/>
          <p:nvPr/>
        </p:nvGrpSpPr>
        <p:grpSpPr>
          <a:xfrm>
            <a:off x="2305575" y="1659221"/>
            <a:ext cx="3487450" cy="214800"/>
            <a:chOff x="2305575" y="1659221"/>
            <a:chExt cx="3487450" cy="214800"/>
          </a:xfrm>
        </p:grpSpPr>
        <p:sp>
          <p:nvSpPr>
            <p:cNvPr id="492" name="Google Shape;492;p49"/>
            <p:cNvSpPr/>
            <p:nvPr/>
          </p:nvSpPr>
          <p:spPr>
            <a:xfrm>
              <a:off x="2663725" y="1659221"/>
              <a:ext cx="3129300" cy="2148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93" name="Google Shape;493;p49"/>
            <p:cNvCxnSpPr>
              <a:stCxn id="478" idx="3"/>
              <a:endCxn id="492" idx="1"/>
            </p:cNvCxnSpPr>
            <p:nvPr/>
          </p:nvCxnSpPr>
          <p:spPr>
            <a:xfrm rot="10800000" flipH="1">
              <a:off x="2305575" y="1766574"/>
              <a:ext cx="358200" cy="2700"/>
            </a:xfrm>
            <a:prstGeom prst="straightConnector1">
              <a:avLst/>
            </a:prstGeom>
            <a:noFill/>
            <a:ln w="19050" cap="flat" cmpd="sng">
              <a:solidFill>
                <a:srgbClr val="FF0000"/>
              </a:solidFill>
              <a:prstDash val="solid"/>
              <a:round/>
              <a:headEnd type="none" w="med" len="med"/>
              <a:tailEnd type="none" w="med" len="med"/>
            </a:ln>
          </p:spPr>
        </p:cxn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478"/>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nodeType="afterEffect">
                                  <p:stCondLst>
                                    <p:cond delay="0"/>
                                  </p:stCondLst>
                                  <p:childTnLst>
                                    <p:set>
                                      <p:cBhvr>
                                        <p:cTn id="9" dur="1" fill="hold">
                                          <p:stCondLst>
                                            <p:cond delay="0"/>
                                          </p:stCondLst>
                                        </p:cTn>
                                        <p:tgtEl>
                                          <p:spTgt spid="491"/>
                                        </p:tgtEl>
                                        <p:attrNameLst>
                                          <p:attrName>style.visibility</p:attrName>
                                        </p:attrNameLst>
                                      </p:cBhvr>
                                      <p:to>
                                        <p:strVal val="visible"/>
                                      </p:to>
                                    </p:set>
                                  </p:childTnLst>
                                </p:cTn>
                              </p:par>
                            </p:childTnLst>
                          </p:cTn>
                        </p:par>
                      </p:childTnLst>
                    </p:cTn>
                  </p:par>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479"/>
                                        </p:tgtEl>
                                        <p:attrNameLst>
                                          <p:attrName>style.visibility</p:attrName>
                                        </p:attrNameLst>
                                      </p:cBhvr>
                                      <p:to>
                                        <p:strVal val="visible"/>
                                      </p:to>
                                    </p:set>
                                  </p:childTnLst>
                                </p:cTn>
                              </p:par>
                            </p:childTnLst>
                          </p:cTn>
                        </p:par>
                        <p:par>
                          <p:cTn id="14" fill="hold">
                            <p:stCondLst>
                              <p:cond delay="0"/>
                            </p:stCondLst>
                            <p:childTnLst>
                              <p:par>
                                <p:cTn id="15" presetID="1" presetClass="entr" presetSubtype="0" fill="hold" nodeType="afterEffect">
                                  <p:stCondLst>
                                    <p:cond delay="0"/>
                                  </p:stCondLst>
                                  <p:childTnLst>
                                    <p:set>
                                      <p:cBhvr>
                                        <p:cTn id="16" dur="1" fill="hold">
                                          <p:stCondLst>
                                            <p:cond delay="0"/>
                                          </p:stCondLst>
                                        </p:cTn>
                                        <p:tgtEl>
                                          <p:spTgt spid="48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483"/>
                                        </p:tgtEl>
                                        <p:attrNameLst>
                                          <p:attrName>style.visibility</p:attrName>
                                        </p:attrNameLst>
                                      </p:cBhvr>
                                      <p:to>
                                        <p:strVal val="visible"/>
                                      </p:to>
                                    </p:set>
                                  </p:childTnLst>
                                </p:cTn>
                              </p:par>
                            </p:childTnLst>
                          </p:cTn>
                        </p:par>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484"/>
                                        </p:tgtEl>
                                        <p:attrNameLst>
                                          <p:attrName>style.visibility</p:attrName>
                                        </p:attrNameLst>
                                      </p:cBhvr>
                                      <p:to>
                                        <p:strVal val="visible"/>
                                      </p:to>
                                    </p:set>
                                  </p:childTnLst>
                                </p:cTn>
                              </p:par>
                            </p:childTnLst>
                          </p:cTn>
                        </p:par>
                      </p:childTnLst>
                    </p:cTn>
                  </p:par>
                  <p:par>
                    <p:cTn id="24" fill="hold">
                      <p:stCondLst>
                        <p:cond delay="indefinite"/>
                      </p:stCondLst>
                      <p:childTnLst>
                        <p:par>
                          <p:cTn id="25" fill="hold">
                            <p:stCondLst>
                              <p:cond delay="0"/>
                            </p:stCondLst>
                            <p:childTnLst>
                              <p:par>
                                <p:cTn id="26" presetID="1" presetClass="entr" presetSubtype="0" fill="hold" nodeType="clickEffect">
                                  <p:stCondLst>
                                    <p:cond delay="0"/>
                                  </p:stCondLst>
                                  <p:childTnLst>
                                    <p:set>
                                      <p:cBhvr>
                                        <p:cTn id="27" dur="1" fill="hold">
                                          <p:stCondLst>
                                            <p:cond delay="0"/>
                                          </p:stCondLst>
                                        </p:cTn>
                                        <p:tgtEl>
                                          <p:spTgt spid="487"/>
                                        </p:tgtEl>
                                        <p:attrNameLst>
                                          <p:attrName>style.visibility</p:attrName>
                                        </p:attrNameLst>
                                      </p:cBhvr>
                                      <p:to>
                                        <p:strVal val="visible"/>
                                      </p:to>
                                    </p:set>
                                  </p:childTnLst>
                                </p:cTn>
                              </p:par>
                            </p:childTnLst>
                          </p:cTn>
                        </p:par>
                        <p:par>
                          <p:cTn id="28" fill="hold">
                            <p:stCondLst>
                              <p:cond delay="0"/>
                            </p:stCondLst>
                            <p:childTnLst>
                              <p:par>
                                <p:cTn id="29" presetID="1" presetClass="entr" presetSubtype="0" fill="hold" nodeType="afterEffect">
                                  <p:stCondLst>
                                    <p:cond delay="0"/>
                                  </p:stCondLst>
                                  <p:childTnLst>
                                    <p:set>
                                      <p:cBhvr>
                                        <p:cTn id="30" dur="1" fill="hold">
                                          <p:stCondLst>
                                            <p:cond delay="0"/>
                                          </p:stCondLst>
                                        </p:cTn>
                                        <p:tgtEl>
                                          <p:spTgt spid="48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497"/>
        <p:cNvGrpSpPr/>
        <p:nvPr/>
      </p:nvGrpSpPr>
      <p:grpSpPr>
        <a:xfrm>
          <a:off x="0" y="0"/>
          <a:ext cx="0" cy="0"/>
          <a:chOff x="0" y="0"/>
          <a:chExt cx="0" cy="0"/>
        </a:xfrm>
      </p:grpSpPr>
      <p:sp>
        <p:nvSpPr>
          <p:cNvPr id="498" name="Google Shape;498;p50"/>
          <p:cNvSpPr txBox="1">
            <a:spLocks noGrp="1"/>
          </p:cNvSpPr>
          <p:nvPr>
            <p:ph type="title"/>
          </p:nvPr>
        </p:nvSpPr>
        <p:spPr>
          <a:xfrm>
            <a:off x="1436850" y="76300"/>
            <a:ext cx="7642500" cy="5967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Clr>
                <a:schemeClr val="dk2"/>
              </a:buClr>
              <a:buSzPts val="3400"/>
              <a:buFont typeface="Calibri"/>
              <a:buNone/>
            </a:pPr>
            <a:r>
              <a:rPr lang="en" sz="3400"/>
              <a:t>URLConnection</a:t>
            </a:r>
            <a:endParaRPr sz="3400"/>
          </a:p>
        </p:txBody>
      </p:sp>
      <p:sp>
        <p:nvSpPr>
          <p:cNvPr id="499" name="Google Shape;499;p50"/>
          <p:cNvSpPr txBox="1">
            <a:spLocks noGrp="1"/>
          </p:cNvSpPr>
          <p:nvPr>
            <p:ph type="body" idx="1"/>
          </p:nvPr>
        </p:nvSpPr>
        <p:spPr>
          <a:xfrm>
            <a:off x="65250" y="731625"/>
            <a:ext cx="8955900" cy="10467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1600"/>
              </a:spcAft>
              <a:buClr>
                <a:srgbClr val="000000"/>
              </a:buClr>
              <a:buSzPts val="1400"/>
              <a:buNone/>
            </a:pPr>
            <a:r>
              <a:rPr lang="en" sz="1400"/>
              <a:t>The URL and URLConnection classes can be used to connect to and read any resource available on the public internet, including HTML pages, images, video, and sound. Use the classes to open a connection to your favorite search engine and print the front page to standard output. The output will be formatted as HTML and may not make a lot of sense to you.</a:t>
            </a:r>
            <a:endParaRPr sz="1400"/>
          </a:p>
        </p:txBody>
      </p:sp>
      <p:sp>
        <p:nvSpPr>
          <p:cNvPr id="500" name="Google Shape;500;p50"/>
          <p:cNvSpPr txBox="1">
            <a:spLocks noGrp="1"/>
          </p:cNvSpPr>
          <p:nvPr>
            <p:ph type="body" idx="2"/>
          </p:nvPr>
        </p:nvSpPr>
        <p:spPr>
          <a:xfrm>
            <a:off x="3923975" y="1830200"/>
            <a:ext cx="5017200" cy="2947500"/>
          </a:xfrm>
          <a:prstGeom prst="rect">
            <a:avLst/>
          </a:prstGeom>
          <a:noFill/>
          <a:ln>
            <a:noFill/>
          </a:ln>
        </p:spPr>
        <p:txBody>
          <a:bodyPr spcFirstLastPara="1" wrap="square" lIns="68575" tIns="34275" rIns="68575" bIns="34275" anchor="t" anchorCtr="0">
            <a:spAutoFit/>
          </a:bodyPr>
          <a:lstStyle/>
          <a:p>
            <a:pPr marL="457200" lvl="0" indent="-323850" algn="l" rtl="0">
              <a:lnSpc>
                <a:spcPct val="100000"/>
              </a:lnSpc>
              <a:spcBef>
                <a:spcPts val="0"/>
              </a:spcBef>
              <a:spcAft>
                <a:spcPts val="0"/>
              </a:spcAft>
              <a:buSzPts val="1500"/>
              <a:buChar char="●"/>
            </a:pPr>
            <a:r>
              <a:rPr lang="en" sz="1500" dirty="0"/>
              <a:t>In </a:t>
            </a:r>
            <a:r>
              <a:rPr lang="en" sz="1500" dirty="0">
                <a:latin typeface="Courier New"/>
                <a:ea typeface="Courier New"/>
                <a:cs typeface="Courier New"/>
                <a:sym typeface="Courier New"/>
              </a:rPr>
              <a:t>activities</a:t>
            </a:r>
            <a:r>
              <a:rPr lang="en" sz="1500" dirty="0"/>
              <a:t>, create a new "</a:t>
            </a:r>
            <a:r>
              <a:rPr lang="en" sz="1500" dirty="0">
                <a:solidFill>
                  <a:srgbClr val="FF0000"/>
                </a:solidFill>
                <a:latin typeface="Courier New"/>
                <a:ea typeface="Courier New"/>
                <a:cs typeface="Courier New"/>
                <a:sym typeface="Courier New"/>
              </a:rPr>
              <a:t>SearchPrinter.java</a:t>
            </a:r>
            <a:r>
              <a:rPr lang="en" sz="1500" dirty="0"/>
              <a:t>" file</a:t>
            </a:r>
            <a:endParaRPr sz="1500" dirty="0"/>
          </a:p>
          <a:p>
            <a:pPr marL="457200" lvl="0" indent="-323850" algn="l" rtl="0">
              <a:lnSpc>
                <a:spcPct val="100000"/>
              </a:lnSpc>
              <a:spcBef>
                <a:spcPts val="0"/>
              </a:spcBef>
              <a:spcAft>
                <a:spcPts val="0"/>
              </a:spcAft>
              <a:buSzPts val="1500"/>
              <a:buChar char="●"/>
            </a:pPr>
            <a:r>
              <a:rPr lang="en" sz="1500" dirty="0"/>
              <a:t>Use the </a:t>
            </a:r>
            <a:r>
              <a:rPr lang="en" sz="1500" dirty="0">
                <a:latin typeface="Courier New"/>
                <a:ea typeface="Courier New"/>
                <a:cs typeface="Courier New"/>
                <a:sym typeface="Courier New"/>
              </a:rPr>
              <a:t>URL</a:t>
            </a:r>
            <a:r>
              <a:rPr lang="en" sz="1500" dirty="0"/>
              <a:t> class to print the landing page from your favorite search engine</a:t>
            </a:r>
            <a:endParaRPr sz="1500" dirty="0"/>
          </a:p>
          <a:p>
            <a:pPr marL="914400" lvl="1" indent="-311150" algn="l" rtl="0">
              <a:lnSpc>
                <a:spcPct val="100000"/>
              </a:lnSpc>
              <a:spcBef>
                <a:spcPts val="0"/>
              </a:spcBef>
              <a:spcAft>
                <a:spcPts val="0"/>
              </a:spcAft>
              <a:buSzPts val="1300"/>
              <a:buChar char="○"/>
            </a:pPr>
            <a:r>
              <a:rPr lang="en" sz="1300" dirty="0"/>
              <a:t>I.E. </a:t>
            </a:r>
            <a:r>
              <a:rPr lang="en" sz="1300" u="sng" dirty="0">
                <a:solidFill>
                  <a:schemeClr val="hlink"/>
                </a:solidFill>
                <a:hlinkClick r:id="rId3"/>
              </a:rPr>
              <a:t>https://search.yahoo.com</a:t>
            </a:r>
            <a:r>
              <a:rPr lang="en" sz="1300" dirty="0"/>
              <a:t>, </a:t>
            </a:r>
            <a:r>
              <a:rPr lang="en" sz="1300" u="sng" dirty="0">
                <a:solidFill>
                  <a:schemeClr val="hlink"/>
                </a:solidFill>
                <a:hlinkClick r:id="rId4"/>
              </a:rPr>
              <a:t>https://www.google.com</a:t>
            </a:r>
            <a:r>
              <a:rPr lang="en" sz="1300" dirty="0"/>
              <a:t>, </a:t>
            </a:r>
            <a:r>
              <a:rPr lang="en" sz="1300" u="sng" dirty="0">
                <a:solidFill>
                  <a:schemeClr val="hlink"/>
                </a:solidFill>
                <a:hlinkClick r:id="rId5"/>
              </a:rPr>
              <a:t>https://www.bing.com</a:t>
            </a:r>
            <a:r>
              <a:rPr lang="en" sz="1300" dirty="0"/>
              <a:t>, etc.</a:t>
            </a:r>
            <a:endParaRPr sz="1300" dirty="0"/>
          </a:p>
          <a:p>
            <a:pPr marL="457200" lvl="0" indent="-323850" algn="l" rtl="0">
              <a:lnSpc>
                <a:spcPct val="100000"/>
              </a:lnSpc>
              <a:spcBef>
                <a:spcPts val="0"/>
              </a:spcBef>
              <a:spcAft>
                <a:spcPts val="0"/>
              </a:spcAft>
              <a:buSzPts val="1500"/>
              <a:buChar char="●"/>
            </a:pPr>
            <a:r>
              <a:rPr lang="en" sz="1500" dirty="0"/>
              <a:t>Start by forming a connection with the URL using </a:t>
            </a:r>
            <a:r>
              <a:rPr lang="en" sz="1500" dirty="0">
                <a:latin typeface="Courier New"/>
                <a:ea typeface="Courier New"/>
                <a:cs typeface="Courier New"/>
                <a:sym typeface="Courier New"/>
              </a:rPr>
              <a:t>openConnection()</a:t>
            </a:r>
            <a:r>
              <a:rPr lang="en" sz="1500" dirty="0"/>
              <a:t> and </a:t>
            </a:r>
            <a:r>
              <a:rPr lang="en" sz="1500" dirty="0">
                <a:latin typeface="Courier New"/>
                <a:ea typeface="Courier New"/>
                <a:cs typeface="Courier New"/>
                <a:sym typeface="Courier New"/>
              </a:rPr>
              <a:t>connect()</a:t>
            </a:r>
            <a:endParaRPr sz="1500" dirty="0">
              <a:latin typeface="Courier New"/>
              <a:ea typeface="Courier New"/>
              <a:cs typeface="Courier New"/>
              <a:sym typeface="Courier New"/>
            </a:endParaRPr>
          </a:p>
          <a:p>
            <a:pPr marL="457200" lvl="0" indent="-323850" algn="l" rtl="0">
              <a:lnSpc>
                <a:spcPct val="100000"/>
              </a:lnSpc>
              <a:spcBef>
                <a:spcPts val="0"/>
              </a:spcBef>
              <a:spcAft>
                <a:spcPts val="0"/>
              </a:spcAft>
              <a:buSzPts val="1500"/>
              <a:buChar char="●"/>
            </a:pPr>
            <a:r>
              <a:rPr lang="en" sz="1500" dirty="0"/>
              <a:t>Then get an </a:t>
            </a:r>
            <a:r>
              <a:rPr lang="en" sz="1500" dirty="0">
                <a:latin typeface="Courier New"/>
                <a:ea typeface="Courier New"/>
                <a:cs typeface="Courier New"/>
                <a:sym typeface="Courier New"/>
              </a:rPr>
              <a:t>InputStream</a:t>
            </a:r>
            <a:r>
              <a:rPr lang="en" sz="1500" dirty="0"/>
              <a:t> from the connection, wrap it in a </a:t>
            </a:r>
            <a:r>
              <a:rPr lang="en" sz="1500" dirty="0">
                <a:latin typeface="Courier New"/>
                <a:ea typeface="Courier New"/>
                <a:cs typeface="Courier New"/>
                <a:sym typeface="Courier New"/>
              </a:rPr>
              <a:t>BufferedReader</a:t>
            </a:r>
            <a:r>
              <a:rPr lang="en" sz="1500" dirty="0"/>
              <a:t>, and print out all the lines returned</a:t>
            </a:r>
            <a:endParaRPr sz="1500" dirty="0"/>
          </a:p>
          <a:p>
            <a:pPr marL="914400" lvl="1" indent="-311150" algn="l" rtl="0">
              <a:lnSpc>
                <a:spcPct val="100000"/>
              </a:lnSpc>
              <a:spcBef>
                <a:spcPts val="0"/>
              </a:spcBef>
              <a:spcAft>
                <a:spcPts val="0"/>
              </a:spcAft>
              <a:buSzPts val="1300"/>
              <a:buChar char="○"/>
            </a:pPr>
            <a:r>
              <a:rPr lang="en" sz="1300" dirty="0"/>
              <a:t>This would be a great time to refresh your memory on using </a:t>
            </a:r>
            <a:r>
              <a:rPr lang="en" sz="1300" dirty="0">
                <a:latin typeface="Courier New"/>
                <a:ea typeface="Courier New"/>
                <a:cs typeface="Courier New"/>
                <a:sym typeface="Courier New"/>
              </a:rPr>
              <a:t>Stream</a:t>
            </a:r>
            <a:r>
              <a:rPr lang="en" sz="1300" dirty="0"/>
              <a:t>s to work with data.</a:t>
            </a:r>
            <a:endParaRPr sz="1300" dirty="0"/>
          </a:p>
        </p:txBody>
      </p:sp>
      <p:sp>
        <p:nvSpPr>
          <p:cNvPr id="501" name="Google Shape;501;p5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19</a:t>
            </a:fld>
            <a:endParaRPr/>
          </a:p>
        </p:txBody>
      </p:sp>
      <p:sp>
        <p:nvSpPr>
          <p:cNvPr id="502" name="Google Shape;502;p50"/>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9.3</a:t>
            </a:r>
            <a:endParaRPr/>
          </a:p>
        </p:txBody>
      </p:sp>
      <p:sp>
        <p:nvSpPr>
          <p:cNvPr id="503" name="Google Shape;503;p50"/>
          <p:cNvSpPr txBox="1"/>
          <p:nvPr/>
        </p:nvSpPr>
        <p:spPr>
          <a:xfrm>
            <a:off x="193175" y="1830200"/>
            <a:ext cx="3659100" cy="31092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35714"/>
              </a:lnSpc>
              <a:spcBef>
                <a:spcPts val="0"/>
              </a:spcBef>
              <a:spcAft>
                <a:spcPts val="0"/>
              </a:spcAft>
              <a:buNone/>
            </a:pPr>
            <a:r>
              <a:rPr lang="en" sz="950">
                <a:solidFill>
                  <a:srgbClr val="0000FF"/>
                </a:solidFill>
                <a:latin typeface="Consolas"/>
                <a:ea typeface="Consolas"/>
                <a:cs typeface="Consolas"/>
                <a:sym typeface="Consolas"/>
              </a:rPr>
              <a:t>public</a:t>
            </a:r>
            <a:r>
              <a:rPr lang="en" sz="950">
                <a:latin typeface="Consolas"/>
                <a:ea typeface="Consolas"/>
                <a:cs typeface="Consolas"/>
                <a:sym typeface="Consolas"/>
              </a:rPr>
              <a:t> </a:t>
            </a:r>
            <a:r>
              <a:rPr lang="en" sz="950">
                <a:solidFill>
                  <a:srgbClr val="0000FF"/>
                </a:solidFill>
                <a:latin typeface="Consolas"/>
                <a:ea typeface="Consolas"/>
                <a:cs typeface="Consolas"/>
                <a:sym typeface="Consolas"/>
              </a:rPr>
              <a:t>static</a:t>
            </a:r>
            <a:r>
              <a:rPr lang="en" sz="950">
                <a:latin typeface="Consolas"/>
                <a:ea typeface="Consolas"/>
                <a:cs typeface="Consolas"/>
                <a:sym typeface="Consolas"/>
              </a:rPr>
              <a:t> </a:t>
            </a:r>
            <a:r>
              <a:rPr lang="en" sz="950">
                <a:solidFill>
                  <a:srgbClr val="267F99"/>
                </a:solidFill>
                <a:latin typeface="Consolas"/>
                <a:ea typeface="Consolas"/>
                <a:cs typeface="Consolas"/>
                <a:sym typeface="Consolas"/>
              </a:rPr>
              <a:t>void</a:t>
            </a:r>
            <a:r>
              <a:rPr lang="en" sz="950">
                <a:latin typeface="Consolas"/>
                <a:ea typeface="Consolas"/>
                <a:cs typeface="Consolas"/>
                <a:sym typeface="Consolas"/>
              </a:rPr>
              <a:t> </a:t>
            </a:r>
            <a:r>
              <a:rPr lang="en" sz="950">
                <a:solidFill>
                  <a:srgbClr val="795E26"/>
                </a:solidFill>
                <a:latin typeface="Consolas"/>
                <a:ea typeface="Consolas"/>
                <a:cs typeface="Consolas"/>
                <a:sym typeface="Consolas"/>
              </a:rPr>
              <a:t>main</a:t>
            </a:r>
            <a:r>
              <a:rPr lang="en" sz="950">
                <a:latin typeface="Consolas"/>
                <a:ea typeface="Consolas"/>
                <a:cs typeface="Consolas"/>
                <a:sym typeface="Consolas"/>
              </a:rPr>
              <a:t>(</a:t>
            </a:r>
            <a:r>
              <a:rPr lang="en" sz="950">
                <a:solidFill>
                  <a:srgbClr val="267F99"/>
                </a:solidFill>
                <a:latin typeface="Consolas"/>
                <a:ea typeface="Consolas"/>
                <a:cs typeface="Consolas"/>
                <a:sym typeface="Consolas"/>
              </a:rPr>
              <a:t>String</a:t>
            </a:r>
            <a:r>
              <a:rPr lang="en" sz="950">
                <a:latin typeface="Consolas"/>
                <a:ea typeface="Consolas"/>
                <a:cs typeface="Consolas"/>
                <a:sym typeface="Consolas"/>
              </a:rPr>
              <a:t>[] </a:t>
            </a:r>
            <a:r>
              <a:rPr lang="en" sz="950">
                <a:solidFill>
                  <a:srgbClr val="001080"/>
                </a:solidFill>
                <a:latin typeface="Consolas"/>
                <a:ea typeface="Consolas"/>
                <a:cs typeface="Consolas"/>
                <a:sym typeface="Consolas"/>
              </a:rPr>
              <a:t>args</a:t>
            </a:r>
            <a:r>
              <a:rPr lang="en" sz="950">
                <a:latin typeface="Consolas"/>
                <a:ea typeface="Consolas"/>
                <a:cs typeface="Consolas"/>
                <a:sym typeface="Consolas"/>
              </a:rPr>
              <a:t>) </a:t>
            </a:r>
            <a:endParaRPr sz="950">
              <a:latin typeface="Consolas"/>
              <a:ea typeface="Consolas"/>
              <a:cs typeface="Consolas"/>
              <a:sym typeface="Consolas"/>
            </a:endParaRPr>
          </a:p>
          <a:p>
            <a:pPr marL="0" lvl="0" indent="0" algn="l" rtl="0">
              <a:lnSpc>
                <a:spcPct val="135714"/>
              </a:lnSpc>
              <a:spcBef>
                <a:spcPts val="0"/>
              </a:spcBef>
              <a:spcAft>
                <a:spcPts val="0"/>
              </a:spcAft>
              <a:buNone/>
            </a:pPr>
            <a:r>
              <a:rPr lang="en" sz="950">
                <a:solidFill>
                  <a:srgbClr val="0000FF"/>
                </a:solidFill>
                <a:latin typeface="Consolas"/>
                <a:ea typeface="Consolas"/>
                <a:cs typeface="Consolas"/>
                <a:sym typeface="Consolas"/>
              </a:rPr>
              <a:t>                               throws</a:t>
            </a:r>
            <a:r>
              <a:rPr lang="en" sz="950">
                <a:latin typeface="Consolas"/>
                <a:ea typeface="Consolas"/>
                <a:cs typeface="Consolas"/>
                <a:sym typeface="Consolas"/>
              </a:rPr>
              <a:t> </a:t>
            </a:r>
            <a:r>
              <a:rPr lang="en" sz="950">
                <a:solidFill>
                  <a:srgbClr val="267F99"/>
                </a:solidFill>
                <a:latin typeface="Consolas"/>
                <a:ea typeface="Consolas"/>
                <a:cs typeface="Consolas"/>
                <a:sym typeface="Consolas"/>
              </a:rPr>
              <a:t>IOException</a:t>
            </a:r>
            <a:r>
              <a:rPr lang="en" sz="950">
                <a:latin typeface="Consolas"/>
                <a:ea typeface="Consolas"/>
                <a:cs typeface="Consolas"/>
                <a:sym typeface="Consolas"/>
              </a:rPr>
              <a:t> {</a:t>
            </a:r>
            <a:endParaRPr sz="950">
              <a:latin typeface="Consolas"/>
              <a:ea typeface="Consolas"/>
              <a:cs typeface="Consolas"/>
              <a:sym typeface="Consolas"/>
            </a:endParaRPr>
          </a:p>
          <a:p>
            <a:pPr marL="0" lvl="0" indent="0" algn="l" rtl="0">
              <a:lnSpc>
                <a:spcPct val="135714"/>
              </a:lnSpc>
              <a:spcBef>
                <a:spcPts val="0"/>
              </a:spcBef>
              <a:spcAft>
                <a:spcPts val="0"/>
              </a:spcAft>
              <a:buNone/>
            </a:pPr>
            <a:r>
              <a:rPr lang="en" sz="950">
                <a:solidFill>
                  <a:srgbClr val="098658"/>
                </a:solidFill>
                <a:latin typeface="Consolas"/>
                <a:ea typeface="Consolas"/>
                <a:cs typeface="Consolas"/>
                <a:sym typeface="Consolas"/>
              </a:rPr>
              <a:t>   </a:t>
            </a:r>
            <a:r>
              <a:rPr lang="en" sz="950">
                <a:solidFill>
                  <a:srgbClr val="267F99"/>
                </a:solidFill>
                <a:latin typeface="Consolas"/>
                <a:ea typeface="Consolas"/>
                <a:cs typeface="Consolas"/>
                <a:sym typeface="Consolas"/>
              </a:rPr>
              <a:t>URL</a:t>
            </a:r>
            <a:r>
              <a:rPr lang="en" sz="950">
                <a:latin typeface="Consolas"/>
                <a:ea typeface="Consolas"/>
                <a:cs typeface="Consolas"/>
                <a:sym typeface="Consolas"/>
              </a:rPr>
              <a:t> </a:t>
            </a:r>
            <a:r>
              <a:rPr lang="en" sz="950">
                <a:solidFill>
                  <a:srgbClr val="001080"/>
                </a:solidFill>
                <a:latin typeface="Consolas"/>
                <a:ea typeface="Consolas"/>
                <a:cs typeface="Consolas"/>
                <a:sym typeface="Consolas"/>
              </a:rPr>
              <a:t>url</a:t>
            </a:r>
            <a:r>
              <a:rPr lang="en" sz="950">
                <a:latin typeface="Consolas"/>
                <a:ea typeface="Consolas"/>
                <a:cs typeface="Consolas"/>
                <a:sym typeface="Consolas"/>
              </a:rPr>
              <a:t> = </a:t>
            </a:r>
            <a:r>
              <a:rPr lang="en" sz="950">
                <a:solidFill>
                  <a:srgbClr val="AF00DB"/>
                </a:solidFill>
                <a:latin typeface="Consolas"/>
                <a:ea typeface="Consolas"/>
                <a:cs typeface="Consolas"/>
                <a:sym typeface="Consolas"/>
              </a:rPr>
              <a:t>new</a:t>
            </a:r>
            <a:r>
              <a:rPr lang="en" sz="950">
                <a:latin typeface="Consolas"/>
                <a:ea typeface="Consolas"/>
                <a:cs typeface="Consolas"/>
                <a:sym typeface="Consolas"/>
              </a:rPr>
              <a:t> </a:t>
            </a:r>
            <a:r>
              <a:rPr lang="en" sz="950">
                <a:solidFill>
                  <a:srgbClr val="795E26"/>
                </a:solidFill>
                <a:latin typeface="Consolas"/>
                <a:ea typeface="Consolas"/>
                <a:cs typeface="Consolas"/>
                <a:sym typeface="Consolas"/>
              </a:rPr>
              <a:t>URL</a:t>
            </a:r>
            <a:r>
              <a:rPr lang="en" sz="950">
                <a:latin typeface="Consolas"/>
                <a:ea typeface="Consolas"/>
                <a:cs typeface="Consolas"/>
                <a:sym typeface="Consolas"/>
              </a:rPr>
              <a:t>(</a:t>
            </a:r>
            <a:r>
              <a:rPr lang="en" sz="950">
                <a:solidFill>
                  <a:srgbClr val="A31515"/>
                </a:solidFill>
                <a:latin typeface="Consolas"/>
                <a:ea typeface="Consolas"/>
                <a:cs typeface="Consolas"/>
                <a:sym typeface="Consolas"/>
              </a:rPr>
              <a:t>"</a:t>
            </a:r>
            <a:r>
              <a:rPr lang="en" sz="950" u="sng">
                <a:solidFill>
                  <a:schemeClr val="hlink"/>
                </a:solidFill>
                <a:latin typeface="Consolas"/>
                <a:ea typeface="Consolas"/>
                <a:cs typeface="Consolas"/>
                <a:sym typeface="Consolas"/>
                <a:hlinkClick r:id="rId6"/>
              </a:rPr>
              <a:t>https://www.nsa.gov</a:t>
            </a:r>
            <a:r>
              <a:rPr lang="en" sz="950">
                <a:solidFill>
                  <a:srgbClr val="A31515"/>
                </a:solidFill>
                <a:latin typeface="Consolas"/>
                <a:ea typeface="Consolas"/>
                <a:cs typeface="Consolas"/>
                <a:sym typeface="Consolas"/>
              </a:rPr>
              <a:t>"</a:t>
            </a:r>
            <a:r>
              <a:rPr lang="en" sz="950">
                <a:latin typeface="Consolas"/>
                <a:ea typeface="Consolas"/>
                <a:cs typeface="Consolas"/>
                <a:sym typeface="Consolas"/>
              </a:rPr>
              <a:t>);</a:t>
            </a:r>
            <a:endParaRPr sz="950">
              <a:latin typeface="Consolas"/>
              <a:ea typeface="Consolas"/>
              <a:cs typeface="Consolas"/>
              <a:sym typeface="Consolas"/>
            </a:endParaRPr>
          </a:p>
          <a:p>
            <a:pPr marL="0" lvl="0" indent="0" algn="l" rtl="0">
              <a:lnSpc>
                <a:spcPct val="135714"/>
              </a:lnSpc>
              <a:spcBef>
                <a:spcPts val="0"/>
              </a:spcBef>
              <a:spcAft>
                <a:spcPts val="0"/>
              </a:spcAft>
              <a:buNone/>
            </a:pPr>
            <a:r>
              <a:rPr lang="en" sz="950">
                <a:latin typeface="Consolas"/>
                <a:ea typeface="Consolas"/>
                <a:cs typeface="Consolas"/>
                <a:sym typeface="Consolas"/>
              </a:rPr>
              <a:t>   </a:t>
            </a:r>
            <a:r>
              <a:rPr lang="en" sz="950">
                <a:solidFill>
                  <a:srgbClr val="267F99"/>
                </a:solidFill>
                <a:latin typeface="Consolas"/>
                <a:ea typeface="Consolas"/>
                <a:cs typeface="Consolas"/>
                <a:sym typeface="Consolas"/>
              </a:rPr>
              <a:t>URLConnection</a:t>
            </a:r>
            <a:r>
              <a:rPr lang="en" sz="950">
                <a:latin typeface="Consolas"/>
                <a:ea typeface="Consolas"/>
                <a:cs typeface="Consolas"/>
                <a:sym typeface="Consolas"/>
              </a:rPr>
              <a:t> </a:t>
            </a:r>
            <a:r>
              <a:rPr lang="en" sz="950">
                <a:solidFill>
                  <a:srgbClr val="001080"/>
                </a:solidFill>
                <a:latin typeface="Consolas"/>
                <a:ea typeface="Consolas"/>
                <a:cs typeface="Consolas"/>
                <a:sym typeface="Consolas"/>
              </a:rPr>
              <a:t>connection</a:t>
            </a:r>
            <a:r>
              <a:rPr lang="en" sz="950">
                <a:latin typeface="Consolas"/>
                <a:ea typeface="Consolas"/>
                <a:cs typeface="Consolas"/>
                <a:sym typeface="Consolas"/>
              </a:rPr>
              <a:t> = </a:t>
            </a:r>
            <a:r>
              <a:rPr lang="en" sz="950">
                <a:solidFill>
                  <a:srgbClr val="001080"/>
                </a:solidFill>
                <a:latin typeface="Consolas"/>
                <a:ea typeface="Consolas"/>
                <a:cs typeface="Consolas"/>
                <a:sym typeface="Consolas"/>
              </a:rPr>
              <a:t>url</a:t>
            </a:r>
            <a:r>
              <a:rPr lang="en" sz="950">
                <a:latin typeface="Consolas"/>
                <a:ea typeface="Consolas"/>
                <a:cs typeface="Consolas"/>
                <a:sym typeface="Consolas"/>
              </a:rPr>
              <a:t>.</a:t>
            </a:r>
            <a:r>
              <a:rPr lang="en" sz="950">
                <a:solidFill>
                  <a:srgbClr val="795E26"/>
                </a:solidFill>
                <a:latin typeface="Consolas"/>
                <a:ea typeface="Consolas"/>
                <a:cs typeface="Consolas"/>
                <a:sym typeface="Consolas"/>
              </a:rPr>
              <a:t>openConnection</a:t>
            </a:r>
            <a:r>
              <a:rPr lang="en" sz="950">
                <a:latin typeface="Consolas"/>
                <a:ea typeface="Consolas"/>
                <a:cs typeface="Consolas"/>
                <a:sym typeface="Consolas"/>
              </a:rPr>
              <a:t>();</a:t>
            </a:r>
            <a:endParaRPr sz="950">
              <a:latin typeface="Consolas"/>
              <a:ea typeface="Consolas"/>
              <a:cs typeface="Consolas"/>
              <a:sym typeface="Consolas"/>
            </a:endParaRPr>
          </a:p>
          <a:p>
            <a:pPr marL="0" lvl="0" indent="0" algn="l" rtl="0">
              <a:lnSpc>
                <a:spcPct val="135714"/>
              </a:lnSpc>
              <a:spcBef>
                <a:spcPts val="0"/>
              </a:spcBef>
              <a:spcAft>
                <a:spcPts val="0"/>
              </a:spcAft>
              <a:buNone/>
            </a:pPr>
            <a:r>
              <a:rPr lang="en" sz="950">
                <a:latin typeface="Consolas"/>
                <a:ea typeface="Consolas"/>
                <a:cs typeface="Consolas"/>
                <a:sym typeface="Consolas"/>
              </a:rPr>
              <a:t>   </a:t>
            </a:r>
            <a:r>
              <a:rPr lang="en" sz="950">
                <a:solidFill>
                  <a:srgbClr val="001080"/>
                </a:solidFill>
                <a:latin typeface="Consolas"/>
                <a:ea typeface="Consolas"/>
                <a:cs typeface="Consolas"/>
                <a:sym typeface="Consolas"/>
              </a:rPr>
              <a:t>connection</a:t>
            </a:r>
            <a:r>
              <a:rPr lang="en" sz="950">
                <a:latin typeface="Consolas"/>
                <a:ea typeface="Consolas"/>
                <a:cs typeface="Consolas"/>
                <a:sym typeface="Consolas"/>
              </a:rPr>
              <a:t>.</a:t>
            </a:r>
            <a:r>
              <a:rPr lang="en" sz="950">
                <a:solidFill>
                  <a:srgbClr val="795E26"/>
                </a:solidFill>
                <a:latin typeface="Consolas"/>
                <a:ea typeface="Consolas"/>
                <a:cs typeface="Consolas"/>
                <a:sym typeface="Consolas"/>
              </a:rPr>
              <a:t>connect</a:t>
            </a:r>
            <a:r>
              <a:rPr lang="en" sz="950">
                <a:latin typeface="Consolas"/>
                <a:ea typeface="Consolas"/>
                <a:cs typeface="Consolas"/>
                <a:sym typeface="Consolas"/>
              </a:rPr>
              <a:t>();</a:t>
            </a:r>
            <a:endParaRPr sz="950">
              <a:latin typeface="Consolas"/>
              <a:ea typeface="Consolas"/>
              <a:cs typeface="Consolas"/>
              <a:sym typeface="Consolas"/>
            </a:endParaRPr>
          </a:p>
          <a:p>
            <a:pPr marL="0" lvl="0" indent="0" algn="l" rtl="0">
              <a:lnSpc>
                <a:spcPct val="135714"/>
              </a:lnSpc>
              <a:spcBef>
                <a:spcPts val="0"/>
              </a:spcBef>
              <a:spcAft>
                <a:spcPts val="0"/>
              </a:spcAft>
              <a:buNone/>
            </a:pPr>
            <a:r>
              <a:rPr lang="en" sz="950">
                <a:solidFill>
                  <a:srgbClr val="098658"/>
                </a:solidFill>
                <a:latin typeface="Consolas"/>
                <a:ea typeface="Consolas"/>
                <a:cs typeface="Consolas"/>
                <a:sym typeface="Consolas"/>
              </a:rPr>
              <a:t>  </a:t>
            </a:r>
            <a:endParaRPr sz="950">
              <a:latin typeface="Consolas"/>
              <a:ea typeface="Consolas"/>
              <a:cs typeface="Consolas"/>
              <a:sym typeface="Consolas"/>
            </a:endParaRPr>
          </a:p>
          <a:p>
            <a:pPr marL="0" lvl="0" indent="0" algn="l" rtl="0">
              <a:lnSpc>
                <a:spcPct val="135714"/>
              </a:lnSpc>
              <a:spcBef>
                <a:spcPts val="0"/>
              </a:spcBef>
              <a:spcAft>
                <a:spcPts val="0"/>
              </a:spcAft>
              <a:buNone/>
            </a:pPr>
            <a:r>
              <a:rPr lang="en" sz="950">
                <a:latin typeface="Consolas"/>
                <a:ea typeface="Consolas"/>
                <a:cs typeface="Consolas"/>
                <a:sym typeface="Consolas"/>
              </a:rPr>
              <a:t>   </a:t>
            </a:r>
            <a:r>
              <a:rPr lang="en" sz="950">
                <a:solidFill>
                  <a:srgbClr val="267F99"/>
                </a:solidFill>
                <a:latin typeface="Consolas"/>
                <a:ea typeface="Consolas"/>
                <a:cs typeface="Consolas"/>
                <a:sym typeface="Consolas"/>
              </a:rPr>
              <a:t>InputStream</a:t>
            </a:r>
            <a:r>
              <a:rPr lang="en" sz="950">
                <a:latin typeface="Consolas"/>
                <a:ea typeface="Consolas"/>
                <a:cs typeface="Consolas"/>
                <a:sym typeface="Consolas"/>
              </a:rPr>
              <a:t> </a:t>
            </a:r>
            <a:r>
              <a:rPr lang="en" sz="950">
                <a:solidFill>
                  <a:srgbClr val="001080"/>
                </a:solidFill>
                <a:latin typeface="Consolas"/>
                <a:ea typeface="Consolas"/>
                <a:cs typeface="Consolas"/>
                <a:sym typeface="Consolas"/>
              </a:rPr>
              <a:t>in</a:t>
            </a:r>
            <a:r>
              <a:rPr lang="en" sz="950">
                <a:latin typeface="Consolas"/>
                <a:ea typeface="Consolas"/>
                <a:cs typeface="Consolas"/>
                <a:sym typeface="Consolas"/>
              </a:rPr>
              <a:t> = </a:t>
            </a:r>
            <a:r>
              <a:rPr lang="en" sz="950">
                <a:solidFill>
                  <a:srgbClr val="001080"/>
                </a:solidFill>
                <a:latin typeface="Consolas"/>
                <a:ea typeface="Consolas"/>
                <a:cs typeface="Consolas"/>
                <a:sym typeface="Consolas"/>
              </a:rPr>
              <a:t>connection</a:t>
            </a:r>
            <a:r>
              <a:rPr lang="en" sz="950">
                <a:latin typeface="Consolas"/>
                <a:ea typeface="Consolas"/>
                <a:cs typeface="Consolas"/>
                <a:sym typeface="Consolas"/>
              </a:rPr>
              <a:t>.</a:t>
            </a:r>
            <a:r>
              <a:rPr lang="en" sz="950">
                <a:solidFill>
                  <a:srgbClr val="795E26"/>
                </a:solidFill>
                <a:latin typeface="Consolas"/>
                <a:ea typeface="Consolas"/>
                <a:cs typeface="Consolas"/>
                <a:sym typeface="Consolas"/>
              </a:rPr>
              <a:t>getInputStream</a:t>
            </a:r>
            <a:r>
              <a:rPr lang="en" sz="950">
                <a:latin typeface="Consolas"/>
                <a:ea typeface="Consolas"/>
                <a:cs typeface="Consolas"/>
                <a:sym typeface="Consolas"/>
              </a:rPr>
              <a:t>();</a:t>
            </a:r>
            <a:endParaRPr sz="950">
              <a:latin typeface="Consolas"/>
              <a:ea typeface="Consolas"/>
              <a:cs typeface="Consolas"/>
              <a:sym typeface="Consolas"/>
            </a:endParaRPr>
          </a:p>
          <a:p>
            <a:pPr marL="0" lvl="0" indent="0" algn="l" rtl="0">
              <a:lnSpc>
                <a:spcPct val="135714"/>
              </a:lnSpc>
              <a:spcBef>
                <a:spcPts val="0"/>
              </a:spcBef>
              <a:spcAft>
                <a:spcPts val="0"/>
              </a:spcAft>
              <a:buNone/>
            </a:pPr>
            <a:r>
              <a:rPr lang="en" sz="950">
                <a:latin typeface="Consolas"/>
                <a:ea typeface="Consolas"/>
                <a:cs typeface="Consolas"/>
                <a:sym typeface="Consolas"/>
              </a:rPr>
              <a:t>   </a:t>
            </a:r>
            <a:r>
              <a:rPr lang="en" sz="950">
                <a:solidFill>
                  <a:srgbClr val="267F99"/>
                </a:solidFill>
                <a:latin typeface="Consolas"/>
                <a:ea typeface="Consolas"/>
                <a:cs typeface="Consolas"/>
                <a:sym typeface="Consolas"/>
              </a:rPr>
              <a:t>Scanner</a:t>
            </a:r>
            <a:r>
              <a:rPr lang="en" sz="950">
                <a:latin typeface="Consolas"/>
                <a:ea typeface="Consolas"/>
                <a:cs typeface="Consolas"/>
                <a:sym typeface="Consolas"/>
              </a:rPr>
              <a:t> </a:t>
            </a:r>
            <a:r>
              <a:rPr lang="en" sz="950">
                <a:solidFill>
                  <a:srgbClr val="001080"/>
                </a:solidFill>
                <a:latin typeface="Consolas"/>
                <a:ea typeface="Consolas"/>
                <a:cs typeface="Consolas"/>
                <a:sym typeface="Consolas"/>
              </a:rPr>
              <a:t>scanner</a:t>
            </a:r>
            <a:r>
              <a:rPr lang="en" sz="950">
                <a:latin typeface="Consolas"/>
                <a:ea typeface="Consolas"/>
                <a:cs typeface="Consolas"/>
                <a:sym typeface="Consolas"/>
              </a:rPr>
              <a:t> = </a:t>
            </a:r>
            <a:r>
              <a:rPr lang="en" sz="950">
                <a:solidFill>
                  <a:srgbClr val="AF00DB"/>
                </a:solidFill>
                <a:latin typeface="Consolas"/>
                <a:ea typeface="Consolas"/>
                <a:cs typeface="Consolas"/>
                <a:sym typeface="Consolas"/>
              </a:rPr>
              <a:t>new</a:t>
            </a:r>
            <a:r>
              <a:rPr lang="en" sz="950">
                <a:latin typeface="Consolas"/>
                <a:ea typeface="Consolas"/>
                <a:cs typeface="Consolas"/>
                <a:sym typeface="Consolas"/>
              </a:rPr>
              <a:t> </a:t>
            </a:r>
            <a:r>
              <a:rPr lang="en" sz="950">
                <a:solidFill>
                  <a:srgbClr val="795E26"/>
                </a:solidFill>
                <a:latin typeface="Consolas"/>
                <a:ea typeface="Consolas"/>
                <a:cs typeface="Consolas"/>
                <a:sym typeface="Consolas"/>
              </a:rPr>
              <a:t>Scanner</a:t>
            </a:r>
            <a:r>
              <a:rPr lang="en" sz="950">
                <a:latin typeface="Consolas"/>
                <a:ea typeface="Consolas"/>
                <a:cs typeface="Consolas"/>
                <a:sym typeface="Consolas"/>
              </a:rPr>
              <a:t>(</a:t>
            </a:r>
            <a:r>
              <a:rPr lang="en" sz="950">
                <a:solidFill>
                  <a:srgbClr val="001080"/>
                </a:solidFill>
                <a:latin typeface="Consolas"/>
                <a:ea typeface="Consolas"/>
                <a:cs typeface="Consolas"/>
                <a:sym typeface="Consolas"/>
              </a:rPr>
              <a:t>in</a:t>
            </a:r>
            <a:r>
              <a:rPr lang="en" sz="950">
                <a:latin typeface="Consolas"/>
                <a:ea typeface="Consolas"/>
                <a:cs typeface="Consolas"/>
                <a:sym typeface="Consolas"/>
              </a:rPr>
              <a:t>);</a:t>
            </a:r>
            <a:endParaRPr sz="950">
              <a:latin typeface="Consolas"/>
              <a:ea typeface="Consolas"/>
              <a:cs typeface="Consolas"/>
              <a:sym typeface="Consolas"/>
            </a:endParaRPr>
          </a:p>
          <a:p>
            <a:pPr marL="0" lvl="0" indent="0" algn="l" rtl="0">
              <a:lnSpc>
                <a:spcPct val="135714"/>
              </a:lnSpc>
              <a:spcBef>
                <a:spcPts val="0"/>
              </a:spcBef>
              <a:spcAft>
                <a:spcPts val="0"/>
              </a:spcAft>
              <a:buNone/>
            </a:pPr>
            <a:r>
              <a:rPr lang="en" sz="950">
                <a:solidFill>
                  <a:srgbClr val="098658"/>
                </a:solidFill>
                <a:latin typeface="Consolas"/>
                <a:ea typeface="Consolas"/>
                <a:cs typeface="Consolas"/>
                <a:sym typeface="Consolas"/>
              </a:rPr>
              <a:t>  </a:t>
            </a:r>
            <a:endParaRPr sz="950">
              <a:latin typeface="Consolas"/>
              <a:ea typeface="Consolas"/>
              <a:cs typeface="Consolas"/>
              <a:sym typeface="Consolas"/>
            </a:endParaRPr>
          </a:p>
          <a:p>
            <a:pPr marL="0" lvl="0" indent="0" algn="l" rtl="0">
              <a:lnSpc>
                <a:spcPct val="135714"/>
              </a:lnSpc>
              <a:spcBef>
                <a:spcPts val="0"/>
              </a:spcBef>
              <a:spcAft>
                <a:spcPts val="0"/>
              </a:spcAft>
              <a:buNone/>
            </a:pPr>
            <a:r>
              <a:rPr lang="en" sz="950">
                <a:solidFill>
                  <a:srgbClr val="098658"/>
                </a:solidFill>
                <a:latin typeface="Consolas"/>
                <a:ea typeface="Consolas"/>
                <a:cs typeface="Consolas"/>
                <a:sym typeface="Consolas"/>
              </a:rPr>
              <a:t> </a:t>
            </a:r>
            <a:r>
              <a:rPr lang="en" sz="950">
                <a:latin typeface="Consolas"/>
                <a:ea typeface="Consolas"/>
                <a:cs typeface="Consolas"/>
                <a:sym typeface="Consolas"/>
              </a:rPr>
              <a:t>  </a:t>
            </a:r>
            <a:r>
              <a:rPr lang="en" sz="950">
                <a:solidFill>
                  <a:srgbClr val="AF00DB"/>
                </a:solidFill>
                <a:latin typeface="Consolas"/>
                <a:ea typeface="Consolas"/>
                <a:cs typeface="Consolas"/>
                <a:sym typeface="Consolas"/>
              </a:rPr>
              <a:t>while</a:t>
            </a:r>
            <a:r>
              <a:rPr lang="en" sz="950">
                <a:latin typeface="Consolas"/>
                <a:ea typeface="Consolas"/>
                <a:cs typeface="Consolas"/>
                <a:sym typeface="Consolas"/>
              </a:rPr>
              <a:t>(</a:t>
            </a:r>
            <a:r>
              <a:rPr lang="en" sz="950">
                <a:solidFill>
                  <a:srgbClr val="001080"/>
                </a:solidFill>
                <a:latin typeface="Consolas"/>
                <a:ea typeface="Consolas"/>
                <a:cs typeface="Consolas"/>
                <a:sym typeface="Consolas"/>
              </a:rPr>
              <a:t>scanner</a:t>
            </a:r>
            <a:r>
              <a:rPr lang="en" sz="950">
                <a:latin typeface="Consolas"/>
                <a:ea typeface="Consolas"/>
                <a:cs typeface="Consolas"/>
                <a:sym typeface="Consolas"/>
              </a:rPr>
              <a:t>.</a:t>
            </a:r>
            <a:r>
              <a:rPr lang="en" sz="950">
                <a:solidFill>
                  <a:srgbClr val="795E26"/>
                </a:solidFill>
                <a:latin typeface="Consolas"/>
                <a:ea typeface="Consolas"/>
                <a:cs typeface="Consolas"/>
                <a:sym typeface="Consolas"/>
              </a:rPr>
              <a:t>hasNext</a:t>
            </a:r>
            <a:r>
              <a:rPr lang="en" sz="950">
                <a:latin typeface="Consolas"/>
                <a:ea typeface="Consolas"/>
                <a:cs typeface="Consolas"/>
                <a:sym typeface="Consolas"/>
              </a:rPr>
              <a:t>()) {</a:t>
            </a:r>
            <a:endParaRPr sz="950">
              <a:latin typeface="Consolas"/>
              <a:ea typeface="Consolas"/>
              <a:cs typeface="Consolas"/>
              <a:sym typeface="Consolas"/>
            </a:endParaRPr>
          </a:p>
          <a:p>
            <a:pPr marL="0" lvl="0" indent="0" algn="l" rtl="0">
              <a:lnSpc>
                <a:spcPct val="135714"/>
              </a:lnSpc>
              <a:spcBef>
                <a:spcPts val="0"/>
              </a:spcBef>
              <a:spcAft>
                <a:spcPts val="0"/>
              </a:spcAft>
              <a:buNone/>
            </a:pPr>
            <a:r>
              <a:rPr lang="en" sz="950">
                <a:latin typeface="Consolas"/>
                <a:ea typeface="Consolas"/>
                <a:cs typeface="Consolas"/>
                <a:sym typeface="Consolas"/>
              </a:rPr>
              <a:t>      </a:t>
            </a:r>
            <a:r>
              <a:rPr lang="en" sz="950">
                <a:solidFill>
                  <a:srgbClr val="267F99"/>
                </a:solidFill>
                <a:latin typeface="Consolas"/>
                <a:ea typeface="Consolas"/>
                <a:cs typeface="Consolas"/>
                <a:sym typeface="Consolas"/>
              </a:rPr>
              <a:t>System</a:t>
            </a:r>
            <a:r>
              <a:rPr lang="en" sz="950">
                <a:latin typeface="Consolas"/>
                <a:ea typeface="Consolas"/>
                <a:cs typeface="Consolas"/>
                <a:sym typeface="Consolas"/>
              </a:rPr>
              <a:t>.</a:t>
            </a:r>
            <a:r>
              <a:rPr lang="en" sz="950">
                <a:solidFill>
                  <a:srgbClr val="0070C1"/>
                </a:solidFill>
                <a:latin typeface="Consolas"/>
                <a:ea typeface="Consolas"/>
                <a:cs typeface="Consolas"/>
                <a:sym typeface="Consolas"/>
              </a:rPr>
              <a:t>out</a:t>
            </a:r>
            <a:r>
              <a:rPr lang="en" sz="950">
                <a:latin typeface="Consolas"/>
                <a:ea typeface="Consolas"/>
                <a:cs typeface="Consolas"/>
                <a:sym typeface="Consolas"/>
              </a:rPr>
              <a:t>.</a:t>
            </a:r>
            <a:r>
              <a:rPr lang="en" sz="950">
                <a:solidFill>
                  <a:srgbClr val="795E26"/>
                </a:solidFill>
                <a:latin typeface="Consolas"/>
                <a:ea typeface="Consolas"/>
                <a:cs typeface="Consolas"/>
                <a:sym typeface="Consolas"/>
              </a:rPr>
              <a:t>println</a:t>
            </a:r>
            <a:r>
              <a:rPr lang="en" sz="950">
                <a:latin typeface="Consolas"/>
                <a:ea typeface="Consolas"/>
                <a:cs typeface="Consolas"/>
                <a:sym typeface="Consolas"/>
              </a:rPr>
              <a:t>(</a:t>
            </a:r>
            <a:r>
              <a:rPr lang="en" sz="950">
                <a:solidFill>
                  <a:srgbClr val="001080"/>
                </a:solidFill>
                <a:latin typeface="Consolas"/>
                <a:ea typeface="Consolas"/>
                <a:cs typeface="Consolas"/>
                <a:sym typeface="Consolas"/>
              </a:rPr>
              <a:t>scanner</a:t>
            </a:r>
            <a:r>
              <a:rPr lang="en" sz="950">
                <a:latin typeface="Consolas"/>
                <a:ea typeface="Consolas"/>
                <a:cs typeface="Consolas"/>
                <a:sym typeface="Consolas"/>
              </a:rPr>
              <a:t>.</a:t>
            </a:r>
            <a:r>
              <a:rPr lang="en" sz="950">
                <a:solidFill>
                  <a:srgbClr val="795E26"/>
                </a:solidFill>
                <a:latin typeface="Consolas"/>
                <a:ea typeface="Consolas"/>
                <a:cs typeface="Consolas"/>
                <a:sym typeface="Consolas"/>
              </a:rPr>
              <a:t>nextLine</a:t>
            </a:r>
            <a:r>
              <a:rPr lang="en" sz="950">
                <a:latin typeface="Consolas"/>
                <a:ea typeface="Consolas"/>
                <a:cs typeface="Consolas"/>
                <a:sym typeface="Consolas"/>
              </a:rPr>
              <a:t>());</a:t>
            </a:r>
            <a:endParaRPr sz="950">
              <a:latin typeface="Consolas"/>
              <a:ea typeface="Consolas"/>
              <a:cs typeface="Consolas"/>
              <a:sym typeface="Consolas"/>
            </a:endParaRPr>
          </a:p>
          <a:p>
            <a:pPr marL="0" lvl="0" indent="0" algn="l" rtl="0">
              <a:lnSpc>
                <a:spcPct val="135714"/>
              </a:lnSpc>
              <a:spcBef>
                <a:spcPts val="0"/>
              </a:spcBef>
              <a:spcAft>
                <a:spcPts val="0"/>
              </a:spcAft>
              <a:buNone/>
            </a:pPr>
            <a:r>
              <a:rPr lang="en" sz="950">
                <a:latin typeface="Consolas"/>
                <a:ea typeface="Consolas"/>
                <a:cs typeface="Consolas"/>
                <a:sym typeface="Consolas"/>
              </a:rPr>
              <a:t>   }</a:t>
            </a:r>
            <a:endParaRPr sz="950">
              <a:latin typeface="Consolas"/>
              <a:ea typeface="Consolas"/>
              <a:cs typeface="Consolas"/>
              <a:sym typeface="Consolas"/>
            </a:endParaRPr>
          </a:p>
          <a:p>
            <a:pPr marL="0" lvl="0" indent="0" algn="l" rtl="0">
              <a:lnSpc>
                <a:spcPct val="135714"/>
              </a:lnSpc>
              <a:spcBef>
                <a:spcPts val="0"/>
              </a:spcBef>
              <a:spcAft>
                <a:spcPts val="0"/>
              </a:spcAft>
              <a:buNone/>
            </a:pPr>
            <a:r>
              <a:rPr lang="en" sz="950">
                <a:solidFill>
                  <a:srgbClr val="098658"/>
                </a:solidFill>
                <a:latin typeface="Consolas"/>
                <a:ea typeface="Consolas"/>
                <a:cs typeface="Consolas"/>
                <a:sym typeface="Consolas"/>
              </a:rPr>
              <a:t> </a:t>
            </a:r>
            <a:endParaRPr sz="950">
              <a:latin typeface="Consolas"/>
              <a:ea typeface="Consolas"/>
              <a:cs typeface="Consolas"/>
              <a:sym typeface="Consolas"/>
            </a:endParaRPr>
          </a:p>
          <a:p>
            <a:pPr marL="0" lvl="0" indent="0" algn="l" rtl="0">
              <a:lnSpc>
                <a:spcPct val="135714"/>
              </a:lnSpc>
              <a:spcBef>
                <a:spcPts val="0"/>
              </a:spcBef>
              <a:spcAft>
                <a:spcPts val="0"/>
              </a:spcAft>
              <a:buNone/>
            </a:pPr>
            <a:r>
              <a:rPr lang="en" sz="950">
                <a:latin typeface="Consolas"/>
                <a:ea typeface="Consolas"/>
                <a:cs typeface="Consolas"/>
                <a:sym typeface="Consolas"/>
              </a:rPr>
              <a:t>   </a:t>
            </a:r>
            <a:r>
              <a:rPr lang="en" sz="950">
                <a:solidFill>
                  <a:srgbClr val="001080"/>
                </a:solidFill>
                <a:latin typeface="Consolas"/>
                <a:ea typeface="Consolas"/>
                <a:cs typeface="Consolas"/>
                <a:sym typeface="Consolas"/>
              </a:rPr>
              <a:t>scanner</a:t>
            </a:r>
            <a:r>
              <a:rPr lang="en" sz="950">
                <a:latin typeface="Consolas"/>
                <a:ea typeface="Consolas"/>
                <a:cs typeface="Consolas"/>
                <a:sym typeface="Consolas"/>
              </a:rPr>
              <a:t>.</a:t>
            </a:r>
            <a:r>
              <a:rPr lang="en" sz="950">
                <a:solidFill>
                  <a:srgbClr val="795E26"/>
                </a:solidFill>
                <a:latin typeface="Consolas"/>
                <a:ea typeface="Consolas"/>
                <a:cs typeface="Consolas"/>
                <a:sym typeface="Consolas"/>
              </a:rPr>
              <a:t>close</a:t>
            </a:r>
            <a:r>
              <a:rPr lang="en" sz="950">
                <a:latin typeface="Consolas"/>
                <a:ea typeface="Consolas"/>
                <a:cs typeface="Consolas"/>
                <a:sym typeface="Consolas"/>
              </a:rPr>
              <a:t>();</a:t>
            </a:r>
            <a:endParaRPr sz="950">
              <a:latin typeface="Consolas"/>
              <a:ea typeface="Consolas"/>
              <a:cs typeface="Consolas"/>
              <a:sym typeface="Consolas"/>
            </a:endParaRPr>
          </a:p>
          <a:p>
            <a:pPr marL="0" lvl="0" indent="0" algn="l" rtl="0">
              <a:lnSpc>
                <a:spcPct val="135714"/>
              </a:lnSpc>
              <a:spcBef>
                <a:spcPts val="0"/>
              </a:spcBef>
              <a:spcAft>
                <a:spcPts val="0"/>
              </a:spcAft>
              <a:buNone/>
            </a:pPr>
            <a:r>
              <a:rPr lang="en" sz="950">
                <a:latin typeface="Consolas"/>
                <a:ea typeface="Consolas"/>
                <a:cs typeface="Consolas"/>
                <a:sym typeface="Consolas"/>
              </a:rPr>
              <a:t>}</a:t>
            </a:r>
            <a:endParaRPr sz="950">
              <a:latin typeface="Consolas"/>
              <a:ea typeface="Consolas"/>
              <a:cs typeface="Consolas"/>
              <a:sym typeface="Consolas"/>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507"/>
        <p:cNvGrpSpPr/>
        <p:nvPr/>
      </p:nvGrpSpPr>
      <p:grpSpPr>
        <a:xfrm>
          <a:off x="0" y="0"/>
          <a:ext cx="0" cy="0"/>
          <a:chOff x="0" y="0"/>
          <a:chExt cx="0" cy="0"/>
        </a:xfrm>
      </p:grpSpPr>
      <p:sp>
        <p:nvSpPr>
          <p:cNvPr id="508" name="Google Shape;508;p51"/>
          <p:cNvSpPr txBox="1">
            <a:spLocks noGrp="1"/>
          </p:cNvSpPr>
          <p:nvPr>
            <p:ph type="title"/>
          </p:nvPr>
        </p:nvSpPr>
        <p:spPr>
          <a:xfrm>
            <a:off x="5264725" y="500925"/>
            <a:ext cx="3706500" cy="638100"/>
          </a:xfrm>
          <a:prstGeom prst="rect">
            <a:avLst/>
          </a:prstGeom>
          <a:noFill/>
          <a:ln>
            <a:noFill/>
          </a:ln>
        </p:spPr>
        <p:txBody>
          <a:bodyPr spcFirstLastPara="1" wrap="square" lIns="91425" tIns="91425" rIns="91425" bIns="91425" anchor="t" anchorCtr="0">
            <a:noAutofit/>
          </a:bodyPr>
          <a:lstStyle/>
          <a:p>
            <a:pPr marL="0" lvl="0" indent="0" algn="l" rtl="0">
              <a:lnSpc>
                <a:spcPct val="90000"/>
              </a:lnSpc>
              <a:spcBef>
                <a:spcPts val="0"/>
              </a:spcBef>
              <a:spcAft>
                <a:spcPts val="0"/>
              </a:spcAft>
              <a:buClr>
                <a:schemeClr val="dk2"/>
              </a:buClr>
              <a:buSzPts val="3300"/>
              <a:buFont typeface="Calibri"/>
              <a:buNone/>
            </a:pPr>
            <a:r>
              <a:rPr lang="en"/>
              <a:t>TCP/IP Connections With Sockets</a:t>
            </a:r>
            <a:endParaRPr/>
          </a:p>
        </p:txBody>
      </p:sp>
      <p:sp>
        <p:nvSpPr>
          <p:cNvPr id="509" name="Google Shape;509;p51"/>
          <p:cNvSpPr txBox="1">
            <a:spLocks noGrp="1"/>
          </p:cNvSpPr>
          <p:nvPr>
            <p:ph type="body" idx="1"/>
          </p:nvPr>
        </p:nvSpPr>
        <p:spPr>
          <a:xfrm>
            <a:off x="301275" y="500925"/>
            <a:ext cx="4166400" cy="4432200"/>
          </a:xfrm>
          <a:prstGeom prst="rect">
            <a:avLst/>
          </a:prstGeom>
          <a:noFill/>
          <a:ln>
            <a:noFill/>
          </a:ln>
        </p:spPr>
        <p:txBody>
          <a:bodyPr spcFirstLastPara="1" wrap="square" lIns="68575" tIns="34275" rIns="68575" bIns="34275" anchor="t" anchorCtr="0">
            <a:normAutofit/>
          </a:bodyPr>
          <a:lstStyle/>
          <a:p>
            <a:pPr marL="457200" lvl="0" indent="-313055" algn="l" rtl="0">
              <a:lnSpc>
                <a:spcPct val="115000"/>
              </a:lnSpc>
              <a:spcBef>
                <a:spcPts val="0"/>
              </a:spcBef>
              <a:spcAft>
                <a:spcPts val="0"/>
              </a:spcAft>
              <a:buSzPts val="1330"/>
              <a:buChar char="●"/>
            </a:pPr>
            <a:r>
              <a:rPr lang="en" sz="1330" dirty="0">
                <a:highlight>
                  <a:srgbClr val="FFFF00"/>
                </a:highlight>
                <a:latin typeface="Courier New"/>
                <a:ea typeface="Courier New"/>
                <a:cs typeface="Courier New"/>
                <a:sym typeface="Courier New"/>
              </a:rPr>
              <a:t>URL</a:t>
            </a:r>
            <a:r>
              <a:rPr lang="en" sz="1330" dirty="0">
                <a:highlight>
                  <a:srgbClr val="FFFF00"/>
                </a:highlight>
              </a:rPr>
              <a:t> and </a:t>
            </a:r>
            <a:r>
              <a:rPr lang="en" sz="1330" dirty="0">
                <a:highlight>
                  <a:srgbClr val="FFFF00"/>
                </a:highlight>
                <a:latin typeface="Courier New"/>
                <a:ea typeface="Courier New"/>
                <a:cs typeface="Courier New"/>
                <a:sym typeface="Courier New"/>
              </a:rPr>
              <a:t>URLConnection</a:t>
            </a:r>
            <a:r>
              <a:rPr lang="en" sz="1330" dirty="0">
                <a:highlight>
                  <a:srgbClr val="FFFF00"/>
                </a:highlight>
              </a:rPr>
              <a:t> are fine for communicating using </a:t>
            </a:r>
            <a:r>
              <a:rPr lang="en" sz="1330" b="1" i="1" dirty="0">
                <a:solidFill>
                  <a:srgbClr val="FF0000"/>
                </a:solidFill>
                <a:highlight>
                  <a:srgbClr val="FFFF00"/>
                </a:highlight>
              </a:rPr>
              <a:t>established</a:t>
            </a:r>
            <a:r>
              <a:rPr lang="en" sz="1330" dirty="0">
                <a:highlight>
                  <a:srgbClr val="FFFF00"/>
                </a:highlight>
              </a:rPr>
              <a:t> internet protocols like HTTP</a:t>
            </a:r>
            <a:endParaRPr sz="905" dirty="0">
              <a:highlight>
                <a:srgbClr val="FFFF00"/>
              </a:highlight>
            </a:endParaRPr>
          </a:p>
          <a:p>
            <a:pPr marL="457200" lvl="0" indent="-313055" algn="l" rtl="0">
              <a:lnSpc>
                <a:spcPct val="115000"/>
              </a:lnSpc>
              <a:spcBef>
                <a:spcPts val="1000"/>
              </a:spcBef>
              <a:spcAft>
                <a:spcPts val="0"/>
              </a:spcAft>
              <a:buSzPts val="1330"/>
              <a:buChar char="●"/>
            </a:pPr>
            <a:r>
              <a:rPr lang="en" sz="1330" dirty="0"/>
              <a:t>But what if you want to establish your own TCP/IP connection to send and receive data using some </a:t>
            </a:r>
            <a:r>
              <a:rPr lang="en" sz="1330" b="1" i="1" dirty="0">
                <a:solidFill>
                  <a:srgbClr val="FF0000"/>
                </a:solidFill>
              </a:rPr>
              <a:t>other</a:t>
            </a:r>
            <a:r>
              <a:rPr lang="en" sz="1330" dirty="0"/>
              <a:t> protocol (e.g. one of your own design)?</a:t>
            </a:r>
            <a:endParaRPr sz="905" dirty="0"/>
          </a:p>
          <a:p>
            <a:pPr marL="457200" lvl="0" indent="-313055" algn="l" rtl="0">
              <a:lnSpc>
                <a:spcPct val="115000"/>
              </a:lnSpc>
              <a:spcBef>
                <a:spcPts val="1000"/>
              </a:spcBef>
              <a:spcAft>
                <a:spcPts val="0"/>
              </a:spcAft>
              <a:buSzPts val="1330"/>
              <a:buChar char="●"/>
            </a:pPr>
            <a:r>
              <a:rPr lang="en" sz="1330" dirty="0"/>
              <a:t>The </a:t>
            </a:r>
            <a:r>
              <a:rPr lang="en" sz="1330" dirty="0">
                <a:solidFill>
                  <a:srgbClr val="FF0000"/>
                </a:solidFill>
                <a:highlight>
                  <a:srgbClr val="FFFF00"/>
                </a:highlight>
                <a:latin typeface="Courier New"/>
                <a:ea typeface="Courier New"/>
                <a:cs typeface="Courier New"/>
                <a:sym typeface="Courier New"/>
              </a:rPr>
              <a:t>java.net.Socket</a:t>
            </a:r>
            <a:r>
              <a:rPr lang="en" sz="1330" dirty="0">
                <a:highlight>
                  <a:srgbClr val="FFFF00"/>
                </a:highlight>
              </a:rPr>
              <a:t> </a:t>
            </a:r>
            <a:r>
              <a:rPr lang="en" sz="1330" dirty="0"/>
              <a:t>class is used to establish a TCP/IP connection to a specific hostname (or IP address) and port</a:t>
            </a:r>
            <a:endParaRPr sz="905" dirty="0"/>
          </a:p>
          <a:p>
            <a:pPr marL="0" lvl="0" indent="457200" algn="l" rtl="0">
              <a:lnSpc>
                <a:spcPct val="100000"/>
              </a:lnSpc>
              <a:spcBef>
                <a:spcPts val="600"/>
              </a:spcBef>
              <a:spcAft>
                <a:spcPts val="0"/>
              </a:spcAft>
              <a:buNone/>
            </a:pPr>
            <a:r>
              <a:rPr lang="en" sz="1160" dirty="0">
                <a:highlight>
                  <a:srgbClr val="FFFF00"/>
                </a:highlight>
                <a:latin typeface="Courier New"/>
                <a:ea typeface="Courier New"/>
                <a:cs typeface="Courier New"/>
                <a:sym typeface="Courier New"/>
              </a:rPr>
              <a:t>  Socket sock = </a:t>
            </a:r>
            <a:endParaRPr sz="1160" dirty="0">
              <a:highlight>
                <a:srgbClr val="FFFF00"/>
              </a:highlight>
              <a:latin typeface="Courier New"/>
              <a:ea typeface="Courier New"/>
              <a:cs typeface="Courier New"/>
              <a:sym typeface="Courier New"/>
            </a:endParaRPr>
          </a:p>
          <a:p>
            <a:pPr marL="0" lvl="0" indent="457200" algn="l" rtl="0">
              <a:lnSpc>
                <a:spcPct val="100000"/>
              </a:lnSpc>
              <a:spcBef>
                <a:spcPts val="0"/>
              </a:spcBef>
              <a:spcAft>
                <a:spcPts val="0"/>
              </a:spcAft>
              <a:buNone/>
            </a:pPr>
            <a:r>
              <a:rPr lang="en" sz="1160" dirty="0">
                <a:highlight>
                  <a:srgbClr val="FFFF00"/>
                </a:highlight>
                <a:latin typeface="Courier New"/>
                <a:ea typeface="Courier New"/>
                <a:cs typeface="Courier New"/>
                <a:sym typeface="Courier New"/>
              </a:rPr>
              <a:t>      new Socket("localhost", 1234);</a:t>
            </a:r>
            <a:endParaRPr sz="1160" dirty="0">
              <a:highlight>
                <a:srgbClr val="FFFF00"/>
              </a:highlight>
              <a:latin typeface="Courier New"/>
              <a:ea typeface="Courier New"/>
              <a:cs typeface="Courier New"/>
              <a:sym typeface="Courier New"/>
            </a:endParaRPr>
          </a:p>
          <a:p>
            <a:pPr marL="457200" lvl="0" indent="-313055" algn="l" rtl="0">
              <a:lnSpc>
                <a:spcPct val="115000"/>
              </a:lnSpc>
              <a:spcBef>
                <a:spcPts val="1000"/>
              </a:spcBef>
              <a:spcAft>
                <a:spcPts val="0"/>
              </a:spcAft>
              <a:buSzPts val="1330"/>
              <a:buChar char="●"/>
            </a:pPr>
            <a:r>
              <a:rPr lang="en" sz="1330" dirty="0"/>
              <a:t>Once established, the socket can be used to send or receive data to/from the other computer</a:t>
            </a:r>
            <a:endParaRPr sz="905" dirty="0"/>
          </a:p>
          <a:p>
            <a:pPr marL="914400" lvl="1" indent="-302260" algn="l" rtl="0">
              <a:lnSpc>
                <a:spcPct val="115000"/>
              </a:lnSpc>
              <a:spcBef>
                <a:spcPts val="0"/>
              </a:spcBef>
              <a:spcAft>
                <a:spcPts val="0"/>
              </a:spcAft>
              <a:buSzPts val="1160"/>
              <a:buChar char="○"/>
            </a:pPr>
            <a:r>
              <a:rPr lang="en" sz="1160" dirty="0"/>
              <a:t>We’ll discuss exactly how to send and receive data presently</a:t>
            </a:r>
            <a:endParaRPr sz="735" dirty="0"/>
          </a:p>
        </p:txBody>
      </p:sp>
      <p:sp>
        <p:nvSpPr>
          <p:cNvPr id="510" name="Google Shape;510;p51"/>
          <p:cNvSpPr txBox="1"/>
          <p:nvPr/>
        </p:nvSpPr>
        <p:spPr>
          <a:xfrm>
            <a:off x="5264000" y="2451426"/>
            <a:ext cx="3706500" cy="7395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spcBef>
                <a:spcPts val="0"/>
              </a:spcBef>
              <a:spcAft>
                <a:spcPts val="0"/>
              </a:spcAft>
              <a:buNone/>
            </a:pPr>
            <a:r>
              <a:rPr lang="en" sz="1300" dirty="0">
                <a:solidFill>
                  <a:schemeClr val="dk1"/>
                </a:solidFill>
                <a:latin typeface="Arial"/>
                <a:ea typeface="Arial"/>
                <a:cs typeface="Arial"/>
                <a:sym typeface="Arial"/>
              </a:rPr>
              <a:t>Trying to connect to a </a:t>
            </a:r>
            <a:r>
              <a:rPr lang="en" sz="1300" b="1" i="1" dirty="0">
                <a:solidFill>
                  <a:srgbClr val="FF0000"/>
                </a:solidFill>
                <a:highlight>
                  <a:srgbClr val="FFFF00"/>
                </a:highlight>
                <a:latin typeface="Arial"/>
                <a:ea typeface="Arial"/>
                <a:cs typeface="Arial"/>
                <a:sym typeface="Arial"/>
              </a:rPr>
              <a:t>port</a:t>
            </a:r>
            <a:r>
              <a:rPr lang="en" sz="1300" b="1" i="1" dirty="0">
                <a:solidFill>
                  <a:srgbClr val="FF0000"/>
                </a:solidFill>
              </a:rPr>
              <a:t> </a:t>
            </a:r>
            <a:r>
              <a:rPr lang="en" sz="1300" dirty="0">
                <a:solidFill>
                  <a:schemeClr val="dk1"/>
                </a:solidFill>
                <a:latin typeface="Arial"/>
                <a:ea typeface="Arial"/>
                <a:cs typeface="Arial"/>
                <a:sym typeface="Arial"/>
              </a:rPr>
              <a:t>that is not being used to listen for connections will cause an error.</a:t>
            </a:r>
            <a:endParaRPr sz="1300" dirty="0">
              <a:solidFill>
                <a:schemeClr val="dk1"/>
              </a:solidFill>
              <a:latin typeface="Arial"/>
              <a:ea typeface="Arial"/>
              <a:cs typeface="Arial"/>
              <a:sym typeface="Arial"/>
            </a:endParaRPr>
          </a:p>
        </p:txBody>
      </p:sp>
      <p:sp>
        <p:nvSpPr>
          <p:cNvPr id="511" name="Google Shape;511;p51"/>
          <p:cNvSpPr txBox="1"/>
          <p:nvPr/>
        </p:nvSpPr>
        <p:spPr>
          <a:xfrm>
            <a:off x="5264000" y="1541300"/>
            <a:ext cx="3706500" cy="7395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spcBef>
                <a:spcPts val="0"/>
              </a:spcBef>
              <a:spcAft>
                <a:spcPts val="0"/>
              </a:spcAft>
              <a:buNone/>
            </a:pPr>
            <a:r>
              <a:rPr lang="en" sz="1300" dirty="0">
                <a:solidFill>
                  <a:schemeClr val="dk1"/>
                </a:solidFill>
                <a:latin typeface="Arial"/>
                <a:ea typeface="Arial"/>
                <a:cs typeface="Arial"/>
                <a:sym typeface="Arial"/>
              </a:rPr>
              <a:t>A socket connection can </a:t>
            </a:r>
            <a:r>
              <a:rPr lang="en" sz="1300" dirty="0">
                <a:solidFill>
                  <a:schemeClr val="dk1"/>
                </a:solidFill>
                <a:highlight>
                  <a:srgbClr val="FFFF00"/>
                </a:highlight>
                <a:sym typeface="Arial"/>
              </a:rPr>
              <a:t>only be established to a </a:t>
            </a:r>
            <a:r>
              <a:rPr lang="en" sz="1300" b="1" i="1" dirty="0">
                <a:solidFill>
                  <a:srgbClr val="FF0000"/>
                </a:solidFill>
                <a:highlight>
                  <a:srgbClr val="FFFF00"/>
                </a:highlight>
                <a:sym typeface="Arial"/>
              </a:rPr>
              <a:t>port</a:t>
            </a:r>
            <a:r>
              <a:rPr lang="en" sz="1300" b="1" i="1" dirty="0">
                <a:solidFill>
                  <a:srgbClr val="FF0000"/>
                </a:solidFill>
                <a:highlight>
                  <a:srgbClr val="FFFF00"/>
                </a:highlight>
              </a:rPr>
              <a:t> </a:t>
            </a:r>
            <a:r>
              <a:rPr lang="en" sz="1300" dirty="0">
                <a:solidFill>
                  <a:schemeClr val="dk1"/>
                </a:solidFill>
                <a:latin typeface="Arial"/>
                <a:ea typeface="Arial"/>
                <a:cs typeface="Arial"/>
                <a:sym typeface="Arial"/>
              </a:rPr>
              <a:t>on which the other computer is actively listening for connections.</a:t>
            </a:r>
            <a:endParaRPr sz="1300" dirty="0">
              <a:solidFill>
                <a:schemeClr val="dk1"/>
              </a:solidFill>
              <a:latin typeface="Arial"/>
              <a:ea typeface="Arial"/>
              <a:cs typeface="Arial"/>
              <a:sym typeface="Arial"/>
            </a:endParaRPr>
          </a:p>
        </p:txBody>
      </p:sp>
      <p:sp>
        <p:nvSpPr>
          <p:cNvPr id="512" name="Google Shape;512;p51"/>
          <p:cNvSpPr txBox="1"/>
          <p:nvPr/>
        </p:nvSpPr>
        <p:spPr>
          <a:xfrm>
            <a:off x="5265450" y="4271675"/>
            <a:ext cx="3706500" cy="7395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spcBef>
                <a:spcPts val="0"/>
              </a:spcBef>
              <a:spcAft>
                <a:spcPts val="0"/>
              </a:spcAft>
              <a:buNone/>
            </a:pPr>
            <a:r>
              <a:rPr lang="en" sz="1300" dirty="0">
                <a:solidFill>
                  <a:schemeClr val="dk1"/>
                </a:solidFill>
                <a:latin typeface="Arial"/>
                <a:ea typeface="Arial"/>
                <a:cs typeface="Arial"/>
                <a:sym typeface="Arial"/>
              </a:rPr>
              <a:t>The good news is that all of the exceptions extend </a:t>
            </a:r>
            <a:r>
              <a:rPr lang="en" sz="1300" b="1" i="1" dirty="0">
                <a:solidFill>
                  <a:srgbClr val="FF0000"/>
                </a:solidFill>
                <a:latin typeface="Arial"/>
                <a:ea typeface="Arial"/>
                <a:cs typeface="Arial"/>
                <a:sym typeface="Arial"/>
              </a:rPr>
              <a:t>IOException</a:t>
            </a:r>
            <a:r>
              <a:rPr lang="en" sz="1300" dirty="0">
                <a:solidFill>
                  <a:schemeClr val="dk1"/>
                </a:solidFill>
                <a:latin typeface="Arial"/>
                <a:ea typeface="Arial"/>
                <a:cs typeface="Arial"/>
                <a:sym typeface="Arial"/>
              </a:rPr>
              <a:t>, and so </a:t>
            </a:r>
            <a:r>
              <a:rPr lang="en" sz="1300" dirty="0">
                <a:solidFill>
                  <a:schemeClr val="dk1"/>
                </a:solidFill>
                <a:highlight>
                  <a:srgbClr val="FFFF00"/>
                </a:highlight>
                <a:latin typeface="Arial"/>
                <a:ea typeface="Arial"/>
                <a:cs typeface="Arial"/>
                <a:sym typeface="Arial"/>
              </a:rPr>
              <a:t>that is the only one that you really need to handle.</a:t>
            </a:r>
            <a:endParaRPr sz="1300" dirty="0">
              <a:solidFill>
                <a:schemeClr val="dk1"/>
              </a:solidFill>
              <a:highlight>
                <a:srgbClr val="FFFF00"/>
              </a:highlight>
              <a:latin typeface="Arial"/>
              <a:ea typeface="Arial"/>
              <a:cs typeface="Arial"/>
              <a:sym typeface="Arial"/>
            </a:endParaRPr>
          </a:p>
        </p:txBody>
      </p:sp>
      <p:sp>
        <p:nvSpPr>
          <p:cNvPr id="513" name="Google Shape;513;p51"/>
          <p:cNvSpPr txBox="1">
            <a:spLocks noGrp="1"/>
          </p:cNvSpPr>
          <p:nvPr>
            <p:ph type="sldNum" idx="12"/>
          </p:nvPr>
        </p:nvSpPr>
        <p:spPr>
          <a:xfrm>
            <a:off x="90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20</a:t>
            </a:fld>
            <a:endParaRPr/>
          </a:p>
        </p:txBody>
      </p:sp>
      <p:sp>
        <p:nvSpPr>
          <p:cNvPr id="514" name="Google Shape;514;p51"/>
          <p:cNvSpPr txBox="1"/>
          <p:nvPr/>
        </p:nvSpPr>
        <p:spPr>
          <a:xfrm>
            <a:off x="5265450" y="3361551"/>
            <a:ext cx="3706500" cy="7395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spcBef>
                <a:spcPts val="0"/>
              </a:spcBef>
              <a:spcAft>
                <a:spcPts val="0"/>
              </a:spcAft>
              <a:buNone/>
            </a:pPr>
            <a:r>
              <a:rPr lang="en" sz="1300">
                <a:solidFill>
                  <a:schemeClr val="dk1"/>
                </a:solidFill>
                <a:latin typeface="Arial"/>
                <a:ea typeface="Arial"/>
                <a:cs typeface="Arial"/>
                <a:sym typeface="Arial"/>
              </a:rPr>
              <a:t>In fact, pretty much everything you do with a socket might throw a </a:t>
            </a:r>
            <a:r>
              <a:rPr lang="en" sz="1300" b="1" i="1">
                <a:solidFill>
                  <a:srgbClr val="FF0000"/>
                </a:solidFill>
                <a:latin typeface="Arial"/>
                <a:ea typeface="Arial"/>
                <a:cs typeface="Arial"/>
                <a:sym typeface="Arial"/>
              </a:rPr>
              <a:t>checked</a:t>
            </a:r>
            <a:r>
              <a:rPr lang="en" sz="1300" b="1" i="1">
                <a:solidFill>
                  <a:srgbClr val="FF0000"/>
                </a:solidFill>
              </a:rPr>
              <a:t> </a:t>
            </a:r>
            <a:r>
              <a:rPr lang="en" sz="1300">
                <a:solidFill>
                  <a:schemeClr val="dk1"/>
                </a:solidFill>
                <a:latin typeface="Arial"/>
                <a:ea typeface="Arial"/>
                <a:cs typeface="Arial"/>
                <a:sym typeface="Arial"/>
              </a:rPr>
              <a:t>exception.</a:t>
            </a:r>
            <a:endParaRPr sz="1300">
              <a:solidFill>
                <a:schemeClr val="dk1"/>
              </a:solidFill>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11"/>
                                        </p:tgtEl>
                                        <p:attrNameLst>
                                          <p:attrName>style.visibility</p:attrName>
                                        </p:attrNameLst>
                                      </p:cBhvr>
                                      <p:to>
                                        <p:strVal val="visible"/>
                                      </p:to>
                                    </p:set>
                                    <p:animEffect transition="in" filter="fade">
                                      <p:cBhvr>
                                        <p:cTn id="7" dur="1000"/>
                                        <p:tgtEl>
                                          <p:spTgt spid="51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10"/>
                                        </p:tgtEl>
                                        <p:attrNameLst>
                                          <p:attrName>style.visibility</p:attrName>
                                        </p:attrNameLst>
                                      </p:cBhvr>
                                      <p:to>
                                        <p:strVal val="visible"/>
                                      </p:to>
                                    </p:set>
                                    <p:animEffect transition="in" filter="fade">
                                      <p:cBhvr>
                                        <p:cTn id="12" dur="1000"/>
                                        <p:tgtEl>
                                          <p:spTgt spid="51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14"/>
                                        </p:tgtEl>
                                        <p:attrNameLst>
                                          <p:attrName>style.visibility</p:attrName>
                                        </p:attrNameLst>
                                      </p:cBhvr>
                                      <p:to>
                                        <p:strVal val="visible"/>
                                      </p:to>
                                    </p:set>
                                    <p:animEffect transition="in" filter="fade">
                                      <p:cBhvr>
                                        <p:cTn id="17" dur="1000"/>
                                        <p:tgtEl>
                                          <p:spTgt spid="51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12"/>
                                        </p:tgtEl>
                                        <p:attrNameLst>
                                          <p:attrName>style.visibility</p:attrName>
                                        </p:attrNameLst>
                                      </p:cBhvr>
                                      <p:to>
                                        <p:strVal val="visible"/>
                                      </p:to>
                                    </p:set>
                                    <p:animEffect transition="in" filter="fade">
                                      <p:cBhvr>
                                        <p:cTn id="22" dur="1000"/>
                                        <p:tgtEl>
                                          <p:spTgt spid="5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518"/>
        <p:cNvGrpSpPr/>
        <p:nvPr/>
      </p:nvGrpSpPr>
      <p:grpSpPr>
        <a:xfrm>
          <a:off x="0" y="0"/>
          <a:ext cx="0" cy="0"/>
          <a:chOff x="0" y="0"/>
          <a:chExt cx="0" cy="0"/>
        </a:xfrm>
      </p:grpSpPr>
      <p:sp>
        <p:nvSpPr>
          <p:cNvPr id="519" name="Google Shape;519;p52"/>
          <p:cNvSpPr txBox="1">
            <a:spLocks noGrp="1"/>
          </p:cNvSpPr>
          <p:nvPr>
            <p:ph type="title"/>
          </p:nvPr>
        </p:nvSpPr>
        <p:spPr>
          <a:xfrm>
            <a:off x="1436850" y="76300"/>
            <a:ext cx="7642500" cy="5967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Clr>
                <a:schemeClr val="dk2"/>
              </a:buClr>
              <a:buSzPts val="3400"/>
              <a:buFont typeface="Calibri"/>
              <a:buNone/>
            </a:pPr>
            <a:r>
              <a:rPr lang="en" sz="3400"/>
              <a:t>Open a Socket</a:t>
            </a:r>
            <a:endParaRPr sz="3400"/>
          </a:p>
        </p:txBody>
      </p:sp>
      <p:sp>
        <p:nvSpPr>
          <p:cNvPr id="520" name="Google Shape;520;p52"/>
          <p:cNvSpPr txBox="1">
            <a:spLocks noGrp="1"/>
          </p:cNvSpPr>
          <p:nvPr>
            <p:ph type="body" idx="1"/>
          </p:nvPr>
        </p:nvSpPr>
        <p:spPr>
          <a:xfrm>
            <a:off x="65250" y="731625"/>
            <a:ext cx="8955900" cy="7143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1600"/>
              </a:spcAft>
              <a:buClr>
                <a:srgbClr val="000000"/>
              </a:buClr>
              <a:buSzPts val="1800"/>
              <a:buNone/>
            </a:pPr>
            <a:r>
              <a:rPr lang="en"/>
              <a:t>A Java Socket establishes a TCP/IP connection to some host on a specific port. Let's practice by opening Sockets to several different host and port combinations.</a:t>
            </a:r>
            <a:endParaRPr sz="1500">
              <a:latin typeface="Calibri"/>
              <a:ea typeface="Calibri"/>
              <a:cs typeface="Calibri"/>
              <a:sym typeface="Calibri"/>
            </a:endParaRPr>
          </a:p>
        </p:txBody>
      </p:sp>
      <p:sp>
        <p:nvSpPr>
          <p:cNvPr id="521" name="Google Shape;521;p52"/>
          <p:cNvSpPr txBox="1"/>
          <p:nvPr/>
        </p:nvSpPr>
        <p:spPr>
          <a:xfrm>
            <a:off x="141600" y="3621150"/>
            <a:ext cx="4154700" cy="6156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spcBef>
                <a:spcPts val="0"/>
              </a:spcBef>
              <a:spcAft>
                <a:spcPts val="0"/>
              </a:spcAft>
              <a:buNone/>
            </a:pPr>
            <a:r>
              <a:rPr lang="en" dirty="0">
                <a:solidFill>
                  <a:schemeClr val="dk1"/>
                </a:solidFill>
              </a:rPr>
              <a:t>What will happen if a computer with that name doesn’t exist?</a:t>
            </a:r>
            <a:endParaRPr dirty="0">
              <a:solidFill>
                <a:schemeClr val="dk1"/>
              </a:solidFill>
            </a:endParaRPr>
          </a:p>
        </p:txBody>
      </p:sp>
      <p:sp>
        <p:nvSpPr>
          <p:cNvPr id="522" name="Google Shape;522;p52"/>
          <p:cNvSpPr txBox="1"/>
          <p:nvPr/>
        </p:nvSpPr>
        <p:spPr>
          <a:xfrm>
            <a:off x="141600" y="2852225"/>
            <a:ext cx="4154700" cy="6156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spcBef>
                <a:spcPts val="0"/>
              </a:spcBef>
              <a:spcAft>
                <a:spcPts val="0"/>
              </a:spcAft>
              <a:buNone/>
            </a:pPr>
            <a:r>
              <a:rPr lang="en">
                <a:solidFill>
                  <a:schemeClr val="dk1"/>
                </a:solidFill>
              </a:rPr>
              <a:t>What if the computer that you are trying to connect to is not listening on the specified port?</a:t>
            </a:r>
            <a:endParaRPr>
              <a:solidFill>
                <a:schemeClr val="dk1"/>
              </a:solidFill>
            </a:endParaRPr>
          </a:p>
        </p:txBody>
      </p:sp>
      <p:sp>
        <p:nvSpPr>
          <p:cNvPr id="523" name="Google Shape;523;p52"/>
          <p:cNvSpPr txBox="1">
            <a:spLocks noGrp="1"/>
          </p:cNvSpPr>
          <p:nvPr>
            <p:ph type="body" idx="2"/>
          </p:nvPr>
        </p:nvSpPr>
        <p:spPr>
          <a:xfrm>
            <a:off x="4332125" y="1479725"/>
            <a:ext cx="4608900" cy="2993700"/>
          </a:xfrm>
          <a:prstGeom prst="rect">
            <a:avLst/>
          </a:prstGeom>
          <a:noFill/>
          <a:ln>
            <a:noFill/>
          </a:ln>
        </p:spPr>
        <p:txBody>
          <a:bodyPr spcFirstLastPara="1" wrap="square" lIns="68575" tIns="34275" rIns="68575" bIns="34275" anchor="t" anchorCtr="0">
            <a:spAutoFit/>
          </a:bodyPr>
          <a:lstStyle/>
          <a:p>
            <a:pPr marL="457200" lvl="0" indent="-349250" algn="l" rtl="0">
              <a:lnSpc>
                <a:spcPct val="100000"/>
              </a:lnSpc>
              <a:spcBef>
                <a:spcPts val="0"/>
              </a:spcBef>
              <a:spcAft>
                <a:spcPts val="0"/>
              </a:spcAft>
              <a:buSzPts val="1900"/>
              <a:buChar char="●"/>
            </a:pPr>
            <a:r>
              <a:rPr lang="en" sz="1900" dirty="0"/>
              <a:t>Create a new </a:t>
            </a:r>
            <a:r>
              <a:rPr lang="en" sz="1900" dirty="0">
                <a:solidFill>
                  <a:srgbClr val="FF0000"/>
                </a:solidFill>
                <a:latin typeface="Courier New"/>
                <a:ea typeface="Courier New"/>
                <a:cs typeface="Courier New"/>
                <a:sym typeface="Courier New"/>
              </a:rPr>
              <a:t>Connector</a:t>
            </a:r>
            <a:r>
              <a:rPr lang="en" sz="1900" dirty="0"/>
              <a:t> class in </a:t>
            </a:r>
            <a:r>
              <a:rPr lang="en" sz="1900" dirty="0">
                <a:solidFill>
                  <a:srgbClr val="FF0000"/>
                </a:solidFill>
                <a:latin typeface="Courier New"/>
                <a:ea typeface="Courier New"/>
                <a:cs typeface="Courier New"/>
                <a:sym typeface="Courier New"/>
              </a:rPr>
              <a:t>Connector.java</a:t>
            </a:r>
            <a:endParaRPr sz="1900" dirty="0"/>
          </a:p>
          <a:p>
            <a:pPr marL="457200" lvl="0" indent="-349250" algn="l" rtl="0">
              <a:lnSpc>
                <a:spcPct val="100000"/>
              </a:lnSpc>
              <a:spcBef>
                <a:spcPts val="0"/>
              </a:spcBef>
              <a:spcAft>
                <a:spcPts val="0"/>
              </a:spcAft>
              <a:buSzPts val="1900"/>
              <a:buChar char="●"/>
            </a:pPr>
            <a:r>
              <a:rPr lang="en" sz="1900" dirty="0"/>
              <a:t>Define a main method and use it to create a </a:t>
            </a:r>
            <a:r>
              <a:rPr lang="en" sz="1900" dirty="0">
                <a:latin typeface="Courier New"/>
                <a:ea typeface="Courier New"/>
                <a:cs typeface="Courier New"/>
                <a:sym typeface="Courier New"/>
              </a:rPr>
              <a:t>Socket</a:t>
            </a:r>
            <a:r>
              <a:rPr lang="en" sz="1900" dirty="0"/>
              <a:t> to the following hosts/ports one at a time:</a:t>
            </a:r>
            <a:endParaRPr sz="1900" dirty="0"/>
          </a:p>
          <a:p>
            <a:pPr marL="914400" lvl="1" indent="-349250" algn="l" rtl="0">
              <a:lnSpc>
                <a:spcPct val="100000"/>
              </a:lnSpc>
              <a:spcBef>
                <a:spcPts val="0"/>
              </a:spcBef>
              <a:spcAft>
                <a:spcPts val="0"/>
              </a:spcAft>
              <a:buSzPts val="1900"/>
              <a:buFont typeface="Courier New"/>
              <a:buChar char="○"/>
            </a:pPr>
            <a:r>
              <a:rPr lang="en" sz="1900" dirty="0">
                <a:latin typeface="Courier New"/>
                <a:ea typeface="Courier New"/>
                <a:cs typeface="Courier New"/>
                <a:sym typeface="Courier New"/>
              </a:rPr>
              <a:t>www.google.com/80</a:t>
            </a:r>
            <a:endParaRPr sz="1900" dirty="0">
              <a:latin typeface="Courier New"/>
              <a:ea typeface="Courier New"/>
              <a:cs typeface="Courier New"/>
              <a:sym typeface="Courier New"/>
            </a:endParaRPr>
          </a:p>
          <a:p>
            <a:pPr marL="914400" lvl="1" indent="-349250" algn="l" rtl="0">
              <a:lnSpc>
                <a:spcPct val="100000"/>
              </a:lnSpc>
              <a:spcBef>
                <a:spcPts val="0"/>
              </a:spcBef>
              <a:spcAft>
                <a:spcPts val="0"/>
              </a:spcAft>
              <a:buSzPts val="1900"/>
              <a:buFont typeface="Courier New"/>
              <a:buChar char="○"/>
            </a:pPr>
            <a:r>
              <a:rPr lang="en" sz="1900" dirty="0">
                <a:latin typeface="Courier New"/>
                <a:ea typeface="Courier New"/>
                <a:cs typeface="Courier New"/>
                <a:sym typeface="Courier New"/>
              </a:rPr>
              <a:t>www.npr.org/443</a:t>
            </a:r>
            <a:endParaRPr sz="1900" dirty="0">
              <a:latin typeface="Courier New"/>
              <a:ea typeface="Courier New"/>
              <a:cs typeface="Courier New"/>
              <a:sym typeface="Courier New"/>
            </a:endParaRPr>
          </a:p>
          <a:p>
            <a:pPr marL="914400" lvl="1" indent="-349250" algn="l" rtl="0">
              <a:lnSpc>
                <a:spcPct val="100000"/>
              </a:lnSpc>
              <a:spcBef>
                <a:spcPts val="0"/>
              </a:spcBef>
              <a:spcAft>
                <a:spcPts val="0"/>
              </a:spcAft>
              <a:buSzPts val="1900"/>
              <a:buChar char="○"/>
            </a:pPr>
            <a:r>
              <a:rPr lang="en" sz="1900" dirty="0">
                <a:latin typeface="Courier New"/>
                <a:ea typeface="Courier New"/>
                <a:cs typeface="Courier New"/>
                <a:sym typeface="Courier New"/>
              </a:rPr>
              <a:t>gcis-124.rit.edu/33075</a:t>
            </a:r>
            <a:endParaRPr sz="1900" dirty="0">
              <a:latin typeface="Courier New"/>
              <a:ea typeface="Courier New"/>
              <a:cs typeface="Courier New"/>
              <a:sym typeface="Courier New"/>
            </a:endParaRPr>
          </a:p>
          <a:p>
            <a:pPr marL="457200" lvl="0" indent="-349250" algn="l" rtl="0">
              <a:lnSpc>
                <a:spcPct val="100000"/>
              </a:lnSpc>
              <a:spcBef>
                <a:spcPts val="0"/>
              </a:spcBef>
              <a:spcAft>
                <a:spcPts val="0"/>
              </a:spcAft>
              <a:buSzPts val="1900"/>
              <a:buChar char="●"/>
            </a:pPr>
            <a:r>
              <a:rPr lang="en" sz="1900" dirty="0"/>
              <a:t>Don't forget to </a:t>
            </a:r>
            <a:r>
              <a:rPr lang="en" sz="1900" b="1" i="1" dirty="0">
                <a:solidFill>
                  <a:srgbClr val="FF0000"/>
                </a:solidFill>
              </a:rPr>
              <a:t>close</a:t>
            </a:r>
            <a:r>
              <a:rPr lang="en" sz="1900" dirty="0"/>
              <a:t> the socket(s) after opening!</a:t>
            </a:r>
            <a:endParaRPr sz="1900" dirty="0"/>
          </a:p>
        </p:txBody>
      </p:sp>
      <p:sp>
        <p:nvSpPr>
          <p:cNvPr id="524" name="Google Shape;524;p5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21</a:t>
            </a:fld>
            <a:endParaRPr/>
          </a:p>
        </p:txBody>
      </p:sp>
      <p:sp>
        <p:nvSpPr>
          <p:cNvPr id="525" name="Google Shape;525;p52"/>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9.4</a:t>
            </a:r>
            <a:endParaRPr/>
          </a:p>
        </p:txBody>
      </p:sp>
      <p:sp>
        <p:nvSpPr>
          <p:cNvPr id="526" name="Google Shape;526;p52"/>
          <p:cNvSpPr txBox="1"/>
          <p:nvPr/>
        </p:nvSpPr>
        <p:spPr>
          <a:xfrm>
            <a:off x="141600" y="1610800"/>
            <a:ext cx="4154700" cy="1128000"/>
          </a:xfrm>
          <a:prstGeom prst="rect">
            <a:avLst/>
          </a:prstGeom>
          <a:no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35714"/>
              </a:lnSpc>
              <a:spcBef>
                <a:spcPts val="0"/>
              </a:spcBef>
              <a:spcAft>
                <a:spcPts val="0"/>
              </a:spcAft>
              <a:buNone/>
            </a:pPr>
            <a:r>
              <a:rPr lang="en" sz="1650">
                <a:solidFill>
                  <a:srgbClr val="267F99"/>
                </a:solidFill>
                <a:latin typeface="Consolas"/>
                <a:ea typeface="Consolas"/>
                <a:cs typeface="Consolas"/>
                <a:sym typeface="Consolas"/>
              </a:rPr>
              <a:t>Socket</a:t>
            </a:r>
            <a:r>
              <a:rPr lang="en" sz="1650">
                <a:latin typeface="Consolas"/>
                <a:ea typeface="Consolas"/>
                <a:cs typeface="Consolas"/>
                <a:sym typeface="Consolas"/>
              </a:rPr>
              <a:t> </a:t>
            </a:r>
            <a:r>
              <a:rPr lang="en" sz="1650">
                <a:solidFill>
                  <a:srgbClr val="001080"/>
                </a:solidFill>
                <a:latin typeface="Consolas"/>
                <a:ea typeface="Consolas"/>
                <a:cs typeface="Consolas"/>
                <a:sym typeface="Consolas"/>
              </a:rPr>
              <a:t>sock</a:t>
            </a:r>
            <a:r>
              <a:rPr lang="en" sz="1650">
                <a:latin typeface="Consolas"/>
                <a:ea typeface="Consolas"/>
                <a:cs typeface="Consolas"/>
                <a:sym typeface="Consolas"/>
              </a:rPr>
              <a:t> = </a:t>
            </a:r>
            <a:endParaRPr sz="1650">
              <a:latin typeface="Consolas"/>
              <a:ea typeface="Consolas"/>
              <a:cs typeface="Consolas"/>
              <a:sym typeface="Consolas"/>
            </a:endParaRPr>
          </a:p>
          <a:p>
            <a:pPr marL="0" lvl="0" indent="457200" algn="l" rtl="0">
              <a:lnSpc>
                <a:spcPct val="135714"/>
              </a:lnSpc>
              <a:spcBef>
                <a:spcPts val="0"/>
              </a:spcBef>
              <a:spcAft>
                <a:spcPts val="0"/>
              </a:spcAft>
              <a:buNone/>
            </a:pPr>
            <a:r>
              <a:rPr lang="en" sz="1650">
                <a:solidFill>
                  <a:srgbClr val="AF00DB"/>
                </a:solidFill>
                <a:latin typeface="Consolas"/>
                <a:ea typeface="Consolas"/>
                <a:cs typeface="Consolas"/>
                <a:sym typeface="Consolas"/>
              </a:rPr>
              <a:t>new</a:t>
            </a:r>
            <a:r>
              <a:rPr lang="en" sz="1650">
                <a:latin typeface="Consolas"/>
                <a:ea typeface="Consolas"/>
                <a:cs typeface="Consolas"/>
                <a:sym typeface="Consolas"/>
              </a:rPr>
              <a:t> </a:t>
            </a:r>
            <a:r>
              <a:rPr lang="en" sz="1650">
                <a:solidFill>
                  <a:srgbClr val="795E26"/>
                </a:solidFill>
                <a:latin typeface="Consolas"/>
                <a:ea typeface="Consolas"/>
                <a:cs typeface="Consolas"/>
                <a:sym typeface="Consolas"/>
              </a:rPr>
              <a:t>Socket</a:t>
            </a:r>
            <a:r>
              <a:rPr lang="en" sz="1650">
                <a:latin typeface="Consolas"/>
                <a:ea typeface="Consolas"/>
                <a:cs typeface="Consolas"/>
                <a:sym typeface="Consolas"/>
              </a:rPr>
              <a:t>(</a:t>
            </a:r>
            <a:r>
              <a:rPr lang="en" sz="1650">
                <a:solidFill>
                  <a:srgbClr val="A31515"/>
                </a:solidFill>
                <a:latin typeface="Consolas"/>
                <a:ea typeface="Consolas"/>
                <a:cs typeface="Consolas"/>
                <a:sym typeface="Consolas"/>
              </a:rPr>
              <a:t>"localhost"</a:t>
            </a:r>
            <a:r>
              <a:rPr lang="en" sz="1650">
                <a:latin typeface="Consolas"/>
                <a:ea typeface="Consolas"/>
                <a:cs typeface="Consolas"/>
                <a:sym typeface="Consolas"/>
              </a:rPr>
              <a:t>, </a:t>
            </a:r>
            <a:r>
              <a:rPr lang="en" sz="1650">
                <a:solidFill>
                  <a:srgbClr val="098658"/>
                </a:solidFill>
                <a:latin typeface="Consolas"/>
                <a:ea typeface="Consolas"/>
                <a:cs typeface="Consolas"/>
                <a:sym typeface="Consolas"/>
              </a:rPr>
              <a:t>1234</a:t>
            </a:r>
            <a:r>
              <a:rPr lang="en" sz="1650">
                <a:latin typeface="Consolas"/>
                <a:ea typeface="Consolas"/>
                <a:cs typeface="Consolas"/>
                <a:sym typeface="Consolas"/>
              </a:rPr>
              <a:t>);</a:t>
            </a:r>
            <a:endParaRPr sz="1650">
              <a:latin typeface="Consolas"/>
              <a:ea typeface="Consolas"/>
              <a:cs typeface="Consolas"/>
              <a:sym typeface="Consolas"/>
            </a:endParaRPr>
          </a:p>
          <a:p>
            <a:pPr marL="0" lvl="0" indent="0" algn="l" rtl="0">
              <a:lnSpc>
                <a:spcPct val="135714"/>
              </a:lnSpc>
              <a:spcBef>
                <a:spcPts val="0"/>
              </a:spcBef>
              <a:spcAft>
                <a:spcPts val="0"/>
              </a:spcAft>
              <a:buNone/>
            </a:pPr>
            <a:r>
              <a:rPr lang="en" sz="1650">
                <a:solidFill>
                  <a:srgbClr val="001080"/>
                </a:solidFill>
                <a:latin typeface="Consolas"/>
                <a:ea typeface="Consolas"/>
                <a:cs typeface="Consolas"/>
                <a:sym typeface="Consolas"/>
              </a:rPr>
              <a:t>socket</a:t>
            </a:r>
            <a:r>
              <a:rPr lang="en" sz="1650">
                <a:latin typeface="Consolas"/>
                <a:ea typeface="Consolas"/>
                <a:cs typeface="Consolas"/>
                <a:sym typeface="Consolas"/>
              </a:rPr>
              <a:t>.</a:t>
            </a:r>
            <a:r>
              <a:rPr lang="en" sz="1650">
                <a:solidFill>
                  <a:srgbClr val="795E26"/>
                </a:solidFill>
                <a:latin typeface="Consolas"/>
                <a:ea typeface="Consolas"/>
                <a:cs typeface="Consolas"/>
                <a:sym typeface="Consolas"/>
              </a:rPr>
              <a:t>close</a:t>
            </a:r>
            <a:r>
              <a:rPr lang="en" sz="1650">
                <a:latin typeface="Consolas"/>
                <a:ea typeface="Consolas"/>
                <a:cs typeface="Consolas"/>
                <a:sym typeface="Consolas"/>
              </a:rPr>
              <a:t>();</a:t>
            </a:r>
            <a:endParaRPr sz="1650">
              <a:latin typeface="Consolas"/>
              <a:ea typeface="Consolas"/>
              <a:cs typeface="Consolas"/>
              <a:sym typeface="Consolas"/>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530"/>
        <p:cNvGrpSpPr/>
        <p:nvPr/>
      </p:nvGrpSpPr>
      <p:grpSpPr>
        <a:xfrm>
          <a:off x="0" y="0"/>
          <a:ext cx="0" cy="0"/>
          <a:chOff x="0" y="0"/>
          <a:chExt cx="0" cy="0"/>
        </a:xfrm>
      </p:grpSpPr>
      <p:sp>
        <p:nvSpPr>
          <p:cNvPr id="531" name="Google Shape;531;p53"/>
          <p:cNvSpPr txBox="1">
            <a:spLocks noGrp="1"/>
          </p:cNvSpPr>
          <p:nvPr>
            <p:ph type="title"/>
          </p:nvPr>
        </p:nvSpPr>
        <p:spPr>
          <a:xfrm>
            <a:off x="5264725" y="112050"/>
            <a:ext cx="3706500" cy="564300"/>
          </a:xfrm>
          <a:prstGeom prst="rect">
            <a:avLst/>
          </a:prstGeom>
          <a:noFill/>
          <a:ln>
            <a:noFill/>
          </a:ln>
        </p:spPr>
        <p:txBody>
          <a:bodyPr spcFirstLastPara="1" wrap="square" lIns="91425" tIns="91425" rIns="91425" bIns="91425" anchor="t" anchorCtr="0">
            <a:noAutofit/>
          </a:bodyPr>
          <a:lstStyle/>
          <a:p>
            <a:pPr marL="0" lvl="0" indent="0" algn="l" rtl="0">
              <a:lnSpc>
                <a:spcPct val="90000"/>
              </a:lnSpc>
              <a:spcBef>
                <a:spcPts val="0"/>
              </a:spcBef>
              <a:spcAft>
                <a:spcPts val="0"/>
              </a:spcAft>
              <a:buClr>
                <a:schemeClr val="dk2"/>
              </a:buClr>
              <a:buSzPts val="3300"/>
              <a:buFont typeface="Calibri"/>
              <a:buNone/>
            </a:pPr>
            <a:r>
              <a:rPr lang="en"/>
              <a:t>Sending Data</a:t>
            </a:r>
            <a:endParaRPr/>
          </a:p>
        </p:txBody>
      </p:sp>
      <p:sp>
        <p:nvSpPr>
          <p:cNvPr id="532" name="Google Shape;532;p53"/>
          <p:cNvSpPr txBox="1">
            <a:spLocks noGrp="1"/>
          </p:cNvSpPr>
          <p:nvPr>
            <p:ph type="body" idx="1"/>
          </p:nvPr>
        </p:nvSpPr>
        <p:spPr>
          <a:xfrm>
            <a:off x="301275" y="500925"/>
            <a:ext cx="4166400" cy="4432200"/>
          </a:xfrm>
          <a:prstGeom prst="rect">
            <a:avLst/>
          </a:prstGeom>
          <a:noFill/>
          <a:ln>
            <a:noFill/>
          </a:ln>
        </p:spPr>
        <p:txBody>
          <a:bodyPr spcFirstLastPara="1" wrap="square" lIns="68575" tIns="34275" rIns="68575" bIns="34275" anchor="t" anchorCtr="0">
            <a:normAutofit lnSpcReduction="10000"/>
          </a:bodyPr>
          <a:lstStyle/>
          <a:p>
            <a:pPr marL="457200" lvl="0" indent="-311150" algn="l" rtl="0">
              <a:lnSpc>
                <a:spcPct val="115000"/>
              </a:lnSpc>
              <a:spcBef>
                <a:spcPts val="0"/>
              </a:spcBef>
              <a:spcAft>
                <a:spcPts val="0"/>
              </a:spcAft>
              <a:buSzPts val="1300"/>
              <a:buChar char="●"/>
            </a:pPr>
            <a:r>
              <a:rPr lang="en" dirty="0"/>
              <a:t>Once a connection is established, </a:t>
            </a:r>
            <a:r>
              <a:rPr lang="en" b="1" i="1" dirty="0">
                <a:solidFill>
                  <a:srgbClr val="FF0000"/>
                </a:solidFill>
              </a:rPr>
              <a:t>both</a:t>
            </a:r>
            <a:r>
              <a:rPr lang="en" dirty="0"/>
              <a:t> sides of the connection are represented as </a:t>
            </a:r>
            <a:r>
              <a:rPr lang="en" dirty="0">
                <a:latin typeface="Courier New"/>
                <a:ea typeface="Courier New"/>
                <a:cs typeface="Courier New"/>
                <a:sym typeface="Courier New"/>
              </a:rPr>
              <a:t>Socket</a:t>
            </a:r>
            <a:r>
              <a:rPr lang="en" dirty="0"/>
              <a:t>s</a:t>
            </a:r>
            <a:endParaRPr dirty="0"/>
          </a:p>
          <a:p>
            <a:pPr marL="457200" lvl="0" indent="-311150" algn="l" rtl="0">
              <a:lnSpc>
                <a:spcPct val="115000"/>
              </a:lnSpc>
              <a:spcBef>
                <a:spcPts val="1000"/>
              </a:spcBef>
              <a:spcAft>
                <a:spcPts val="0"/>
              </a:spcAft>
              <a:buSzPts val="1300"/>
              <a:buChar char="●"/>
            </a:pPr>
            <a:r>
              <a:rPr lang="en" dirty="0"/>
              <a:t>The </a:t>
            </a:r>
            <a:r>
              <a:rPr lang="en" dirty="0">
                <a:highlight>
                  <a:srgbClr val="FFFF00"/>
                </a:highlight>
                <a:latin typeface="Courier New"/>
                <a:ea typeface="Courier New"/>
                <a:cs typeface="Courier New"/>
                <a:sym typeface="Courier New"/>
              </a:rPr>
              <a:t>getOutputStream()</a:t>
            </a:r>
            <a:r>
              <a:rPr lang="en" dirty="0">
                <a:highlight>
                  <a:srgbClr val="FFFF00"/>
                </a:highlight>
              </a:rPr>
              <a:t> </a:t>
            </a:r>
            <a:r>
              <a:rPr lang="en" dirty="0"/>
              <a:t>method will return an </a:t>
            </a:r>
            <a:r>
              <a:rPr lang="en" dirty="0">
                <a:latin typeface="Courier New"/>
                <a:ea typeface="Courier New"/>
                <a:cs typeface="Courier New"/>
                <a:sym typeface="Courier New"/>
              </a:rPr>
              <a:t>OutputStream</a:t>
            </a:r>
            <a:r>
              <a:rPr lang="en" dirty="0"/>
              <a:t> that can be used to </a:t>
            </a:r>
            <a:r>
              <a:rPr lang="en" b="1" i="1" dirty="0">
                <a:solidFill>
                  <a:srgbClr val="FF0000"/>
                </a:solidFill>
              </a:rPr>
              <a:t>send</a:t>
            </a:r>
            <a:r>
              <a:rPr lang="en" dirty="0"/>
              <a:t> data to the other end of the connection</a:t>
            </a:r>
            <a:endParaRPr dirty="0"/>
          </a:p>
          <a:p>
            <a:pPr marL="457200" lvl="0" indent="-311150" algn="l" rtl="0">
              <a:lnSpc>
                <a:spcPct val="115000"/>
              </a:lnSpc>
              <a:spcBef>
                <a:spcPts val="1000"/>
              </a:spcBef>
              <a:spcAft>
                <a:spcPts val="0"/>
              </a:spcAft>
              <a:buSzPts val="1300"/>
              <a:buChar char="●"/>
            </a:pPr>
            <a:r>
              <a:rPr lang="en" dirty="0"/>
              <a:t>Recall that Java streams are used to send </a:t>
            </a:r>
            <a:r>
              <a:rPr lang="en" b="1" i="1" dirty="0">
                <a:solidFill>
                  <a:srgbClr val="FF0000"/>
                </a:solidFill>
              </a:rPr>
              <a:t>binary data</a:t>
            </a:r>
            <a:r>
              <a:rPr lang="en" dirty="0"/>
              <a:t>. If </a:t>
            </a:r>
            <a:r>
              <a:rPr lang="en" b="1" i="1" dirty="0">
                <a:solidFill>
                  <a:srgbClr val="FF0000"/>
                </a:solidFill>
              </a:rPr>
              <a:t>text data</a:t>
            </a:r>
            <a:r>
              <a:rPr lang="en" dirty="0"/>
              <a:t> is preferred, the </a:t>
            </a:r>
            <a:r>
              <a:rPr lang="en" dirty="0">
                <a:latin typeface="Consolas"/>
                <a:ea typeface="Consolas"/>
                <a:cs typeface="Consolas"/>
                <a:sym typeface="Consolas"/>
              </a:rPr>
              <a:t>OutputStream</a:t>
            </a:r>
            <a:r>
              <a:rPr lang="en" dirty="0"/>
              <a:t> may be wrapped in an instance of the </a:t>
            </a:r>
            <a:r>
              <a:rPr lang="en" dirty="0">
                <a:highlight>
                  <a:srgbClr val="FFFF00"/>
                </a:highlight>
                <a:latin typeface="Courier New"/>
                <a:ea typeface="Courier New"/>
                <a:cs typeface="Courier New"/>
                <a:sym typeface="Courier New"/>
              </a:rPr>
              <a:t>java.io.PrintWriter</a:t>
            </a:r>
            <a:r>
              <a:rPr lang="en" dirty="0">
                <a:highlight>
                  <a:srgbClr val="FFFF00"/>
                </a:highlight>
              </a:rPr>
              <a:t> class</a:t>
            </a:r>
            <a:endParaRPr dirty="0">
              <a:highlight>
                <a:srgbClr val="FFFF00"/>
              </a:highlight>
            </a:endParaRPr>
          </a:p>
          <a:p>
            <a:pPr marL="0" lvl="0" indent="457200" algn="l" rtl="0">
              <a:lnSpc>
                <a:spcPct val="115000"/>
              </a:lnSpc>
              <a:spcBef>
                <a:spcPts val="600"/>
              </a:spcBef>
              <a:spcAft>
                <a:spcPts val="0"/>
              </a:spcAft>
              <a:buNone/>
            </a:pPr>
            <a:r>
              <a:rPr lang="en" sz="1200" dirty="0">
                <a:latin typeface="Courier New"/>
                <a:ea typeface="Courier New"/>
                <a:cs typeface="Courier New"/>
                <a:sym typeface="Courier New"/>
              </a:rPr>
              <a:t>  PrintWriter writer = </a:t>
            </a:r>
            <a:endParaRPr sz="1200" dirty="0">
              <a:latin typeface="Courier New"/>
              <a:ea typeface="Courier New"/>
              <a:cs typeface="Courier New"/>
              <a:sym typeface="Courier New"/>
            </a:endParaRPr>
          </a:p>
          <a:p>
            <a:pPr marL="0" lvl="0" indent="457200" algn="l" rtl="0">
              <a:lnSpc>
                <a:spcPct val="115000"/>
              </a:lnSpc>
              <a:spcBef>
                <a:spcPts val="0"/>
              </a:spcBef>
              <a:spcAft>
                <a:spcPts val="0"/>
              </a:spcAft>
              <a:buNone/>
            </a:pPr>
            <a:r>
              <a:rPr lang="en" sz="1200" dirty="0">
                <a:latin typeface="Courier New"/>
                <a:ea typeface="Courier New"/>
                <a:cs typeface="Courier New"/>
                <a:sym typeface="Courier New"/>
              </a:rPr>
              <a:t>      new PrintWriter(stream);</a:t>
            </a:r>
            <a:endParaRPr sz="1200" dirty="0">
              <a:latin typeface="Courier New"/>
              <a:ea typeface="Courier New"/>
              <a:cs typeface="Courier New"/>
              <a:sym typeface="Courier New"/>
            </a:endParaRPr>
          </a:p>
          <a:p>
            <a:pPr marL="457200" lvl="0" indent="-311150" algn="l" rtl="0">
              <a:lnSpc>
                <a:spcPct val="115000"/>
              </a:lnSpc>
              <a:spcBef>
                <a:spcPts val="600"/>
              </a:spcBef>
              <a:spcAft>
                <a:spcPts val="0"/>
              </a:spcAft>
              <a:buSzPts val="1300"/>
              <a:buChar char="●"/>
            </a:pPr>
            <a:r>
              <a:rPr lang="en" dirty="0"/>
              <a:t>A </a:t>
            </a:r>
            <a:r>
              <a:rPr lang="en" dirty="0">
                <a:latin typeface="Courier New"/>
                <a:ea typeface="Courier New"/>
                <a:cs typeface="Courier New"/>
                <a:sym typeface="Courier New"/>
              </a:rPr>
              <a:t>PrintWriter</a:t>
            </a:r>
            <a:r>
              <a:rPr lang="en" dirty="0"/>
              <a:t> provides lots of useful methods:</a:t>
            </a:r>
            <a:endParaRPr dirty="0"/>
          </a:p>
          <a:p>
            <a:pPr marL="914400" lvl="1" indent="-304800" algn="l" rtl="0">
              <a:lnSpc>
                <a:spcPct val="115000"/>
              </a:lnSpc>
              <a:spcBef>
                <a:spcPts val="0"/>
              </a:spcBef>
              <a:spcAft>
                <a:spcPts val="0"/>
              </a:spcAft>
              <a:buSzPts val="1200"/>
              <a:buChar char="○"/>
            </a:pPr>
            <a:r>
              <a:rPr lang="en" sz="1200" dirty="0">
                <a:latin typeface="Courier New"/>
                <a:ea typeface="Courier New"/>
                <a:cs typeface="Courier New"/>
                <a:sym typeface="Courier New"/>
              </a:rPr>
              <a:t>println(String)</a:t>
            </a:r>
            <a:r>
              <a:rPr lang="en" sz="1200" dirty="0"/>
              <a:t> - writes a string of </a:t>
            </a:r>
            <a:r>
              <a:rPr lang="en" sz="1200" b="1" i="1" dirty="0">
                <a:solidFill>
                  <a:srgbClr val="FF0000"/>
                </a:solidFill>
              </a:rPr>
              <a:t>text</a:t>
            </a:r>
            <a:r>
              <a:rPr lang="en" sz="1200" dirty="0"/>
              <a:t> terminated with a newline</a:t>
            </a:r>
            <a:endParaRPr sz="1200" dirty="0"/>
          </a:p>
          <a:p>
            <a:pPr marL="914400" lvl="1" indent="-304800" algn="l" rtl="0">
              <a:lnSpc>
                <a:spcPct val="115000"/>
              </a:lnSpc>
              <a:spcBef>
                <a:spcPts val="0"/>
              </a:spcBef>
              <a:spcAft>
                <a:spcPts val="0"/>
              </a:spcAft>
              <a:buSzPts val="1200"/>
              <a:buChar char="○"/>
            </a:pPr>
            <a:r>
              <a:rPr lang="en" sz="1200" dirty="0">
                <a:latin typeface="Courier New"/>
                <a:ea typeface="Courier New"/>
                <a:cs typeface="Courier New"/>
                <a:sym typeface="Courier New"/>
              </a:rPr>
              <a:t>write(char[])</a:t>
            </a:r>
            <a:r>
              <a:rPr lang="en" sz="1200" dirty="0"/>
              <a:t> - writes a character </a:t>
            </a:r>
            <a:r>
              <a:rPr lang="en" sz="1200" b="1" i="1" dirty="0">
                <a:solidFill>
                  <a:srgbClr val="FF0000"/>
                </a:solidFill>
              </a:rPr>
              <a:t>buffer</a:t>
            </a:r>
            <a:endParaRPr sz="1200" b="1" i="1" dirty="0">
              <a:solidFill>
                <a:srgbClr val="FF0000"/>
              </a:solidFill>
            </a:endParaRPr>
          </a:p>
          <a:p>
            <a:pPr marL="914400" lvl="1" indent="-304800" algn="l" rtl="0">
              <a:lnSpc>
                <a:spcPct val="115000"/>
              </a:lnSpc>
              <a:spcBef>
                <a:spcPts val="0"/>
              </a:spcBef>
              <a:spcAft>
                <a:spcPts val="0"/>
              </a:spcAft>
              <a:buSzPts val="1200"/>
              <a:buChar char="○"/>
            </a:pPr>
            <a:r>
              <a:rPr lang="en" sz="1200" dirty="0">
                <a:highlight>
                  <a:srgbClr val="FFFF00"/>
                </a:highlight>
                <a:latin typeface="Courier New"/>
                <a:ea typeface="Courier New"/>
                <a:cs typeface="Courier New"/>
                <a:sym typeface="Courier New"/>
              </a:rPr>
              <a:t>flush()</a:t>
            </a:r>
            <a:r>
              <a:rPr lang="en" sz="1200" dirty="0">
                <a:highlight>
                  <a:srgbClr val="FFFF00"/>
                </a:highlight>
              </a:rPr>
              <a:t> </a:t>
            </a:r>
            <a:r>
              <a:rPr lang="en" sz="1200" dirty="0"/>
              <a:t>- sends any buffered data to the </a:t>
            </a:r>
            <a:r>
              <a:rPr lang="en" sz="1200" b="1" i="1" dirty="0">
                <a:solidFill>
                  <a:srgbClr val="FF0000"/>
                </a:solidFill>
              </a:rPr>
              <a:t>other side</a:t>
            </a:r>
            <a:endParaRPr sz="1200" b="1" i="1" dirty="0">
              <a:solidFill>
                <a:srgbClr val="FF0000"/>
              </a:solidFill>
            </a:endParaRPr>
          </a:p>
        </p:txBody>
      </p:sp>
      <p:pic>
        <p:nvPicPr>
          <p:cNvPr id="533" name="Google Shape;533;p53"/>
          <p:cNvPicPr preferRelativeResize="0"/>
          <p:nvPr/>
        </p:nvPicPr>
        <p:blipFill rotWithShape="1">
          <a:blip r:embed="rId3">
            <a:alphaModFix/>
          </a:blip>
          <a:srcRect/>
          <a:stretch/>
        </p:blipFill>
        <p:spPr>
          <a:xfrm rot="1255174" flipH="1">
            <a:off x="7338581" y="3890617"/>
            <a:ext cx="1307539" cy="1307567"/>
          </a:xfrm>
          <a:prstGeom prst="rect">
            <a:avLst/>
          </a:prstGeom>
          <a:noFill/>
          <a:ln>
            <a:noFill/>
          </a:ln>
        </p:spPr>
      </p:pic>
      <p:sp>
        <p:nvSpPr>
          <p:cNvPr id="534" name="Google Shape;534;p53"/>
          <p:cNvSpPr/>
          <p:nvPr/>
        </p:nvSpPr>
        <p:spPr>
          <a:xfrm>
            <a:off x="6742737" y="3941139"/>
            <a:ext cx="759000" cy="431100"/>
          </a:xfrm>
          <a:prstGeom prst="wedgeRoundRectCallout">
            <a:avLst>
              <a:gd name="adj1" fmla="val 120496"/>
              <a:gd name="adj2" fmla="val -21648"/>
              <a:gd name="adj3" fmla="val 0"/>
            </a:avLst>
          </a:prstGeom>
          <a:solidFill>
            <a:srgbClr val="FFFFFF"/>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spcBef>
                <a:spcPts val="0"/>
              </a:spcBef>
              <a:spcAft>
                <a:spcPts val="0"/>
              </a:spcAft>
              <a:buNone/>
            </a:pPr>
            <a:r>
              <a:rPr lang="en" sz="1700">
                <a:solidFill>
                  <a:schemeClr val="dk1"/>
                </a:solidFill>
                <a:latin typeface="Calibri"/>
                <a:ea typeface="Calibri"/>
                <a:cs typeface="Calibri"/>
                <a:sym typeface="Calibri"/>
              </a:rPr>
              <a:t>Hello!</a:t>
            </a:r>
            <a:endParaRPr sz="1700">
              <a:solidFill>
                <a:schemeClr val="dk1"/>
              </a:solidFill>
              <a:latin typeface="Calibri"/>
              <a:ea typeface="Calibri"/>
              <a:cs typeface="Calibri"/>
              <a:sym typeface="Calibri"/>
            </a:endParaRPr>
          </a:p>
        </p:txBody>
      </p:sp>
      <p:pic>
        <p:nvPicPr>
          <p:cNvPr id="535" name="Google Shape;535;p53"/>
          <p:cNvPicPr preferRelativeResize="0"/>
          <p:nvPr/>
        </p:nvPicPr>
        <p:blipFill rotWithShape="1">
          <a:blip r:embed="rId4">
            <a:alphaModFix/>
          </a:blip>
          <a:srcRect r="46729" b="17594"/>
          <a:stretch/>
        </p:blipFill>
        <p:spPr>
          <a:xfrm flipH="1">
            <a:off x="7698026" y="1442989"/>
            <a:ext cx="1015500" cy="1127850"/>
          </a:xfrm>
          <a:prstGeom prst="rect">
            <a:avLst/>
          </a:prstGeom>
          <a:noFill/>
          <a:ln>
            <a:noFill/>
          </a:ln>
        </p:spPr>
      </p:pic>
      <p:sp>
        <p:nvSpPr>
          <p:cNvPr id="536" name="Google Shape;536;p53"/>
          <p:cNvSpPr txBox="1"/>
          <p:nvPr/>
        </p:nvSpPr>
        <p:spPr>
          <a:xfrm>
            <a:off x="5399850" y="699950"/>
            <a:ext cx="3326700" cy="683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spcBef>
                <a:spcPts val="0"/>
              </a:spcBef>
              <a:spcAft>
                <a:spcPts val="0"/>
              </a:spcAft>
              <a:buNone/>
            </a:pPr>
            <a:r>
              <a:rPr lang="en">
                <a:solidFill>
                  <a:schemeClr val="dk1"/>
                </a:solidFill>
                <a:latin typeface="Arial"/>
                <a:ea typeface="Arial"/>
                <a:cs typeface="Arial"/>
                <a:sym typeface="Arial"/>
              </a:rPr>
              <a:t>It can be helpful to think of the two ends of the connection like a telephone.</a:t>
            </a:r>
            <a:endParaRPr>
              <a:solidFill>
                <a:schemeClr val="dk1"/>
              </a:solidFill>
              <a:latin typeface="Arial"/>
              <a:ea typeface="Arial"/>
              <a:cs typeface="Arial"/>
              <a:sym typeface="Arial"/>
            </a:endParaRPr>
          </a:p>
        </p:txBody>
      </p:sp>
      <p:pic>
        <p:nvPicPr>
          <p:cNvPr id="537" name="Google Shape;537;p53"/>
          <p:cNvPicPr preferRelativeResize="0"/>
          <p:nvPr/>
        </p:nvPicPr>
        <p:blipFill rotWithShape="1">
          <a:blip r:embed="rId3">
            <a:alphaModFix/>
          </a:blip>
          <a:srcRect/>
          <a:stretch/>
        </p:blipFill>
        <p:spPr>
          <a:xfrm rot="-1610027">
            <a:off x="5407702" y="1377997"/>
            <a:ext cx="1375847" cy="1375858"/>
          </a:xfrm>
          <a:prstGeom prst="rect">
            <a:avLst/>
          </a:prstGeom>
          <a:noFill/>
          <a:ln>
            <a:noFill/>
          </a:ln>
        </p:spPr>
      </p:pic>
      <p:sp>
        <p:nvSpPr>
          <p:cNvPr id="538" name="Google Shape;538;p53"/>
          <p:cNvSpPr txBox="1"/>
          <p:nvPr/>
        </p:nvSpPr>
        <p:spPr>
          <a:xfrm>
            <a:off x="5399850" y="2661775"/>
            <a:ext cx="3326700" cy="513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spcBef>
                <a:spcPts val="0"/>
              </a:spcBef>
              <a:spcAft>
                <a:spcPts val="0"/>
              </a:spcAft>
              <a:buNone/>
            </a:pPr>
            <a:r>
              <a:rPr lang="en">
                <a:solidFill>
                  <a:schemeClr val="dk1"/>
                </a:solidFill>
                <a:latin typeface="Arial"/>
                <a:ea typeface="Arial"/>
                <a:cs typeface="Arial"/>
                <a:sym typeface="Arial"/>
              </a:rPr>
              <a:t>Audio sent through the microphone (</a:t>
            </a:r>
            <a:r>
              <a:rPr lang="en" b="1" i="1">
                <a:solidFill>
                  <a:srgbClr val="FF0000"/>
                </a:solidFill>
                <a:latin typeface="Arial"/>
                <a:ea typeface="Arial"/>
                <a:cs typeface="Arial"/>
                <a:sym typeface="Arial"/>
              </a:rPr>
              <a:t>output stream</a:t>
            </a:r>
            <a:r>
              <a:rPr lang="en">
                <a:solidFill>
                  <a:schemeClr val="dk1"/>
                </a:solidFill>
                <a:latin typeface="Arial"/>
                <a:ea typeface="Arial"/>
                <a:cs typeface="Arial"/>
                <a:sym typeface="Arial"/>
              </a:rPr>
              <a:t>) on one end...</a:t>
            </a:r>
            <a:endParaRPr>
              <a:solidFill>
                <a:schemeClr val="dk1"/>
              </a:solidFill>
              <a:latin typeface="Arial"/>
              <a:ea typeface="Arial"/>
              <a:cs typeface="Arial"/>
              <a:sym typeface="Arial"/>
            </a:endParaRPr>
          </a:p>
        </p:txBody>
      </p:sp>
      <p:sp>
        <p:nvSpPr>
          <p:cNvPr id="539" name="Google Shape;539;p53"/>
          <p:cNvSpPr txBox="1"/>
          <p:nvPr/>
        </p:nvSpPr>
        <p:spPr>
          <a:xfrm>
            <a:off x="5399850" y="3306600"/>
            <a:ext cx="3326700" cy="513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spcBef>
                <a:spcPts val="0"/>
              </a:spcBef>
              <a:spcAft>
                <a:spcPts val="0"/>
              </a:spcAft>
              <a:buNone/>
            </a:pPr>
            <a:r>
              <a:rPr lang="en">
                <a:solidFill>
                  <a:schemeClr val="dk1"/>
                </a:solidFill>
                <a:latin typeface="Arial"/>
                <a:ea typeface="Arial"/>
                <a:cs typeface="Arial"/>
                <a:sym typeface="Arial"/>
              </a:rPr>
              <a:t>...is heard through the speaker (</a:t>
            </a:r>
            <a:r>
              <a:rPr lang="en" b="1" i="1">
                <a:solidFill>
                  <a:srgbClr val="FF0000"/>
                </a:solidFill>
                <a:latin typeface="Arial"/>
                <a:ea typeface="Arial"/>
                <a:cs typeface="Arial"/>
                <a:sym typeface="Arial"/>
              </a:rPr>
              <a:t>input stream</a:t>
            </a:r>
            <a:r>
              <a:rPr lang="en">
                <a:solidFill>
                  <a:schemeClr val="dk1"/>
                </a:solidFill>
                <a:latin typeface="Arial"/>
                <a:ea typeface="Arial"/>
                <a:cs typeface="Arial"/>
                <a:sym typeface="Arial"/>
              </a:rPr>
              <a:t>) on the other.</a:t>
            </a:r>
            <a:endParaRPr>
              <a:solidFill>
                <a:schemeClr val="dk1"/>
              </a:solidFill>
              <a:latin typeface="Arial"/>
              <a:ea typeface="Arial"/>
              <a:cs typeface="Arial"/>
              <a:sym typeface="Arial"/>
            </a:endParaRPr>
          </a:p>
        </p:txBody>
      </p:sp>
      <p:sp>
        <p:nvSpPr>
          <p:cNvPr id="540" name="Google Shape;540;p53"/>
          <p:cNvSpPr/>
          <p:nvPr/>
        </p:nvSpPr>
        <p:spPr>
          <a:xfrm>
            <a:off x="6853647" y="1966978"/>
            <a:ext cx="771900" cy="431100"/>
          </a:xfrm>
          <a:prstGeom prst="wedgeRoundRectCallout">
            <a:avLst>
              <a:gd name="adj1" fmla="val 119109"/>
              <a:gd name="adj2" fmla="val -47550"/>
              <a:gd name="adj3" fmla="val 0"/>
            </a:avLst>
          </a:prstGeom>
          <a:solidFill>
            <a:srgbClr val="FFFFFF"/>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spcBef>
                <a:spcPts val="0"/>
              </a:spcBef>
              <a:spcAft>
                <a:spcPts val="0"/>
              </a:spcAft>
              <a:buNone/>
            </a:pPr>
            <a:r>
              <a:rPr lang="en" sz="1700">
                <a:solidFill>
                  <a:schemeClr val="dk1"/>
                </a:solidFill>
                <a:latin typeface="Calibri"/>
                <a:ea typeface="Calibri"/>
                <a:cs typeface="Calibri"/>
                <a:sym typeface="Calibri"/>
              </a:rPr>
              <a:t>Hello!</a:t>
            </a:r>
            <a:endParaRPr sz="1700">
              <a:solidFill>
                <a:schemeClr val="dk1"/>
              </a:solidFill>
              <a:latin typeface="Calibri"/>
              <a:ea typeface="Calibri"/>
              <a:cs typeface="Calibri"/>
              <a:sym typeface="Calibri"/>
            </a:endParaRPr>
          </a:p>
        </p:txBody>
      </p:sp>
      <p:sp>
        <p:nvSpPr>
          <p:cNvPr id="541" name="Google Shape;541;p53"/>
          <p:cNvSpPr txBox="1">
            <a:spLocks noGrp="1"/>
          </p:cNvSpPr>
          <p:nvPr>
            <p:ph type="sldNum" idx="12"/>
          </p:nvPr>
        </p:nvSpPr>
        <p:spPr>
          <a:xfrm>
            <a:off x="90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22</a:t>
            </a:fld>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36"/>
                                        </p:tgtEl>
                                        <p:attrNameLst>
                                          <p:attrName>style.visibility</p:attrName>
                                        </p:attrNameLst>
                                      </p:cBhvr>
                                      <p:to>
                                        <p:strVal val="visible"/>
                                      </p:to>
                                    </p:set>
                                    <p:animEffect transition="in" filter="fade">
                                      <p:cBhvr>
                                        <p:cTn id="7" dur="1000"/>
                                        <p:tgtEl>
                                          <p:spTgt spid="53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35"/>
                                        </p:tgtEl>
                                        <p:attrNameLst>
                                          <p:attrName>style.visibility</p:attrName>
                                        </p:attrNameLst>
                                      </p:cBhvr>
                                      <p:to>
                                        <p:strVal val="visible"/>
                                      </p:to>
                                    </p:set>
                                    <p:animEffect transition="in" filter="fade">
                                      <p:cBhvr>
                                        <p:cTn id="12" dur="1000"/>
                                        <p:tgtEl>
                                          <p:spTgt spid="535"/>
                                        </p:tgtEl>
                                      </p:cBhvr>
                                    </p:animEffect>
                                  </p:childTnLst>
                                </p:cTn>
                              </p:par>
                              <p:par>
                                <p:cTn id="13" presetID="10" presetClass="entr" presetSubtype="0" fill="hold" nodeType="withEffect">
                                  <p:stCondLst>
                                    <p:cond delay="0"/>
                                  </p:stCondLst>
                                  <p:childTnLst>
                                    <p:set>
                                      <p:cBhvr>
                                        <p:cTn id="14" dur="1" fill="hold">
                                          <p:stCondLst>
                                            <p:cond delay="0"/>
                                          </p:stCondLst>
                                        </p:cTn>
                                        <p:tgtEl>
                                          <p:spTgt spid="537"/>
                                        </p:tgtEl>
                                        <p:attrNameLst>
                                          <p:attrName>style.visibility</p:attrName>
                                        </p:attrNameLst>
                                      </p:cBhvr>
                                      <p:to>
                                        <p:strVal val="visible"/>
                                      </p:to>
                                    </p:set>
                                    <p:animEffect transition="in" filter="fade">
                                      <p:cBhvr>
                                        <p:cTn id="15" dur="1000"/>
                                        <p:tgtEl>
                                          <p:spTgt spid="537"/>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540"/>
                                        </p:tgtEl>
                                        <p:attrNameLst>
                                          <p:attrName>style.visibility</p:attrName>
                                        </p:attrNameLst>
                                      </p:cBhvr>
                                      <p:to>
                                        <p:strVal val="visible"/>
                                      </p:to>
                                    </p:set>
                                    <p:animEffect transition="in" filter="fade">
                                      <p:cBhvr>
                                        <p:cTn id="20" dur="1000"/>
                                        <p:tgtEl>
                                          <p:spTgt spid="540"/>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538"/>
                                        </p:tgtEl>
                                        <p:attrNameLst>
                                          <p:attrName>style.visibility</p:attrName>
                                        </p:attrNameLst>
                                      </p:cBhvr>
                                      <p:to>
                                        <p:strVal val="visible"/>
                                      </p:to>
                                    </p:set>
                                    <p:animEffect transition="in" filter="fade">
                                      <p:cBhvr>
                                        <p:cTn id="25" dur="1000"/>
                                        <p:tgtEl>
                                          <p:spTgt spid="538"/>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539"/>
                                        </p:tgtEl>
                                        <p:attrNameLst>
                                          <p:attrName>style.visibility</p:attrName>
                                        </p:attrNameLst>
                                      </p:cBhvr>
                                      <p:to>
                                        <p:strVal val="visible"/>
                                      </p:to>
                                    </p:set>
                                    <p:animEffect transition="in" filter="fade">
                                      <p:cBhvr>
                                        <p:cTn id="30" dur="1000"/>
                                        <p:tgtEl>
                                          <p:spTgt spid="539"/>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533"/>
                                        </p:tgtEl>
                                        <p:attrNameLst>
                                          <p:attrName>style.visibility</p:attrName>
                                        </p:attrNameLst>
                                      </p:cBhvr>
                                      <p:to>
                                        <p:strVal val="visible"/>
                                      </p:to>
                                    </p:set>
                                    <p:animEffect transition="in" filter="fade">
                                      <p:cBhvr>
                                        <p:cTn id="35" dur="1000"/>
                                        <p:tgtEl>
                                          <p:spTgt spid="533"/>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534"/>
                                        </p:tgtEl>
                                        <p:attrNameLst>
                                          <p:attrName>style.visibility</p:attrName>
                                        </p:attrNameLst>
                                      </p:cBhvr>
                                      <p:to>
                                        <p:strVal val="visible"/>
                                      </p:to>
                                    </p:set>
                                    <p:animEffect transition="in" filter="fade">
                                      <p:cBhvr>
                                        <p:cTn id="40" dur="1000"/>
                                        <p:tgtEl>
                                          <p:spTgt spid="5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545"/>
        <p:cNvGrpSpPr/>
        <p:nvPr/>
      </p:nvGrpSpPr>
      <p:grpSpPr>
        <a:xfrm>
          <a:off x="0" y="0"/>
          <a:ext cx="0" cy="0"/>
          <a:chOff x="0" y="0"/>
          <a:chExt cx="0" cy="0"/>
        </a:xfrm>
      </p:grpSpPr>
      <p:sp>
        <p:nvSpPr>
          <p:cNvPr id="546" name="Google Shape;546;p5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23</a:t>
            </a:fld>
            <a:endParaRPr/>
          </a:p>
        </p:txBody>
      </p:sp>
      <p:sp>
        <p:nvSpPr>
          <p:cNvPr id="547" name="Google Shape;547;p54"/>
          <p:cNvSpPr txBox="1">
            <a:spLocks noGrp="1"/>
          </p:cNvSpPr>
          <p:nvPr>
            <p:ph type="title"/>
          </p:nvPr>
        </p:nvSpPr>
        <p:spPr>
          <a:xfrm>
            <a:off x="311725" y="437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Using </a:t>
            </a:r>
            <a:r>
              <a:rPr lang="en">
                <a:latin typeface="Courier New"/>
                <a:ea typeface="Courier New"/>
                <a:cs typeface="Courier New"/>
                <a:sym typeface="Courier New"/>
              </a:rPr>
              <a:t>PrintWriter</a:t>
            </a:r>
            <a:r>
              <a:rPr lang="en"/>
              <a:t> to Send Data</a:t>
            </a:r>
            <a:endParaRPr/>
          </a:p>
        </p:txBody>
      </p:sp>
      <p:sp>
        <p:nvSpPr>
          <p:cNvPr id="548" name="Google Shape;548;p54"/>
          <p:cNvSpPr txBox="1"/>
          <p:nvPr/>
        </p:nvSpPr>
        <p:spPr>
          <a:xfrm>
            <a:off x="2250900" y="2217825"/>
            <a:ext cx="4642200" cy="18735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35714"/>
              </a:lnSpc>
              <a:spcBef>
                <a:spcPts val="0"/>
              </a:spcBef>
              <a:spcAft>
                <a:spcPts val="0"/>
              </a:spcAft>
              <a:buNone/>
            </a:pPr>
            <a:r>
              <a:rPr lang="en" sz="1200">
                <a:solidFill>
                  <a:srgbClr val="098658"/>
                </a:solidFill>
                <a:latin typeface="Consolas"/>
                <a:ea typeface="Consolas"/>
                <a:cs typeface="Consolas"/>
                <a:sym typeface="Consolas"/>
              </a:rPr>
              <a:t>1  </a:t>
            </a:r>
            <a:r>
              <a:rPr lang="en" sz="1200">
                <a:solidFill>
                  <a:srgbClr val="267F99"/>
                </a:solidFill>
                <a:latin typeface="Consolas"/>
                <a:ea typeface="Consolas"/>
                <a:cs typeface="Consolas"/>
                <a:sym typeface="Consolas"/>
              </a:rPr>
              <a:t>Socket</a:t>
            </a:r>
            <a:r>
              <a:rPr lang="en" sz="1200">
                <a:latin typeface="Consolas"/>
                <a:ea typeface="Consolas"/>
                <a:cs typeface="Consolas"/>
                <a:sym typeface="Consolas"/>
              </a:rPr>
              <a:t> </a:t>
            </a:r>
            <a:r>
              <a:rPr lang="en" sz="1200">
                <a:solidFill>
                  <a:srgbClr val="001080"/>
                </a:solidFill>
                <a:latin typeface="Consolas"/>
                <a:ea typeface="Consolas"/>
                <a:cs typeface="Consolas"/>
                <a:sym typeface="Consolas"/>
              </a:rPr>
              <a:t>client</a:t>
            </a:r>
            <a:r>
              <a:rPr lang="en" sz="1200">
                <a:latin typeface="Consolas"/>
                <a:ea typeface="Consolas"/>
                <a:cs typeface="Consolas"/>
                <a:sym typeface="Consolas"/>
              </a:rPr>
              <a:t> = </a:t>
            </a:r>
            <a:r>
              <a:rPr lang="en" sz="1200">
                <a:solidFill>
                  <a:srgbClr val="AF00DB"/>
                </a:solidFill>
                <a:latin typeface="Consolas"/>
                <a:ea typeface="Consolas"/>
                <a:cs typeface="Consolas"/>
                <a:sym typeface="Consolas"/>
              </a:rPr>
              <a:t>new</a:t>
            </a:r>
            <a:r>
              <a:rPr lang="en" sz="1200">
                <a:latin typeface="Consolas"/>
                <a:ea typeface="Consolas"/>
                <a:cs typeface="Consolas"/>
                <a:sym typeface="Consolas"/>
              </a:rPr>
              <a:t> </a:t>
            </a:r>
            <a:r>
              <a:rPr lang="en" sz="1200">
                <a:solidFill>
                  <a:srgbClr val="795E26"/>
                </a:solidFill>
                <a:latin typeface="Consolas"/>
                <a:ea typeface="Consolas"/>
                <a:cs typeface="Consolas"/>
                <a:sym typeface="Consolas"/>
              </a:rPr>
              <a:t>Socket</a:t>
            </a:r>
            <a:r>
              <a:rPr lang="en" sz="1200">
                <a:latin typeface="Consolas"/>
                <a:ea typeface="Consolas"/>
                <a:cs typeface="Consolas"/>
                <a:sym typeface="Consolas"/>
              </a:rPr>
              <a:t>(</a:t>
            </a:r>
            <a:r>
              <a:rPr lang="en" sz="1200">
                <a:solidFill>
                  <a:srgbClr val="A31515"/>
                </a:solidFill>
                <a:latin typeface="Consolas"/>
                <a:ea typeface="Consolas"/>
                <a:cs typeface="Consolas"/>
                <a:sym typeface="Consolas"/>
              </a:rPr>
              <a:t>"somehost.net"</a:t>
            </a:r>
            <a:r>
              <a:rPr lang="en" sz="1200">
                <a:latin typeface="Consolas"/>
                <a:ea typeface="Consolas"/>
                <a:cs typeface="Consolas"/>
                <a:sym typeface="Consolas"/>
              </a:rPr>
              <a:t>, </a:t>
            </a:r>
            <a:r>
              <a:rPr lang="en" sz="1200">
                <a:solidFill>
                  <a:srgbClr val="098658"/>
                </a:solidFill>
                <a:latin typeface="Consolas"/>
                <a:ea typeface="Consolas"/>
                <a:cs typeface="Consolas"/>
                <a:sym typeface="Consolas"/>
              </a:rPr>
              <a:t>54321</a:t>
            </a:r>
            <a:r>
              <a:rPr lang="en" sz="1200">
                <a:latin typeface="Consolas"/>
                <a:ea typeface="Consolas"/>
                <a:cs typeface="Consolas"/>
                <a:sym typeface="Consolas"/>
              </a:rPr>
              <a:t>);</a:t>
            </a:r>
            <a:endParaRPr sz="1200">
              <a:latin typeface="Consolas"/>
              <a:ea typeface="Consolas"/>
              <a:cs typeface="Consolas"/>
              <a:sym typeface="Consolas"/>
            </a:endParaRPr>
          </a:p>
          <a:p>
            <a:pPr marL="0" lvl="0" indent="0" algn="l" rtl="0">
              <a:lnSpc>
                <a:spcPct val="135714"/>
              </a:lnSpc>
              <a:spcBef>
                <a:spcPts val="0"/>
              </a:spcBef>
              <a:spcAft>
                <a:spcPts val="0"/>
              </a:spcAft>
              <a:buNone/>
            </a:pPr>
            <a:r>
              <a:rPr lang="en" sz="1200">
                <a:solidFill>
                  <a:srgbClr val="098658"/>
                </a:solidFill>
                <a:latin typeface="Consolas"/>
                <a:ea typeface="Consolas"/>
                <a:cs typeface="Consolas"/>
                <a:sym typeface="Consolas"/>
              </a:rPr>
              <a:t>2  </a:t>
            </a:r>
            <a:r>
              <a:rPr lang="en" sz="1200">
                <a:solidFill>
                  <a:srgbClr val="267F99"/>
                </a:solidFill>
                <a:latin typeface="Consolas"/>
                <a:ea typeface="Consolas"/>
                <a:cs typeface="Consolas"/>
                <a:sym typeface="Consolas"/>
              </a:rPr>
              <a:t>OutputStream</a:t>
            </a:r>
            <a:r>
              <a:rPr lang="en" sz="1200">
                <a:latin typeface="Consolas"/>
                <a:ea typeface="Consolas"/>
                <a:cs typeface="Consolas"/>
                <a:sym typeface="Consolas"/>
              </a:rPr>
              <a:t> </a:t>
            </a:r>
            <a:r>
              <a:rPr lang="en" sz="1200">
                <a:solidFill>
                  <a:srgbClr val="001080"/>
                </a:solidFill>
                <a:latin typeface="Consolas"/>
                <a:ea typeface="Consolas"/>
                <a:cs typeface="Consolas"/>
                <a:sym typeface="Consolas"/>
              </a:rPr>
              <a:t>out</a:t>
            </a:r>
            <a:r>
              <a:rPr lang="en" sz="1200">
                <a:latin typeface="Consolas"/>
                <a:ea typeface="Consolas"/>
                <a:cs typeface="Consolas"/>
                <a:sym typeface="Consolas"/>
              </a:rPr>
              <a:t> = </a:t>
            </a:r>
            <a:r>
              <a:rPr lang="en" sz="1200">
                <a:solidFill>
                  <a:srgbClr val="001080"/>
                </a:solidFill>
                <a:latin typeface="Consolas"/>
                <a:ea typeface="Consolas"/>
                <a:cs typeface="Consolas"/>
                <a:sym typeface="Consolas"/>
              </a:rPr>
              <a:t>client</a:t>
            </a:r>
            <a:r>
              <a:rPr lang="en" sz="1200">
                <a:latin typeface="Consolas"/>
                <a:ea typeface="Consolas"/>
                <a:cs typeface="Consolas"/>
                <a:sym typeface="Consolas"/>
              </a:rPr>
              <a:t>.</a:t>
            </a:r>
            <a:r>
              <a:rPr lang="en" sz="1200">
                <a:solidFill>
                  <a:srgbClr val="795E26"/>
                </a:solidFill>
                <a:latin typeface="Consolas"/>
                <a:ea typeface="Consolas"/>
                <a:cs typeface="Consolas"/>
                <a:sym typeface="Consolas"/>
              </a:rPr>
              <a:t>getOutputStream</a:t>
            </a:r>
            <a:r>
              <a:rPr lang="en" sz="1200">
                <a:latin typeface="Consolas"/>
                <a:ea typeface="Consolas"/>
                <a:cs typeface="Consolas"/>
                <a:sym typeface="Consolas"/>
              </a:rPr>
              <a:t>();</a:t>
            </a:r>
            <a:endParaRPr sz="1200">
              <a:latin typeface="Consolas"/>
              <a:ea typeface="Consolas"/>
              <a:cs typeface="Consolas"/>
              <a:sym typeface="Consolas"/>
            </a:endParaRPr>
          </a:p>
          <a:p>
            <a:pPr marL="0" lvl="0" indent="0" algn="l" rtl="0">
              <a:lnSpc>
                <a:spcPct val="135714"/>
              </a:lnSpc>
              <a:spcBef>
                <a:spcPts val="0"/>
              </a:spcBef>
              <a:spcAft>
                <a:spcPts val="0"/>
              </a:spcAft>
              <a:buNone/>
            </a:pPr>
            <a:r>
              <a:rPr lang="en" sz="1200">
                <a:solidFill>
                  <a:srgbClr val="098658"/>
                </a:solidFill>
                <a:latin typeface="Consolas"/>
                <a:ea typeface="Consolas"/>
                <a:cs typeface="Consolas"/>
                <a:sym typeface="Consolas"/>
              </a:rPr>
              <a:t>3  </a:t>
            </a:r>
            <a:r>
              <a:rPr lang="en" sz="1200">
                <a:solidFill>
                  <a:srgbClr val="267F99"/>
                </a:solidFill>
                <a:latin typeface="Consolas"/>
                <a:ea typeface="Consolas"/>
                <a:cs typeface="Consolas"/>
                <a:sym typeface="Consolas"/>
              </a:rPr>
              <a:t>PrintWriter</a:t>
            </a:r>
            <a:r>
              <a:rPr lang="en" sz="1200">
                <a:latin typeface="Consolas"/>
                <a:ea typeface="Consolas"/>
                <a:cs typeface="Consolas"/>
                <a:sym typeface="Consolas"/>
              </a:rPr>
              <a:t> </a:t>
            </a:r>
            <a:r>
              <a:rPr lang="en" sz="1200">
                <a:solidFill>
                  <a:srgbClr val="001080"/>
                </a:solidFill>
                <a:latin typeface="Consolas"/>
                <a:ea typeface="Consolas"/>
                <a:cs typeface="Consolas"/>
                <a:sym typeface="Consolas"/>
              </a:rPr>
              <a:t>printer</a:t>
            </a:r>
            <a:r>
              <a:rPr lang="en" sz="1200">
                <a:latin typeface="Consolas"/>
                <a:ea typeface="Consolas"/>
                <a:cs typeface="Consolas"/>
                <a:sym typeface="Consolas"/>
              </a:rPr>
              <a:t> = </a:t>
            </a:r>
            <a:r>
              <a:rPr lang="en" sz="1200">
                <a:solidFill>
                  <a:srgbClr val="AF00DB"/>
                </a:solidFill>
                <a:latin typeface="Consolas"/>
                <a:ea typeface="Consolas"/>
                <a:cs typeface="Consolas"/>
                <a:sym typeface="Consolas"/>
              </a:rPr>
              <a:t>new</a:t>
            </a:r>
            <a:r>
              <a:rPr lang="en" sz="1200">
                <a:latin typeface="Consolas"/>
                <a:ea typeface="Consolas"/>
                <a:cs typeface="Consolas"/>
                <a:sym typeface="Consolas"/>
              </a:rPr>
              <a:t> </a:t>
            </a:r>
            <a:r>
              <a:rPr lang="en" sz="1200">
                <a:solidFill>
                  <a:srgbClr val="795E26"/>
                </a:solidFill>
                <a:latin typeface="Consolas"/>
                <a:ea typeface="Consolas"/>
                <a:cs typeface="Consolas"/>
                <a:sym typeface="Consolas"/>
              </a:rPr>
              <a:t>PrintWriter</a:t>
            </a:r>
            <a:r>
              <a:rPr lang="en" sz="1200">
                <a:latin typeface="Consolas"/>
                <a:ea typeface="Consolas"/>
                <a:cs typeface="Consolas"/>
                <a:sym typeface="Consolas"/>
              </a:rPr>
              <a:t>(</a:t>
            </a:r>
            <a:r>
              <a:rPr lang="en" sz="1200">
                <a:solidFill>
                  <a:srgbClr val="001080"/>
                </a:solidFill>
                <a:latin typeface="Consolas"/>
                <a:ea typeface="Consolas"/>
                <a:cs typeface="Consolas"/>
                <a:sym typeface="Consolas"/>
              </a:rPr>
              <a:t>out</a:t>
            </a:r>
            <a:r>
              <a:rPr lang="en" sz="1200">
                <a:latin typeface="Consolas"/>
                <a:ea typeface="Consolas"/>
                <a:cs typeface="Consolas"/>
                <a:sym typeface="Consolas"/>
              </a:rPr>
              <a:t>);</a:t>
            </a:r>
            <a:endParaRPr sz="1200">
              <a:latin typeface="Consolas"/>
              <a:ea typeface="Consolas"/>
              <a:cs typeface="Consolas"/>
              <a:sym typeface="Consolas"/>
            </a:endParaRPr>
          </a:p>
          <a:p>
            <a:pPr marL="0" lvl="0" indent="0" algn="l" rtl="0">
              <a:lnSpc>
                <a:spcPct val="135714"/>
              </a:lnSpc>
              <a:spcBef>
                <a:spcPts val="0"/>
              </a:spcBef>
              <a:spcAft>
                <a:spcPts val="0"/>
              </a:spcAft>
              <a:buNone/>
            </a:pPr>
            <a:r>
              <a:rPr lang="en" sz="1200">
                <a:solidFill>
                  <a:srgbClr val="098658"/>
                </a:solidFill>
                <a:latin typeface="Consolas"/>
                <a:ea typeface="Consolas"/>
                <a:cs typeface="Consolas"/>
                <a:sym typeface="Consolas"/>
              </a:rPr>
              <a:t>4  </a:t>
            </a:r>
            <a:r>
              <a:rPr lang="en" sz="1200">
                <a:solidFill>
                  <a:srgbClr val="001080"/>
                </a:solidFill>
                <a:latin typeface="Consolas"/>
                <a:ea typeface="Consolas"/>
                <a:cs typeface="Consolas"/>
                <a:sym typeface="Consolas"/>
              </a:rPr>
              <a:t>printer</a:t>
            </a:r>
            <a:r>
              <a:rPr lang="en" sz="1200">
                <a:latin typeface="Consolas"/>
                <a:ea typeface="Consolas"/>
                <a:cs typeface="Consolas"/>
                <a:sym typeface="Consolas"/>
              </a:rPr>
              <a:t>.</a:t>
            </a:r>
            <a:r>
              <a:rPr lang="en" sz="1200">
                <a:solidFill>
                  <a:srgbClr val="795E26"/>
                </a:solidFill>
                <a:latin typeface="Consolas"/>
                <a:ea typeface="Consolas"/>
                <a:cs typeface="Consolas"/>
                <a:sym typeface="Consolas"/>
              </a:rPr>
              <a:t>println</a:t>
            </a:r>
            <a:r>
              <a:rPr lang="en" sz="1200">
                <a:latin typeface="Consolas"/>
                <a:ea typeface="Consolas"/>
                <a:cs typeface="Consolas"/>
                <a:sym typeface="Consolas"/>
              </a:rPr>
              <a:t>(</a:t>
            </a:r>
            <a:r>
              <a:rPr lang="en" sz="1200">
                <a:solidFill>
                  <a:srgbClr val="A31515"/>
                </a:solidFill>
                <a:latin typeface="Consolas"/>
                <a:ea typeface="Consolas"/>
                <a:cs typeface="Consolas"/>
                <a:sym typeface="Consolas"/>
              </a:rPr>
              <a:t>"John Denver"</a:t>
            </a:r>
            <a:r>
              <a:rPr lang="en" sz="1200">
                <a:latin typeface="Consolas"/>
                <a:ea typeface="Consolas"/>
                <a:cs typeface="Consolas"/>
                <a:sym typeface="Consolas"/>
              </a:rPr>
              <a:t>);</a:t>
            </a:r>
            <a:endParaRPr sz="1200">
              <a:latin typeface="Consolas"/>
              <a:ea typeface="Consolas"/>
              <a:cs typeface="Consolas"/>
              <a:sym typeface="Consolas"/>
            </a:endParaRPr>
          </a:p>
          <a:p>
            <a:pPr marL="0" lvl="0" indent="0" algn="l" rtl="0">
              <a:lnSpc>
                <a:spcPct val="135714"/>
              </a:lnSpc>
              <a:spcBef>
                <a:spcPts val="0"/>
              </a:spcBef>
              <a:spcAft>
                <a:spcPts val="0"/>
              </a:spcAft>
              <a:buNone/>
            </a:pPr>
            <a:r>
              <a:rPr lang="en" sz="1200">
                <a:solidFill>
                  <a:srgbClr val="098658"/>
                </a:solidFill>
                <a:latin typeface="Consolas"/>
                <a:ea typeface="Consolas"/>
                <a:cs typeface="Consolas"/>
                <a:sym typeface="Consolas"/>
              </a:rPr>
              <a:t>5</a:t>
            </a:r>
            <a:endParaRPr sz="1200">
              <a:latin typeface="Consolas"/>
              <a:ea typeface="Consolas"/>
              <a:cs typeface="Consolas"/>
              <a:sym typeface="Consolas"/>
            </a:endParaRPr>
          </a:p>
          <a:p>
            <a:pPr marL="0" lvl="0" indent="0" algn="l" rtl="0">
              <a:lnSpc>
                <a:spcPct val="135714"/>
              </a:lnSpc>
              <a:spcBef>
                <a:spcPts val="0"/>
              </a:spcBef>
              <a:spcAft>
                <a:spcPts val="0"/>
              </a:spcAft>
              <a:buNone/>
            </a:pPr>
            <a:r>
              <a:rPr lang="en" sz="1200">
                <a:solidFill>
                  <a:srgbClr val="098658"/>
                </a:solidFill>
                <a:latin typeface="Consolas"/>
                <a:ea typeface="Consolas"/>
                <a:cs typeface="Consolas"/>
                <a:sym typeface="Consolas"/>
              </a:rPr>
              <a:t>6  </a:t>
            </a:r>
            <a:r>
              <a:rPr lang="en" sz="1200">
                <a:solidFill>
                  <a:srgbClr val="001080"/>
                </a:solidFill>
                <a:latin typeface="Consolas"/>
                <a:ea typeface="Consolas"/>
                <a:cs typeface="Consolas"/>
                <a:sym typeface="Consolas"/>
              </a:rPr>
              <a:t>printer</a:t>
            </a:r>
            <a:r>
              <a:rPr lang="en" sz="1200">
                <a:latin typeface="Consolas"/>
                <a:ea typeface="Consolas"/>
                <a:cs typeface="Consolas"/>
                <a:sym typeface="Consolas"/>
              </a:rPr>
              <a:t>.</a:t>
            </a:r>
            <a:r>
              <a:rPr lang="en" sz="1200">
                <a:solidFill>
                  <a:srgbClr val="795E26"/>
                </a:solidFill>
                <a:latin typeface="Consolas"/>
                <a:ea typeface="Consolas"/>
                <a:cs typeface="Consolas"/>
                <a:sym typeface="Consolas"/>
              </a:rPr>
              <a:t>flush</a:t>
            </a:r>
            <a:r>
              <a:rPr lang="en" sz="1200">
                <a:latin typeface="Consolas"/>
                <a:ea typeface="Consolas"/>
                <a:cs typeface="Consolas"/>
                <a:sym typeface="Consolas"/>
              </a:rPr>
              <a:t>();</a:t>
            </a:r>
            <a:endParaRPr sz="1200">
              <a:latin typeface="Consolas"/>
              <a:ea typeface="Consolas"/>
              <a:cs typeface="Consolas"/>
              <a:sym typeface="Consolas"/>
            </a:endParaRPr>
          </a:p>
          <a:p>
            <a:pPr marL="0" lvl="0" indent="0" algn="l" rtl="0">
              <a:lnSpc>
                <a:spcPct val="135714"/>
              </a:lnSpc>
              <a:spcBef>
                <a:spcPts val="0"/>
              </a:spcBef>
              <a:spcAft>
                <a:spcPts val="0"/>
              </a:spcAft>
              <a:buNone/>
            </a:pPr>
            <a:r>
              <a:rPr lang="en" sz="1200">
                <a:solidFill>
                  <a:srgbClr val="098658"/>
                </a:solidFill>
                <a:latin typeface="Consolas"/>
                <a:ea typeface="Consolas"/>
                <a:cs typeface="Consolas"/>
                <a:sym typeface="Consolas"/>
              </a:rPr>
              <a:t>7  </a:t>
            </a:r>
            <a:r>
              <a:rPr lang="en" sz="1200">
                <a:solidFill>
                  <a:srgbClr val="001080"/>
                </a:solidFill>
                <a:latin typeface="Consolas"/>
                <a:ea typeface="Consolas"/>
                <a:cs typeface="Consolas"/>
                <a:sym typeface="Consolas"/>
              </a:rPr>
              <a:t>client</a:t>
            </a:r>
            <a:r>
              <a:rPr lang="en" sz="1200">
                <a:latin typeface="Consolas"/>
                <a:ea typeface="Consolas"/>
                <a:cs typeface="Consolas"/>
                <a:sym typeface="Consolas"/>
              </a:rPr>
              <a:t>.</a:t>
            </a:r>
            <a:r>
              <a:rPr lang="en" sz="1200">
                <a:solidFill>
                  <a:srgbClr val="795E26"/>
                </a:solidFill>
                <a:latin typeface="Consolas"/>
                <a:ea typeface="Consolas"/>
                <a:cs typeface="Consolas"/>
                <a:sym typeface="Consolas"/>
              </a:rPr>
              <a:t>close</a:t>
            </a:r>
            <a:r>
              <a:rPr lang="en" sz="1200">
                <a:latin typeface="Consolas"/>
                <a:ea typeface="Consolas"/>
                <a:cs typeface="Consolas"/>
                <a:sym typeface="Consolas"/>
              </a:rPr>
              <a:t>();</a:t>
            </a:r>
            <a:endParaRPr sz="1200">
              <a:solidFill>
                <a:srgbClr val="569CD6"/>
              </a:solidFill>
              <a:latin typeface="Consolas"/>
              <a:ea typeface="Consolas"/>
              <a:cs typeface="Consolas"/>
              <a:sym typeface="Consolas"/>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552"/>
        <p:cNvGrpSpPr/>
        <p:nvPr/>
      </p:nvGrpSpPr>
      <p:grpSpPr>
        <a:xfrm>
          <a:off x="0" y="0"/>
          <a:ext cx="0" cy="0"/>
          <a:chOff x="0" y="0"/>
          <a:chExt cx="0" cy="0"/>
        </a:xfrm>
      </p:grpSpPr>
      <p:sp>
        <p:nvSpPr>
          <p:cNvPr id="553" name="Google Shape;553;p55"/>
          <p:cNvSpPr txBox="1"/>
          <p:nvPr/>
        </p:nvSpPr>
        <p:spPr>
          <a:xfrm>
            <a:off x="2250900" y="2217825"/>
            <a:ext cx="4642200" cy="18735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35714"/>
              </a:lnSpc>
              <a:spcBef>
                <a:spcPts val="0"/>
              </a:spcBef>
              <a:spcAft>
                <a:spcPts val="0"/>
              </a:spcAft>
              <a:buNone/>
            </a:pPr>
            <a:r>
              <a:rPr lang="en" sz="1200">
                <a:solidFill>
                  <a:srgbClr val="098658"/>
                </a:solidFill>
                <a:latin typeface="Consolas"/>
                <a:ea typeface="Consolas"/>
                <a:cs typeface="Consolas"/>
                <a:sym typeface="Consolas"/>
              </a:rPr>
              <a:t>1  </a:t>
            </a:r>
            <a:r>
              <a:rPr lang="en" sz="1200">
                <a:solidFill>
                  <a:srgbClr val="267F99"/>
                </a:solidFill>
                <a:latin typeface="Consolas"/>
                <a:ea typeface="Consolas"/>
                <a:cs typeface="Consolas"/>
                <a:sym typeface="Consolas"/>
              </a:rPr>
              <a:t>Socket</a:t>
            </a:r>
            <a:r>
              <a:rPr lang="en" sz="1200">
                <a:latin typeface="Consolas"/>
                <a:ea typeface="Consolas"/>
                <a:cs typeface="Consolas"/>
                <a:sym typeface="Consolas"/>
              </a:rPr>
              <a:t> </a:t>
            </a:r>
            <a:r>
              <a:rPr lang="en" sz="1200">
                <a:solidFill>
                  <a:srgbClr val="001080"/>
                </a:solidFill>
                <a:latin typeface="Consolas"/>
                <a:ea typeface="Consolas"/>
                <a:cs typeface="Consolas"/>
                <a:sym typeface="Consolas"/>
              </a:rPr>
              <a:t>client</a:t>
            </a:r>
            <a:r>
              <a:rPr lang="en" sz="1200">
                <a:latin typeface="Consolas"/>
                <a:ea typeface="Consolas"/>
                <a:cs typeface="Consolas"/>
                <a:sym typeface="Consolas"/>
              </a:rPr>
              <a:t> = </a:t>
            </a:r>
            <a:r>
              <a:rPr lang="en" sz="1200">
                <a:solidFill>
                  <a:srgbClr val="AF00DB"/>
                </a:solidFill>
                <a:latin typeface="Consolas"/>
                <a:ea typeface="Consolas"/>
                <a:cs typeface="Consolas"/>
                <a:sym typeface="Consolas"/>
              </a:rPr>
              <a:t>new</a:t>
            </a:r>
            <a:r>
              <a:rPr lang="en" sz="1200">
                <a:latin typeface="Consolas"/>
                <a:ea typeface="Consolas"/>
                <a:cs typeface="Consolas"/>
                <a:sym typeface="Consolas"/>
              </a:rPr>
              <a:t> </a:t>
            </a:r>
            <a:r>
              <a:rPr lang="en" sz="1200">
                <a:solidFill>
                  <a:srgbClr val="795E26"/>
                </a:solidFill>
                <a:latin typeface="Consolas"/>
                <a:ea typeface="Consolas"/>
                <a:cs typeface="Consolas"/>
                <a:sym typeface="Consolas"/>
              </a:rPr>
              <a:t>Socket</a:t>
            </a:r>
            <a:r>
              <a:rPr lang="en" sz="1200">
                <a:latin typeface="Consolas"/>
                <a:ea typeface="Consolas"/>
                <a:cs typeface="Consolas"/>
                <a:sym typeface="Consolas"/>
              </a:rPr>
              <a:t>(</a:t>
            </a:r>
            <a:r>
              <a:rPr lang="en" sz="1200">
                <a:solidFill>
                  <a:srgbClr val="A31515"/>
                </a:solidFill>
                <a:latin typeface="Consolas"/>
                <a:ea typeface="Consolas"/>
                <a:cs typeface="Consolas"/>
                <a:sym typeface="Consolas"/>
              </a:rPr>
              <a:t>"somehost.net"</a:t>
            </a:r>
            <a:r>
              <a:rPr lang="en" sz="1200">
                <a:latin typeface="Consolas"/>
                <a:ea typeface="Consolas"/>
                <a:cs typeface="Consolas"/>
                <a:sym typeface="Consolas"/>
              </a:rPr>
              <a:t>, </a:t>
            </a:r>
            <a:r>
              <a:rPr lang="en" sz="1200">
                <a:solidFill>
                  <a:srgbClr val="098658"/>
                </a:solidFill>
                <a:latin typeface="Consolas"/>
                <a:ea typeface="Consolas"/>
                <a:cs typeface="Consolas"/>
                <a:sym typeface="Consolas"/>
              </a:rPr>
              <a:t>54321</a:t>
            </a:r>
            <a:r>
              <a:rPr lang="en" sz="1200">
                <a:latin typeface="Consolas"/>
                <a:ea typeface="Consolas"/>
                <a:cs typeface="Consolas"/>
                <a:sym typeface="Consolas"/>
              </a:rPr>
              <a:t>);</a:t>
            </a:r>
            <a:endParaRPr sz="1200">
              <a:latin typeface="Consolas"/>
              <a:ea typeface="Consolas"/>
              <a:cs typeface="Consolas"/>
              <a:sym typeface="Consolas"/>
            </a:endParaRPr>
          </a:p>
          <a:p>
            <a:pPr marL="0" lvl="0" indent="0" algn="l" rtl="0">
              <a:lnSpc>
                <a:spcPct val="135714"/>
              </a:lnSpc>
              <a:spcBef>
                <a:spcPts val="0"/>
              </a:spcBef>
              <a:spcAft>
                <a:spcPts val="0"/>
              </a:spcAft>
              <a:buNone/>
            </a:pPr>
            <a:r>
              <a:rPr lang="en" sz="1200">
                <a:solidFill>
                  <a:srgbClr val="098658"/>
                </a:solidFill>
                <a:latin typeface="Consolas"/>
                <a:ea typeface="Consolas"/>
                <a:cs typeface="Consolas"/>
                <a:sym typeface="Consolas"/>
              </a:rPr>
              <a:t>2  </a:t>
            </a:r>
            <a:r>
              <a:rPr lang="en" sz="1200">
                <a:solidFill>
                  <a:srgbClr val="267F99"/>
                </a:solidFill>
                <a:latin typeface="Consolas"/>
                <a:ea typeface="Consolas"/>
                <a:cs typeface="Consolas"/>
                <a:sym typeface="Consolas"/>
              </a:rPr>
              <a:t>OutputStream</a:t>
            </a:r>
            <a:r>
              <a:rPr lang="en" sz="1200">
                <a:latin typeface="Consolas"/>
                <a:ea typeface="Consolas"/>
                <a:cs typeface="Consolas"/>
                <a:sym typeface="Consolas"/>
              </a:rPr>
              <a:t> </a:t>
            </a:r>
            <a:r>
              <a:rPr lang="en" sz="1200">
                <a:solidFill>
                  <a:srgbClr val="001080"/>
                </a:solidFill>
                <a:latin typeface="Consolas"/>
                <a:ea typeface="Consolas"/>
                <a:cs typeface="Consolas"/>
                <a:sym typeface="Consolas"/>
              </a:rPr>
              <a:t>out</a:t>
            </a:r>
            <a:r>
              <a:rPr lang="en" sz="1200">
                <a:latin typeface="Consolas"/>
                <a:ea typeface="Consolas"/>
                <a:cs typeface="Consolas"/>
                <a:sym typeface="Consolas"/>
              </a:rPr>
              <a:t> = </a:t>
            </a:r>
            <a:r>
              <a:rPr lang="en" sz="1200">
                <a:solidFill>
                  <a:srgbClr val="001080"/>
                </a:solidFill>
                <a:latin typeface="Consolas"/>
                <a:ea typeface="Consolas"/>
                <a:cs typeface="Consolas"/>
                <a:sym typeface="Consolas"/>
              </a:rPr>
              <a:t>client</a:t>
            </a:r>
            <a:r>
              <a:rPr lang="en" sz="1200">
                <a:latin typeface="Consolas"/>
                <a:ea typeface="Consolas"/>
                <a:cs typeface="Consolas"/>
                <a:sym typeface="Consolas"/>
              </a:rPr>
              <a:t>.</a:t>
            </a:r>
            <a:r>
              <a:rPr lang="en" sz="1200">
                <a:solidFill>
                  <a:srgbClr val="795E26"/>
                </a:solidFill>
                <a:latin typeface="Consolas"/>
                <a:ea typeface="Consolas"/>
                <a:cs typeface="Consolas"/>
                <a:sym typeface="Consolas"/>
              </a:rPr>
              <a:t>getOutputStream</a:t>
            </a:r>
            <a:r>
              <a:rPr lang="en" sz="1200">
                <a:latin typeface="Consolas"/>
                <a:ea typeface="Consolas"/>
                <a:cs typeface="Consolas"/>
                <a:sym typeface="Consolas"/>
              </a:rPr>
              <a:t>();</a:t>
            </a:r>
            <a:endParaRPr sz="1200">
              <a:latin typeface="Consolas"/>
              <a:ea typeface="Consolas"/>
              <a:cs typeface="Consolas"/>
              <a:sym typeface="Consolas"/>
            </a:endParaRPr>
          </a:p>
          <a:p>
            <a:pPr marL="0" lvl="0" indent="0" algn="l" rtl="0">
              <a:lnSpc>
                <a:spcPct val="135714"/>
              </a:lnSpc>
              <a:spcBef>
                <a:spcPts val="0"/>
              </a:spcBef>
              <a:spcAft>
                <a:spcPts val="0"/>
              </a:spcAft>
              <a:buNone/>
            </a:pPr>
            <a:r>
              <a:rPr lang="en" sz="1200">
                <a:solidFill>
                  <a:srgbClr val="098658"/>
                </a:solidFill>
                <a:latin typeface="Consolas"/>
                <a:ea typeface="Consolas"/>
                <a:cs typeface="Consolas"/>
                <a:sym typeface="Consolas"/>
              </a:rPr>
              <a:t>3  </a:t>
            </a:r>
            <a:r>
              <a:rPr lang="en" sz="1200">
                <a:solidFill>
                  <a:srgbClr val="267F99"/>
                </a:solidFill>
                <a:latin typeface="Consolas"/>
                <a:ea typeface="Consolas"/>
                <a:cs typeface="Consolas"/>
                <a:sym typeface="Consolas"/>
              </a:rPr>
              <a:t>PrintWriter</a:t>
            </a:r>
            <a:r>
              <a:rPr lang="en" sz="1200">
                <a:latin typeface="Consolas"/>
                <a:ea typeface="Consolas"/>
                <a:cs typeface="Consolas"/>
                <a:sym typeface="Consolas"/>
              </a:rPr>
              <a:t> </a:t>
            </a:r>
            <a:r>
              <a:rPr lang="en" sz="1200">
                <a:solidFill>
                  <a:srgbClr val="001080"/>
                </a:solidFill>
                <a:latin typeface="Consolas"/>
                <a:ea typeface="Consolas"/>
                <a:cs typeface="Consolas"/>
                <a:sym typeface="Consolas"/>
              </a:rPr>
              <a:t>printer</a:t>
            </a:r>
            <a:r>
              <a:rPr lang="en" sz="1200">
                <a:latin typeface="Consolas"/>
                <a:ea typeface="Consolas"/>
                <a:cs typeface="Consolas"/>
                <a:sym typeface="Consolas"/>
              </a:rPr>
              <a:t> = </a:t>
            </a:r>
            <a:r>
              <a:rPr lang="en" sz="1200">
                <a:solidFill>
                  <a:srgbClr val="AF00DB"/>
                </a:solidFill>
                <a:latin typeface="Consolas"/>
                <a:ea typeface="Consolas"/>
                <a:cs typeface="Consolas"/>
                <a:sym typeface="Consolas"/>
              </a:rPr>
              <a:t>new</a:t>
            </a:r>
            <a:r>
              <a:rPr lang="en" sz="1200">
                <a:latin typeface="Consolas"/>
                <a:ea typeface="Consolas"/>
                <a:cs typeface="Consolas"/>
                <a:sym typeface="Consolas"/>
              </a:rPr>
              <a:t> </a:t>
            </a:r>
            <a:r>
              <a:rPr lang="en" sz="1200">
                <a:solidFill>
                  <a:srgbClr val="795E26"/>
                </a:solidFill>
                <a:latin typeface="Consolas"/>
                <a:ea typeface="Consolas"/>
                <a:cs typeface="Consolas"/>
                <a:sym typeface="Consolas"/>
              </a:rPr>
              <a:t>PrintWriter</a:t>
            </a:r>
            <a:r>
              <a:rPr lang="en" sz="1200">
                <a:latin typeface="Consolas"/>
                <a:ea typeface="Consolas"/>
                <a:cs typeface="Consolas"/>
                <a:sym typeface="Consolas"/>
              </a:rPr>
              <a:t>(</a:t>
            </a:r>
            <a:r>
              <a:rPr lang="en" sz="1200">
                <a:solidFill>
                  <a:srgbClr val="001080"/>
                </a:solidFill>
                <a:latin typeface="Consolas"/>
                <a:ea typeface="Consolas"/>
                <a:cs typeface="Consolas"/>
                <a:sym typeface="Consolas"/>
              </a:rPr>
              <a:t>out</a:t>
            </a:r>
            <a:r>
              <a:rPr lang="en" sz="1200">
                <a:latin typeface="Consolas"/>
                <a:ea typeface="Consolas"/>
                <a:cs typeface="Consolas"/>
                <a:sym typeface="Consolas"/>
              </a:rPr>
              <a:t>);</a:t>
            </a:r>
            <a:endParaRPr sz="1200">
              <a:latin typeface="Consolas"/>
              <a:ea typeface="Consolas"/>
              <a:cs typeface="Consolas"/>
              <a:sym typeface="Consolas"/>
            </a:endParaRPr>
          </a:p>
          <a:p>
            <a:pPr marL="0" lvl="0" indent="0" algn="l" rtl="0">
              <a:lnSpc>
                <a:spcPct val="135714"/>
              </a:lnSpc>
              <a:spcBef>
                <a:spcPts val="0"/>
              </a:spcBef>
              <a:spcAft>
                <a:spcPts val="0"/>
              </a:spcAft>
              <a:buNone/>
            </a:pPr>
            <a:r>
              <a:rPr lang="en" sz="1200">
                <a:solidFill>
                  <a:srgbClr val="098658"/>
                </a:solidFill>
                <a:latin typeface="Consolas"/>
                <a:ea typeface="Consolas"/>
                <a:cs typeface="Consolas"/>
                <a:sym typeface="Consolas"/>
              </a:rPr>
              <a:t>4  </a:t>
            </a:r>
            <a:r>
              <a:rPr lang="en" sz="1200">
                <a:solidFill>
                  <a:srgbClr val="001080"/>
                </a:solidFill>
                <a:latin typeface="Consolas"/>
                <a:ea typeface="Consolas"/>
                <a:cs typeface="Consolas"/>
                <a:sym typeface="Consolas"/>
              </a:rPr>
              <a:t>printer</a:t>
            </a:r>
            <a:r>
              <a:rPr lang="en" sz="1200">
                <a:latin typeface="Consolas"/>
                <a:ea typeface="Consolas"/>
                <a:cs typeface="Consolas"/>
                <a:sym typeface="Consolas"/>
              </a:rPr>
              <a:t>.</a:t>
            </a:r>
            <a:r>
              <a:rPr lang="en" sz="1200">
                <a:solidFill>
                  <a:srgbClr val="795E26"/>
                </a:solidFill>
                <a:latin typeface="Consolas"/>
                <a:ea typeface="Consolas"/>
                <a:cs typeface="Consolas"/>
                <a:sym typeface="Consolas"/>
              </a:rPr>
              <a:t>println</a:t>
            </a:r>
            <a:r>
              <a:rPr lang="en" sz="1200">
                <a:latin typeface="Consolas"/>
                <a:ea typeface="Consolas"/>
                <a:cs typeface="Consolas"/>
                <a:sym typeface="Consolas"/>
              </a:rPr>
              <a:t>(</a:t>
            </a:r>
            <a:r>
              <a:rPr lang="en" sz="1200">
                <a:solidFill>
                  <a:srgbClr val="A31515"/>
                </a:solidFill>
                <a:latin typeface="Consolas"/>
                <a:ea typeface="Consolas"/>
                <a:cs typeface="Consolas"/>
                <a:sym typeface="Consolas"/>
              </a:rPr>
              <a:t>"John Denver"</a:t>
            </a:r>
            <a:r>
              <a:rPr lang="en" sz="1200">
                <a:latin typeface="Consolas"/>
                <a:ea typeface="Consolas"/>
                <a:cs typeface="Consolas"/>
                <a:sym typeface="Consolas"/>
              </a:rPr>
              <a:t>);</a:t>
            </a:r>
            <a:endParaRPr sz="1200">
              <a:latin typeface="Consolas"/>
              <a:ea typeface="Consolas"/>
              <a:cs typeface="Consolas"/>
              <a:sym typeface="Consolas"/>
            </a:endParaRPr>
          </a:p>
          <a:p>
            <a:pPr marL="0" lvl="0" indent="0" algn="l" rtl="0">
              <a:lnSpc>
                <a:spcPct val="135714"/>
              </a:lnSpc>
              <a:spcBef>
                <a:spcPts val="0"/>
              </a:spcBef>
              <a:spcAft>
                <a:spcPts val="0"/>
              </a:spcAft>
              <a:buNone/>
            </a:pPr>
            <a:r>
              <a:rPr lang="en" sz="1200">
                <a:solidFill>
                  <a:srgbClr val="098658"/>
                </a:solidFill>
                <a:latin typeface="Consolas"/>
                <a:ea typeface="Consolas"/>
                <a:cs typeface="Consolas"/>
                <a:sym typeface="Consolas"/>
              </a:rPr>
              <a:t>5</a:t>
            </a:r>
            <a:endParaRPr sz="1200">
              <a:latin typeface="Consolas"/>
              <a:ea typeface="Consolas"/>
              <a:cs typeface="Consolas"/>
              <a:sym typeface="Consolas"/>
            </a:endParaRPr>
          </a:p>
          <a:p>
            <a:pPr marL="0" lvl="0" indent="0" algn="l" rtl="0">
              <a:lnSpc>
                <a:spcPct val="135714"/>
              </a:lnSpc>
              <a:spcBef>
                <a:spcPts val="0"/>
              </a:spcBef>
              <a:spcAft>
                <a:spcPts val="0"/>
              </a:spcAft>
              <a:buNone/>
            </a:pPr>
            <a:r>
              <a:rPr lang="en" sz="1200">
                <a:solidFill>
                  <a:srgbClr val="098658"/>
                </a:solidFill>
                <a:latin typeface="Consolas"/>
                <a:ea typeface="Consolas"/>
                <a:cs typeface="Consolas"/>
                <a:sym typeface="Consolas"/>
              </a:rPr>
              <a:t>6  </a:t>
            </a:r>
            <a:r>
              <a:rPr lang="en" sz="1200">
                <a:solidFill>
                  <a:srgbClr val="001080"/>
                </a:solidFill>
                <a:latin typeface="Consolas"/>
                <a:ea typeface="Consolas"/>
                <a:cs typeface="Consolas"/>
                <a:sym typeface="Consolas"/>
              </a:rPr>
              <a:t>printer</a:t>
            </a:r>
            <a:r>
              <a:rPr lang="en" sz="1200">
                <a:latin typeface="Consolas"/>
                <a:ea typeface="Consolas"/>
                <a:cs typeface="Consolas"/>
                <a:sym typeface="Consolas"/>
              </a:rPr>
              <a:t>.</a:t>
            </a:r>
            <a:r>
              <a:rPr lang="en" sz="1200">
                <a:solidFill>
                  <a:srgbClr val="795E26"/>
                </a:solidFill>
                <a:latin typeface="Consolas"/>
                <a:ea typeface="Consolas"/>
                <a:cs typeface="Consolas"/>
                <a:sym typeface="Consolas"/>
              </a:rPr>
              <a:t>flush</a:t>
            </a:r>
            <a:r>
              <a:rPr lang="en" sz="1200">
                <a:latin typeface="Consolas"/>
                <a:ea typeface="Consolas"/>
                <a:cs typeface="Consolas"/>
                <a:sym typeface="Consolas"/>
              </a:rPr>
              <a:t>();</a:t>
            </a:r>
            <a:endParaRPr sz="1200">
              <a:latin typeface="Consolas"/>
              <a:ea typeface="Consolas"/>
              <a:cs typeface="Consolas"/>
              <a:sym typeface="Consolas"/>
            </a:endParaRPr>
          </a:p>
          <a:p>
            <a:pPr marL="0" lvl="0" indent="0" algn="l" rtl="0">
              <a:lnSpc>
                <a:spcPct val="135714"/>
              </a:lnSpc>
              <a:spcBef>
                <a:spcPts val="0"/>
              </a:spcBef>
              <a:spcAft>
                <a:spcPts val="0"/>
              </a:spcAft>
              <a:buNone/>
            </a:pPr>
            <a:r>
              <a:rPr lang="en" sz="1200">
                <a:solidFill>
                  <a:srgbClr val="098658"/>
                </a:solidFill>
                <a:latin typeface="Consolas"/>
                <a:ea typeface="Consolas"/>
                <a:cs typeface="Consolas"/>
                <a:sym typeface="Consolas"/>
              </a:rPr>
              <a:t>7  </a:t>
            </a:r>
            <a:r>
              <a:rPr lang="en" sz="1200">
                <a:solidFill>
                  <a:srgbClr val="001080"/>
                </a:solidFill>
                <a:latin typeface="Consolas"/>
                <a:ea typeface="Consolas"/>
                <a:cs typeface="Consolas"/>
                <a:sym typeface="Consolas"/>
              </a:rPr>
              <a:t>client</a:t>
            </a:r>
            <a:r>
              <a:rPr lang="en" sz="1200">
                <a:latin typeface="Consolas"/>
                <a:ea typeface="Consolas"/>
                <a:cs typeface="Consolas"/>
                <a:sym typeface="Consolas"/>
              </a:rPr>
              <a:t>.</a:t>
            </a:r>
            <a:r>
              <a:rPr lang="en" sz="1200">
                <a:solidFill>
                  <a:srgbClr val="795E26"/>
                </a:solidFill>
                <a:latin typeface="Consolas"/>
                <a:ea typeface="Consolas"/>
                <a:cs typeface="Consolas"/>
                <a:sym typeface="Consolas"/>
              </a:rPr>
              <a:t>close</a:t>
            </a:r>
            <a:r>
              <a:rPr lang="en" sz="1200">
                <a:latin typeface="Consolas"/>
                <a:ea typeface="Consolas"/>
                <a:cs typeface="Consolas"/>
                <a:sym typeface="Consolas"/>
              </a:rPr>
              <a:t>();</a:t>
            </a:r>
            <a:endParaRPr sz="1200">
              <a:solidFill>
                <a:srgbClr val="569CD6"/>
              </a:solidFill>
              <a:latin typeface="Consolas"/>
              <a:ea typeface="Consolas"/>
              <a:cs typeface="Consolas"/>
              <a:sym typeface="Consolas"/>
            </a:endParaRPr>
          </a:p>
        </p:txBody>
      </p:sp>
      <p:sp>
        <p:nvSpPr>
          <p:cNvPr id="554" name="Google Shape;554;p5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24</a:t>
            </a:fld>
            <a:endParaRPr/>
          </a:p>
        </p:txBody>
      </p:sp>
      <p:sp>
        <p:nvSpPr>
          <p:cNvPr id="555" name="Google Shape;555;p55"/>
          <p:cNvSpPr txBox="1">
            <a:spLocks noGrp="1"/>
          </p:cNvSpPr>
          <p:nvPr>
            <p:ph type="title"/>
          </p:nvPr>
        </p:nvSpPr>
        <p:spPr>
          <a:xfrm>
            <a:off x="311725" y="437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Using </a:t>
            </a:r>
            <a:r>
              <a:rPr lang="en">
                <a:latin typeface="Courier New"/>
                <a:ea typeface="Courier New"/>
                <a:cs typeface="Courier New"/>
                <a:sym typeface="Courier New"/>
              </a:rPr>
              <a:t>PrintWriter</a:t>
            </a:r>
            <a:r>
              <a:rPr lang="en"/>
              <a:t> to Send Data</a:t>
            </a:r>
            <a:endParaRPr/>
          </a:p>
        </p:txBody>
      </p:sp>
      <p:sp>
        <p:nvSpPr>
          <p:cNvPr id="556" name="Google Shape;556;p55"/>
          <p:cNvSpPr txBox="1"/>
          <p:nvPr/>
        </p:nvSpPr>
        <p:spPr>
          <a:xfrm>
            <a:off x="150375" y="1194325"/>
            <a:ext cx="33654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latin typeface="Roboto"/>
                <a:ea typeface="Roboto"/>
                <a:cs typeface="Roboto"/>
                <a:sym typeface="Roboto"/>
              </a:rPr>
              <a:t>A socket's </a:t>
            </a:r>
            <a:r>
              <a:rPr lang="en" sz="1200">
                <a:latin typeface="Courier New"/>
                <a:ea typeface="Courier New"/>
                <a:cs typeface="Courier New"/>
                <a:sym typeface="Courier New"/>
              </a:rPr>
              <a:t>OutputStream</a:t>
            </a:r>
            <a:r>
              <a:rPr lang="en" sz="1200">
                <a:latin typeface="Roboto"/>
                <a:ea typeface="Roboto"/>
                <a:cs typeface="Roboto"/>
                <a:sym typeface="Roboto"/>
              </a:rPr>
              <a:t> can send data as </a:t>
            </a:r>
            <a:r>
              <a:rPr lang="en" sz="1200" b="1" i="1">
                <a:solidFill>
                  <a:srgbClr val="FF0000"/>
                </a:solidFill>
                <a:latin typeface="Roboto"/>
                <a:ea typeface="Roboto"/>
                <a:cs typeface="Roboto"/>
                <a:sym typeface="Roboto"/>
              </a:rPr>
              <a:t>bytes </a:t>
            </a:r>
            <a:r>
              <a:rPr lang="en" sz="1200">
                <a:latin typeface="Roboto"/>
                <a:ea typeface="Roboto"/>
                <a:cs typeface="Roboto"/>
                <a:sym typeface="Roboto"/>
              </a:rPr>
              <a:t>or </a:t>
            </a:r>
            <a:r>
              <a:rPr lang="en" sz="1200" b="1" i="1">
                <a:solidFill>
                  <a:srgbClr val="FF0000"/>
                </a:solidFill>
                <a:latin typeface="Roboto"/>
                <a:ea typeface="Roboto"/>
                <a:cs typeface="Roboto"/>
                <a:sym typeface="Roboto"/>
              </a:rPr>
              <a:t>byte arrays</a:t>
            </a:r>
            <a:r>
              <a:rPr lang="en" sz="1200">
                <a:latin typeface="Roboto"/>
                <a:ea typeface="Roboto"/>
                <a:cs typeface="Roboto"/>
                <a:sym typeface="Roboto"/>
              </a:rPr>
              <a:t>. It can be difficult to use, especially when sending text data.</a:t>
            </a:r>
            <a:endParaRPr sz="1200">
              <a:latin typeface="Roboto"/>
              <a:ea typeface="Roboto"/>
              <a:cs typeface="Roboto"/>
              <a:sym typeface="Roboto"/>
            </a:endParaRPr>
          </a:p>
        </p:txBody>
      </p:sp>
      <p:sp>
        <p:nvSpPr>
          <p:cNvPr id="557" name="Google Shape;557;p55"/>
          <p:cNvSpPr txBox="1"/>
          <p:nvPr/>
        </p:nvSpPr>
        <p:spPr>
          <a:xfrm>
            <a:off x="150375" y="2382675"/>
            <a:ext cx="1983600" cy="1293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latin typeface="Roboto"/>
                <a:ea typeface="Roboto"/>
                <a:cs typeface="Roboto"/>
                <a:sym typeface="Roboto"/>
              </a:rPr>
              <a:t>A </a:t>
            </a:r>
            <a:r>
              <a:rPr lang="en" sz="1200">
                <a:latin typeface="Courier New"/>
                <a:ea typeface="Courier New"/>
                <a:cs typeface="Courier New"/>
                <a:sym typeface="Courier New"/>
              </a:rPr>
              <a:t>PrintWriter</a:t>
            </a:r>
            <a:r>
              <a:rPr lang="en" sz="1200">
                <a:latin typeface="Roboto"/>
                <a:ea typeface="Roboto"/>
                <a:cs typeface="Roboto"/>
                <a:sym typeface="Roboto"/>
              </a:rPr>
              <a:t> can </a:t>
            </a:r>
            <a:r>
              <a:rPr lang="en" sz="1200" i="1">
                <a:latin typeface="Roboto"/>
                <a:ea typeface="Roboto"/>
                <a:cs typeface="Roboto"/>
                <a:sym typeface="Roboto"/>
              </a:rPr>
              <a:t>wrap </a:t>
            </a:r>
            <a:r>
              <a:rPr lang="en" sz="1200">
                <a:latin typeface="Roboto"/>
                <a:ea typeface="Roboto"/>
                <a:cs typeface="Roboto"/>
                <a:sym typeface="Roboto"/>
              </a:rPr>
              <a:t>an </a:t>
            </a:r>
            <a:r>
              <a:rPr lang="en" sz="1200">
                <a:latin typeface="Courier New"/>
                <a:ea typeface="Courier New"/>
                <a:cs typeface="Courier New"/>
                <a:sym typeface="Courier New"/>
              </a:rPr>
              <a:t>OutputStream</a:t>
            </a:r>
            <a:r>
              <a:rPr lang="en" sz="1200">
                <a:latin typeface="Roboto"/>
                <a:ea typeface="Roboto"/>
                <a:cs typeface="Roboto"/>
                <a:sym typeface="Roboto"/>
              </a:rPr>
              <a:t> and can be used to send strings easily using its </a:t>
            </a:r>
            <a:r>
              <a:rPr lang="en" sz="1200">
                <a:latin typeface="Courier New"/>
                <a:ea typeface="Courier New"/>
                <a:cs typeface="Courier New"/>
                <a:sym typeface="Courier New"/>
              </a:rPr>
              <a:t>println(String)</a:t>
            </a:r>
            <a:r>
              <a:rPr lang="en" sz="1200">
                <a:latin typeface="Roboto"/>
                <a:ea typeface="Roboto"/>
                <a:cs typeface="Roboto"/>
                <a:sym typeface="Roboto"/>
              </a:rPr>
              <a:t> method.</a:t>
            </a:r>
            <a:endParaRPr/>
          </a:p>
        </p:txBody>
      </p:sp>
      <p:sp>
        <p:nvSpPr>
          <p:cNvPr id="558" name="Google Shape;558;p55"/>
          <p:cNvSpPr txBox="1"/>
          <p:nvPr/>
        </p:nvSpPr>
        <p:spPr>
          <a:xfrm>
            <a:off x="5628225" y="1194325"/>
            <a:ext cx="3365400" cy="923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latin typeface="Roboto"/>
                <a:ea typeface="Roboto"/>
                <a:cs typeface="Roboto"/>
                <a:sym typeface="Roboto"/>
              </a:rPr>
              <a:t>It is more efficient to send large "chunks" of data than it is to send lots of little messages over the network. Because of this, a socket will </a:t>
            </a:r>
            <a:r>
              <a:rPr lang="en" sz="1200" b="1" i="1">
                <a:solidFill>
                  <a:srgbClr val="FF0000"/>
                </a:solidFill>
                <a:latin typeface="Roboto"/>
                <a:ea typeface="Roboto"/>
                <a:cs typeface="Roboto"/>
                <a:sym typeface="Roboto"/>
              </a:rPr>
              <a:t>buffer</a:t>
            </a:r>
            <a:r>
              <a:rPr lang="en" sz="1200">
                <a:solidFill>
                  <a:srgbClr val="FF0000"/>
                </a:solidFill>
                <a:latin typeface="Roboto"/>
                <a:ea typeface="Roboto"/>
                <a:cs typeface="Roboto"/>
                <a:sym typeface="Roboto"/>
              </a:rPr>
              <a:t> </a:t>
            </a:r>
            <a:r>
              <a:rPr lang="en" sz="1200">
                <a:latin typeface="Roboto"/>
                <a:ea typeface="Roboto"/>
                <a:cs typeface="Roboto"/>
                <a:sym typeface="Roboto"/>
              </a:rPr>
              <a:t>the data until it is </a:t>
            </a:r>
            <a:r>
              <a:rPr lang="en" sz="1200" b="1" i="1">
                <a:solidFill>
                  <a:srgbClr val="FF0000"/>
                </a:solidFill>
                <a:latin typeface="Roboto"/>
                <a:ea typeface="Roboto"/>
                <a:cs typeface="Roboto"/>
                <a:sym typeface="Roboto"/>
              </a:rPr>
              <a:t>flushed</a:t>
            </a:r>
            <a:r>
              <a:rPr lang="en" sz="1200">
                <a:latin typeface="Roboto"/>
                <a:ea typeface="Roboto"/>
                <a:cs typeface="Roboto"/>
                <a:sym typeface="Roboto"/>
              </a:rPr>
              <a:t>.</a:t>
            </a:r>
            <a:endParaRPr>
              <a:latin typeface="Roboto"/>
              <a:ea typeface="Roboto"/>
              <a:cs typeface="Roboto"/>
              <a:sym typeface="Roboto"/>
            </a:endParaRPr>
          </a:p>
        </p:txBody>
      </p:sp>
      <p:grpSp>
        <p:nvGrpSpPr>
          <p:cNvPr id="559" name="Google Shape;559;p55"/>
          <p:cNvGrpSpPr/>
          <p:nvPr/>
        </p:nvGrpSpPr>
        <p:grpSpPr>
          <a:xfrm>
            <a:off x="2133975" y="2783367"/>
            <a:ext cx="4067125" cy="503295"/>
            <a:chOff x="2133975" y="2935809"/>
            <a:chExt cx="4067125" cy="534000"/>
          </a:xfrm>
        </p:grpSpPr>
        <p:sp>
          <p:nvSpPr>
            <p:cNvPr id="560" name="Google Shape;560;p55"/>
            <p:cNvSpPr/>
            <p:nvPr/>
          </p:nvSpPr>
          <p:spPr>
            <a:xfrm>
              <a:off x="2542000" y="2935809"/>
              <a:ext cx="3659100" cy="5340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61" name="Google Shape;561;p55"/>
            <p:cNvCxnSpPr>
              <a:stCxn id="557" idx="3"/>
              <a:endCxn id="560" idx="1"/>
            </p:cNvCxnSpPr>
            <p:nvPr/>
          </p:nvCxnSpPr>
          <p:spPr>
            <a:xfrm>
              <a:off x="2133975" y="3196613"/>
              <a:ext cx="408000" cy="6300"/>
            </a:xfrm>
            <a:prstGeom prst="straightConnector1">
              <a:avLst/>
            </a:prstGeom>
            <a:noFill/>
            <a:ln w="19050" cap="flat" cmpd="sng">
              <a:solidFill>
                <a:srgbClr val="FF0000"/>
              </a:solidFill>
              <a:prstDash val="solid"/>
              <a:round/>
              <a:headEnd type="none" w="med" len="med"/>
              <a:tailEnd type="none" w="med" len="med"/>
            </a:ln>
          </p:spPr>
        </p:cxnSp>
      </p:grpSp>
      <p:sp>
        <p:nvSpPr>
          <p:cNvPr id="562" name="Google Shape;562;p55"/>
          <p:cNvSpPr txBox="1"/>
          <p:nvPr/>
        </p:nvSpPr>
        <p:spPr>
          <a:xfrm>
            <a:off x="7010025" y="3267650"/>
            <a:ext cx="19836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latin typeface="Roboto"/>
                <a:ea typeface="Roboto"/>
                <a:cs typeface="Roboto"/>
                <a:sym typeface="Roboto"/>
              </a:rPr>
              <a:t>If you forget to flush, the data will never be sent over the socket!</a:t>
            </a:r>
            <a:endParaRPr/>
          </a:p>
        </p:txBody>
      </p:sp>
      <p:grpSp>
        <p:nvGrpSpPr>
          <p:cNvPr id="563" name="Google Shape;563;p55"/>
          <p:cNvGrpSpPr/>
          <p:nvPr/>
        </p:nvGrpSpPr>
        <p:grpSpPr>
          <a:xfrm>
            <a:off x="2542000" y="3515300"/>
            <a:ext cx="4468025" cy="243600"/>
            <a:chOff x="2542000" y="3515300"/>
            <a:chExt cx="4468025" cy="243600"/>
          </a:xfrm>
        </p:grpSpPr>
        <p:sp>
          <p:nvSpPr>
            <p:cNvPr id="564" name="Google Shape;564;p55"/>
            <p:cNvSpPr/>
            <p:nvPr/>
          </p:nvSpPr>
          <p:spPr>
            <a:xfrm>
              <a:off x="2542000" y="3515300"/>
              <a:ext cx="1432200" cy="2436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65" name="Google Shape;565;p55"/>
            <p:cNvCxnSpPr>
              <a:stCxn id="562" idx="1"/>
              <a:endCxn id="564" idx="3"/>
            </p:cNvCxnSpPr>
            <p:nvPr/>
          </p:nvCxnSpPr>
          <p:spPr>
            <a:xfrm rot="10800000">
              <a:off x="3974325" y="3637100"/>
              <a:ext cx="3035700" cy="0"/>
            </a:xfrm>
            <a:prstGeom prst="straightConnector1">
              <a:avLst/>
            </a:prstGeom>
            <a:noFill/>
            <a:ln w="19050" cap="flat" cmpd="sng">
              <a:solidFill>
                <a:srgbClr val="FF0000"/>
              </a:solidFill>
              <a:prstDash val="solid"/>
              <a:round/>
              <a:headEnd type="none" w="med" len="med"/>
              <a:tailEnd type="none" w="med" len="med"/>
            </a:ln>
          </p:spPr>
        </p:cxn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55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57"/>
                                        </p:tgtEl>
                                        <p:attrNameLst>
                                          <p:attrName>style.visibility</p:attrName>
                                        </p:attrNameLst>
                                      </p:cBhvr>
                                      <p:to>
                                        <p:strVal val="visible"/>
                                      </p:to>
                                    </p:set>
                                  </p:childTnLst>
                                </p:cTn>
                              </p:par>
                            </p:childTnLst>
                          </p:cTn>
                        </p:par>
                        <p:par>
                          <p:cTn id="11" fill="hold">
                            <p:stCondLst>
                              <p:cond delay="0"/>
                            </p:stCondLst>
                            <p:childTnLst>
                              <p:par>
                                <p:cTn id="12" presetID="1" presetClass="entr" presetSubtype="0" fill="hold" nodeType="afterEffect">
                                  <p:stCondLst>
                                    <p:cond delay="0"/>
                                  </p:stCondLst>
                                  <p:childTnLst>
                                    <p:set>
                                      <p:cBhvr>
                                        <p:cTn id="13" dur="1" fill="hold">
                                          <p:stCondLst>
                                            <p:cond delay="0"/>
                                          </p:stCondLst>
                                        </p:cTn>
                                        <p:tgtEl>
                                          <p:spTgt spid="559"/>
                                        </p:tgtEl>
                                        <p:attrNameLst>
                                          <p:attrName>style.visibility</p:attrName>
                                        </p:attrNameLst>
                                      </p:cBhvr>
                                      <p:to>
                                        <p:strVal val="visible"/>
                                      </p:to>
                                    </p:set>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nodeType="clickEffect">
                                  <p:stCondLst>
                                    <p:cond delay="0"/>
                                  </p:stCondLst>
                                  <p:childTnLst>
                                    <p:set>
                                      <p:cBhvr>
                                        <p:cTn id="17" dur="1" fill="hold">
                                          <p:stCondLst>
                                            <p:cond delay="0"/>
                                          </p:stCondLst>
                                        </p:cTn>
                                        <p:tgtEl>
                                          <p:spTgt spid="558"/>
                                        </p:tgtEl>
                                        <p:attrNameLst>
                                          <p:attrName>style.visibility</p:attrName>
                                        </p:attrNameLst>
                                      </p:cBhvr>
                                      <p:to>
                                        <p:strVal val="visible"/>
                                      </p:to>
                                    </p:se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562"/>
                                        </p:tgtEl>
                                        <p:attrNameLst>
                                          <p:attrName>style.visibility</p:attrName>
                                        </p:attrNameLst>
                                      </p:cBhvr>
                                      <p:to>
                                        <p:strVal val="visible"/>
                                      </p:to>
                                    </p:set>
                                  </p:childTnLst>
                                </p:cTn>
                              </p:par>
                            </p:childTnLst>
                          </p:cTn>
                        </p:par>
                        <p:par>
                          <p:cTn id="22" fill="hold">
                            <p:stCondLst>
                              <p:cond delay="0"/>
                            </p:stCondLst>
                            <p:childTnLst>
                              <p:par>
                                <p:cTn id="23" presetID="1" presetClass="entr" presetSubtype="0" fill="hold" nodeType="afterEffect">
                                  <p:stCondLst>
                                    <p:cond delay="0"/>
                                  </p:stCondLst>
                                  <p:childTnLst>
                                    <p:set>
                                      <p:cBhvr>
                                        <p:cTn id="24" dur="1" fill="hold">
                                          <p:stCondLst>
                                            <p:cond delay="0"/>
                                          </p:stCondLst>
                                        </p:cTn>
                                        <p:tgtEl>
                                          <p:spTgt spid="56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569"/>
        <p:cNvGrpSpPr/>
        <p:nvPr/>
      </p:nvGrpSpPr>
      <p:grpSpPr>
        <a:xfrm>
          <a:off x="0" y="0"/>
          <a:ext cx="0" cy="0"/>
          <a:chOff x="0" y="0"/>
          <a:chExt cx="0" cy="0"/>
        </a:xfrm>
      </p:grpSpPr>
      <p:sp>
        <p:nvSpPr>
          <p:cNvPr id="570" name="Google Shape;570;p56"/>
          <p:cNvSpPr txBox="1">
            <a:spLocks noGrp="1"/>
          </p:cNvSpPr>
          <p:nvPr>
            <p:ph type="title"/>
          </p:nvPr>
        </p:nvSpPr>
        <p:spPr>
          <a:xfrm>
            <a:off x="1436850" y="76300"/>
            <a:ext cx="7642500" cy="5967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Clr>
                <a:schemeClr val="dk2"/>
              </a:buClr>
              <a:buSzPts val="3400"/>
              <a:buFont typeface="Calibri"/>
              <a:buNone/>
            </a:pPr>
            <a:r>
              <a:rPr lang="en" sz="3400"/>
              <a:t>Sending Data</a:t>
            </a:r>
            <a:endParaRPr sz="3400"/>
          </a:p>
        </p:txBody>
      </p:sp>
      <p:sp>
        <p:nvSpPr>
          <p:cNvPr id="571" name="Google Shape;571;p56"/>
          <p:cNvSpPr txBox="1">
            <a:spLocks noGrp="1"/>
          </p:cNvSpPr>
          <p:nvPr>
            <p:ph type="body" idx="1"/>
          </p:nvPr>
        </p:nvSpPr>
        <p:spPr>
          <a:xfrm>
            <a:off x="65250" y="731625"/>
            <a:ext cx="8955900" cy="10482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1600"/>
              </a:spcAft>
              <a:buClr>
                <a:srgbClr val="000000"/>
              </a:buClr>
              <a:buSzPts val="1700"/>
              <a:buNone/>
            </a:pPr>
            <a:r>
              <a:rPr lang="en" sz="1700"/>
              <a:t>A Socket can be used to send </a:t>
            </a:r>
            <a:r>
              <a:rPr lang="en" sz="1700" b="1" i="1">
                <a:solidFill>
                  <a:srgbClr val="FF0000"/>
                </a:solidFill>
              </a:rPr>
              <a:t>bytes</a:t>
            </a:r>
            <a:r>
              <a:rPr lang="en" sz="1700">
                <a:solidFill>
                  <a:srgbClr val="FF0000"/>
                </a:solidFill>
              </a:rPr>
              <a:t> </a:t>
            </a:r>
            <a:r>
              <a:rPr lang="en" sz="1700"/>
              <a:t>of data to the computer at the other end of the connection, but we'll mostly be working with characters and strings in this unit. Let's practice using a </a:t>
            </a:r>
            <a:r>
              <a:rPr lang="en" sz="1700">
                <a:latin typeface="Courier New"/>
                <a:ea typeface="Courier New"/>
                <a:cs typeface="Courier New"/>
                <a:sym typeface="Courier New"/>
              </a:rPr>
              <a:t>PrintWriter</a:t>
            </a:r>
            <a:r>
              <a:rPr lang="en" sz="1700"/>
              <a:t> to send strings of data over a TCP/IP connection.</a:t>
            </a:r>
            <a:endParaRPr sz="1700"/>
          </a:p>
        </p:txBody>
      </p:sp>
      <p:sp>
        <p:nvSpPr>
          <p:cNvPr id="572" name="Google Shape;572;p56"/>
          <p:cNvSpPr txBox="1">
            <a:spLocks noGrp="1"/>
          </p:cNvSpPr>
          <p:nvPr>
            <p:ph type="body" idx="2"/>
          </p:nvPr>
        </p:nvSpPr>
        <p:spPr>
          <a:xfrm>
            <a:off x="2463225" y="1772850"/>
            <a:ext cx="6009300" cy="1448400"/>
          </a:xfrm>
          <a:prstGeom prst="rect">
            <a:avLst/>
          </a:prstGeom>
          <a:noFill/>
          <a:ln>
            <a:noFill/>
          </a:ln>
        </p:spPr>
        <p:txBody>
          <a:bodyPr spcFirstLastPara="1" wrap="square" lIns="68575" tIns="34275" rIns="68575" bIns="34275" anchor="t" anchorCtr="0">
            <a:spAutoFit/>
          </a:bodyPr>
          <a:lstStyle/>
          <a:p>
            <a:pPr marL="457200" lvl="0" indent="-330200" algn="l" rtl="0">
              <a:lnSpc>
                <a:spcPct val="115000"/>
              </a:lnSpc>
              <a:spcBef>
                <a:spcPts val="0"/>
              </a:spcBef>
              <a:spcAft>
                <a:spcPts val="0"/>
              </a:spcAft>
              <a:buSzPts val="1600"/>
              <a:buChar char="●"/>
            </a:pPr>
            <a:r>
              <a:rPr lang="en" sz="1600" dirty="0"/>
              <a:t>Create a new "</a:t>
            </a:r>
            <a:r>
              <a:rPr lang="en" sz="1600" dirty="0">
                <a:solidFill>
                  <a:srgbClr val="FF0000"/>
                </a:solidFill>
                <a:latin typeface="Courier New"/>
                <a:ea typeface="Courier New"/>
                <a:cs typeface="Courier New"/>
                <a:sym typeface="Courier New"/>
              </a:rPr>
              <a:t>Name.java</a:t>
            </a:r>
            <a:r>
              <a:rPr lang="en" sz="1600" dirty="0"/>
              <a:t>" file</a:t>
            </a:r>
            <a:endParaRPr sz="1600" dirty="0"/>
          </a:p>
          <a:p>
            <a:pPr marL="457200" lvl="0" indent="-330200" algn="l" rtl="0">
              <a:lnSpc>
                <a:spcPct val="115000"/>
              </a:lnSpc>
              <a:spcBef>
                <a:spcPts val="0"/>
              </a:spcBef>
              <a:spcAft>
                <a:spcPts val="0"/>
              </a:spcAft>
              <a:buSzPts val="1600"/>
              <a:buChar char="●"/>
            </a:pPr>
            <a:r>
              <a:rPr lang="en" sz="1600" dirty="0"/>
              <a:t>Using a </a:t>
            </a:r>
            <a:r>
              <a:rPr lang="en" sz="1600" dirty="0">
                <a:latin typeface="Courier New"/>
                <a:ea typeface="Courier New"/>
                <a:cs typeface="Courier New"/>
                <a:sym typeface="Courier New"/>
              </a:rPr>
              <a:t>Socket</a:t>
            </a:r>
            <a:r>
              <a:rPr lang="en" sz="1600" dirty="0"/>
              <a:t>, form a connection with the IP address and port number that will be </a:t>
            </a:r>
            <a:r>
              <a:rPr lang="en" sz="1600" b="1" i="1" dirty="0">
                <a:solidFill>
                  <a:srgbClr val="FF0000"/>
                </a:solidFill>
              </a:rPr>
              <a:t>provided by your instructor</a:t>
            </a:r>
            <a:endParaRPr sz="1600" b="1" i="1" dirty="0">
              <a:solidFill>
                <a:srgbClr val="FF0000"/>
              </a:solidFill>
            </a:endParaRPr>
          </a:p>
          <a:p>
            <a:pPr marL="457200" lvl="0" indent="-330200" algn="l" rtl="0">
              <a:lnSpc>
                <a:spcPct val="115000"/>
              </a:lnSpc>
              <a:spcBef>
                <a:spcPts val="0"/>
              </a:spcBef>
              <a:spcAft>
                <a:spcPts val="0"/>
              </a:spcAft>
              <a:buSzPts val="1600"/>
              <a:buChar char="●"/>
            </a:pPr>
            <a:r>
              <a:rPr lang="en" sz="1600" dirty="0"/>
              <a:t>Create a </a:t>
            </a:r>
            <a:r>
              <a:rPr lang="en" sz="1600" dirty="0">
                <a:latin typeface="Courier New"/>
                <a:ea typeface="Courier New"/>
                <a:cs typeface="Courier New"/>
                <a:sym typeface="Courier New"/>
              </a:rPr>
              <a:t>PrintWriter</a:t>
            </a:r>
            <a:r>
              <a:rPr lang="en" sz="1600" dirty="0"/>
              <a:t> for the </a:t>
            </a:r>
            <a:r>
              <a:rPr lang="en" sz="1600" dirty="0">
                <a:latin typeface="Courier New"/>
                <a:ea typeface="Courier New"/>
                <a:cs typeface="Courier New"/>
                <a:sym typeface="Courier New"/>
              </a:rPr>
              <a:t>Socket</a:t>
            </a:r>
            <a:r>
              <a:rPr lang="en" sz="1600" dirty="0"/>
              <a:t>'s </a:t>
            </a:r>
            <a:r>
              <a:rPr lang="en" sz="1600" dirty="0">
                <a:latin typeface="Courier New"/>
                <a:ea typeface="Courier New"/>
                <a:cs typeface="Courier New"/>
                <a:sym typeface="Courier New"/>
              </a:rPr>
              <a:t>OutputStream</a:t>
            </a:r>
            <a:endParaRPr sz="1600" dirty="0">
              <a:latin typeface="Courier New"/>
              <a:ea typeface="Courier New"/>
              <a:cs typeface="Courier New"/>
              <a:sym typeface="Courier New"/>
            </a:endParaRPr>
          </a:p>
          <a:p>
            <a:pPr marL="457200" lvl="0" indent="-330200" algn="l" rtl="0">
              <a:lnSpc>
                <a:spcPct val="115000"/>
              </a:lnSpc>
              <a:spcBef>
                <a:spcPts val="0"/>
              </a:spcBef>
              <a:spcAft>
                <a:spcPts val="0"/>
              </a:spcAft>
              <a:buSzPts val="1600"/>
              <a:buChar char="●"/>
            </a:pPr>
            <a:r>
              <a:rPr lang="en" sz="1600" dirty="0"/>
              <a:t>Write your name using the </a:t>
            </a:r>
            <a:r>
              <a:rPr lang="en" sz="1600" dirty="0">
                <a:latin typeface="Courier New"/>
                <a:ea typeface="Courier New"/>
                <a:cs typeface="Courier New"/>
                <a:sym typeface="Courier New"/>
              </a:rPr>
              <a:t>Socket</a:t>
            </a:r>
            <a:endParaRPr sz="1600" dirty="0">
              <a:latin typeface="Courier New"/>
              <a:ea typeface="Courier New"/>
              <a:cs typeface="Courier New"/>
              <a:sym typeface="Courier New"/>
            </a:endParaRPr>
          </a:p>
        </p:txBody>
      </p:sp>
      <p:sp>
        <p:nvSpPr>
          <p:cNvPr id="573" name="Google Shape;573;p5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25</a:t>
            </a:fld>
            <a:endParaRPr/>
          </a:p>
        </p:txBody>
      </p:sp>
      <p:sp>
        <p:nvSpPr>
          <p:cNvPr id="574" name="Google Shape;574;p56"/>
          <p:cNvSpPr txBox="1"/>
          <p:nvPr/>
        </p:nvSpPr>
        <p:spPr>
          <a:xfrm>
            <a:off x="169648" y="1849041"/>
            <a:ext cx="2222700" cy="513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spcBef>
                <a:spcPts val="0"/>
              </a:spcBef>
              <a:spcAft>
                <a:spcPts val="0"/>
              </a:spcAft>
              <a:buNone/>
            </a:pPr>
            <a:r>
              <a:rPr lang="en">
                <a:solidFill>
                  <a:schemeClr val="dk1"/>
                </a:solidFill>
              </a:rPr>
              <a:t>Your instructor will be running the server ...</a:t>
            </a:r>
            <a:endParaRPr>
              <a:solidFill>
                <a:schemeClr val="dk1"/>
              </a:solidFill>
              <a:latin typeface="Arial"/>
              <a:ea typeface="Arial"/>
              <a:cs typeface="Arial"/>
              <a:sym typeface="Arial"/>
            </a:endParaRPr>
          </a:p>
        </p:txBody>
      </p:sp>
      <p:sp>
        <p:nvSpPr>
          <p:cNvPr id="575" name="Google Shape;575;p56"/>
          <p:cNvSpPr txBox="1"/>
          <p:nvPr/>
        </p:nvSpPr>
        <p:spPr>
          <a:xfrm>
            <a:off x="169650" y="2548741"/>
            <a:ext cx="2222700" cy="513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spcBef>
                <a:spcPts val="0"/>
              </a:spcBef>
              <a:spcAft>
                <a:spcPts val="0"/>
              </a:spcAft>
              <a:buNone/>
            </a:pPr>
            <a:r>
              <a:rPr lang="en">
                <a:solidFill>
                  <a:schemeClr val="dk1"/>
                </a:solidFill>
              </a:rPr>
              <a:t>and displaying its output on the screen/projector.</a:t>
            </a:r>
            <a:endParaRPr>
              <a:solidFill>
                <a:schemeClr val="dk1"/>
              </a:solidFill>
              <a:latin typeface="Arial"/>
              <a:ea typeface="Arial"/>
              <a:cs typeface="Arial"/>
              <a:sym typeface="Arial"/>
            </a:endParaRPr>
          </a:p>
        </p:txBody>
      </p:sp>
      <p:sp>
        <p:nvSpPr>
          <p:cNvPr id="576" name="Google Shape;576;p56"/>
          <p:cNvSpPr txBox="1"/>
          <p:nvPr/>
        </p:nvSpPr>
        <p:spPr>
          <a:xfrm>
            <a:off x="169650" y="3248441"/>
            <a:ext cx="2222700" cy="8958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spcBef>
                <a:spcPts val="0"/>
              </a:spcBef>
              <a:spcAft>
                <a:spcPts val="0"/>
              </a:spcAft>
              <a:buNone/>
            </a:pPr>
            <a:r>
              <a:rPr lang="en" dirty="0">
                <a:solidFill>
                  <a:schemeClr val="dk1"/>
                </a:solidFill>
              </a:rPr>
              <a:t>Check the screen to see if you were able to connect and send your name.</a:t>
            </a:r>
            <a:endParaRPr dirty="0">
              <a:solidFill>
                <a:schemeClr val="dk1"/>
              </a:solidFill>
              <a:latin typeface="Arial"/>
              <a:ea typeface="Arial"/>
              <a:cs typeface="Arial"/>
              <a:sym typeface="Arial"/>
            </a:endParaRPr>
          </a:p>
        </p:txBody>
      </p:sp>
      <p:sp>
        <p:nvSpPr>
          <p:cNvPr id="577" name="Google Shape;577;p56"/>
          <p:cNvSpPr txBox="1"/>
          <p:nvPr/>
        </p:nvSpPr>
        <p:spPr>
          <a:xfrm>
            <a:off x="169650" y="4330041"/>
            <a:ext cx="2222700" cy="513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spcBef>
                <a:spcPts val="0"/>
              </a:spcBef>
              <a:spcAft>
                <a:spcPts val="0"/>
              </a:spcAft>
              <a:buNone/>
            </a:pPr>
            <a:r>
              <a:rPr lang="en">
                <a:solidFill>
                  <a:schemeClr val="dk1"/>
                </a:solidFill>
              </a:rPr>
              <a:t>Who will be first?</a:t>
            </a:r>
            <a:endParaRPr>
              <a:solidFill>
                <a:schemeClr val="dk1"/>
              </a:solidFill>
              <a:latin typeface="Arial"/>
              <a:ea typeface="Arial"/>
              <a:cs typeface="Arial"/>
              <a:sym typeface="Arial"/>
            </a:endParaRPr>
          </a:p>
        </p:txBody>
      </p:sp>
      <p:sp>
        <p:nvSpPr>
          <p:cNvPr id="578" name="Google Shape;578;p56"/>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9.5</a:t>
            </a:r>
            <a:endParaRPr/>
          </a:p>
        </p:txBody>
      </p:sp>
      <p:sp>
        <p:nvSpPr>
          <p:cNvPr id="579" name="Google Shape;579;p56"/>
          <p:cNvSpPr txBox="1"/>
          <p:nvPr/>
        </p:nvSpPr>
        <p:spPr>
          <a:xfrm>
            <a:off x="3028900" y="3355825"/>
            <a:ext cx="5443500" cy="16227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35714"/>
              </a:lnSpc>
              <a:spcBef>
                <a:spcPts val="0"/>
              </a:spcBef>
              <a:spcAft>
                <a:spcPts val="0"/>
              </a:spcAft>
              <a:buNone/>
            </a:pPr>
            <a:r>
              <a:rPr lang="en" sz="1200" dirty="0">
                <a:solidFill>
                  <a:srgbClr val="267F99"/>
                </a:solidFill>
                <a:latin typeface="Consolas"/>
                <a:ea typeface="Consolas"/>
                <a:cs typeface="Consolas"/>
                <a:sym typeface="Consolas"/>
              </a:rPr>
              <a:t>Socket</a:t>
            </a:r>
            <a:r>
              <a:rPr lang="en" sz="1200" dirty="0">
                <a:latin typeface="Consolas"/>
                <a:ea typeface="Consolas"/>
                <a:cs typeface="Consolas"/>
                <a:sym typeface="Consolas"/>
              </a:rPr>
              <a:t> </a:t>
            </a:r>
            <a:r>
              <a:rPr lang="en" sz="1200" dirty="0">
                <a:solidFill>
                  <a:srgbClr val="001080"/>
                </a:solidFill>
                <a:latin typeface="Consolas"/>
                <a:ea typeface="Consolas"/>
                <a:cs typeface="Consolas"/>
                <a:sym typeface="Consolas"/>
              </a:rPr>
              <a:t>client</a:t>
            </a:r>
            <a:r>
              <a:rPr lang="en" sz="1200" dirty="0">
                <a:latin typeface="Consolas"/>
                <a:ea typeface="Consolas"/>
                <a:cs typeface="Consolas"/>
                <a:sym typeface="Consolas"/>
              </a:rPr>
              <a:t> = </a:t>
            </a:r>
            <a:r>
              <a:rPr lang="en" sz="1200" dirty="0">
                <a:solidFill>
                  <a:srgbClr val="AF00DB"/>
                </a:solidFill>
                <a:latin typeface="Consolas"/>
                <a:ea typeface="Consolas"/>
                <a:cs typeface="Consolas"/>
                <a:sym typeface="Consolas"/>
              </a:rPr>
              <a:t>new</a:t>
            </a:r>
            <a:r>
              <a:rPr lang="en" sz="1200" dirty="0">
                <a:latin typeface="Consolas"/>
                <a:ea typeface="Consolas"/>
                <a:cs typeface="Consolas"/>
                <a:sym typeface="Consolas"/>
              </a:rPr>
              <a:t> </a:t>
            </a:r>
            <a:r>
              <a:rPr lang="en" sz="1200" dirty="0">
                <a:solidFill>
                  <a:srgbClr val="795E26"/>
                </a:solidFill>
                <a:latin typeface="Consolas"/>
                <a:ea typeface="Consolas"/>
                <a:cs typeface="Consolas"/>
                <a:sym typeface="Consolas"/>
              </a:rPr>
              <a:t>Socket</a:t>
            </a:r>
            <a:r>
              <a:rPr lang="en" sz="1200" dirty="0">
                <a:latin typeface="Consolas"/>
                <a:ea typeface="Consolas"/>
                <a:cs typeface="Consolas"/>
                <a:sym typeface="Consolas"/>
              </a:rPr>
              <a:t>(</a:t>
            </a:r>
            <a:r>
              <a:rPr lang="en" sz="1200" dirty="0">
                <a:solidFill>
                  <a:srgbClr val="A31515"/>
                </a:solidFill>
                <a:latin typeface="Consolas"/>
                <a:ea typeface="Consolas"/>
                <a:cs typeface="Consolas"/>
                <a:sym typeface="Consolas"/>
              </a:rPr>
              <a:t>"somehost.net"</a:t>
            </a:r>
            <a:r>
              <a:rPr lang="en" sz="1200" dirty="0">
                <a:latin typeface="Consolas"/>
                <a:ea typeface="Consolas"/>
                <a:cs typeface="Consolas"/>
                <a:sym typeface="Consolas"/>
              </a:rPr>
              <a:t>, </a:t>
            </a:r>
            <a:r>
              <a:rPr lang="en" sz="1200" dirty="0">
                <a:solidFill>
                  <a:srgbClr val="098658"/>
                </a:solidFill>
                <a:latin typeface="Consolas"/>
                <a:ea typeface="Consolas"/>
                <a:cs typeface="Consolas"/>
                <a:sym typeface="Consolas"/>
              </a:rPr>
              <a:t>54321</a:t>
            </a:r>
            <a:r>
              <a:rPr lang="en" sz="1200" dirty="0">
                <a:latin typeface="Consolas"/>
                <a:ea typeface="Consolas"/>
                <a:cs typeface="Consolas"/>
                <a:sym typeface="Consolas"/>
              </a:rPr>
              <a:t>);</a:t>
            </a:r>
            <a:endParaRPr sz="1200" dirty="0">
              <a:latin typeface="Consolas"/>
              <a:ea typeface="Consolas"/>
              <a:cs typeface="Consolas"/>
              <a:sym typeface="Consolas"/>
            </a:endParaRPr>
          </a:p>
          <a:p>
            <a:pPr marL="0" lvl="0" indent="0" algn="l" rtl="0">
              <a:lnSpc>
                <a:spcPct val="135714"/>
              </a:lnSpc>
              <a:spcBef>
                <a:spcPts val="0"/>
              </a:spcBef>
              <a:spcAft>
                <a:spcPts val="0"/>
              </a:spcAft>
              <a:buNone/>
            </a:pPr>
            <a:r>
              <a:rPr lang="en" sz="1200" dirty="0">
                <a:solidFill>
                  <a:srgbClr val="267F99"/>
                </a:solidFill>
                <a:latin typeface="Consolas"/>
                <a:ea typeface="Consolas"/>
                <a:cs typeface="Consolas"/>
                <a:sym typeface="Consolas"/>
              </a:rPr>
              <a:t>OutputStream</a:t>
            </a:r>
            <a:r>
              <a:rPr lang="en" sz="1200" dirty="0">
                <a:latin typeface="Consolas"/>
                <a:ea typeface="Consolas"/>
                <a:cs typeface="Consolas"/>
                <a:sym typeface="Consolas"/>
              </a:rPr>
              <a:t> </a:t>
            </a:r>
            <a:r>
              <a:rPr lang="en" sz="1200" dirty="0">
                <a:solidFill>
                  <a:srgbClr val="001080"/>
                </a:solidFill>
                <a:latin typeface="Consolas"/>
                <a:ea typeface="Consolas"/>
                <a:cs typeface="Consolas"/>
                <a:sym typeface="Consolas"/>
              </a:rPr>
              <a:t>out</a:t>
            </a:r>
            <a:r>
              <a:rPr lang="en" sz="1200" dirty="0">
                <a:latin typeface="Consolas"/>
                <a:ea typeface="Consolas"/>
                <a:cs typeface="Consolas"/>
                <a:sym typeface="Consolas"/>
              </a:rPr>
              <a:t> = </a:t>
            </a:r>
            <a:r>
              <a:rPr lang="en" sz="1200" dirty="0">
                <a:solidFill>
                  <a:srgbClr val="001080"/>
                </a:solidFill>
                <a:latin typeface="Consolas"/>
                <a:ea typeface="Consolas"/>
                <a:cs typeface="Consolas"/>
                <a:sym typeface="Consolas"/>
              </a:rPr>
              <a:t>client</a:t>
            </a:r>
            <a:r>
              <a:rPr lang="en" sz="1200" dirty="0">
                <a:latin typeface="Consolas"/>
                <a:ea typeface="Consolas"/>
                <a:cs typeface="Consolas"/>
                <a:sym typeface="Consolas"/>
              </a:rPr>
              <a:t>.</a:t>
            </a:r>
            <a:r>
              <a:rPr lang="en" sz="1200" dirty="0">
                <a:solidFill>
                  <a:srgbClr val="795E26"/>
                </a:solidFill>
                <a:latin typeface="Consolas"/>
                <a:ea typeface="Consolas"/>
                <a:cs typeface="Consolas"/>
                <a:sym typeface="Consolas"/>
              </a:rPr>
              <a:t>getOutputStream</a:t>
            </a:r>
            <a:r>
              <a:rPr lang="en" sz="1200" dirty="0">
                <a:latin typeface="Consolas"/>
                <a:ea typeface="Consolas"/>
                <a:cs typeface="Consolas"/>
                <a:sym typeface="Consolas"/>
              </a:rPr>
              <a:t>();</a:t>
            </a:r>
            <a:endParaRPr sz="1200" dirty="0">
              <a:latin typeface="Consolas"/>
              <a:ea typeface="Consolas"/>
              <a:cs typeface="Consolas"/>
              <a:sym typeface="Consolas"/>
            </a:endParaRPr>
          </a:p>
          <a:p>
            <a:pPr marL="0" lvl="0" indent="0" algn="l" rtl="0">
              <a:lnSpc>
                <a:spcPct val="135714"/>
              </a:lnSpc>
              <a:spcBef>
                <a:spcPts val="0"/>
              </a:spcBef>
              <a:spcAft>
                <a:spcPts val="0"/>
              </a:spcAft>
              <a:buNone/>
            </a:pPr>
            <a:r>
              <a:rPr lang="en" sz="1200" dirty="0">
                <a:solidFill>
                  <a:srgbClr val="267F99"/>
                </a:solidFill>
                <a:latin typeface="Consolas"/>
                <a:ea typeface="Consolas"/>
                <a:cs typeface="Consolas"/>
                <a:sym typeface="Consolas"/>
              </a:rPr>
              <a:t>PrintWriter</a:t>
            </a:r>
            <a:r>
              <a:rPr lang="en" sz="1200" dirty="0">
                <a:latin typeface="Consolas"/>
                <a:ea typeface="Consolas"/>
                <a:cs typeface="Consolas"/>
                <a:sym typeface="Consolas"/>
              </a:rPr>
              <a:t> </a:t>
            </a:r>
            <a:r>
              <a:rPr lang="en" sz="1200" dirty="0">
                <a:solidFill>
                  <a:srgbClr val="001080"/>
                </a:solidFill>
                <a:latin typeface="Consolas"/>
                <a:ea typeface="Consolas"/>
                <a:cs typeface="Consolas"/>
                <a:sym typeface="Consolas"/>
              </a:rPr>
              <a:t>printer</a:t>
            </a:r>
            <a:r>
              <a:rPr lang="en" sz="1200" dirty="0">
                <a:latin typeface="Consolas"/>
                <a:ea typeface="Consolas"/>
                <a:cs typeface="Consolas"/>
                <a:sym typeface="Consolas"/>
              </a:rPr>
              <a:t> = </a:t>
            </a:r>
            <a:r>
              <a:rPr lang="en" sz="1200" dirty="0">
                <a:solidFill>
                  <a:srgbClr val="AF00DB"/>
                </a:solidFill>
                <a:latin typeface="Consolas"/>
                <a:ea typeface="Consolas"/>
                <a:cs typeface="Consolas"/>
                <a:sym typeface="Consolas"/>
              </a:rPr>
              <a:t>new</a:t>
            </a:r>
            <a:r>
              <a:rPr lang="en" sz="1200" dirty="0">
                <a:latin typeface="Consolas"/>
                <a:ea typeface="Consolas"/>
                <a:cs typeface="Consolas"/>
                <a:sym typeface="Consolas"/>
              </a:rPr>
              <a:t> </a:t>
            </a:r>
            <a:r>
              <a:rPr lang="en" sz="1200" dirty="0">
                <a:solidFill>
                  <a:srgbClr val="795E26"/>
                </a:solidFill>
                <a:latin typeface="Consolas"/>
                <a:ea typeface="Consolas"/>
                <a:cs typeface="Consolas"/>
                <a:sym typeface="Consolas"/>
              </a:rPr>
              <a:t>PrintWriter</a:t>
            </a:r>
            <a:r>
              <a:rPr lang="en" sz="1200" dirty="0">
                <a:latin typeface="Consolas"/>
                <a:ea typeface="Consolas"/>
                <a:cs typeface="Consolas"/>
                <a:sym typeface="Consolas"/>
              </a:rPr>
              <a:t>(</a:t>
            </a:r>
            <a:r>
              <a:rPr lang="en" sz="1200" dirty="0">
                <a:solidFill>
                  <a:srgbClr val="001080"/>
                </a:solidFill>
                <a:latin typeface="Consolas"/>
                <a:ea typeface="Consolas"/>
                <a:cs typeface="Consolas"/>
                <a:sym typeface="Consolas"/>
              </a:rPr>
              <a:t>out</a:t>
            </a:r>
            <a:r>
              <a:rPr lang="en" sz="1200" dirty="0">
                <a:latin typeface="Consolas"/>
                <a:ea typeface="Consolas"/>
                <a:cs typeface="Consolas"/>
                <a:sym typeface="Consolas"/>
              </a:rPr>
              <a:t>);</a:t>
            </a:r>
            <a:endParaRPr sz="1200" dirty="0">
              <a:latin typeface="Consolas"/>
              <a:ea typeface="Consolas"/>
              <a:cs typeface="Consolas"/>
              <a:sym typeface="Consolas"/>
            </a:endParaRPr>
          </a:p>
          <a:p>
            <a:pPr marL="0" lvl="0" indent="0" algn="l" rtl="0">
              <a:lnSpc>
                <a:spcPct val="135714"/>
              </a:lnSpc>
              <a:spcBef>
                <a:spcPts val="0"/>
              </a:spcBef>
              <a:spcAft>
                <a:spcPts val="0"/>
              </a:spcAft>
              <a:buNone/>
            </a:pPr>
            <a:r>
              <a:rPr lang="en" sz="1200" dirty="0">
                <a:solidFill>
                  <a:srgbClr val="001080"/>
                </a:solidFill>
                <a:latin typeface="Consolas"/>
                <a:ea typeface="Consolas"/>
                <a:cs typeface="Consolas"/>
                <a:sym typeface="Consolas"/>
              </a:rPr>
              <a:t>printer</a:t>
            </a:r>
            <a:r>
              <a:rPr lang="en" sz="1200" dirty="0">
                <a:latin typeface="Consolas"/>
                <a:ea typeface="Consolas"/>
                <a:cs typeface="Consolas"/>
                <a:sym typeface="Consolas"/>
              </a:rPr>
              <a:t>.</a:t>
            </a:r>
            <a:r>
              <a:rPr lang="en" sz="1200" dirty="0">
                <a:solidFill>
                  <a:srgbClr val="795E26"/>
                </a:solidFill>
                <a:latin typeface="Consolas"/>
                <a:ea typeface="Consolas"/>
                <a:cs typeface="Consolas"/>
                <a:sym typeface="Consolas"/>
              </a:rPr>
              <a:t>println</a:t>
            </a:r>
            <a:r>
              <a:rPr lang="en" sz="1200" dirty="0">
                <a:latin typeface="Consolas"/>
                <a:ea typeface="Consolas"/>
                <a:cs typeface="Consolas"/>
                <a:sym typeface="Consolas"/>
              </a:rPr>
              <a:t>(</a:t>
            </a:r>
            <a:r>
              <a:rPr lang="en" sz="1200" dirty="0">
                <a:solidFill>
                  <a:srgbClr val="A31515"/>
                </a:solidFill>
                <a:latin typeface="Consolas"/>
                <a:ea typeface="Consolas"/>
                <a:cs typeface="Consolas"/>
                <a:sym typeface="Consolas"/>
              </a:rPr>
              <a:t>"John Denver"</a:t>
            </a:r>
            <a:r>
              <a:rPr lang="en" sz="1200" dirty="0">
                <a:latin typeface="Consolas"/>
                <a:ea typeface="Consolas"/>
                <a:cs typeface="Consolas"/>
                <a:sym typeface="Consolas"/>
              </a:rPr>
              <a:t>);</a:t>
            </a:r>
            <a:endParaRPr sz="1200" dirty="0">
              <a:latin typeface="Consolas"/>
              <a:ea typeface="Consolas"/>
              <a:cs typeface="Consolas"/>
              <a:sym typeface="Consolas"/>
            </a:endParaRPr>
          </a:p>
          <a:p>
            <a:pPr marL="0" lvl="0" indent="0" algn="l" rtl="0">
              <a:lnSpc>
                <a:spcPct val="135714"/>
              </a:lnSpc>
              <a:spcBef>
                <a:spcPts val="0"/>
              </a:spcBef>
              <a:spcAft>
                <a:spcPts val="0"/>
              </a:spcAft>
              <a:buNone/>
            </a:pPr>
            <a:r>
              <a:rPr lang="en" sz="1200" dirty="0">
                <a:solidFill>
                  <a:srgbClr val="001080"/>
                </a:solidFill>
                <a:latin typeface="Consolas"/>
                <a:ea typeface="Consolas"/>
                <a:cs typeface="Consolas"/>
                <a:sym typeface="Consolas"/>
              </a:rPr>
              <a:t>printer</a:t>
            </a:r>
            <a:r>
              <a:rPr lang="en" sz="1200" dirty="0">
                <a:latin typeface="Consolas"/>
                <a:ea typeface="Consolas"/>
                <a:cs typeface="Consolas"/>
                <a:sym typeface="Consolas"/>
              </a:rPr>
              <a:t>.</a:t>
            </a:r>
            <a:r>
              <a:rPr lang="en" sz="1200" dirty="0">
                <a:solidFill>
                  <a:srgbClr val="795E26"/>
                </a:solidFill>
                <a:latin typeface="Consolas"/>
                <a:ea typeface="Consolas"/>
                <a:cs typeface="Consolas"/>
                <a:sym typeface="Consolas"/>
              </a:rPr>
              <a:t>flush</a:t>
            </a:r>
            <a:r>
              <a:rPr lang="en" sz="1200" dirty="0">
                <a:latin typeface="Consolas"/>
                <a:ea typeface="Consolas"/>
                <a:cs typeface="Consolas"/>
                <a:sym typeface="Consolas"/>
              </a:rPr>
              <a:t>();</a:t>
            </a:r>
            <a:endParaRPr sz="1200" dirty="0">
              <a:latin typeface="Consolas"/>
              <a:ea typeface="Consolas"/>
              <a:cs typeface="Consolas"/>
              <a:sym typeface="Consolas"/>
            </a:endParaRPr>
          </a:p>
          <a:p>
            <a:pPr marL="0" lvl="0" indent="0" algn="l" rtl="0">
              <a:lnSpc>
                <a:spcPct val="135714"/>
              </a:lnSpc>
              <a:spcBef>
                <a:spcPts val="0"/>
              </a:spcBef>
              <a:spcAft>
                <a:spcPts val="0"/>
              </a:spcAft>
              <a:buNone/>
            </a:pPr>
            <a:r>
              <a:rPr lang="en" sz="1200" dirty="0">
                <a:solidFill>
                  <a:srgbClr val="001080"/>
                </a:solidFill>
                <a:latin typeface="Consolas"/>
                <a:ea typeface="Consolas"/>
                <a:cs typeface="Consolas"/>
                <a:sym typeface="Consolas"/>
              </a:rPr>
              <a:t>client</a:t>
            </a:r>
            <a:r>
              <a:rPr lang="en" sz="1200" dirty="0">
                <a:latin typeface="Consolas"/>
                <a:ea typeface="Consolas"/>
                <a:cs typeface="Consolas"/>
                <a:sym typeface="Consolas"/>
              </a:rPr>
              <a:t>.</a:t>
            </a:r>
            <a:r>
              <a:rPr lang="en" sz="1200" dirty="0">
                <a:solidFill>
                  <a:srgbClr val="795E26"/>
                </a:solidFill>
                <a:latin typeface="Consolas"/>
                <a:ea typeface="Consolas"/>
                <a:cs typeface="Consolas"/>
                <a:sym typeface="Consolas"/>
              </a:rPr>
              <a:t>close</a:t>
            </a:r>
            <a:r>
              <a:rPr lang="en" sz="1200" dirty="0">
                <a:latin typeface="Consolas"/>
                <a:ea typeface="Consolas"/>
                <a:cs typeface="Consolas"/>
                <a:sym typeface="Consolas"/>
              </a:rPr>
              <a:t>();</a:t>
            </a:r>
            <a:endParaRPr sz="1200" dirty="0">
              <a:solidFill>
                <a:srgbClr val="569CD6"/>
              </a:solidFill>
              <a:latin typeface="Consolas"/>
              <a:ea typeface="Consolas"/>
              <a:cs typeface="Consolas"/>
              <a:sym typeface="Consolas"/>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583"/>
        <p:cNvGrpSpPr/>
        <p:nvPr/>
      </p:nvGrpSpPr>
      <p:grpSpPr>
        <a:xfrm>
          <a:off x="0" y="0"/>
          <a:ext cx="0" cy="0"/>
          <a:chOff x="0" y="0"/>
          <a:chExt cx="0" cy="0"/>
        </a:xfrm>
      </p:grpSpPr>
      <p:sp>
        <p:nvSpPr>
          <p:cNvPr id="584" name="Google Shape;584;p57"/>
          <p:cNvSpPr txBox="1">
            <a:spLocks noGrp="1"/>
          </p:cNvSpPr>
          <p:nvPr>
            <p:ph type="body" idx="1"/>
          </p:nvPr>
        </p:nvSpPr>
        <p:spPr>
          <a:xfrm>
            <a:off x="4644675" y="376400"/>
            <a:ext cx="4166400" cy="4556700"/>
          </a:xfrm>
          <a:prstGeom prst="rect">
            <a:avLst/>
          </a:prstGeom>
          <a:noFill/>
          <a:ln>
            <a:noFill/>
          </a:ln>
        </p:spPr>
        <p:txBody>
          <a:bodyPr spcFirstLastPara="1" wrap="square" lIns="68575" tIns="34275" rIns="68575" bIns="34275" anchor="t" anchorCtr="0">
            <a:normAutofit fontScale="92500"/>
          </a:bodyPr>
          <a:lstStyle/>
          <a:p>
            <a:pPr marL="457200" lvl="0" indent="-319405" algn="l" rtl="0">
              <a:lnSpc>
                <a:spcPct val="115000"/>
              </a:lnSpc>
              <a:spcBef>
                <a:spcPts val="0"/>
              </a:spcBef>
              <a:spcAft>
                <a:spcPts val="0"/>
              </a:spcAft>
              <a:buSzPts val="1430"/>
              <a:buChar char="●"/>
            </a:pPr>
            <a:r>
              <a:rPr lang="en" sz="1430" dirty="0"/>
              <a:t>Once a connection is established, both sides of the connection are represented as </a:t>
            </a:r>
            <a:r>
              <a:rPr lang="en" sz="1430" dirty="0">
                <a:solidFill>
                  <a:srgbClr val="FF0000"/>
                </a:solidFill>
                <a:latin typeface="Courier New"/>
                <a:ea typeface="Courier New"/>
                <a:cs typeface="Courier New"/>
                <a:sym typeface="Courier New"/>
              </a:rPr>
              <a:t>Socket</a:t>
            </a:r>
            <a:r>
              <a:rPr lang="en" sz="1430" dirty="0"/>
              <a:t>s</a:t>
            </a:r>
            <a:endParaRPr sz="1430" dirty="0"/>
          </a:p>
          <a:p>
            <a:pPr marL="457200" lvl="0" indent="-319405" algn="l" rtl="0">
              <a:lnSpc>
                <a:spcPct val="115000"/>
              </a:lnSpc>
              <a:spcBef>
                <a:spcPts val="0"/>
              </a:spcBef>
              <a:spcAft>
                <a:spcPts val="0"/>
              </a:spcAft>
              <a:buSzPts val="1430"/>
              <a:buChar char="●"/>
            </a:pPr>
            <a:r>
              <a:rPr lang="en" sz="1430" dirty="0"/>
              <a:t>The </a:t>
            </a:r>
            <a:r>
              <a:rPr lang="en" sz="1430" dirty="0">
                <a:latin typeface="Courier New"/>
                <a:ea typeface="Courier New"/>
                <a:cs typeface="Courier New"/>
                <a:sym typeface="Courier New"/>
              </a:rPr>
              <a:t>Socket::getInputStream()</a:t>
            </a:r>
            <a:r>
              <a:rPr lang="en" sz="1430" dirty="0"/>
              <a:t> method will return an </a:t>
            </a:r>
            <a:r>
              <a:rPr lang="en" sz="1430" dirty="0">
                <a:latin typeface="Courier New"/>
                <a:ea typeface="Courier New"/>
                <a:cs typeface="Courier New"/>
                <a:sym typeface="Courier New"/>
              </a:rPr>
              <a:t>InputStream</a:t>
            </a:r>
            <a:r>
              <a:rPr lang="en" sz="1430" dirty="0"/>
              <a:t> that can be used to </a:t>
            </a:r>
            <a:r>
              <a:rPr lang="en" sz="1430" b="1" i="1" dirty="0">
                <a:solidFill>
                  <a:srgbClr val="FF0000"/>
                </a:solidFill>
              </a:rPr>
              <a:t>receive</a:t>
            </a:r>
            <a:r>
              <a:rPr lang="en" sz="1430" dirty="0"/>
              <a:t> data from the other end of the connection</a:t>
            </a:r>
            <a:endParaRPr sz="1005" dirty="0"/>
          </a:p>
          <a:p>
            <a:pPr marL="457200" lvl="0" indent="-319405" algn="l" rtl="0">
              <a:lnSpc>
                <a:spcPct val="115000"/>
              </a:lnSpc>
              <a:spcBef>
                <a:spcPts val="0"/>
              </a:spcBef>
              <a:spcAft>
                <a:spcPts val="0"/>
              </a:spcAft>
              <a:buSzPts val="1430"/>
              <a:buChar char="●"/>
            </a:pPr>
            <a:r>
              <a:rPr lang="en" sz="1430" dirty="0"/>
              <a:t>Recall that Java streams are used to read </a:t>
            </a:r>
            <a:r>
              <a:rPr lang="en" sz="1430" b="1" i="1" dirty="0">
                <a:solidFill>
                  <a:srgbClr val="FF0000"/>
                </a:solidFill>
              </a:rPr>
              <a:t>binary</a:t>
            </a:r>
            <a:r>
              <a:rPr lang="en" sz="1430" dirty="0"/>
              <a:t> data. If </a:t>
            </a:r>
            <a:r>
              <a:rPr lang="en" sz="1430" b="1" i="1" dirty="0">
                <a:solidFill>
                  <a:srgbClr val="FF0000"/>
                </a:solidFill>
              </a:rPr>
              <a:t>text</a:t>
            </a:r>
            <a:r>
              <a:rPr lang="en" sz="1430" dirty="0"/>
              <a:t> data is preferred, the </a:t>
            </a:r>
            <a:r>
              <a:rPr lang="en" sz="1430" dirty="0">
                <a:latin typeface="Courier New"/>
                <a:ea typeface="Courier New"/>
                <a:cs typeface="Courier New"/>
                <a:sym typeface="Courier New"/>
              </a:rPr>
              <a:t>InputStream</a:t>
            </a:r>
            <a:r>
              <a:rPr lang="en" sz="1430" dirty="0"/>
              <a:t> may be wrapped in an instance of the </a:t>
            </a:r>
            <a:r>
              <a:rPr lang="en" sz="1430" dirty="0">
                <a:latin typeface="Courier New"/>
                <a:ea typeface="Courier New"/>
                <a:cs typeface="Courier New"/>
                <a:sym typeface="Courier New"/>
              </a:rPr>
              <a:t>java.io.BufferedReader</a:t>
            </a:r>
            <a:r>
              <a:rPr lang="en" sz="1430" dirty="0"/>
              <a:t> class</a:t>
            </a:r>
            <a:endParaRPr sz="1005" dirty="0"/>
          </a:p>
          <a:p>
            <a:pPr marL="0" lvl="0" indent="457200" algn="l" rtl="0">
              <a:lnSpc>
                <a:spcPct val="100000"/>
              </a:lnSpc>
              <a:spcBef>
                <a:spcPts val="600"/>
              </a:spcBef>
              <a:spcAft>
                <a:spcPts val="0"/>
              </a:spcAft>
              <a:buNone/>
            </a:pPr>
            <a:r>
              <a:rPr lang="en" sz="1345" dirty="0">
                <a:latin typeface="Courier New"/>
                <a:ea typeface="Courier New"/>
                <a:cs typeface="Courier New"/>
                <a:sym typeface="Courier New"/>
              </a:rPr>
              <a:t>BufferedReader sc = new </a:t>
            </a:r>
            <a:endParaRPr sz="1345" dirty="0">
              <a:latin typeface="Courier New"/>
              <a:ea typeface="Courier New"/>
              <a:cs typeface="Courier New"/>
              <a:sym typeface="Courier New"/>
            </a:endParaRPr>
          </a:p>
          <a:p>
            <a:pPr marL="457200" lvl="0" indent="457200" algn="l" rtl="0">
              <a:lnSpc>
                <a:spcPct val="100000"/>
              </a:lnSpc>
              <a:spcBef>
                <a:spcPts val="600"/>
              </a:spcBef>
              <a:spcAft>
                <a:spcPts val="0"/>
              </a:spcAft>
              <a:buNone/>
            </a:pPr>
            <a:r>
              <a:rPr lang="en" sz="1345" dirty="0">
                <a:latin typeface="Courier New"/>
                <a:ea typeface="Courier New"/>
                <a:cs typeface="Courier New"/>
                <a:sym typeface="Courier New"/>
              </a:rPr>
              <a:t>BufferedReader(inputStream);</a:t>
            </a:r>
            <a:endParaRPr sz="835" dirty="0">
              <a:latin typeface="Courier New"/>
              <a:ea typeface="Courier New"/>
              <a:cs typeface="Courier New"/>
              <a:sym typeface="Courier New"/>
            </a:endParaRPr>
          </a:p>
          <a:p>
            <a:pPr marL="457200" lvl="0" indent="-319405" algn="l" rtl="0">
              <a:lnSpc>
                <a:spcPct val="115000"/>
              </a:lnSpc>
              <a:spcBef>
                <a:spcPts val="600"/>
              </a:spcBef>
              <a:spcAft>
                <a:spcPts val="0"/>
              </a:spcAft>
              <a:buSzPts val="1430"/>
              <a:buChar char="●"/>
            </a:pPr>
            <a:r>
              <a:rPr lang="en" sz="1430" dirty="0"/>
              <a:t>Remember, a </a:t>
            </a:r>
            <a:r>
              <a:rPr lang="en" sz="1430" dirty="0">
                <a:latin typeface="Courier New"/>
                <a:ea typeface="Courier New"/>
                <a:cs typeface="Courier New"/>
                <a:sym typeface="Courier New"/>
              </a:rPr>
              <a:t>BufferedReader</a:t>
            </a:r>
            <a:r>
              <a:rPr lang="en" sz="1430" dirty="0"/>
              <a:t> provides useful methods, including:</a:t>
            </a:r>
            <a:endParaRPr sz="1005" dirty="0"/>
          </a:p>
          <a:p>
            <a:pPr marL="914400" lvl="1" indent="-311150" algn="l" rtl="0">
              <a:lnSpc>
                <a:spcPct val="115000"/>
              </a:lnSpc>
              <a:spcBef>
                <a:spcPts val="0"/>
              </a:spcBef>
              <a:spcAft>
                <a:spcPts val="0"/>
              </a:spcAft>
              <a:buSzPts val="1300"/>
              <a:buChar char="○"/>
            </a:pPr>
            <a:r>
              <a:rPr lang="en" sz="1300" dirty="0">
                <a:latin typeface="Courier New"/>
                <a:ea typeface="Courier New"/>
                <a:cs typeface="Courier New"/>
                <a:sym typeface="Courier New"/>
              </a:rPr>
              <a:t>readLine()</a:t>
            </a:r>
            <a:r>
              <a:rPr lang="en" sz="1300" dirty="0"/>
              <a:t> - reads up to the next newline</a:t>
            </a:r>
            <a:endParaRPr sz="1300" dirty="0"/>
          </a:p>
          <a:p>
            <a:pPr marL="914400" lvl="1" indent="-311150" algn="l" rtl="0">
              <a:lnSpc>
                <a:spcPct val="115000"/>
              </a:lnSpc>
              <a:spcBef>
                <a:spcPts val="0"/>
              </a:spcBef>
              <a:spcAft>
                <a:spcPts val="0"/>
              </a:spcAft>
              <a:buSzPts val="1300"/>
              <a:buChar char="○"/>
            </a:pPr>
            <a:r>
              <a:rPr lang="en" sz="1300" dirty="0">
                <a:latin typeface="Courier New"/>
                <a:ea typeface="Courier New"/>
                <a:cs typeface="Courier New"/>
                <a:sym typeface="Courier New"/>
              </a:rPr>
              <a:t>lines()</a:t>
            </a:r>
            <a:r>
              <a:rPr lang="en" sz="1300" dirty="0"/>
              <a:t> - interprets the received data as a </a:t>
            </a:r>
            <a:r>
              <a:rPr lang="en" sz="1300" dirty="0">
                <a:latin typeface="Courier New"/>
                <a:ea typeface="Courier New"/>
                <a:cs typeface="Courier New"/>
                <a:sym typeface="Courier New"/>
              </a:rPr>
              <a:t>Stream</a:t>
            </a:r>
            <a:r>
              <a:rPr lang="en" sz="1300" dirty="0"/>
              <a:t> of lines.</a:t>
            </a:r>
            <a:endParaRPr sz="1430" dirty="0"/>
          </a:p>
        </p:txBody>
      </p:sp>
      <p:sp>
        <p:nvSpPr>
          <p:cNvPr id="585" name="Google Shape;585;p57"/>
          <p:cNvSpPr txBox="1">
            <a:spLocks noGrp="1"/>
          </p:cNvSpPr>
          <p:nvPr>
            <p:ph type="title"/>
          </p:nvPr>
        </p:nvSpPr>
        <p:spPr>
          <a:xfrm>
            <a:off x="311725" y="153000"/>
            <a:ext cx="3706500" cy="589500"/>
          </a:xfrm>
          <a:prstGeom prst="rect">
            <a:avLst/>
          </a:prstGeom>
          <a:noFill/>
          <a:ln>
            <a:noFill/>
          </a:ln>
        </p:spPr>
        <p:txBody>
          <a:bodyPr spcFirstLastPara="1" wrap="square" lIns="91425" tIns="91425" rIns="91425" bIns="91425" anchor="t" anchorCtr="0">
            <a:noAutofit/>
          </a:bodyPr>
          <a:lstStyle/>
          <a:p>
            <a:pPr marL="0" lvl="0" indent="0" algn="l" rtl="0">
              <a:lnSpc>
                <a:spcPct val="90000"/>
              </a:lnSpc>
              <a:spcBef>
                <a:spcPts val="0"/>
              </a:spcBef>
              <a:spcAft>
                <a:spcPts val="0"/>
              </a:spcAft>
              <a:buClr>
                <a:schemeClr val="dk2"/>
              </a:buClr>
              <a:buSzPts val="3300"/>
              <a:buFont typeface="Calibri"/>
              <a:buNone/>
            </a:pPr>
            <a:r>
              <a:rPr lang="en"/>
              <a:t>Receiving Data</a:t>
            </a:r>
            <a:endParaRPr/>
          </a:p>
        </p:txBody>
      </p:sp>
      <p:sp>
        <p:nvSpPr>
          <p:cNvPr id="586" name="Google Shape;586;p5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26</a:t>
            </a:fld>
            <a:endParaRPr/>
          </a:p>
        </p:txBody>
      </p:sp>
      <p:pic>
        <p:nvPicPr>
          <p:cNvPr id="587" name="Google Shape;587;p57"/>
          <p:cNvPicPr preferRelativeResize="0"/>
          <p:nvPr/>
        </p:nvPicPr>
        <p:blipFill rotWithShape="1">
          <a:blip r:embed="rId3">
            <a:alphaModFix/>
          </a:blip>
          <a:srcRect/>
          <a:stretch/>
        </p:blipFill>
        <p:spPr>
          <a:xfrm rot="1255174" flipH="1">
            <a:off x="2499706" y="3933192"/>
            <a:ext cx="1307539" cy="1307567"/>
          </a:xfrm>
          <a:prstGeom prst="rect">
            <a:avLst/>
          </a:prstGeom>
          <a:noFill/>
          <a:ln>
            <a:noFill/>
          </a:ln>
        </p:spPr>
      </p:pic>
      <p:sp>
        <p:nvSpPr>
          <p:cNvPr id="588" name="Google Shape;588;p57"/>
          <p:cNvSpPr/>
          <p:nvPr/>
        </p:nvSpPr>
        <p:spPr>
          <a:xfrm>
            <a:off x="1903862" y="3983714"/>
            <a:ext cx="759000" cy="431100"/>
          </a:xfrm>
          <a:prstGeom prst="wedgeRoundRectCallout">
            <a:avLst>
              <a:gd name="adj1" fmla="val 120496"/>
              <a:gd name="adj2" fmla="val -21648"/>
              <a:gd name="adj3" fmla="val 0"/>
            </a:avLst>
          </a:prstGeom>
          <a:solidFill>
            <a:srgbClr val="FFFFFF"/>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spcBef>
                <a:spcPts val="0"/>
              </a:spcBef>
              <a:spcAft>
                <a:spcPts val="0"/>
              </a:spcAft>
              <a:buNone/>
            </a:pPr>
            <a:r>
              <a:rPr lang="en" sz="1700">
                <a:solidFill>
                  <a:schemeClr val="dk1"/>
                </a:solidFill>
                <a:latin typeface="Calibri"/>
                <a:ea typeface="Calibri"/>
                <a:cs typeface="Calibri"/>
                <a:sym typeface="Calibri"/>
              </a:rPr>
              <a:t>Hello!</a:t>
            </a:r>
            <a:endParaRPr sz="1700">
              <a:solidFill>
                <a:schemeClr val="dk1"/>
              </a:solidFill>
              <a:latin typeface="Calibri"/>
              <a:ea typeface="Calibri"/>
              <a:cs typeface="Calibri"/>
              <a:sym typeface="Calibri"/>
            </a:endParaRPr>
          </a:p>
        </p:txBody>
      </p:sp>
      <p:pic>
        <p:nvPicPr>
          <p:cNvPr id="589" name="Google Shape;589;p57"/>
          <p:cNvPicPr preferRelativeResize="0"/>
          <p:nvPr/>
        </p:nvPicPr>
        <p:blipFill rotWithShape="1">
          <a:blip r:embed="rId4">
            <a:alphaModFix/>
          </a:blip>
          <a:srcRect r="46729" b="17594"/>
          <a:stretch/>
        </p:blipFill>
        <p:spPr>
          <a:xfrm flipH="1">
            <a:off x="2859151" y="1485564"/>
            <a:ext cx="1015500" cy="1127850"/>
          </a:xfrm>
          <a:prstGeom prst="rect">
            <a:avLst/>
          </a:prstGeom>
          <a:noFill/>
          <a:ln>
            <a:noFill/>
          </a:ln>
        </p:spPr>
      </p:pic>
      <p:sp>
        <p:nvSpPr>
          <p:cNvPr id="590" name="Google Shape;590;p57"/>
          <p:cNvSpPr txBox="1"/>
          <p:nvPr/>
        </p:nvSpPr>
        <p:spPr>
          <a:xfrm>
            <a:off x="560975" y="742525"/>
            <a:ext cx="3326700" cy="683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spcBef>
                <a:spcPts val="0"/>
              </a:spcBef>
              <a:spcAft>
                <a:spcPts val="0"/>
              </a:spcAft>
              <a:buNone/>
            </a:pPr>
            <a:r>
              <a:rPr lang="en">
                <a:solidFill>
                  <a:schemeClr val="dk1"/>
                </a:solidFill>
                <a:latin typeface="Arial"/>
                <a:ea typeface="Arial"/>
                <a:cs typeface="Arial"/>
                <a:sym typeface="Arial"/>
              </a:rPr>
              <a:t>It can be helpful to think of the two ends of the connection like a telephone.</a:t>
            </a:r>
            <a:endParaRPr>
              <a:solidFill>
                <a:schemeClr val="dk1"/>
              </a:solidFill>
              <a:latin typeface="Arial"/>
              <a:ea typeface="Arial"/>
              <a:cs typeface="Arial"/>
              <a:sym typeface="Arial"/>
            </a:endParaRPr>
          </a:p>
        </p:txBody>
      </p:sp>
      <p:pic>
        <p:nvPicPr>
          <p:cNvPr id="591" name="Google Shape;591;p57"/>
          <p:cNvPicPr preferRelativeResize="0"/>
          <p:nvPr/>
        </p:nvPicPr>
        <p:blipFill rotWithShape="1">
          <a:blip r:embed="rId3">
            <a:alphaModFix/>
          </a:blip>
          <a:srcRect/>
          <a:stretch/>
        </p:blipFill>
        <p:spPr>
          <a:xfrm rot="-1610027">
            <a:off x="568827" y="1420572"/>
            <a:ext cx="1375847" cy="1375858"/>
          </a:xfrm>
          <a:prstGeom prst="rect">
            <a:avLst/>
          </a:prstGeom>
          <a:noFill/>
          <a:ln>
            <a:noFill/>
          </a:ln>
        </p:spPr>
      </p:pic>
      <p:sp>
        <p:nvSpPr>
          <p:cNvPr id="592" name="Google Shape;592;p57"/>
          <p:cNvSpPr txBox="1"/>
          <p:nvPr/>
        </p:nvSpPr>
        <p:spPr>
          <a:xfrm>
            <a:off x="560975" y="2704350"/>
            <a:ext cx="3326700" cy="513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spcBef>
                <a:spcPts val="0"/>
              </a:spcBef>
              <a:spcAft>
                <a:spcPts val="0"/>
              </a:spcAft>
              <a:buNone/>
            </a:pPr>
            <a:r>
              <a:rPr lang="en">
                <a:solidFill>
                  <a:schemeClr val="dk1"/>
                </a:solidFill>
                <a:latin typeface="Arial"/>
                <a:ea typeface="Arial"/>
                <a:cs typeface="Arial"/>
                <a:sym typeface="Arial"/>
              </a:rPr>
              <a:t>Audio sent through the microphone (</a:t>
            </a:r>
            <a:r>
              <a:rPr lang="en" b="1" i="1">
                <a:solidFill>
                  <a:srgbClr val="FF0000"/>
                </a:solidFill>
                <a:latin typeface="Arial"/>
                <a:ea typeface="Arial"/>
                <a:cs typeface="Arial"/>
                <a:sym typeface="Arial"/>
              </a:rPr>
              <a:t>output stream</a:t>
            </a:r>
            <a:r>
              <a:rPr lang="en">
                <a:solidFill>
                  <a:schemeClr val="dk1"/>
                </a:solidFill>
                <a:latin typeface="Arial"/>
                <a:ea typeface="Arial"/>
                <a:cs typeface="Arial"/>
                <a:sym typeface="Arial"/>
              </a:rPr>
              <a:t>) on one end...</a:t>
            </a:r>
            <a:endParaRPr>
              <a:solidFill>
                <a:schemeClr val="dk1"/>
              </a:solidFill>
              <a:latin typeface="Arial"/>
              <a:ea typeface="Arial"/>
              <a:cs typeface="Arial"/>
              <a:sym typeface="Arial"/>
            </a:endParaRPr>
          </a:p>
        </p:txBody>
      </p:sp>
      <p:sp>
        <p:nvSpPr>
          <p:cNvPr id="593" name="Google Shape;593;p57"/>
          <p:cNvSpPr txBox="1"/>
          <p:nvPr/>
        </p:nvSpPr>
        <p:spPr>
          <a:xfrm>
            <a:off x="560975" y="3349175"/>
            <a:ext cx="3326700" cy="513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spcBef>
                <a:spcPts val="0"/>
              </a:spcBef>
              <a:spcAft>
                <a:spcPts val="0"/>
              </a:spcAft>
              <a:buNone/>
            </a:pPr>
            <a:r>
              <a:rPr lang="en">
                <a:solidFill>
                  <a:schemeClr val="dk1"/>
                </a:solidFill>
                <a:latin typeface="Arial"/>
                <a:ea typeface="Arial"/>
                <a:cs typeface="Arial"/>
                <a:sym typeface="Arial"/>
              </a:rPr>
              <a:t>...is heard through the speaker (</a:t>
            </a:r>
            <a:r>
              <a:rPr lang="en" b="1" i="1">
                <a:solidFill>
                  <a:srgbClr val="FF0000"/>
                </a:solidFill>
                <a:latin typeface="Arial"/>
                <a:ea typeface="Arial"/>
                <a:cs typeface="Arial"/>
                <a:sym typeface="Arial"/>
              </a:rPr>
              <a:t>input stream</a:t>
            </a:r>
            <a:r>
              <a:rPr lang="en">
                <a:solidFill>
                  <a:schemeClr val="dk1"/>
                </a:solidFill>
                <a:latin typeface="Arial"/>
                <a:ea typeface="Arial"/>
                <a:cs typeface="Arial"/>
                <a:sym typeface="Arial"/>
              </a:rPr>
              <a:t>) on the other.</a:t>
            </a:r>
            <a:endParaRPr>
              <a:solidFill>
                <a:schemeClr val="dk1"/>
              </a:solidFill>
              <a:latin typeface="Arial"/>
              <a:ea typeface="Arial"/>
              <a:cs typeface="Arial"/>
              <a:sym typeface="Arial"/>
            </a:endParaRPr>
          </a:p>
        </p:txBody>
      </p:sp>
      <p:sp>
        <p:nvSpPr>
          <p:cNvPr id="594" name="Google Shape;594;p57"/>
          <p:cNvSpPr/>
          <p:nvPr/>
        </p:nvSpPr>
        <p:spPr>
          <a:xfrm>
            <a:off x="2014772" y="2009553"/>
            <a:ext cx="771900" cy="431100"/>
          </a:xfrm>
          <a:prstGeom prst="wedgeRoundRectCallout">
            <a:avLst>
              <a:gd name="adj1" fmla="val 119109"/>
              <a:gd name="adj2" fmla="val -47550"/>
              <a:gd name="adj3" fmla="val 0"/>
            </a:avLst>
          </a:prstGeom>
          <a:solidFill>
            <a:srgbClr val="FFFFFF"/>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spcBef>
                <a:spcPts val="0"/>
              </a:spcBef>
              <a:spcAft>
                <a:spcPts val="0"/>
              </a:spcAft>
              <a:buNone/>
            </a:pPr>
            <a:r>
              <a:rPr lang="en" sz="1700">
                <a:solidFill>
                  <a:schemeClr val="dk1"/>
                </a:solidFill>
                <a:latin typeface="Calibri"/>
                <a:ea typeface="Calibri"/>
                <a:cs typeface="Calibri"/>
                <a:sym typeface="Calibri"/>
              </a:rPr>
              <a:t>Hello!</a:t>
            </a:r>
            <a:endParaRPr sz="1700">
              <a:solidFill>
                <a:schemeClr val="dk1"/>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598"/>
        <p:cNvGrpSpPr/>
        <p:nvPr/>
      </p:nvGrpSpPr>
      <p:grpSpPr>
        <a:xfrm>
          <a:off x="0" y="0"/>
          <a:ext cx="0" cy="0"/>
          <a:chOff x="0" y="0"/>
          <a:chExt cx="0" cy="0"/>
        </a:xfrm>
      </p:grpSpPr>
      <p:sp>
        <p:nvSpPr>
          <p:cNvPr id="599" name="Google Shape;599;p58"/>
          <p:cNvSpPr txBox="1">
            <a:spLocks noGrp="1"/>
          </p:cNvSpPr>
          <p:nvPr>
            <p:ph type="title"/>
          </p:nvPr>
        </p:nvSpPr>
        <p:spPr>
          <a:xfrm>
            <a:off x="311725" y="437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Using BufferedReader to Read Data</a:t>
            </a:r>
            <a:endParaRPr/>
          </a:p>
        </p:txBody>
      </p:sp>
      <p:sp>
        <p:nvSpPr>
          <p:cNvPr id="600" name="Google Shape;600;p5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27</a:t>
            </a:fld>
            <a:endParaRPr/>
          </a:p>
        </p:txBody>
      </p:sp>
      <p:sp>
        <p:nvSpPr>
          <p:cNvPr id="601" name="Google Shape;601;p58"/>
          <p:cNvSpPr txBox="1"/>
          <p:nvPr/>
        </p:nvSpPr>
        <p:spPr>
          <a:xfrm>
            <a:off x="3683675" y="1949475"/>
            <a:ext cx="4686600" cy="1803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35714"/>
              </a:lnSpc>
              <a:spcBef>
                <a:spcPts val="0"/>
              </a:spcBef>
              <a:spcAft>
                <a:spcPts val="0"/>
              </a:spcAft>
              <a:buNone/>
            </a:pPr>
            <a:r>
              <a:rPr lang="en" sz="1150">
                <a:solidFill>
                  <a:srgbClr val="098658"/>
                </a:solidFill>
                <a:latin typeface="Consolas"/>
                <a:ea typeface="Consolas"/>
                <a:cs typeface="Consolas"/>
                <a:sym typeface="Consolas"/>
              </a:rPr>
              <a:t>1  </a:t>
            </a:r>
            <a:r>
              <a:rPr lang="en" sz="1150">
                <a:solidFill>
                  <a:srgbClr val="267F99"/>
                </a:solidFill>
                <a:latin typeface="Consolas"/>
                <a:ea typeface="Consolas"/>
                <a:cs typeface="Consolas"/>
                <a:sym typeface="Consolas"/>
              </a:rPr>
              <a:t>InputStream</a:t>
            </a:r>
            <a:r>
              <a:rPr lang="en" sz="1150">
                <a:latin typeface="Consolas"/>
                <a:ea typeface="Consolas"/>
                <a:cs typeface="Consolas"/>
                <a:sym typeface="Consolas"/>
              </a:rPr>
              <a:t> </a:t>
            </a:r>
            <a:r>
              <a:rPr lang="en" sz="1150">
                <a:solidFill>
                  <a:srgbClr val="001080"/>
                </a:solidFill>
                <a:latin typeface="Consolas"/>
                <a:ea typeface="Consolas"/>
                <a:cs typeface="Consolas"/>
                <a:sym typeface="Consolas"/>
              </a:rPr>
              <a:t>input</a:t>
            </a:r>
            <a:r>
              <a:rPr lang="en" sz="1150">
                <a:latin typeface="Consolas"/>
                <a:ea typeface="Consolas"/>
                <a:cs typeface="Consolas"/>
                <a:sym typeface="Consolas"/>
              </a:rPr>
              <a:t> = </a:t>
            </a:r>
            <a:r>
              <a:rPr lang="en" sz="1150">
                <a:solidFill>
                  <a:srgbClr val="001080"/>
                </a:solidFill>
                <a:latin typeface="Consolas"/>
                <a:ea typeface="Consolas"/>
                <a:cs typeface="Consolas"/>
                <a:sym typeface="Consolas"/>
              </a:rPr>
              <a:t>client</a:t>
            </a:r>
            <a:r>
              <a:rPr lang="en" sz="1150">
                <a:latin typeface="Consolas"/>
                <a:ea typeface="Consolas"/>
                <a:cs typeface="Consolas"/>
                <a:sym typeface="Consolas"/>
              </a:rPr>
              <a:t>.</a:t>
            </a:r>
            <a:r>
              <a:rPr lang="en" sz="1150">
                <a:solidFill>
                  <a:srgbClr val="795E26"/>
                </a:solidFill>
                <a:latin typeface="Consolas"/>
                <a:ea typeface="Consolas"/>
                <a:cs typeface="Consolas"/>
                <a:sym typeface="Consolas"/>
              </a:rPr>
              <a:t>getInputStream</a:t>
            </a:r>
            <a:r>
              <a:rPr lang="en" sz="1150">
                <a:latin typeface="Consolas"/>
                <a:ea typeface="Consolas"/>
                <a:cs typeface="Consolas"/>
                <a:sym typeface="Consolas"/>
              </a:rPr>
              <a:t>();</a:t>
            </a:r>
            <a:endParaRPr sz="1150">
              <a:latin typeface="Consolas"/>
              <a:ea typeface="Consolas"/>
              <a:cs typeface="Consolas"/>
              <a:sym typeface="Consolas"/>
            </a:endParaRPr>
          </a:p>
          <a:p>
            <a:pPr marL="0" lvl="0" indent="0" algn="l" rtl="0">
              <a:lnSpc>
                <a:spcPct val="135714"/>
              </a:lnSpc>
              <a:spcBef>
                <a:spcPts val="0"/>
              </a:spcBef>
              <a:spcAft>
                <a:spcPts val="0"/>
              </a:spcAft>
              <a:buNone/>
            </a:pPr>
            <a:r>
              <a:rPr lang="en" sz="1150">
                <a:solidFill>
                  <a:schemeClr val="accent5"/>
                </a:solidFill>
                <a:latin typeface="Consolas"/>
                <a:ea typeface="Consolas"/>
                <a:cs typeface="Consolas"/>
                <a:sym typeface="Consolas"/>
              </a:rPr>
              <a:t>2</a:t>
            </a:r>
            <a:r>
              <a:rPr lang="en" sz="1150">
                <a:latin typeface="Consolas"/>
                <a:ea typeface="Consolas"/>
                <a:cs typeface="Consolas"/>
                <a:sym typeface="Consolas"/>
              </a:rPr>
              <a:t>  </a:t>
            </a:r>
            <a:r>
              <a:rPr lang="en" sz="1150">
                <a:solidFill>
                  <a:srgbClr val="267F99"/>
                </a:solidFill>
                <a:latin typeface="Consolas"/>
                <a:ea typeface="Consolas"/>
                <a:cs typeface="Consolas"/>
                <a:sym typeface="Consolas"/>
              </a:rPr>
              <a:t>InputStreamReader</a:t>
            </a:r>
            <a:r>
              <a:rPr lang="en" sz="1150">
                <a:latin typeface="Consolas"/>
                <a:ea typeface="Consolas"/>
                <a:cs typeface="Consolas"/>
                <a:sym typeface="Consolas"/>
              </a:rPr>
              <a:t> </a:t>
            </a:r>
            <a:r>
              <a:rPr lang="en" sz="1150">
                <a:solidFill>
                  <a:srgbClr val="001080"/>
                </a:solidFill>
                <a:latin typeface="Consolas"/>
                <a:ea typeface="Consolas"/>
                <a:cs typeface="Consolas"/>
                <a:sym typeface="Consolas"/>
              </a:rPr>
              <a:t>in</a:t>
            </a:r>
            <a:r>
              <a:rPr lang="en" sz="1150">
                <a:latin typeface="Consolas"/>
                <a:ea typeface="Consolas"/>
                <a:cs typeface="Consolas"/>
                <a:sym typeface="Consolas"/>
              </a:rPr>
              <a:t> = </a:t>
            </a:r>
            <a:r>
              <a:rPr lang="en" sz="1150">
                <a:solidFill>
                  <a:srgbClr val="AF00DB"/>
                </a:solidFill>
                <a:latin typeface="Consolas"/>
                <a:ea typeface="Consolas"/>
                <a:cs typeface="Consolas"/>
                <a:sym typeface="Consolas"/>
              </a:rPr>
              <a:t>new</a:t>
            </a:r>
            <a:r>
              <a:rPr lang="en" sz="1150">
                <a:latin typeface="Consolas"/>
                <a:ea typeface="Consolas"/>
                <a:cs typeface="Consolas"/>
                <a:sym typeface="Consolas"/>
              </a:rPr>
              <a:t> </a:t>
            </a:r>
            <a:r>
              <a:rPr lang="en" sz="1150">
                <a:solidFill>
                  <a:srgbClr val="795E26"/>
                </a:solidFill>
                <a:latin typeface="Consolas"/>
                <a:ea typeface="Consolas"/>
                <a:cs typeface="Consolas"/>
                <a:sym typeface="Consolas"/>
              </a:rPr>
              <a:t>InputStreamReader</a:t>
            </a:r>
            <a:r>
              <a:rPr lang="en" sz="1150">
                <a:latin typeface="Consolas"/>
                <a:ea typeface="Consolas"/>
                <a:cs typeface="Consolas"/>
                <a:sym typeface="Consolas"/>
              </a:rPr>
              <a:t>(</a:t>
            </a:r>
            <a:r>
              <a:rPr lang="en" sz="1150">
                <a:solidFill>
                  <a:srgbClr val="001080"/>
                </a:solidFill>
                <a:latin typeface="Consolas"/>
                <a:ea typeface="Consolas"/>
                <a:cs typeface="Consolas"/>
                <a:sym typeface="Consolas"/>
              </a:rPr>
              <a:t>in</a:t>
            </a:r>
            <a:r>
              <a:rPr lang="en" sz="1150">
                <a:latin typeface="Consolas"/>
                <a:ea typeface="Consolas"/>
                <a:cs typeface="Consolas"/>
                <a:sym typeface="Consolas"/>
              </a:rPr>
              <a:t>)</a:t>
            </a:r>
            <a:endParaRPr sz="1150">
              <a:latin typeface="Consolas"/>
              <a:ea typeface="Consolas"/>
              <a:cs typeface="Consolas"/>
              <a:sym typeface="Consolas"/>
            </a:endParaRPr>
          </a:p>
          <a:p>
            <a:pPr marL="0" lvl="0" indent="0" algn="l" rtl="0">
              <a:lnSpc>
                <a:spcPct val="135714"/>
              </a:lnSpc>
              <a:spcBef>
                <a:spcPts val="0"/>
              </a:spcBef>
              <a:spcAft>
                <a:spcPts val="0"/>
              </a:spcAft>
              <a:buNone/>
            </a:pPr>
            <a:r>
              <a:rPr lang="en" sz="1150">
                <a:solidFill>
                  <a:srgbClr val="098658"/>
                </a:solidFill>
                <a:latin typeface="Consolas"/>
                <a:ea typeface="Consolas"/>
                <a:cs typeface="Consolas"/>
                <a:sym typeface="Consolas"/>
              </a:rPr>
              <a:t>3  </a:t>
            </a:r>
            <a:r>
              <a:rPr lang="en" sz="1150">
                <a:solidFill>
                  <a:srgbClr val="267F99"/>
                </a:solidFill>
                <a:latin typeface="Consolas"/>
                <a:ea typeface="Consolas"/>
                <a:cs typeface="Consolas"/>
                <a:sym typeface="Consolas"/>
              </a:rPr>
              <a:t>BufferedReader</a:t>
            </a:r>
            <a:r>
              <a:rPr lang="en" sz="1150">
                <a:latin typeface="Consolas"/>
                <a:ea typeface="Consolas"/>
                <a:cs typeface="Consolas"/>
                <a:sym typeface="Consolas"/>
              </a:rPr>
              <a:t> </a:t>
            </a:r>
            <a:r>
              <a:rPr lang="en" sz="1150">
                <a:solidFill>
                  <a:srgbClr val="001080"/>
                </a:solidFill>
                <a:latin typeface="Consolas"/>
                <a:ea typeface="Consolas"/>
                <a:cs typeface="Consolas"/>
                <a:sym typeface="Consolas"/>
              </a:rPr>
              <a:t>reader</a:t>
            </a:r>
            <a:r>
              <a:rPr lang="en" sz="1150">
                <a:latin typeface="Consolas"/>
                <a:ea typeface="Consolas"/>
                <a:cs typeface="Consolas"/>
                <a:sym typeface="Consolas"/>
              </a:rPr>
              <a:t> = </a:t>
            </a:r>
            <a:r>
              <a:rPr lang="en" sz="1150">
                <a:solidFill>
                  <a:srgbClr val="AF00DB"/>
                </a:solidFill>
                <a:latin typeface="Consolas"/>
                <a:ea typeface="Consolas"/>
                <a:cs typeface="Consolas"/>
                <a:sym typeface="Consolas"/>
              </a:rPr>
              <a:t>new</a:t>
            </a:r>
            <a:r>
              <a:rPr lang="en" sz="1150">
                <a:latin typeface="Consolas"/>
                <a:ea typeface="Consolas"/>
                <a:cs typeface="Consolas"/>
                <a:sym typeface="Consolas"/>
              </a:rPr>
              <a:t> </a:t>
            </a:r>
            <a:r>
              <a:rPr lang="en" sz="1150">
                <a:solidFill>
                  <a:srgbClr val="795E26"/>
                </a:solidFill>
                <a:latin typeface="Consolas"/>
                <a:ea typeface="Consolas"/>
                <a:cs typeface="Consolas"/>
                <a:sym typeface="Consolas"/>
              </a:rPr>
              <a:t>BufferedReader</a:t>
            </a:r>
            <a:r>
              <a:rPr lang="en" sz="1150">
                <a:latin typeface="Consolas"/>
                <a:ea typeface="Consolas"/>
                <a:cs typeface="Consolas"/>
                <a:sym typeface="Consolas"/>
              </a:rPr>
              <a:t>(</a:t>
            </a:r>
            <a:r>
              <a:rPr lang="en" sz="1150">
                <a:solidFill>
                  <a:srgbClr val="001080"/>
                </a:solidFill>
                <a:latin typeface="Consolas"/>
                <a:ea typeface="Consolas"/>
                <a:cs typeface="Consolas"/>
                <a:sym typeface="Consolas"/>
              </a:rPr>
              <a:t>input</a:t>
            </a:r>
            <a:r>
              <a:rPr lang="en" sz="1150">
                <a:latin typeface="Consolas"/>
                <a:ea typeface="Consolas"/>
                <a:cs typeface="Consolas"/>
                <a:sym typeface="Consolas"/>
              </a:rPr>
              <a:t>);</a:t>
            </a:r>
            <a:endParaRPr sz="1150">
              <a:latin typeface="Consolas"/>
              <a:ea typeface="Consolas"/>
              <a:cs typeface="Consolas"/>
              <a:sym typeface="Consolas"/>
            </a:endParaRPr>
          </a:p>
          <a:p>
            <a:pPr marL="0" lvl="0" indent="0" algn="l" rtl="0">
              <a:lnSpc>
                <a:spcPct val="135714"/>
              </a:lnSpc>
              <a:spcBef>
                <a:spcPts val="0"/>
              </a:spcBef>
              <a:spcAft>
                <a:spcPts val="0"/>
              </a:spcAft>
              <a:buNone/>
            </a:pPr>
            <a:r>
              <a:rPr lang="en" sz="1150">
                <a:solidFill>
                  <a:srgbClr val="098658"/>
                </a:solidFill>
                <a:latin typeface="Consolas"/>
                <a:ea typeface="Consolas"/>
                <a:cs typeface="Consolas"/>
                <a:sym typeface="Consolas"/>
              </a:rPr>
              <a:t>4  </a:t>
            </a:r>
            <a:r>
              <a:rPr lang="en" sz="1150">
                <a:solidFill>
                  <a:srgbClr val="267F99"/>
                </a:solidFill>
                <a:latin typeface="Consolas"/>
                <a:ea typeface="Consolas"/>
                <a:cs typeface="Consolas"/>
                <a:sym typeface="Consolas"/>
              </a:rPr>
              <a:t>String</a:t>
            </a:r>
            <a:r>
              <a:rPr lang="en" sz="1150">
                <a:latin typeface="Consolas"/>
                <a:ea typeface="Consolas"/>
                <a:cs typeface="Consolas"/>
                <a:sym typeface="Consolas"/>
              </a:rPr>
              <a:t> </a:t>
            </a:r>
            <a:r>
              <a:rPr lang="en" sz="1150">
                <a:solidFill>
                  <a:srgbClr val="001080"/>
                </a:solidFill>
                <a:latin typeface="Consolas"/>
                <a:ea typeface="Consolas"/>
                <a:cs typeface="Consolas"/>
                <a:sym typeface="Consolas"/>
              </a:rPr>
              <a:t>message</a:t>
            </a:r>
            <a:r>
              <a:rPr lang="en" sz="1150">
                <a:latin typeface="Consolas"/>
                <a:ea typeface="Consolas"/>
                <a:cs typeface="Consolas"/>
                <a:sym typeface="Consolas"/>
              </a:rPr>
              <a:t> = </a:t>
            </a:r>
            <a:r>
              <a:rPr lang="en" sz="1150">
                <a:solidFill>
                  <a:srgbClr val="001080"/>
                </a:solidFill>
                <a:latin typeface="Consolas"/>
                <a:ea typeface="Consolas"/>
                <a:cs typeface="Consolas"/>
                <a:sym typeface="Consolas"/>
              </a:rPr>
              <a:t>reader</a:t>
            </a:r>
            <a:r>
              <a:rPr lang="en" sz="1150">
                <a:latin typeface="Consolas"/>
                <a:ea typeface="Consolas"/>
                <a:cs typeface="Consolas"/>
                <a:sym typeface="Consolas"/>
              </a:rPr>
              <a:t>.</a:t>
            </a:r>
            <a:r>
              <a:rPr lang="en" sz="1150">
                <a:solidFill>
                  <a:srgbClr val="795E26"/>
                </a:solidFill>
                <a:latin typeface="Consolas"/>
                <a:ea typeface="Consolas"/>
                <a:cs typeface="Consolas"/>
                <a:sym typeface="Consolas"/>
              </a:rPr>
              <a:t>readLine</a:t>
            </a:r>
            <a:r>
              <a:rPr lang="en" sz="1150">
                <a:latin typeface="Consolas"/>
                <a:ea typeface="Consolas"/>
                <a:cs typeface="Consolas"/>
                <a:sym typeface="Consolas"/>
              </a:rPr>
              <a:t>();</a:t>
            </a:r>
            <a:endParaRPr sz="1150">
              <a:latin typeface="Consolas"/>
              <a:ea typeface="Consolas"/>
              <a:cs typeface="Consolas"/>
              <a:sym typeface="Consolas"/>
            </a:endParaRPr>
          </a:p>
          <a:p>
            <a:pPr marL="0" lvl="0" indent="0" algn="l" rtl="0">
              <a:lnSpc>
                <a:spcPct val="135714"/>
              </a:lnSpc>
              <a:spcBef>
                <a:spcPts val="0"/>
              </a:spcBef>
              <a:spcAft>
                <a:spcPts val="0"/>
              </a:spcAft>
              <a:buNone/>
            </a:pPr>
            <a:r>
              <a:rPr lang="en" sz="1150">
                <a:solidFill>
                  <a:srgbClr val="098658"/>
                </a:solidFill>
                <a:latin typeface="Consolas"/>
                <a:ea typeface="Consolas"/>
                <a:cs typeface="Consolas"/>
                <a:sym typeface="Consolas"/>
              </a:rPr>
              <a:t>5  </a:t>
            </a:r>
            <a:r>
              <a:rPr lang="en" sz="1150">
                <a:solidFill>
                  <a:srgbClr val="267F99"/>
                </a:solidFill>
                <a:latin typeface="Consolas"/>
                <a:ea typeface="Consolas"/>
                <a:cs typeface="Consolas"/>
                <a:sym typeface="Consolas"/>
              </a:rPr>
              <a:t>System</a:t>
            </a:r>
            <a:r>
              <a:rPr lang="en" sz="1150">
                <a:latin typeface="Consolas"/>
                <a:ea typeface="Consolas"/>
                <a:cs typeface="Consolas"/>
                <a:sym typeface="Consolas"/>
              </a:rPr>
              <a:t>.</a:t>
            </a:r>
            <a:r>
              <a:rPr lang="en" sz="1150">
                <a:solidFill>
                  <a:srgbClr val="0070C1"/>
                </a:solidFill>
                <a:latin typeface="Consolas"/>
                <a:ea typeface="Consolas"/>
                <a:cs typeface="Consolas"/>
                <a:sym typeface="Consolas"/>
              </a:rPr>
              <a:t>out</a:t>
            </a:r>
            <a:r>
              <a:rPr lang="en" sz="1150">
                <a:latin typeface="Consolas"/>
                <a:ea typeface="Consolas"/>
                <a:cs typeface="Consolas"/>
                <a:sym typeface="Consolas"/>
              </a:rPr>
              <a:t>.</a:t>
            </a:r>
            <a:r>
              <a:rPr lang="en" sz="1150">
                <a:solidFill>
                  <a:srgbClr val="795E26"/>
                </a:solidFill>
                <a:latin typeface="Consolas"/>
                <a:ea typeface="Consolas"/>
                <a:cs typeface="Consolas"/>
                <a:sym typeface="Consolas"/>
              </a:rPr>
              <a:t>print</a:t>
            </a:r>
            <a:r>
              <a:rPr lang="en" sz="1150">
                <a:latin typeface="Consolas"/>
                <a:ea typeface="Consolas"/>
                <a:cs typeface="Consolas"/>
                <a:sym typeface="Consolas"/>
              </a:rPr>
              <a:t>(</a:t>
            </a:r>
            <a:r>
              <a:rPr lang="en" sz="1150">
                <a:solidFill>
                  <a:srgbClr val="001080"/>
                </a:solidFill>
                <a:latin typeface="Consolas"/>
                <a:ea typeface="Consolas"/>
                <a:cs typeface="Consolas"/>
                <a:sym typeface="Consolas"/>
              </a:rPr>
              <a:t>message</a:t>
            </a:r>
            <a:r>
              <a:rPr lang="en" sz="1150">
                <a:latin typeface="Consolas"/>
                <a:ea typeface="Consolas"/>
                <a:cs typeface="Consolas"/>
                <a:sym typeface="Consolas"/>
              </a:rPr>
              <a:t>);</a:t>
            </a:r>
            <a:endParaRPr sz="1150">
              <a:latin typeface="Consolas"/>
              <a:ea typeface="Consolas"/>
              <a:cs typeface="Consolas"/>
              <a:sym typeface="Consolas"/>
            </a:endParaRPr>
          </a:p>
          <a:p>
            <a:pPr marL="0" lvl="0" indent="0" algn="l" rtl="0">
              <a:lnSpc>
                <a:spcPct val="135714"/>
              </a:lnSpc>
              <a:spcBef>
                <a:spcPts val="0"/>
              </a:spcBef>
              <a:spcAft>
                <a:spcPts val="0"/>
              </a:spcAft>
              <a:buNone/>
            </a:pPr>
            <a:r>
              <a:rPr lang="en" sz="1150">
                <a:solidFill>
                  <a:srgbClr val="098658"/>
                </a:solidFill>
                <a:latin typeface="Consolas"/>
                <a:ea typeface="Consolas"/>
                <a:cs typeface="Consolas"/>
                <a:sym typeface="Consolas"/>
              </a:rPr>
              <a:t>6  </a:t>
            </a:r>
            <a:r>
              <a:rPr lang="en" sz="1150">
                <a:solidFill>
                  <a:srgbClr val="001080"/>
                </a:solidFill>
                <a:latin typeface="Consolas"/>
                <a:ea typeface="Consolas"/>
                <a:cs typeface="Consolas"/>
                <a:sym typeface="Consolas"/>
              </a:rPr>
              <a:t>client</a:t>
            </a:r>
            <a:r>
              <a:rPr lang="en" sz="1150">
                <a:latin typeface="Consolas"/>
                <a:ea typeface="Consolas"/>
                <a:cs typeface="Consolas"/>
                <a:sym typeface="Consolas"/>
              </a:rPr>
              <a:t>.</a:t>
            </a:r>
            <a:r>
              <a:rPr lang="en" sz="1150">
                <a:solidFill>
                  <a:srgbClr val="795E26"/>
                </a:solidFill>
                <a:latin typeface="Consolas"/>
                <a:ea typeface="Consolas"/>
                <a:cs typeface="Consolas"/>
                <a:sym typeface="Consolas"/>
              </a:rPr>
              <a:t>close</a:t>
            </a:r>
            <a:r>
              <a:rPr lang="en" sz="1150">
                <a:latin typeface="Consolas"/>
                <a:ea typeface="Consolas"/>
                <a:cs typeface="Consolas"/>
                <a:sym typeface="Consolas"/>
              </a:rPr>
              <a:t>();</a:t>
            </a:r>
            <a:endParaRPr sz="1150">
              <a:latin typeface="Consolas"/>
              <a:ea typeface="Consolas"/>
              <a:cs typeface="Consolas"/>
              <a:sym typeface="Consolas"/>
            </a:endParaRPr>
          </a:p>
          <a:p>
            <a:pPr marL="0" lvl="0" indent="0" algn="l" rtl="0">
              <a:lnSpc>
                <a:spcPct val="135714"/>
              </a:lnSpc>
              <a:spcBef>
                <a:spcPts val="0"/>
              </a:spcBef>
              <a:spcAft>
                <a:spcPts val="0"/>
              </a:spcAft>
              <a:buNone/>
            </a:pPr>
            <a:r>
              <a:rPr lang="en" sz="1150">
                <a:solidFill>
                  <a:srgbClr val="098658"/>
                </a:solidFill>
                <a:latin typeface="Consolas"/>
                <a:ea typeface="Consolas"/>
                <a:cs typeface="Consolas"/>
                <a:sym typeface="Consolas"/>
              </a:rPr>
              <a:t>7  </a:t>
            </a:r>
            <a:r>
              <a:rPr lang="en" sz="1150">
                <a:solidFill>
                  <a:srgbClr val="267F99"/>
                </a:solidFill>
                <a:latin typeface="Consolas"/>
                <a:ea typeface="Consolas"/>
                <a:cs typeface="Consolas"/>
                <a:sym typeface="Consolas"/>
              </a:rPr>
              <a:t>System</a:t>
            </a:r>
            <a:r>
              <a:rPr lang="en" sz="1150">
                <a:latin typeface="Consolas"/>
                <a:ea typeface="Consolas"/>
                <a:cs typeface="Consolas"/>
                <a:sym typeface="Consolas"/>
              </a:rPr>
              <a:t>.</a:t>
            </a:r>
            <a:r>
              <a:rPr lang="en" sz="1150">
                <a:solidFill>
                  <a:srgbClr val="0070C1"/>
                </a:solidFill>
                <a:latin typeface="Consolas"/>
                <a:ea typeface="Consolas"/>
                <a:cs typeface="Consolas"/>
                <a:sym typeface="Consolas"/>
              </a:rPr>
              <a:t>out</a:t>
            </a:r>
            <a:r>
              <a:rPr lang="en" sz="1150">
                <a:latin typeface="Consolas"/>
                <a:ea typeface="Consolas"/>
                <a:cs typeface="Consolas"/>
                <a:sym typeface="Consolas"/>
              </a:rPr>
              <a:t>.</a:t>
            </a:r>
            <a:r>
              <a:rPr lang="en" sz="1150">
                <a:solidFill>
                  <a:srgbClr val="795E26"/>
                </a:solidFill>
                <a:latin typeface="Consolas"/>
                <a:ea typeface="Consolas"/>
                <a:cs typeface="Consolas"/>
                <a:sym typeface="Consolas"/>
              </a:rPr>
              <a:t>println</a:t>
            </a:r>
            <a:r>
              <a:rPr lang="en" sz="1150">
                <a:latin typeface="Consolas"/>
                <a:ea typeface="Consolas"/>
                <a:cs typeface="Consolas"/>
                <a:sym typeface="Consolas"/>
              </a:rPr>
              <a:t>();</a:t>
            </a:r>
            <a:endParaRPr sz="1150">
              <a:solidFill>
                <a:srgbClr val="267F99"/>
              </a:solidFill>
              <a:latin typeface="Consolas"/>
              <a:ea typeface="Consolas"/>
              <a:cs typeface="Consolas"/>
              <a:sym typeface="Consolas"/>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05"/>
        <p:cNvGrpSpPr/>
        <p:nvPr/>
      </p:nvGrpSpPr>
      <p:grpSpPr>
        <a:xfrm>
          <a:off x="0" y="0"/>
          <a:ext cx="0" cy="0"/>
          <a:chOff x="0" y="0"/>
          <a:chExt cx="0" cy="0"/>
        </a:xfrm>
      </p:grpSpPr>
      <p:sp>
        <p:nvSpPr>
          <p:cNvPr id="606" name="Google Shape;606;p59"/>
          <p:cNvSpPr txBox="1"/>
          <p:nvPr/>
        </p:nvSpPr>
        <p:spPr>
          <a:xfrm>
            <a:off x="3683675" y="1949475"/>
            <a:ext cx="4686600" cy="1803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35714"/>
              </a:lnSpc>
              <a:spcBef>
                <a:spcPts val="0"/>
              </a:spcBef>
              <a:spcAft>
                <a:spcPts val="0"/>
              </a:spcAft>
              <a:buNone/>
            </a:pPr>
            <a:r>
              <a:rPr lang="en" sz="1150">
                <a:solidFill>
                  <a:srgbClr val="098658"/>
                </a:solidFill>
                <a:latin typeface="Consolas"/>
                <a:ea typeface="Consolas"/>
                <a:cs typeface="Consolas"/>
                <a:sym typeface="Consolas"/>
              </a:rPr>
              <a:t>1  </a:t>
            </a:r>
            <a:r>
              <a:rPr lang="en" sz="1150">
                <a:solidFill>
                  <a:srgbClr val="267F99"/>
                </a:solidFill>
                <a:latin typeface="Consolas"/>
                <a:ea typeface="Consolas"/>
                <a:cs typeface="Consolas"/>
                <a:sym typeface="Consolas"/>
              </a:rPr>
              <a:t>InputStream</a:t>
            </a:r>
            <a:r>
              <a:rPr lang="en" sz="1150">
                <a:latin typeface="Consolas"/>
                <a:ea typeface="Consolas"/>
                <a:cs typeface="Consolas"/>
                <a:sym typeface="Consolas"/>
              </a:rPr>
              <a:t> </a:t>
            </a:r>
            <a:r>
              <a:rPr lang="en" sz="1150">
                <a:solidFill>
                  <a:srgbClr val="001080"/>
                </a:solidFill>
                <a:latin typeface="Consolas"/>
                <a:ea typeface="Consolas"/>
                <a:cs typeface="Consolas"/>
                <a:sym typeface="Consolas"/>
              </a:rPr>
              <a:t>input</a:t>
            </a:r>
            <a:r>
              <a:rPr lang="en" sz="1150">
                <a:latin typeface="Consolas"/>
                <a:ea typeface="Consolas"/>
                <a:cs typeface="Consolas"/>
                <a:sym typeface="Consolas"/>
              </a:rPr>
              <a:t> = </a:t>
            </a:r>
            <a:r>
              <a:rPr lang="en" sz="1150">
                <a:solidFill>
                  <a:srgbClr val="001080"/>
                </a:solidFill>
                <a:latin typeface="Consolas"/>
                <a:ea typeface="Consolas"/>
                <a:cs typeface="Consolas"/>
                <a:sym typeface="Consolas"/>
              </a:rPr>
              <a:t>client</a:t>
            </a:r>
            <a:r>
              <a:rPr lang="en" sz="1150">
                <a:latin typeface="Consolas"/>
                <a:ea typeface="Consolas"/>
                <a:cs typeface="Consolas"/>
                <a:sym typeface="Consolas"/>
              </a:rPr>
              <a:t>.</a:t>
            </a:r>
            <a:r>
              <a:rPr lang="en" sz="1150">
                <a:solidFill>
                  <a:srgbClr val="795E26"/>
                </a:solidFill>
                <a:latin typeface="Consolas"/>
                <a:ea typeface="Consolas"/>
                <a:cs typeface="Consolas"/>
                <a:sym typeface="Consolas"/>
              </a:rPr>
              <a:t>getInputStream</a:t>
            </a:r>
            <a:r>
              <a:rPr lang="en" sz="1150">
                <a:latin typeface="Consolas"/>
                <a:ea typeface="Consolas"/>
                <a:cs typeface="Consolas"/>
                <a:sym typeface="Consolas"/>
              </a:rPr>
              <a:t>();</a:t>
            </a:r>
            <a:endParaRPr sz="1150">
              <a:latin typeface="Consolas"/>
              <a:ea typeface="Consolas"/>
              <a:cs typeface="Consolas"/>
              <a:sym typeface="Consolas"/>
            </a:endParaRPr>
          </a:p>
          <a:p>
            <a:pPr marL="0" lvl="0" indent="0" algn="l" rtl="0">
              <a:lnSpc>
                <a:spcPct val="135714"/>
              </a:lnSpc>
              <a:spcBef>
                <a:spcPts val="0"/>
              </a:spcBef>
              <a:spcAft>
                <a:spcPts val="0"/>
              </a:spcAft>
              <a:buNone/>
            </a:pPr>
            <a:r>
              <a:rPr lang="en" sz="1150">
                <a:solidFill>
                  <a:schemeClr val="accent5"/>
                </a:solidFill>
                <a:latin typeface="Consolas"/>
                <a:ea typeface="Consolas"/>
                <a:cs typeface="Consolas"/>
                <a:sym typeface="Consolas"/>
              </a:rPr>
              <a:t>2</a:t>
            </a:r>
            <a:r>
              <a:rPr lang="en" sz="1150">
                <a:latin typeface="Consolas"/>
                <a:ea typeface="Consolas"/>
                <a:cs typeface="Consolas"/>
                <a:sym typeface="Consolas"/>
              </a:rPr>
              <a:t>  </a:t>
            </a:r>
            <a:r>
              <a:rPr lang="en" sz="1150">
                <a:solidFill>
                  <a:srgbClr val="267F99"/>
                </a:solidFill>
                <a:latin typeface="Consolas"/>
                <a:ea typeface="Consolas"/>
                <a:cs typeface="Consolas"/>
                <a:sym typeface="Consolas"/>
              </a:rPr>
              <a:t>InputStreamReader</a:t>
            </a:r>
            <a:r>
              <a:rPr lang="en" sz="1150">
                <a:latin typeface="Consolas"/>
                <a:ea typeface="Consolas"/>
                <a:cs typeface="Consolas"/>
                <a:sym typeface="Consolas"/>
              </a:rPr>
              <a:t> </a:t>
            </a:r>
            <a:r>
              <a:rPr lang="en" sz="1150">
                <a:solidFill>
                  <a:srgbClr val="001080"/>
                </a:solidFill>
                <a:latin typeface="Consolas"/>
                <a:ea typeface="Consolas"/>
                <a:cs typeface="Consolas"/>
                <a:sym typeface="Consolas"/>
              </a:rPr>
              <a:t>in</a:t>
            </a:r>
            <a:r>
              <a:rPr lang="en" sz="1150">
                <a:latin typeface="Consolas"/>
                <a:ea typeface="Consolas"/>
                <a:cs typeface="Consolas"/>
                <a:sym typeface="Consolas"/>
              </a:rPr>
              <a:t> = </a:t>
            </a:r>
            <a:r>
              <a:rPr lang="en" sz="1150">
                <a:solidFill>
                  <a:srgbClr val="AF00DB"/>
                </a:solidFill>
                <a:latin typeface="Consolas"/>
                <a:ea typeface="Consolas"/>
                <a:cs typeface="Consolas"/>
                <a:sym typeface="Consolas"/>
              </a:rPr>
              <a:t>new</a:t>
            </a:r>
            <a:r>
              <a:rPr lang="en" sz="1150">
                <a:latin typeface="Consolas"/>
                <a:ea typeface="Consolas"/>
                <a:cs typeface="Consolas"/>
                <a:sym typeface="Consolas"/>
              </a:rPr>
              <a:t> </a:t>
            </a:r>
            <a:r>
              <a:rPr lang="en" sz="1150">
                <a:solidFill>
                  <a:srgbClr val="795E26"/>
                </a:solidFill>
                <a:latin typeface="Consolas"/>
                <a:ea typeface="Consolas"/>
                <a:cs typeface="Consolas"/>
                <a:sym typeface="Consolas"/>
              </a:rPr>
              <a:t>InputStreamReader</a:t>
            </a:r>
            <a:r>
              <a:rPr lang="en" sz="1150">
                <a:latin typeface="Consolas"/>
                <a:ea typeface="Consolas"/>
                <a:cs typeface="Consolas"/>
                <a:sym typeface="Consolas"/>
              </a:rPr>
              <a:t>(</a:t>
            </a:r>
            <a:r>
              <a:rPr lang="en" sz="1150">
                <a:solidFill>
                  <a:srgbClr val="001080"/>
                </a:solidFill>
                <a:latin typeface="Consolas"/>
                <a:ea typeface="Consolas"/>
                <a:cs typeface="Consolas"/>
                <a:sym typeface="Consolas"/>
              </a:rPr>
              <a:t>in</a:t>
            </a:r>
            <a:r>
              <a:rPr lang="en" sz="1150">
                <a:latin typeface="Consolas"/>
                <a:ea typeface="Consolas"/>
                <a:cs typeface="Consolas"/>
                <a:sym typeface="Consolas"/>
              </a:rPr>
              <a:t>)</a:t>
            </a:r>
            <a:endParaRPr sz="1150">
              <a:latin typeface="Consolas"/>
              <a:ea typeface="Consolas"/>
              <a:cs typeface="Consolas"/>
              <a:sym typeface="Consolas"/>
            </a:endParaRPr>
          </a:p>
          <a:p>
            <a:pPr marL="0" lvl="0" indent="0" algn="l" rtl="0">
              <a:lnSpc>
                <a:spcPct val="135714"/>
              </a:lnSpc>
              <a:spcBef>
                <a:spcPts val="0"/>
              </a:spcBef>
              <a:spcAft>
                <a:spcPts val="0"/>
              </a:spcAft>
              <a:buNone/>
            </a:pPr>
            <a:r>
              <a:rPr lang="en" sz="1150">
                <a:solidFill>
                  <a:srgbClr val="098658"/>
                </a:solidFill>
                <a:latin typeface="Consolas"/>
                <a:ea typeface="Consolas"/>
                <a:cs typeface="Consolas"/>
                <a:sym typeface="Consolas"/>
              </a:rPr>
              <a:t>3  </a:t>
            </a:r>
            <a:r>
              <a:rPr lang="en" sz="1150">
                <a:solidFill>
                  <a:srgbClr val="267F99"/>
                </a:solidFill>
                <a:latin typeface="Consolas"/>
                <a:ea typeface="Consolas"/>
                <a:cs typeface="Consolas"/>
                <a:sym typeface="Consolas"/>
              </a:rPr>
              <a:t>BufferedReader</a:t>
            </a:r>
            <a:r>
              <a:rPr lang="en" sz="1150">
                <a:latin typeface="Consolas"/>
                <a:ea typeface="Consolas"/>
                <a:cs typeface="Consolas"/>
                <a:sym typeface="Consolas"/>
              </a:rPr>
              <a:t> </a:t>
            </a:r>
            <a:r>
              <a:rPr lang="en" sz="1150">
                <a:solidFill>
                  <a:srgbClr val="001080"/>
                </a:solidFill>
                <a:latin typeface="Consolas"/>
                <a:ea typeface="Consolas"/>
                <a:cs typeface="Consolas"/>
                <a:sym typeface="Consolas"/>
              </a:rPr>
              <a:t>reader</a:t>
            </a:r>
            <a:r>
              <a:rPr lang="en" sz="1150">
                <a:latin typeface="Consolas"/>
                <a:ea typeface="Consolas"/>
                <a:cs typeface="Consolas"/>
                <a:sym typeface="Consolas"/>
              </a:rPr>
              <a:t> = </a:t>
            </a:r>
            <a:r>
              <a:rPr lang="en" sz="1150">
                <a:solidFill>
                  <a:srgbClr val="AF00DB"/>
                </a:solidFill>
                <a:latin typeface="Consolas"/>
                <a:ea typeface="Consolas"/>
                <a:cs typeface="Consolas"/>
                <a:sym typeface="Consolas"/>
              </a:rPr>
              <a:t>new</a:t>
            </a:r>
            <a:r>
              <a:rPr lang="en" sz="1150">
                <a:latin typeface="Consolas"/>
                <a:ea typeface="Consolas"/>
                <a:cs typeface="Consolas"/>
                <a:sym typeface="Consolas"/>
              </a:rPr>
              <a:t> </a:t>
            </a:r>
            <a:r>
              <a:rPr lang="en" sz="1150">
                <a:solidFill>
                  <a:srgbClr val="795E26"/>
                </a:solidFill>
                <a:latin typeface="Consolas"/>
                <a:ea typeface="Consolas"/>
                <a:cs typeface="Consolas"/>
                <a:sym typeface="Consolas"/>
              </a:rPr>
              <a:t>BufferedReader</a:t>
            </a:r>
            <a:r>
              <a:rPr lang="en" sz="1150">
                <a:latin typeface="Consolas"/>
                <a:ea typeface="Consolas"/>
                <a:cs typeface="Consolas"/>
                <a:sym typeface="Consolas"/>
              </a:rPr>
              <a:t>(</a:t>
            </a:r>
            <a:r>
              <a:rPr lang="en" sz="1150">
                <a:solidFill>
                  <a:srgbClr val="001080"/>
                </a:solidFill>
                <a:latin typeface="Consolas"/>
                <a:ea typeface="Consolas"/>
                <a:cs typeface="Consolas"/>
                <a:sym typeface="Consolas"/>
              </a:rPr>
              <a:t>input</a:t>
            </a:r>
            <a:r>
              <a:rPr lang="en" sz="1150">
                <a:latin typeface="Consolas"/>
                <a:ea typeface="Consolas"/>
                <a:cs typeface="Consolas"/>
                <a:sym typeface="Consolas"/>
              </a:rPr>
              <a:t>);</a:t>
            </a:r>
            <a:endParaRPr sz="1150">
              <a:latin typeface="Consolas"/>
              <a:ea typeface="Consolas"/>
              <a:cs typeface="Consolas"/>
              <a:sym typeface="Consolas"/>
            </a:endParaRPr>
          </a:p>
          <a:p>
            <a:pPr marL="0" lvl="0" indent="0" algn="l" rtl="0">
              <a:lnSpc>
                <a:spcPct val="135714"/>
              </a:lnSpc>
              <a:spcBef>
                <a:spcPts val="0"/>
              </a:spcBef>
              <a:spcAft>
                <a:spcPts val="0"/>
              </a:spcAft>
              <a:buNone/>
            </a:pPr>
            <a:r>
              <a:rPr lang="en" sz="1150">
                <a:solidFill>
                  <a:srgbClr val="098658"/>
                </a:solidFill>
                <a:latin typeface="Consolas"/>
                <a:ea typeface="Consolas"/>
                <a:cs typeface="Consolas"/>
                <a:sym typeface="Consolas"/>
              </a:rPr>
              <a:t>4  </a:t>
            </a:r>
            <a:r>
              <a:rPr lang="en" sz="1150">
                <a:solidFill>
                  <a:srgbClr val="267F99"/>
                </a:solidFill>
                <a:latin typeface="Consolas"/>
                <a:ea typeface="Consolas"/>
                <a:cs typeface="Consolas"/>
                <a:sym typeface="Consolas"/>
              </a:rPr>
              <a:t>String</a:t>
            </a:r>
            <a:r>
              <a:rPr lang="en" sz="1150">
                <a:latin typeface="Consolas"/>
                <a:ea typeface="Consolas"/>
                <a:cs typeface="Consolas"/>
                <a:sym typeface="Consolas"/>
              </a:rPr>
              <a:t> </a:t>
            </a:r>
            <a:r>
              <a:rPr lang="en" sz="1150">
                <a:solidFill>
                  <a:srgbClr val="001080"/>
                </a:solidFill>
                <a:latin typeface="Consolas"/>
                <a:ea typeface="Consolas"/>
                <a:cs typeface="Consolas"/>
                <a:sym typeface="Consolas"/>
              </a:rPr>
              <a:t>message</a:t>
            </a:r>
            <a:r>
              <a:rPr lang="en" sz="1150">
                <a:latin typeface="Consolas"/>
                <a:ea typeface="Consolas"/>
                <a:cs typeface="Consolas"/>
                <a:sym typeface="Consolas"/>
              </a:rPr>
              <a:t> = </a:t>
            </a:r>
            <a:r>
              <a:rPr lang="en" sz="1150">
                <a:solidFill>
                  <a:srgbClr val="001080"/>
                </a:solidFill>
                <a:latin typeface="Consolas"/>
                <a:ea typeface="Consolas"/>
                <a:cs typeface="Consolas"/>
                <a:sym typeface="Consolas"/>
              </a:rPr>
              <a:t>reader</a:t>
            </a:r>
            <a:r>
              <a:rPr lang="en" sz="1150">
                <a:latin typeface="Consolas"/>
                <a:ea typeface="Consolas"/>
                <a:cs typeface="Consolas"/>
                <a:sym typeface="Consolas"/>
              </a:rPr>
              <a:t>.</a:t>
            </a:r>
            <a:r>
              <a:rPr lang="en" sz="1150">
                <a:solidFill>
                  <a:srgbClr val="795E26"/>
                </a:solidFill>
                <a:latin typeface="Consolas"/>
                <a:ea typeface="Consolas"/>
                <a:cs typeface="Consolas"/>
                <a:sym typeface="Consolas"/>
              </a:rPr>
              <a:t>readLine</a:t>
            </a:r>
            <a:r>
              <a:rPr lang="en" sz="1150">
                <a:latin typeface="Consolas"/>
                <a:ea typeface="Consolas"/>
                <a:cs typeface="Consolas"/>
                <a:sym typeface="Consolas"/>
              </a:rPr>
              <a:t>();</a:t>
            </a:r>
            <a:endParaRPr sz="1150">
              <a:latin typeface="Consolas"/>
              <a:ea typeface="Consolas"/>
              <a:cs typeface="Consolas"/>
              <a:sym typeface="Consolas"/>
            </a:endParaRPr>
          </a:p>
          <a:p>
            <a:pPr marL="0" lvl="0" indent="0" algn="l" rtl="0">
              <a:lnSpc>
                <a:spcPct val="135714"/>
              </a:lnSpc>
              <a:spcBef>
                <a:spcPts val="0"/>
              </a:spcBef>
              <a:spcAft>
                <a:spcPts val="0"/>
              </a:spcAft>
              <a:buNone/>
            </a:pPr>
            <a:r>
              <a:rPr lang="en" sz="1150">
                <a:solidFill>
                  <a:srgbClr val="098658"/>
                </a:solidFill>
                <a:latin typeface="Consolas"/>
                <a:ea typeface="Consolas"/>
                <a:cs typeface="Consolas"/>
                <a:sym typeface="Consolas"/>
              </a:rPr>
              <a:t>5  </a:t>
            </a:r>
            <a:r>
              <a:rPr lang="en" sz="1150">
                <a:solidFill>
                  <a:srgbClr val="267F99"/>
                </a:solidFill>
                <a:latin typeface="Consolas"/>
                <a:ea typeface="Consolas"/>
                <a:cs typeface="Consolas"/>
                <a:sym typeface="Consolas"/>
              </a:rPr>
              <a:t>System</a:t>
            </a:r>
            <a:r>
              <a:rPr lang="en" sz="1150">
                <a:latin typeface="Consolas"/>
                <a:ea typeface="Consolas"/>
                <a:cs typeface="Consolas"/>
                <a:sym typeface="Consolas"/>
              </a:rPr>
              <a:t>.</a:t>
            </a:r>
            <a:r>
              <a:rPr lang="en" sz="1150">
                <a:solidFill>
                  <a:srgbClr val="0070C1"/>
                </a:solidFill>
                <a:latin typeface="Consolas"/>
                <a:ea typeface="Consolas"/>
                <a:cs typeface="Consolas"/>
                <a:sym typeface="Consolas"/>
              </a:rPr>
              <a:t>out</a:t>
            </a:r>
            <a:r>
              <a:rPr lang="en" sz="1150">
                <a:latin typeface="Consolas"/>
                <a:ea typeface="Consolas"/>
                <a:cs typeface="Consolas"/>
                <a:sym typeface="Consolas"/>
              </a:rPr>
              <a:t>.</a:t>
            </a:r>
            <a:r>
              <a:rPr lang="en" sz="1150">
                <a:solidFill>
                  <a:srgbClr val="795E26"/>
                </a:solidFill>
                <a:latin typeface="Consolas"/>
                <a:ea typeface="Consolas"/>
                <a:cs typeface="Consolas"/>
                <a:sym typeface="Consolas"/>
              </a:rPr>
              <a:t>print</a:t>
            </a:r>
            <a:r>
              <a:rPr lang="en" sz="1150">
                <a:latin typeface="Consolas"/>
                <a:ea typeface="Consolas"/>
                <a:cs typeface="Consolas"/>
                <a:sym typeface="Consolas"/>
              </a:rPr>
              <a:t>(</a:t>
            </a:r>
            <a:r>
              <a:rPr lang="en" sz="1150">
                <a:solidFill>
                  <a:srgbClr val="001080"/>
                </a:solidFill>
                <a:latin typeface="Consolas"/>
                <a:ea typeface="Consolas"/>
                <a:cs typeface="Consolas"/>
                <a:sym typeface="Consolas"/>
              </a:rPr>
              <a:t>message</a:t>
            </a:r>
            <a:r>
              <a:rPr lang="en" sz="1150">
                <a:latin typeface="Consolas"/>
                <a:ea typeface="Consolas"/>
                <a:cs typeface="Consolas"/>
                <a:sym typeface="Consolas"/>
              </a:rPr>
              <a:t>);</a:t>
            </a:r>
            <a:endParaRPr sz="1150">
              <a:latin typeface="Consolas"/>
              <a:ea typeface="Consolas"/>
              <a:cs typeface="Consolas"/>
              <a:sym typeface="Consolas"/>
            </a:endParaRPr>
          </a:p>
          <a:p>
            <a:pPr marL="0" lvl="0" indent="0" algn="l" rtl="0">
              <a:lnSpc>
                <a:spcPct val="135714"/>
              </a:lnSpc>
              <a:spcBef>
                <a:spcPts val="0"/>
              </a:spcBef>
              <a:spcAft>
                <a:spcPts val="0"/>
              </a:spcAft>
              <a:buNone/>
            </a:pPr>
            <a:r>
              <a:rPr lang="en" sz="1150">
                <a:solidFill>
                  <a:srgbClr val="098658"/>
                </a:solidFill>
                <a:latin typeface="Consolas"/>
                <a:ea typeface="Consolas"/>
                <a:cs typeface="Consolas"/>
                <a:sym typeface="Consolas"/>
              </a:rPr>
              <a:t>6  </a:t>
            </a:r>
            <a:r>
              <a:rPr lang="en" sz="1150">
                <a:solidFill>
                  <a:srgbClr val="001080"/>
                </a:solidFill>
                <a:latin typeface="Consolas"/>
                <a:ea typeface="Consolas"/>
                <a:cs typeface="Consolas"/>
                <a:sym typeface="Consolas"/>
              </a:rPr>
              <a:t>client</a:t>
            </a:r>
            <a:r>
              <a:rPr lang="en" sz="1150">
                <a:latin typeface="Consolas"/>
                <a:ea typeface="Consolas"/>
                <a:cs typeface="Consolas"/>
                <a:sym typeface="Consolas"/>
              </a:rPr>
              <a:t>.</a:t>
            </a:r>
            <a:r>
              <a:rPr lang="en" sz="1150">
                <a:solidFill>
                  <a:srgbClr val="795E26"/>
                </a:solidFill>
                <a:latin typeface="Consolas"/>
                <a:ea typeface="Consolas"/>
                <a:cs typeface="Consolas"/>
                <a:sym typeface="Consolas"/>
              </a:rPr>
              <a:t>close</a:t>
            </a:r>
            <a:r>
              <a:rPr lang="en" sz="1150">
                <a:latin typeface="Consolas"/>
                <a:ea typeface="Consolas"/>
                <a:cs typeface="Consolas"/>
                <a:sym typeface="Consolas"/>
              </a:rPr>
              <a:t>();</a:t>
            </a:r>
            <a:endParaRPr sz="1150">
              <a:latin typeface="Consolas"/>
              <a:ea typeface="Consolas"/>
              <a:cs typeface="Consolas"/>
              <a:sym typeface="Consolas"/>
            </a:endParaRPr>
          </a:p>
          <a:p>
            <a:pPr marL="0" lvl="0" indent="0" algn="l" rtl="0">
              <a:lnSpc>
                <a:spcPct val="135714"/>
              </a:lnSpc>
              <a:spcBef>
                <a:spcPts val="0"/>
              </a:spcBef>
              <a:spcAft>
                <a:spcPts val="0"/>
              </a:spcAft>
              <a:buNone/>
            </a:pPr>
            <a:r>
              <a:rPr lang="en" sz="1150">
                <a:solidFill>
                  <a:srgbClr val="098658"/>
                </a:solidFill>
                <a:latin typeface="Consolas"/>
                <a:ea typeface="Consolas"/>
                <a:cs typeface="Consolas"/>
                <a:sym typeface="Consolas"/>
              </a:rPr>
              <a:t>7  </a:t>
            </a:r>
            <a:r>
              <a:rPr lang="en" sz="1150">
                <a:solidFill>
                  <a:srgbClr val="267F99"/>
                </a:solidFill>
                <a:latin typeface="Consolas"/>
                <a:ea typeface="Consolas"/>
                <a:cs typeface="Consolas"/>
                <a:sym typeface="Consolas"/>
              </a:rPr>
              <a:t>System</a:t>
            </a:r>
            <a:r>
              <a:rPr lang="en" sz="1150">
                <a:latin typeface="Consolas"/>
                <a:ea typeface="Consolas"/>
                <a:cs typeface="Consolas"/>
                <a:sym typeface="Consolas"/>
              </a:rPr>
              <a:t>.</a:t>
            </a:r>
            <a:r>
              <a:rPr lang="en" sz="1150">
                <a:solidFill>
                  <a:srgbClr val="0070C1"/>
                </a:solidFill>
                <a:latin typeface="Consolas"/>
                <a:ea typeface="Consolas"/>
                <a:cs typeface="Consolas"/>
                <a:sym typeface="Consolas"/>
              </a:rPr>
              <a:t>out</a:t>
            </a:r>
            <a:r>
              <a:rPr lang="en" sz="1150">
                <a:latin typeface="Consolas"/>
                <a:ea typeface="Consolas"/>
                <a:cs typeface="Consolas"/>
                <a:sym typeface="Consolas"/>
              </a:rPr>
              <a:t>.</a:t>
            </a:r>
            <a:r>
              <a:rPr lang="en" sz="1150">
                <a:solidFill>
                  <a:srgbClr val="795E26"/>
                </a:solidFill>
                <a:latin typeface="Consolas"/>
                <a:ea typeface="Consolas"/>
                <a:cs typeface="Consolas"/>
                <a:sym typeface="Consolas"/>
              </a:rPr>
              <a:t>println</a:t>
            </a:r>
            <a:r>
              <a:rPr lang="en" sz="1150">
                <a:latin typeface="Consolas"/>
                <a:ea typeface="Consolas"/>
                <a:cs typeface="Consolas"/>
                <a:sym typeface="Consolas"/>
              </a:rPr>
              <a:t>();</a:t>
            </a:r>
            <a:endParaRPr sz="1150">
              <a:solidFill>
                <a:srgbClr val="098658"/>
              </a:solidFill>
              <a:latin typeface="Consolas"/>
              <a:ea typeface="Consolas"/>
              <a:cs typeface="Consolas"/>
              <a:sym typeface="Consolas"/>
            </a:endParaRPr>
          </a:p>
        </p:txBody>
      </p:sp>
      <p:sp>
        <p:nvSpPr>
          <p:cNvPr id="607" name="Google Shape;607;p59"/>
          <p:cNvSpPr txBox="1">
            <a:spLocks noGrp="1"/>
          </p:cNvSpPr>
          <p:nvPr>
            <p:ph type="title"/>
          </p:nvPr>
        </p:nvSpPr>
        <p:spPr>
          <a:xfrm>
            <a:off x="311725" y="437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Using BufferedReader to Read Data</a:t>
            </a:r>
            <a:endParaRPr/>
          </a:p>
        </p:txBody>
      </p:sp>
      <p:sp>
        <p:nvSpPr>
          <p:cNvPr id="608" name="Google Shape;608;p5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28</a:t>
            </a:fld>
            <a:endParaRPr/>
          </a:p>
        </p:txBody>
      </p:sp>
      <p:sp>
        <p:nvSpPr>
          <p:cNvPr id="609" name="Google Shape;609;p59"/>
          <p:cNvSpPr txBox="1"/>
          <p:nvPr/>
        </p:nvSpPr>
        <p:spPr>
          <a:xfrm>
            <a:off x="150375" y="1718150"/>
            <a:ext cx="32295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latin typeface="Roboto"/>
                <a:ea typeface="Roboto"/>
                <a:cs typeface="Roboto"/>
                <a:sym typeface="Roboto"/>
              </a:rPr>
              <a:t>A socket's </a:t>
            </a:r>
            <a:r>
              <a:rPr lang="en" sz="1200">
                <a:latin typeface="Courier New"/>
                <a:ea typeface="Courier New"/>
                <a:cs typeface="Courier New"/>
                <a:sym typeface="Courier New"/>
              </a:rPr>
              <a:t>InputStream</a:t>
            </a:r>
            <a:r>
              <a:rPr lang="en" sz="1200">
                <a:latin typeface="Roboto"/>
                <a:ea typeface="Roboto"/>
                <a:cs typeface="Roboto"/>
                <a:sym typeface="Roboto"/>
              </a:rPr>
              <a:t> can only read data as </a:t>
            </a:r>
            <a:r>
              <a:rPr lang="en" sz="1200" b="1" i="1">
                <a:solidFill>
                  <a:srgbClr val="FF0000"/>
                </a:solidFill>
                <a:latin typeface="Roboto"/>
                <a:ea typeface="Roboto"/>
                <a:cs typeface="Roboto"/>
                <a:sym typeface="Roboto"/>
              </a:rPr>
              <a:t>bytes </a:t>
            </a:r>
            <a:r>
              <a:rPr lang="en" sz="1200">
                <a:latin typeface="Roboto"/>
                <a:ea typeface="Roboto"/>
                <a:cs typeface="Roboto"/>
                <a:sym typeface="Roboto"/>
              </a:rPr>
              <a:t>or </a:t>
            </a:r>
            <a:r>
              <a:rPr lang="en" sz="1200" b="1" i="1">
                <a:solidFill>
                  <a:srgbClr val="FF0000"/>
                </a:solidFill>
                <a:latin typeface="Roboto"/>
                <a:ea typeface="Roboto"/>
                <a:cs typeface="Roboto"/>
                <a:sym typeface="Roboto"/>
              </a:rPr>
              <a:t>byte arrays</a:t>
            </a:r>
            <a:r>
              <a:rPr lang="en" sz="1200">
                <a:latin typeface="Roboto"/>
                <a:ea typeface="Roboto"/>
                <a:cs typeface="Roboto"/>
                <a:sym typeface="Roboto"/>
              </a:rPr>
              <a:t> and can be difficult to use when reading strings.</a:t>
            </a:r>
            <a:endParaRPr sz="1200">
              <a:latin typeface="Roboto"/>
              <a:ea typeface="Roboto"/>
              <a:cs typeface="Roboto"/>
              <a:sym typeface="Roboto"/>
            </a:endParaRPr>
          </a:p>
        </p:txBody>
      </p:sp>
      <p:sp>
        <p:nvSpPr>
          <p:cNvPr id="610" name="Google Shape;610;p59"/>
          <p:cNvSpPr txBox="1"/>
          <p:nvPr/>
        </p:nvSpPr>
        <p:spPr>
          <a:xfrm>
            <a:off x="150375" y="2629575"/>
            <a:ext cx="32295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latin typeface="Roboto"/>
                <a:ea typeface="Roboto"/>
                <a:cs typeface="Roboto"/>
                <a:sym typeface="Roboto"/>
              </a:rPr>
              <a:t>If the </a:t>
            </a:r>
            <a:r>
              <a:rPr lang="en" sz="1200">
                <a:latin typeface="Courier New"/>
                <a:ea typeface="Courier New"/>
                <a:cs typeface="Courier New"/>
                <a:sym typeface="Courier New"/>
              </a:rPr>
              <a:t>InputStream</a:t>
            </a:r>
            <a:r>
              <a:rPr lang="en" sz="1200">
                <a:latin typeface="Roboto"/>
                <a:ea typeface="Roboto"/>
                <a:cs typeface="Roboto"/>
                <a:sym typeface="Roboto"/>
              </a:rPr>
              <a:t> is wrapped inside of an </a:t>
            </a:r>
            <a:r>
              <a:rPr lang="en" sz="1200">
                <a:latin typeface="Courier New"/>
                <a:ea typeface="Courier New"/>
                <a:cs typeface="Courier New"/>
                <a:sym typeface="Courier New"/>
              </a:rPr>
              <a:t>InputStreamReader</a:t>
            </a:r>
            <a:r>
              <a:rPr lang="en" sz="1200">
                <a:latin typeface="Roboto"/>
                <a:ea typeface="Roboto"/>
                <a:cs typeface="Roboto"/>
                <a:sym typeface="Roboto"/>
              </a:rPr>
              <a:t>, it can be used to make a </a:t>
            </a:r>
            <a:r>
              <a:rPr lang="en" sz="1200">
                <a:latin typeface="Courier New"/>
                <a:ea typeface="Courier New"/>
                <a:cs typeface="Courier New"/>
                <a:sym typeface="Courier New"/>
              </a:rPr>
              <a:t>Buffered</a:t>
            </a:r>
            <a:r>
              <a:rPr lang="en" sz="1200">
                <a:latin typeface="Roboto"/>
                <a:ea typeface="Roboto"/>
                <a:cs typeface="Roboto"/>
                <a:sym typeface="Roboto"/>
              </a:rPr>
              <a:t>.</a:t>
            </a:r>
            <a:endParaRPr sz="1200">
              <a:latin typeface="Roboto"/>
              <a:ea typeface="Roboto"/>
              <a:cs typeface="Roboto"/>
              <a:sym typeface="Roboto"/>
            </a:endParaRPr>
          </a:p>
        </p:txBody>
      </p:sp>
      <p:sp>
        <p:nvSpPr>
          <p:cNvPr id="611" name="Google Shape;611;p59"/>
          <p:cNvSpPr txBox="1"/>
          <p:nvPr/>
        </p:nvSpPr>
        <p:spPr>
          <a:xfrm>
            <a:off x="150375" y="3541000"/>
            <a:ext cx="3229500" cy="923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latin typeface="Roboto"/>
                <a:ea typeface="Roboto"/>
                <a:cs typeface="Roboto"/>
                <a:sym typeface="Roboto"/>
              </a:rPr>
              <a:t>Once you've created the </a:t>
            </a:r>
            <a:r>
              <a:rPr lang="en" sz="1200">
                <a:latin typeface="Courier New"/>
                <a:ea typeface="Courier New"/>
                <a:cs typeface="Courier New"/>
                <a:sym typeface="Courier New"/>
              </a:rPr>
              <a:t>BufferedReader</a:t>
            </a:r>
            <a:r>
              <a:rPr lang="en" sz="1200">
                <a:latin typeface="Roboto"/>
                <a:ea typeface="Roboto"/>
                <a:cs typeface="Roboto"/>
                <a:sym typeface="Roboto"/>
              </a:rPr>
              <a:t>, the </a:t>
            </a:r>
            <a:r>
              <a:rPr lang="en" sz="1200">
                <a:latin typeface="Courier New"/>
                <a:ea typeface="Courier New"/>
                <a:cs typeface="Courier New"/>
                <a:sym typeface="Courier New"/>
              </a:rPr>
              <a:t>readLine()</a:t>
            </a:r>
            <a:r>
              <a:rPr lang="en" sz="1200">
                <a:latin typeface="Roboto"/>
                <a:ea typeface="Roboto"/>
                <a:cs typeface="Roboto"/>
                <a:sym typeface="Roboto"/>
              </a:rPr>
              <a:t> methods can be used to read text. This method will </a:t>
            </a:r>
            <a:r>
              <a:rPr lang="en" sz="1200" b="1" i="1">
                <a:solidFill>
                  <a:srgbClr val="FF0000"/>
                </a:solidFill>
                <a:latin typeface="Roboto"/>
                <a:ea typeface="Roboto"/>
                <a:cs typeface="Roboto"/>
                <a:sym typeface="Roboto"/>
              </a:rPr>
              <a:t>block</a:t>
            </a:r>
            <a:r>
              <a:rPr lang="en" sz="1200">
                <a:solidFill>
                  <a:srgbClr val="FF0000"/>
                </a:solidFill>
                <a:latin typeface="Roboto"/>
                <a:ea typeface="Roboto"/>
                <a:cs typeface="Roboto"/>
                <a:sym typeface="Roboto"/>
              </a:rPr>
              <a:t> </a:t>
            </a:r>
            <a:r>
              <a:rPr lang="en" sz="1200">
                <a:latin typeface="Roboto"/>
                <a:ea typeface="Roboto"/>
                <a:cs typeface="Roboto"/>
                <a:sym typeface="Roboto"/>
              </a:rPr>
              <a:t>until there is data to read.</a:t>
            </a:r>
            <a:endParaRPr sz="1200">
              <a:latin typeface="Roboto"/>
              <a:ea typeface="Roboto"/>
              <a:cs typeface="Roboto"/>
              <a:sym typeface="Roboto"/>
            </a:endParaRPr>
          </a:p>
        </p:txBody>
      </p:sp>
      <p:grpSp>
        <p:nvGrpSpPr>
          <p:cNvPr id="612" name="Google Shape;612;p59"/>
          <p:cNvGrpSpPr/>
          <p:nvPr/>
        </p:nvGrpSpPr>
        <p:grpSpPr>
          <a:xfrm>
            <a:off x="3379875" y="2026975"/>
            <a:ext cx="4883300" cy="972050"/>
            <a:chOff x="3379875" y="2026975"/>
            <a:chExt cx="4883300" cy="972050"/>
          </a:xfrm>
        </p:grpSpPr>
        <p:sp>
          <p:nvSpPr>
            <p:cNvPr id="613" name="Google Shape;613;p59"/>
            <p:cNvSpPr/>
            <p:nvPr/>
          </p:nvSpPr>
          <p:spPr>
            <a:xfrm>
              <a:off x="3759275" y="2026975"/>
              <a:ext cx="4503900" cy="6888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14" name="Google Shape;614;p59"/>
            <p:cNvCxnSpPr>
              <a:stCxn id="610" idx="3"/>
              <a:endCxn id="613" idx="1"/>
            </p:cNvCxnSpPr>
            <p:nvPr/>
          </p:nvCxnSpPr>
          <p:spPr>
            <a:xfrm rot="10800000" flipH="1">
              <a:off x="3379875" y="2371425"/>
              <a:ext cx="379500" cy="627600"/>
            </a:xfrm>
            <a:prstGeom prst="bentConnector3">
              <a:avLst>
                <a:gd name="adj1" fmla="val 49987"/>
              </a:avLst>
            </a:prstGeom>
            <a:noFill/>
            <a:ln w="19050" cap="flat" cmpd="sng">
              <a:solidFill>
                <a:srgbClr val="FF0000"/>
              </a:solidFill>
              <a:prstDash val="solid"/>
              <a:round/>
              <a:headEnd type="none" w="med" len="med"/>
              <a:tailEnd type="none" w="med" len="med"/>
            </a:ln>
          </p:spPr>
        </p:cxnSp>
      </p:grpSp>
      <p:grpSp>
        <p:nvGrpSpPr>
          <p:cNvPr id="615" name="Google Shape;615;p59"/>
          <p:cNvGrpSpPr/>
          <p:nvPr/>
        </p:nvGrpSpPr>
        <p:grpSpPr>
          <a:xfrm>
            <a:off x="3379875" y="2748348"/>
            <a:ext cx="4884725" cy="1254352"/>
            <a:chOff x="3387036" y="2748348"/>
            <a:chExt cx="4884725" cy="1254352"/>
          </a:xfrm>
        </p:grpSpPr>
        <p:sp>
          <p:nvSpPr>
            <p:cNvPr id="616" name="Google Shape;616;p59"/>
            <p:cNvSpPr/>
            <p:nvPr/>
          </p:nvSpPr>
          <p:spPr>
            <a:xfrm>
              <a:off x="3767861" y="2748348"/>
              <a:ext cx="4503900" cy="2349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17" name="Google Shape;617;p59"/>
            <p:cNvCxnSpPr>
              <a:stCxn id="611" idx="3"/>
              <a:endCxn id="616" idx="1"/>
            </p:cNvCxnSpPr>
            <p:nvPr/>
          </p:nvCxnSpPr>
          <p:spPr>
            <a:xfrm rot="10800000" flipH="1">
              <a:off x="3387036" y="2865700"/>
              <a:ext cx="380700" cy="1137000"/>
            </a:xfrm>
            <a:prstGeom prst="bentConnector3">
              <a:avLst>
                <a:gd name="adj1" fmla="val 50016"/>
              </a:avLst>
            </a:prstGeom>
            <a:noFill/>
            <a:ln w="19050" cap="flat" cmpd="sng">
              <a:solidFill>
                <a:srgbClr val="FF0000"/>
              </a:solidFill>
              <a:prstDash val="solid"/>
              <a:round/>
              <a:headEnd type="none" w="med" len="med"/>
              <a:tailEnd type="none" w="med" len="med"/>
            </a:ln>
          </p:spPr>
        </p:cxn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60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10"/>
                                        </p:tgtEl>
                                        <p:attrNameLst>
                                          <p:attrName>style.visibility</p:attrName>
                                        </p:attrNameLst>
                                      </p:cBhvr>
                                      <p:to>
                                        <p:strVal val="visible"/>
                                      </p:to>
                                    </p:set>
                                  </p:childTnLst>
                                </p:cTn>
                              </p:par>
                            </p:childTnLst>
                          </p:cTn>
                        </p:par>
                        <p:par>
                          <p:cTn id="11" fill="hold">
                            <p:stCondLst>
                              <p:cond delay="0"/>
                            </p:stCondLst>
                            <p:childTnLst>
                              <p:par>
                                <p:cTn id="12" presetID="1" presetClass="entr" presetSubtype="0" fill="hold" nodeType="afterEffect">
                                  <p:stCondLst>
                                    <p:cond delay="0"/>
                                  </p:stCondLst>
                                  <p:childTnLst>
                                    <p:set>
                                      <p:cBhvr>
                                        <p:cTn id="13" dur="1" fill="hold">
                                          <p:stCondLst>
                                            <p:cond delay="0"/>
                                          </p:stCondLst>
                                        </p:cTn>
                                        <p:tgtEl>
                                          <p:spTgt spid="612"/>
                                        </p:tgtEl>
                                        <p:attrNameLst>
                                          <p:attrName>style.visibility</p:attrName>
                                        </p:attrNameLst>
                                      </p:cBhvr>
                                      <p:to>
                                        <p:strVal val="visible"/>
                                      </p:to>
                                    </p:set>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nodeType="clickEffect">
                                  <p:stCondLst>
                                    <p:cond delay="0"/>
                                  </p:stCondLst>
                                  <p:childTnLst>
                                    <p:set>
                                      <p:cBhvr>
                                        <p:cTn id="17" dur="1" fill="hold">
                                          <p:stCondLst>
                                            <p:cond delay="0"/>
                                          </p:stCondLst>
                                        </p:cTn>
                                        <p:tgtEl>
                                          <p:spTgt spid="611"/>
                                        </p:tgtEl>
                                        <p:attrNameLst>
                                          <p:attrName>style.visibility</p:attrName>
                                        </p:attrNameLst>
                                      </p:cBhvr>
                                      <p:to>
                                        <p:strVal val="visible"/>
                                      </p:to>
                                    </p:set>
                                  </p:childTnLst>
                                </p:cTn>
                              </p:par>
                            </p:childTnLst>
                          </p:cTn>
                        </p:par>
                        <p:par>
                          <p:cTn id="18" fill="hold">
                            <p:stCondLst>
                              <p:cond delay="0"/>
                            </p:stCondLst>
                            <p:childTnLst>
                              <p:par>
                                <p:cTn id="19" presetID="1" presetClass="entr" presetSubtype="0" fill="hold" nodeType="afterEffect">
                                  <p:stCondLst>
                                    <p:cond delay="0"/>
                                  </p:stCondLst>
                                  <p:childTnLst>
                                    <p:set>
                                      <p:cBhvr>
                                        <p:cTn id="20" dur="1" fill="hold">
                                          <p:stCondLst>
                                            <p:cond delay="0"/>
                                          </p:stCondLst>
                                        </p:cTn>
                                        <p:tgtEl>
                                          <p:spTgt spid="6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21"/>
        <p:cNvGrpSpPr/>
        <p:nvPr/>
      </p:nvGrpSpPr>
      <p:grpSpPr>
        <a:xfrm>
          <a:off x="0" y="0"/>
          <a:ext cx="0" cy="0"/>
          <a:chOff x="0" y="0"/>
          <a:chExt cx="0" cy="0"/>
        </a:xfrm>
      </p:grpSpPr>
      <p:sp>
        <p:nvSpPr>
          <p:cNvPr id="622" name="Google Shape;622;p60"/>
          <p:cNvSpPr txBox="1">
            <a:spLocks noGrp="1"/>
          </p:cNvSpPr>
          <p:nvPr>
            <p:ph type="title"/>
          </p:nvPr>
        </p:nvSpPr>
        <p:spPr>
          <a:xfrm>
            <a:off x="311725" y="437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Reading Multiple Lines With a Do While.</a:t>
            </a:r>
            <a:endParaRPr/>
          </a:p>
        </p:txBody>
      </p:sp>
      <p:sp>
        <p:nvSpPr>
          <p:cNvPr id="623" name="Google Shape;623;p6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29</a:t>
            </a:fld>
            <a:endParaRPr/>
          </a:p>
        </p:txBody>
      </p:sp>
      <p:sp>
        <p:nvSpPr>
          <p:cNvPr id="624" name="Google Shape;624;p60"/>
          <p:cNvSpPr txBox="1"/>
          <p:nvPr/>
        </p:nvSpPr>
        <p:spPr>
          <a:xfrm>
            <a:off x="3683675" y="1575017"/>
            <a:ext cx="4686600" cy="22836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35714"/>
              </a:lnSpc>
              <a:spcBef>
                <a:spcPts val="0"/>
              </a:spcBef>
              <a:spcAft>
                <a:spcPts val="0"/>
              </a:spcAft>
              <a:buNone/>
            </a:pPr>
            <a:r>
              <a:rPr lang="en" sz="1150">
                <a:solidFill>
                  <a:srgbClr val="098658"/>
                </a:solidFill>
                <a:latin typeface="Consolas"/>
                <a:ea typeface="Consolas"/>
                <a:cs typeface="Consolas"/>
                <a:sym typeface="Consolas"/>
              </a:rPr>
              <a:t>1  </a:t>
            </a:r>
            <a:r>
              <a:rPr lang="en" sz="1150">
                <a:solidFill>
                  <a:srgbClr val="267F99"/>
                </a:solidFill>
                <a:latin typeface="Consolas"/>
                <a:ea typeface="Consolas"/>
                <a:cs typeface="Consolas"/>
                <a:sym typeface="Consolas"/>
              </a:rPr>
              <a:t>InputStream</a:t>
            </a:r>
            <a:r>
              <a:rPr lang="en" sz="1150">
                <a:latin typeface="Consolas"/>
                <a:ea typeface="Consolas"/>
                <a:cs typeface="Consolas"/>
                <a:sym typeface="Consolas"/>
              </a:rPr>
              <a:t> </a:t>
            </a:r>
            <a:r>
              <a:rPr lang="en" sz="1150">
                <a:solidFill>
                  <a:srgbClr val="001080"/>
                </a:solidFill>
                <a:latin typeface="Consolas"/>
                <a:ea typeface="Consolas"/>
                <a:cs typeface="Consolas"/>
                <a:sym typeface="Consolas"/>
              </a:rPr>
              <a:t>input</a:t>
            </a:r>
            <a:r>
              <a:rPr lang="en" sz="1150">
                <a:latin typeface="Consolas"/>
                <a:ea typeface="Consolas"/>
                <a:cs typeface="Consolas"/>
                <a:sym typeface="Consolas"/>
              </a:rPr>
              <a:t> = </a:t>
            </a:r>
            <a:r>
              <a:rPr lang="en" sz="1150">
                <a:solidFill>
                  <a:srgbClr val="001080"/>
                </a:solidFill>
                <a:latin typeface="Consolas"/>
                <a:ea typeface="Consolas"/>
                <a:cs typeface="Consolas"/>
                <a:sym typeface="Consolas"/>
              </a:rPr>
              <a:t>client</a:t>
            </a:r>
            <a:r>
              <a:rPr lang="en" sz="1150">
                <a:latin typeface="Consolas"/>
                <a:ea typeface="Consolas"/>
                <a:cs typeface="Consolas"/>
                <a:sym typeface="Consolas"/>
              </a:rPr>
              <a:t>.</a:t>
            </a:r>
            <a:r>
              <a:rPr lang="en" sz="1150">
                <a:solidFill>
                  <a:srgbClr val="795E26"/>
                </a:solidFill>
                <a:latin typeface="Consolas"/>
                <a:ea typeface="Consolas"/>
                <a:cs typeface="Consolas"/>
                <a:sym typeface="Consolas"/>
              </a:rPr>
              <a:t>getInputStream</a:t>
            </a:r>
            <a:r>
              <a:rPr lang="en" sz="1150">
                <a:latin typeface="Consolas"/>
                <a:ea typeface="Consolas"/>
                <a:cs typeface="Consolas"/>
                <a:sym typeface="Consolas"/>
              </a:rPr>
              <a:t>();</a:t>
            </a:r>
            <a:endParaRPr sz="1150">
              <a:latin typeface="Consolas"/>
              <a:ea typeface="Consolas"/>
              <a:cs typeface="Consolas"/>
              <a:sym typeface="Consolas"/>
            </a:endParaRPr>
          </a:p>
          <a:p>
            <a:pPr marL="0" lvl="0" indent="0" algn="l" rtl="0">
              <a:lnSpc>
                <a:spcPct val="135714"/>
              </a:lnSpc>
              <a:spcBef>
                <a:spcPts val="0"/>
              </a:spcBef>
              <a:spcAft>
                <a:spcPts val="0"/>
              </a:spcAft>
              <a:buNone/>
            </a:pPr>
            <a:r>
              <a:rPr lang="en" sz="1150">
                <a:solidFill>
                  <a:schemeClr val="accent5"/>
                </a:solidFill>
                <a:latin typeface="Consolas"/>
                <a:ea typeface="Consolas"/>
                <a:cs typeface="Consolas"/>
                <a:sym typeface="Consolas"/>
              </a:rPr>
              <a:t>2</a:t>
            </a:r>
            <a:r>
              <a:rPr lang="en" sz="1150">
                <a:latin typeface="Consolas"/>
                <a:ea typeface="Consolas"/>
                <a:cs typeface="Consolas"/>
                <a:sym typeface="Consolas"/>
              </a:rPr>
              <a:t>  </a:t>
            </a:r>
            <a:r>
              <a:rPr lang="en" sz="1150">
                <a:solidFill>
                  <a:srgbClr val="267F99"/>
                </a:solidFill>
                <a:latin typeface="Consolas"/>
                <a:ea typeface="Consolas"/>
                <a:cs typeface="Consolas"/>
                <a:sym typeface="Consolas"/>
              </a:rPr>
              <a:t>InputStreamReader</a:t>
            </a:r>
            <a:r>
              <a:rPr lang="en" sz="1150">
                <a:latin typeface="Consolas"/>
                <a:ea typeface="Consolas"/>
                <a:cs typeface="Consolas"/>
                <a:sym typeface="Consolas"/>
              </a:rPr>
              <a:t> </a:t>
            </a:r>
            <a:r>
              <a:rPr lang="en" sz="1150">
                <a:solidFill>
                  <a:srgbClr val="001080"/>
                </a:solidFill>
                <a:latin typeface="Consolas"/>
                <a:ea typeface="Consolas"/>
                <a:cs typeface="Consolas"/>
                <a:sym typeface="Consolas"/>
              </a:rPr>
              <a:t>in</a:t>
            </a:r>
            <a:r>
              <a:rPr lang="en" sz="1150">
                <a:latin typeface="Consolas"/>
                <a:ea typeface="Consolas"/>
                <a:cs typeface="Consolas"/>
                <a:sym typeface="Consolas"/>
              </a:rPr>
              <a:t> = </a:t>
            </a:r>
            <a:r>
              <a:rPr lang="en" sz="1150">
                <a:solidFill>
                  <a:srgbClr val="AF00DB"/>
                </a:solidFill>
                <a:latin typeface="Consolas"/>
                <a:ea typeface="Consolas"/>
                <a:cs typeface="Consolas"/>
                <a:sym typeface="Consolas"/>
              </a:rPr>
              <a:t>new</a:t>
            </a:r>
            <a:r>
              <a:rPr lang="en" sz="1150">
                <a:latin typeface="Consolas"/>
                <a:ea typeface="Consolas"/>
                <a:cs typeface="Consolas"/>
                <a:sym typeface="Consolas"/>
              </a:rPr>
              <a:t> </a:t>
            </a:r>
            <a:r>
              <a:rPr lang="en" sz="1150">
                <a:solidFill>
                  <a:srgbClr val="795E26"/>
                </a:solidFill>
                <a:latin typeface="Consolas"/>
                <a:ea typeface="Consolas"/>
                <a:cs typeface="Consolas"/>
                <a:sym typeface="Consolas"/>
              </a:rPr>
              <a:t>InputStreamReader</a:t>
            </a:r>
            <a:r>
              <a:rPr lang="en" sz="1150">
                <a:latin typeface="Consolas"/>
                <a:ea typeface="Consolas"/>
                <a:cs typeface="Consolas"/>
                <a:sym typeface="Consolas"/>
              </a:rPr>
              <a:t>(</a:t>
            </a:r>
            <a:r>
              <a:rPr lang="en" sz="1150">
                <a:solidFill>
                  <a:srgbClr val="001080"/>
                </a:solidFill>
                <a:latin typeface="Consolas"/>
                <a:ea typeface="Consolas"/>
                <a:cs typeface="Consolas"/>
                <a:sym typeface="Consolas"/>
              </a:rPr>
              <a:t>in</a:t>
            </a:r>
            <a:r>
              <a:rPr lang="en" sz="1150">
                <a:latin typeface="Consolas"/>
                <a:ea typeface="Consolas"/>
                <a:cs typeface="Consolas"/>
                <a:sym typeface="Consolas"/>
              </a:rPr>
              <a:t>)</a:t>
            </a:r>
            <a:endParaRPr sz="1150">
              <a:latin typeface="Consolas"/>
              <a:ea typeface="Consolas"/>
              <a:cs typeface="Consolas"/>
              <a:sym typeface="Consolas"/>
            </a:endParaRPr>
          </a:p>
          <a:p>
            <a:pPr marL="0" lvl="0" indent="0" algn="l" rtl="0">
              <a:lnSpc>
                <a:spcPct val="135714"/>
              </a:lnSpc>
              <a:spcBef>
                <a:spcPts val="0"/>
              </a:spcBef>
              <a:spcAft>
                <a:spcPts val="0"/>
              </a:spcAft>
              <a:buNone/>
            </a:pPr>
            <a:r>
              <a:rPr lang="en" sz="1150">
                <a:solidFill>
                  <a:srgbClr val="098658"/>
                </a:solidFill>
                <a:latin typeface="Consolas"/>
                <a:ea typeface="Consolas"/>
                <a:cs typeface="Consolas"/>
                <a:sym typeface="Consolas"/>
              </a:rPr>
              <a:t>3  </a:t>
            </a:r>
            <a:r>
              <a:rPr lang="en" sz="1150">
                <a:solidFill>
                  <a:srgbClr val="267F99"/>
                </a:solidFill>
                <a:latin typeface="Consolas"/>
                <a:ea typeface="Consolas"/>
                <a:cs typeface="Consolas"/>
                <a:sym typeface="Consolas"/>
              </a:rPr>
              <a:t>BufferedReader</a:t>
            </a:r>
            <a:r>
              <a:rPr lang="en" sz="1150">
                <a:latin typeface="Consolas"/>
                <a:ea typeface="Consolas"/>
                <a:cs typeface="Consolas"/>
                <a:sym typeface="Consolas"/>
              </a:rPr>
              <a:t> </a:t>
            </a:r>
            <a:r>
              <a:rPr lang="en" sz="1150">
                <a:solidFill>
                  <a:srgbClr val="001080"/>
                </a:solidFill>
                <a:latin typeface="Consolas"/>
                <a:ea typeface="Consolas"/>
                <a:cs typeface="Consolas"/>
                <a:sym typeface="Consolas"/>
              </a:rPr>
              <a:t>reader</a:t>
            </a:r>
            <a:r>
              <a:rPr lang="en" sz="1150">
                <a:latin typeface="Consolas"/>
                <a:ea typeface="Consolas"/>
                <a:cs typeface="Consolas"/>
                <a:sym typeface="Consolas"/>
              </a:rPr>
              <a:t> = </a:t>
            </a:r>
            <a:r>
              <a:rPr lang="en" sz="1150">
                <a:solidFill>
                  <a:srgbClr val="AF00DB"/>
                </a:solidFill>
                <a:latin typeface="Consolas"/>
                <a:ea typeface="Consolas"/>
                <a:cs typeface="Consolas"/>
                <a:sym typeface="Consolas"/>
              </a:rPr>
              <a:t>new</a:t>
            </a:r>
            <a:r>
              <a:rPr lang="en" sz="1150">
                <a:latin typeface="Consolas"/>
                <a:ea typeface="Consolas"/>
                <a:cs typeface="Consolas"/>
                <a:sym typeface="Consolas"/>
              </a:rPr>
              <a:t> </a:t>
            </a:r>
            <a:r>
              <a:rPr lang="en" sz="1150">
                <a:solidFill>
                  <a:srgbClr val="795E26"/>
                </a:solidFill>
                <a:latin typeface="Consolas"/>
                <a:ea typeface="Consolas"/>
                <a:cs typeface="Consolas"/>
                <a:sym typeface="Consolas"/>
              </a:rPr>
              <a:t>BufferedReader</a:t>
            </a:r>
            <a:r>
              <a:rPr lang="en" sz="1150">
                <a:latin typeface="Consolas"/>
                <a:ea typeface="Consolas"/>
                <a:cs typeface="Consolas"/>
                <a:sym typeface="Consolas"/>
              </a:rPr>
              <a:t>(</a:t>
            </a:r>
            <a:r>
              <a:rPr lang="en" sz="1150">
                <a:solidFill>
                  <a:srgbClr val="001080"/>
                </a:solidFill>
                <a:latin typeface="Consolas"/>
                <a:ea typeface="Consolas"/>
                <a:cs typeface="Consolas"/>
                <a:sym typeface="Consolas"/>
              </a:rPr>
              <a:t>input</a:t>
            </a:r>
            <a:r>
              <a:rPr lang="en" sz="1150">
                <a:latin typeface="Consolas"/>
                <a:ea typeface="Consolas"/>
                <a:cs typeface="Consolas"/>
                <a:sym typeface="Consolas"/>
              </a:rPr>
              <a:t>);</a:t>
            </a:r>
            <a:endParaRPr sz="1150">
              <a:latin typeface="Consolas"/>
              <a:ea typeface="Consolas"/>
              <a:cs typeface="Consolas"/>
              <a:sym typeface="Consolas"/>
            </a:endParaRPr>
          </a:p>
          <a:p>
            <a:pPr marL="0" lvl="0" indent="0" algn="l" rtl="0">
              <a:lnSpc>
                <a:spcPct val="135714"/>
              </a:lnSpc>
              <a:spcBef>
                <a:spcPts val="0"/>
              </a:spcBef>
              <a:spcAft>
                <a:spcPts val="0"/>
              </a:spcAft>
              <a:buNone/>
            </a:pPr>
            <a:r>
              <a:rPr lang="en" sz="1150">
                <a:solidFill>
                  <a:srgbClr val="098658"/>
                </a:solidFill>
                <a:latin typeface="Consolas"/>
                <a:ea typeface="Consolas"/>
                <a:cs typeface="Consolas"/>
                <a:sym typeface="Consolas"/>
              </a:rPr>
              <a:t>5</a:t>
            </a:r>
            <a:r>
              <a:rPr lang="en" sz="1150">
                <a:highlight>
                  <a:srgbClr val="FFFFFF"/>
                </a:highlight>
                <a:latin typeface="Consolas"/>
                <a:ea typeface="Consolas"/>
                <a:cs typeface="Consolas"/>
                <a:sym typeface="Consolas"/>
              </a:rPr>
              <a:t>  </a:t>
            </a:r>
            <a:r>
              <a:rPr lang="en" sz="1150">
                <a:solidFill>
                  <a:srgbClr val="AF00DB"/>
                </a:solidFill>
                <a:highlight>
                  <a:srgbClr val="FFFFFF"/>
                </a:highlight>
                <a:latin typeface="Consolas"/>
                <a:ea typeface="Consolas"/>
                <a:cs typeface="Consolas"/>
                <a:sym typeface="Consolas"/>
              </a:rPr>
              <a:t>do</a:t>
            </a:r>
            <a:r>
              <a:rPr lang="en" sz="1150">
                <a:highlight>
                  <a:srgbClr val="FFFFFF"/>
                </a:highlight>
                <a:latin typeface="Consolas"/>
                <a:ea typeface="Consolas"/>
                <a:cs typeface="Consolas"/>
                <a:sym typeface="Consolas"/>
              </a:rPr>
              <a:t> {</a:t>
            </a:r>
            <a:endParaRPr sz="1150">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150">
                <a:solidFill>
                  <a:srgbClr val="098658"/>
                </a:solidFill>
                <a:latin typeface="Consolas"/>
                <a:ea typeface="Consolas"/>
                <a:cs typeface="Consolas"/>
                <a:sym typeface="Consolas"/>
              </a:rPr>
              <a:t>6</a:t>
            </a:r>
            <a:r>
              <a:rPr lang="en" sz="1150">
                <a:highlight>
                  <a:srgbClr val="FFFFFF"/>
                </a:highlight>
                <a:latin typeface="Consolas"/>
                <a:ea typeface="Consolas"/>
                <a:cs typeface="Consolas"/>
                <a:sym typeface="Consolas"/>
              </a:rPr>
              <a:t>      </a:t>
            </a:r>
            <a:r>
              <a:rPr lang="en" sz="1150">
                <a:solidFill>
                  <a:srgbClr val="267F99"/>
                </a:solidFill>
                <a:highlight>
                  <a:schemeClr val="lt1"/>
                </a:highlight>
                <a:latin typeface="Consolas"/>
                <a:ea typeface="Consolas"/>
                <a:cs typeface="Consolas"/>
                <a:sym typeface="Consolas"/>
              </a:rPr>
              <a:t>String</a:t>
            </a:r>
            <a:r>
              <a:rPr lang="en" sz="1150">
                <a:highlight>
                  <a:schemeClr val="lt1"/>
                </a:highlight>
                <a:latin typeface="Consolas"/>
                <a:ea typeface="Consolas"/>
                <a:cs typeface="Consolas"/>
                <a:sym typeface="Consolas"/>
              </a:rPr>
              <a:t> </a:t>
            </a:r>
            <a:r>
              <a:rPr lang="en" sz="1150">
                <a:solidFill>
                  <a:srgbClr val="001080"/>
                </a:solidFill>
                <a:highlight>
                  <a:schemeClr val="lt1"/>
                </a:highlight>
                <a:latin typeface="Consolas"/>
                <a:ea typeface="Consolas"/>
                <a:cs typeface="Consolas"/>
                <a:sym typeface="Consolas"/>
              </a:rPr>
              <a:t>message</a:t>
            </a:r>
            <a:r>
              <a:rPr lang="en" sz="1150">
                <a:highlight>
                  <a:srgbClr val="FFFFFF"/>
                </a:highlight>
                <a:latin typeface="Consolas"/>
                <a:ea typeface="Consolas"/>
                <a:cs typeface="Consolas"/>
                <a:sym typeface="Consolas"/>
              </a:rPr>
              <a:t> = </a:t>
            </a:r>
            <a:r>
              <a:rPr lang="en" sz="1150">
                <a:solidFill>
                  <a:srgbClr val="001080"/>
                </a:solidFill>
                <a:highlight>
                  <a:srgbClr val="FFFFFF"/>
                </a:highlight>
                <a:latin typeface="Consolas"/>
                <a:ea typeface="Consolas"/>
                <a:cs typeface="Consolas"/>
                <a:sym typeface="Consolas"/>
              </a:rPr>
              <a:t>in</a:t>
            </a:r>
            <a:r>
              <a:rPr lang="en" sz="1150">
                <a:highlight>
                  <a:srgbClr val="FFFFFF"/>
                </a:highlight>
                <a:latin typeface="Consolas"/>
                <a:ea typeface="Consolas"/>
                <a:cs typeface="Consolas"/>
                <a:sym typeface="Consolas"/>
              </a:rPr>
              <a:t>.</a:t>
            </a:r>
            <a:r>
              <a:rPr lang="en" sz="1150">
                <a:solidFill>
                  <a:srgbClr val="795E26"/>
                </a:solidFill>
                <a:highlight>
                  <a:srgbClr val="FFFFFF"/>
                </a:highlight>
                <a:latin typeface="Consolas"/>
                <a:ea typeface="Consolas"/>
                <a:cs typeface="Consolas"/>
                <a:sym typeface="Consolas"/>
              </a:rPr>
              <a:t>readLine</a:t>
            </a:r>
            <a:r>
              <a:rPr lang="en" sz="1150">
                <a:highlight>
                  <a:srgbClr val="FFFFFF"/>
                </a:highlight>
                <a:latin typeface="Consolas"/>
                <a:ea typeface="Consolas"/>
                <a:cs typeface="Consolas"/>
                <a:sym typeface="Consolas"/>
              </a:rPr>
              <a:t>();</a:t>
            </a:r>
            <a:endParaRPr sz="1150">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150">
                <a:solidFill>
                  <a:srgbClr val="098658"/>
                </a:solidFill>
                <a:latin typeface="Consolas"/>
                <a:ea typeface="Consolas"/>
                <a:cs typeface="Consolas"/>
                <a:sym typeface="Consolas"/>
              </a:rPr>
              <a:t>7   </a:t>
            </a:r>
            <a:r>
              <a:rPr lang="en" sz="1150">
                <a:latin typeface="Consolas"/>
                <a:ea typeface="Consolas"/>
                <a:cs typeface="Consolas"/>
                <a:sym typeface="Consolas"/>
              </a:rPr>
              <a:t>   </a:t>
            </a:r>
            <a:r>
              <a:rPr lang="en" sz="1150">
                <a:solidFill>
                  <a:srgbClr val="267F99"/>
                </a:solidFill>
                <a:latin typeface="Consolas"/>
                <a:ea typeface="Consolas"/>
                <a:cs typeface="Consolas"/>
                <a:sym typeface="Consolas"/>
              </a:rPr>
              <a:t>System</a:t>
            </a:r>
            <a:r>
              <a:rPr lang="en" sz="1150">
                <a:latin typeface="Consolas"/>
                <a:ea typeface="Consolas"/>
                <a:cs typeface="Consolas"/>
                <a:sym typeface="Consolas"/>
              </a:rPr>
              <a:t>.</a:t>
            </a:r>
            <a:r>
              <a:rPr lang="en" sz="1150">
                <a:solidFill>
                  <a:srgbClr val="0070C1"/>
                </a:solidFill>
                <a:latin typeface="Consolas"/>
                <a:ea typeface="Consolas"/>
                <a:cs typeface="Consolas"/>
                <a:sym typeface="Consolas"/>
              </a:rPr>
              <a:t>out</a:t>
            </a:r>
            <a:r>
              <a:rPr lang="en" sz="1150">
                <a:latin typeface="Consolas"/>
                <a:ea typeface="Consolas"/>
                <a:cs typeface="Consolas"/>
                <a:sym typeface="Consolas"/>
              </a:rPr>
              <a:t>.</a:t>
            </a:r>
            <a:r>
              <a:rPr lang="en" sz="1150">
                <a:solidFill>
                  <a:srgbClr val="795E26"/>
                </a:solidFill>
                <a:latin typeface="Consolas"/>
                <a:ea typeface="Consolas"/>
                <a:cs typeface="Consolas"/>
                <a:sym typeface="Consolas"/>
              </a:rPr>
              <a:t>print</a:t>
            </a:r>
            <a:r>
              <a:rPr lang="en" sz="1150">
                <a:latin typeface="Consolas"/>
                <a:ea typeface="Consolas"/>
                <a:cs typeface="Consolas"/>
                <a:sym typeface="Consolas"/>
              </a:rPr>
              <a:t>(</a:t>
            </a:r>
            <a:r>
              <a:rPr lang="en" sz="1150">
                <a:solidFill>
                  <a:srgbClr val="001080"/>
                </a:solidFill>
                <a:latin typeface="Consolas"/>
                <a:ea typeface="Consolas"/>
                <a:cs typeface="Consolas"/>
                <a:sym typeface="Consolas"/>
              </a:rPr>
              <a:t>message</a:t>
            </a:r>
            <a:r>
              <a:rPr lang="en" sz="1150">
                <a:latin typeface="Consolas"/>
                <a:ea typeface="Consolas"/>
                <a:cs typeface="Consolas"/>
                <a:sym typeface="Consolas"/>
              </a:rPr>
              <a:t>);</a:t>
            </a:r>
            <a:endParaRPr sz="1150">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150">
                <a:solidFill>
                  <a:srgbClr val="098658"/>
                </a:solidFill>
                <a:latin typeface="Consolas"/>
                <a:ea typeface="Consolas"/>
                <a:cs typeface="Consolas"/>
                <a:sym typeface="Consolas"/>
              </a:rPr>
              <a:t>8</a:t>
            </a:r>
            <a:r>
              <a:rPr lang="en" sz="1150">
                <a:highlight>
                  <a:srgbClr val="FFFFFF"/>
                </a:highlight>
                <a:latin typeface="Consolas"/>
                <a:ea typeface="Consolas"/>
                <a:cs typeface="Consolas"/>
                <a:sym typeface="Consolas"/>
              </a:rPr>
              <a:t>  } </a:t>
            </a:r>
            <a:r>
              <a:rPr lang="en" sz="1150">
                <a:solidFill>
                  <a:srgbClr val="AF00DB"/>
                </a:solidFill>
                <a:highlight>
                  <a:srgbClr val="FFFFFF"/>
                </a:highlight>
                <a:latin typeface="Consolas"/>
                <a:ea typeface="Consolas"/>
                <a:cs typeface="Consolas"/>
                <a:sym typeface="Consolas"/>
              </a:rPr>
              <a:t>while</a:t>
            </a:r>
            <a:r>
              <a:rPr lang="en" sz="1150">
                <a:highlight>
                  <a:srgbClr val="FFFFFF"/>
                </a:highlight>
                <a:latin typeface="Consolas"/>
                <a:ea typeface="Consolas"/>
                <a:cs typeface="Consolas"/>
                <a:sym typeface="Consolas"/>
              </a:rPr>
              <a:t> (</a:t>
            </a:r>
            <a:r>
              <a:rPr lang="en" sz="1150">
                <a:solidFill>
                  <a:srgbClr val="001080"/>
                </a:solidFill>
                <a:highlight>
                  <a:srgbClr val="FFFFFF"/>
                </a:highlight>
                <a:latin typeface="Consolas"/>
                <a:ea typeface="Consolas"/>
                <a:cs typeface="Consolas"/>
                <a:sym typeface="Consolas"/>
              </a:rPr>
              <a:t>in</a:t>
            </a:r>
            <a:r>
              <a:rPr lang="en" sz="1150">
                <a:highlight>
                  <a:srgbClr val="FFFFFF"/>
                </a:highlight>
                <a:latin typeface="Consolas"/>
                <a:ea typeface="Consolas"/>
                <a:cs typeface="Consolas"/>
                <a:sym typeface="Consolas"/>
              </a:rPr>
              <a:t>.</a:t>
            </a:r>
            <a:r>
              <a:rPr lang="en" sz="1150">
                <a:solidFill>
                  <a:srgbClr val="795E26"/>
                </a:solidFill>
                <a:highlight>
                  <a:srgbClr val="FFFFFF"/>
                </a:highlight>
                <a:latin typeface="Consolas"/>
                <a:ea typeface="Consolas"/>
                <a:cs typeface="Consolas"/>
                <a:sym typeface="Consolas"/>
              </a:rPr>
              <a:t>ready</a:t>
            </a:r>
            <a:r>
              <a:rPr lang="en" sz="1150">
                <a:highlight>
                  <a:srgbClr val="FFFFFF"/>
                </a:highlight>
                <a:latin typeface="Consolas"/>
                <a:ea typeface="Consolas"/>
                <a:cs typeface="Consolas"/>
                <a:sym typeface="Consolas"/>
              </a:rPr>
              <a:t>());</a:t>
            </a:r>
            <a:endParaRPr sz="1150">
              <a:solidFill>
                <a:srgbClr val="267F99"/>
              </a:solidFill>
              <a:latin typeface="Consolas"/>
              <a:ea typeface="Consolas"/>
              <a:cs typeface="Consolas"/>
              <a:sym typeface="Consolas"/>
            </a:endParaRPr>
          </a:p>
          <a:p>
            <a:pPr marL="0" lvl="0" indent="0" algn="l" rtl="0">
              <a:lnSpc>
                <a:spcPct val="135714"/>
              </a:lnSpc>
              <a:spcBef>
                <a:spcPts val="0"/>
              </a:spcBef>
              <a:spcAft>
                <a:spcPts val="0"/>
              </a:spcAft>
              <a:buNone/>
            </a:pPr>
            <a:r>
              <a:rPr lang="en" sz="1150">
                <a:solidFill>
                  <a:srgbClr val="098658"/>
                </a:solidFill>
                <a:latin typeface="Consolas"/>
                <a:ea typeface="Consolas"/>
                <a:cs typeface="Consolas"/>
                <a:sym typeface="Consolas"/>
              </a:rPr>
              <a:t>9  </a:t>
            </a:r>
            <a:r>
              <a:rPr lang="en" sz="1150">
                <a:solidFill>
                  <a:srgbClr val="001080"/>
                </a:solidFill>
                <a:latin typeface="Consolas"/>
                <a:ea typeface="Consolas"/>
                <a:cs typeface="Consolas"/>
                <a:sym typeface="Consolas"/>
              </a:rPr>
              <a:t>client</a:t>
            </a:r>
            <a:r>
              <a:rPr lang="en" sz="1150">
                <a:latin typeface="Consolas"/>
                <a:ea typeface="Consolas"/>
                <a:cs typeface="Consolas"/>
                <a:sym typeface="Consolas"/>
              </a:rPr>
              <a:t>.</a:t>
            </a:r>
            <a:r>
              <a:rPr lang="en" sz="1150">
                <a:solidFill>
                  <a:srgbClr val="795E26"/>
                </a:solidFill>
                <a:latin typeface="Consolas"/>
                <a:ea typeface="Consolas"/>
                <a:cs typeface="Consolas"/>
                <a:sym typeface="Consolas"/>
              </a:rPr>
              <a:t>close</a:t>
            </a:r>
            <a:r>
              <a:rPr lang="en" sz="1150">
                <a:latin typeface="Consolas"/>
                <a:ea typeface="Consolas"/>
                <a:cs typeface="Consolas"/>
                <a:sym typeface="Consolas"/>
              </a:rPr>
              <a:t>();</a:t>
            </a:r>
            <a:endParaRPr sz="1150">
              <a:latin typeface="Consolas"/>
              <a:ea typeface="Consolas"/>
              <a:cs typeface="Consolas"/>
              <a:sym typeface="Consolas"/>
            </a:endParaRPr>
          </a:p>
          <a:p>
            <a:pPr marL="0" lvl="0" indent="0" algn="l" rtl="0">
              <a:lnSpc>
                <a:spcPct val="135714"/>
              </a:lnSpc>
              <a:spcBef>
                <a:spcPts val="0"/>
              </a:spcBef>
              <a:spcAft>
                <a:spcPts val="0"/>
              </a:spcAft>
              <a:buNone/>
            </a:pPr>
            <a:r>
              <a:rPr lang="en" sz="1150">
                <a:solidFill>
                  <a:srgbClr val="098658"/>
                </a:solidFill>
                <a:latin typeface="Consolas"/>
                <a:ea typeface="Consolas"/>
                <a:cs typeface="Consolas"/>
                <a:sym typeface="Consolas"/>
              </a:rPr>
              <a:t>10 </a:t>
            </a:r>
            <a:r>
              <a:rPr lang="en" sz="1150">
                <a:solidFill>
                  <a:srgbClr val="267F99"/>
                </a:solidFill>
                <a:latin typeface="Consolas"/>
                <a:ea typeface="Consolas"/>
                <a:cs typeface="Consolas"/>
                <a:sym typeface="Consolas"/>
              </a:rPr>
              <a:t>System</a:t>
            </a:r>
            <a:r>
              <a:rPr lang="en" sz="1150">
                <a:latin typeface="Consolas"/>
                <a:ea typeface="Consolas"/>
                <a:cs typeface="Consolas"/>
                <a:sym typeface="Consolas"/>
              </a:rPr>
              <a:t>.</a:t>
            </a:r>
            <a:r>
              <a:rPr lang="en" sz="1150">
                <a:solidFill>
                  <a:srgbClr val="0070C1"/>
                </a:solidFill>
                <a:latin typeface="Consolas"/>
                <a:ea typeface="Consolas"/>
                <a:cs typeface="Consolas"/>
                <a:sym typeface="Consolas"/>
              </a:rPr>
              <a:t>out</a:t>
            </a:r>
            <a:r>
              <a:rPr lang="en" sz="1150">
                <a:latin typeface="Consolas"/>
                <a:ea typeface="Consolas"/>
                <a:cs typeface="Consolas"/>
                <a:sym typeface="Consolas"/>
              </a:rPr>
              <a:t>.</a:t>
            </a:r>
            <a:r>
              <a:rPr lang="en" sz="1150">
                <a:solidFill>
                  <a:srgbClr val="795E26"/>
                </a:solidFill>
                <a:latin typeface="Consolas"/>
                <a:ea typeface="Consolas"/>
                <a:cs typeface="Consolas"/>
                <a:sym typeface="Consolas"/>
              </a:rPr>
              <a:t>println</a:t>
            </a:r>
            <a:r>
              <a:rPr lang="en" sz="1150">
                <a:latin typeface="Consolas"/>
                <a:ea typeface="Consolas"/>
                <a:cs typeface="Consolas"/>
                <a:sym typeface="Consolas"/>
              </a:rPr>
              <a:t>();</a:t>
            </a:r>
            <a:endParaRPr sz="1150">
              <a:solidFill>
                <a:srgbClr val="267F99"/>
              </a:solidFill>
              <a:latin typeface="Consolas"/>
              <a:ea typeface="Consolas"/>
              <a:cs typeface="Consolas"/>
              <a:sym typeface="Consolas"/>
            </a:endParaRPr>
          </a:p>
        </p:txBody>
      </p:sp>
      <p:sp>
        <p:nvSpPr>
          <p:cNvPr id="625" name="Google Shape;625;p60"/>
          <p:cNvSpPr txBox="1"/>
          <p:nvPr/>
        </p:nvSpPr>
        <p:spPr>
          <a:xfrm>
            <a:off x="150375" y="1152930"/>
            <a:ext cx="32295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latin typeface="Roboto"/>
                <a:ea typeface="Roboto"/>
                <a:cs typeface="Roboto"/>
                <a:sym typeface="Roboto"/>
              </a:rPr>
              <a:t>Ever wanted to do an operation 1+ times? We can use a </a:t>
            </a:r>
            <a:r>
              <a:rPr lang="en" sz="1200">
                <a:latin typeface="Courier New"/>
                <a:ea typeface="Courier New"/>
                <a:cs typeface="Courier New"/>
                <a:sym typeface="Courier New"/>
              </a:rPr>
              <a:t>do</a:t>
            </a:r>
            <a:r>
              <a:rPr lang="en" sz="1200">
                <a:latin typeface="Roboto"/>
                <a:ea typeface="Roboto"/>
                <a:cs typeface="Roboto"/>
                <a:sym typeface="Roboto"/>
              </a:rPr>
              <a:t> </a:t>
            </a:r>
            <a:r>
              <a:rPr lang="en" sz="1200">
                <a:latin typeface="Courier New"/>
                <a:ea typeface="Courier New"/>
                <a:cs typeface="Courier New"/>
                <a:sym typeface="Courier New"/>
              </a:rPr>
              <a:t>while</a:t>
            </a:r>
            <a:r>
              <a:rPr lang="en" sz="1200">
                <a:latin typeface="Roboto"/>
                <a:ea typeface="Roboto"/>
                <a:cs typeface="Roboto"/>
                <a:sym typeface="Roboto"/>
              </a:rPr>
              <a:t> statement for this.</a:t>
            </a:r>
            <a:endParaRPr sz="1200">
              <a:latin typeface="Roboto"/>
              <a:ea typeface="Roboto"/>
              <a:cs typeface="Roboto"/>
              <a:sym typeface="Roboto"/>
            </a:endParaRPr>
          </a:p>
        </p:txBody>
      </p:sp>
      <p:sp>
        <p:nvSpPr>
          <p:cNvPr id="626" name="Google Shape;626;p60"/>
          <p:cNvSpPr txBox="1"/>
          <p:nvPr/>
        </p:nvSpPr>
        <p:spPr>
          <a:xfrm>
            <a:off x="150375" y="1849355"/>
            <a:ext cx="32295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latin typeface="Roboto"/>
                <a:ea typeface="Roboto"/>
                <a:cs typeface="Roboto"/>
                <a:sym typeface="Roboto"/>
              </a:rPr>
              <a:t>It's basically a </a:t>
            </a:r>
            <a:r>
              <a:rPr lang="en" sz="1200">
                <a:latin typeface="Courier New"/>
                <a:ea typeface="Courier New"/>
                <a:cs typeface="Courier New"/>
                <a:sym typeface="Courier New"/>
              </a:rPr>
              <a:t>while</a:t>
            </a:r>
            <a:r>
              <a:rPr lang="en" sz="1200">
                <a:latin typeface="Roboto"/>
                <a:ea typeface="Roboto"/>
                <a:cs typeface="Roboto"/>
                <a:sym typeface="Roboto"/>
              </a:rPr>
              <a:t> statement where the check is executed at the end instead of the beginning. The block is started with </a:t>
            </a:r>
            <a:r>
              <a:rPr lang="en" sz="1200">
                <a:latin typeface="Courier New"/>
                <a:ea typeface="Courier New"/>
                <a:cs typeface="Courier New"/>
                <a:sym typeface="Courier New"/>
              </a:rPr>
              <a:t>do</a:t>
            </a:r>
            <a:r>
              <a:rPr lang="en" sz="1200">
                <a:latin typeface="Roboto"/>
                <a:ea typeface="Roboto"/>
                <a:cs typeface="Roboto"/>
                <a:sym typeface="Roboto"/>
              </a:rPr>
              <a:t>.</a:t>
            </a:r>
            <a:endParaRPr sz="1200">
              <a:latin typeface="Roboto"/>
              <a:ea typeface="Roboto"/>
              <a:cs typeface="Roboto"/>
              <a:sym typeface="Roboto"/>
            </a:endParaRPr>
          </a:p>
        </p:txBody>
      </p:sp>
      <p:sp>
        <p:nvSpPr>
          <p:cNvPr id="627" name="Google Shape;627;p60"/>
          <p:cNvSpPr/>
          <p:nvPr/>
        </p:nvSpPr>
        <p:spPr>
          <a:xfrm>
            <a:off x="3739500" y="2348500"/>
            <a:ext cx="4503900" cy="9597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28" name="Google Shape;628;p60"/>
          <p:cNvCxnSpPr>
            <a:stCxn id="626" idx="3"/>
            <a:endCxn id="627" idx="1"/>
          </p:cNvCxnSpPr>
          <p:nvPr/>
        </p:nvCxnSpPr>
        <p:spPr>
          <a:xfrm>
            <a:off x="3379875" y="2218805"/>
            <a:ext cx="359700" cy="609600"/>
          </a:xfrm>
          <a:prstGeom prst="bentConnector3">
            <a:avLst>
              <a:gd name="adj1" fmla="val 49990"/>
            </a:avLst>
          </a:prstGeom>
          <a:noFill/>
          <a:ln w="19050" cap="flat" cmpd="sng">
            <a:solidFill>
              <a:srgbClr val="FF0000"/>
            </a:solidFill>
            <a:prstDash val="solid"/>
            <a:round/>
            <a:headEnd type="none" w="med" len="med"/>
            <a:tailEnd type="none" w="med" len="med"/>
          </a:ln>
        </p:spPr>
      </p:cxnSp>
      <p:sp>
        <p:nvSpPr>
          <p:cNvPr id="629" name="Google Shape;629;p60"/>
          <p:cNvSpPr txBox="1"/>
          <p:nvPr/>
        </p:nvSpPr>
        <p:spPr>
          <a:xfrm>
            <a:off x="150375" y="2760769"/>
            <a:ext cx="32295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latin typeface="Roboto"/>
                <a:ea typeface="Roboto"/>
                <a:cs typeface="Roboto"/>
                <a:sym typeface="Roboto"/>
              </a:rPr>
              <a:t>This code reads all available lines and concatenates them together into one String.</a:t>
            </a:r>
            <a:endParaRPr sz="1200">
              <a:latin typeface="Roboto"/>
              <a:ea typeface="Roboto"/>
              <a:cs typeface="Roboto"/>
              <a:sym typeface="Roboto"/>
            </a:endParaRPr>
          </a:p>
        </p:txBody>
      </p:sp>
      <p:sp>
        <p:nvSpPr>
          <p:cNvPr id="630" name="Google Shape;630;p60"/>
          <p:cNvSpPr txBox="1"/>
          <p:nvPr/>
        </p:nvSpPr>
        <p:spPr>
          <a:xfrm>
            <a:off x="150375" y="3487394"/>
            <a:ext cx="32295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latin typeface="Roboto"/>
                <a:ea typeface="Roboto"/>
                <a:cs typeface="Roboto"/>
                <a:sym typeface="Roboto"/>
              </a:rPr>
              <a:t>We could just have easily used a </a:t>
            </a:r>
            <a:r>
              <a:rPr lang="en" sz="1200">
                <a:latin typeface="Courier New"/>
                <a:ea typeface="Courier New"/>
                <a:cs typeface="Courier New"/>
                <a:sym typeface="Courier New"/>
              </a:rPr>
              <a:t>list.add(message)</a:t>
            </a:r>
            <a:r>
              <a:rPr lang="en" sz="1200">
                <a:latin typeface="Roboto"/>
                <a:ea typeface="Roboto"/>
                <a:cs typeface="Roboto"/>
                <a:sym typeface="Roboto"/>
              </a:rPr>
              <a:t> to create a list of all the messages.</a:t>
            </a:r>
            <a:endParaRPr sz="1200">
              <a:latin typeface="Roboto"/>
              <a:ea typeface="Roboto"/>
              <a:cs typeface="Roboto"/>
              <a:sym typeface="Roboto"/>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34"/>
        <p:cNvGrpSpPr/>
        <p:nvPr/>
      </p:nvGrpSpPr>
      <p:grpSpPr>
        <a:xfrm>
          <a:off x="0" y="0"/>
          <a:ext cx="0" cy="0"/>
          <a:chOff x="0" y="0"/>
          <a:chExt cx="0" cy="0"/>
        </a:xfrm>
      </p:grpSpPr>
      <p:sp>
        <p:nvSpPr>
          <p:cNvPr id="635" name="Google Shape;635;p61"/>
          <p:cNvSpPr txBox="1">
            <a:spLocks noGrp="1"/>
          </p:cNvSpPr>
          <p:nvPr>
            <p:ph type="title"/>
          </p:nvPr>
        </p:nvSpPr>
        <p:spPr>
          <a:xfrm>
            <a:off x="311725" y="437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What About Streams</a:t>
            </a:r>
            <a:endParaRPr/>
          </a:p>
        </p:txBody>
      </p:sp>
      <p:sp>
        <p:nvSpPr>
          <p:cNvPr id="636" name="Google Shape;636;p6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30</a:t>
            </a:fld>
            <a:endParaRPr/>
          </a:p>
        </p:txBody>
      </p:sp>
      <p:sp>
        <p:nvSpPr>
          <p:cNvPr id="637" name="Google Shape;637;p61"/>
          <p:cNvSpPr txBox="1"/>
          <p:nvPr/>
        </p:nvSpPr>
        <p:spPr>
          <a:xfrm>
            <a:off x="3683675" y="1575025"/>
            <a:ext cx="4972800" cy="15627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35714"/>
              </a:lnSpc>
              <a:spcBef>
                <a:spcPts val="0"/>
              </a:spcBef>
              <a:spcAft>
                <a:spcPts val="0"/>
              </a:spcAft>
              <a:buNone/>
            </a:pPr>
            <a:r>
              <a:rPr lang="en" sz="1150">
                <a:solidFill>
                  <a:srgbClr val="098658"/>
                </a:solidFill>
                <a:latin typeface="Consolas"/>
                <a:ea typeface="Consolas"/>
                <a:cs typeface="Consolas"/>
                <a:sym typeface="Consolas"/>
              </a:rPr>
              <a:t>1  </a:t>
            </a:r>
            <a:r>
              <a:rPr lang="en" sz="1150">
                <a:solidFill>
                  <a:srgbClr val="267F99"/>
                </a:solidFill>
                <a:latin typeface="Consolas"/>
                <a:ea typeface="Consolas"/>
                <a:cs typeface="Consolas"/>
                <a:sym typeface="Consolas"/>
              </a:rPr>
              <a:t>InputStream</a:t>
            </a:r>
            <a:r>
              <a:rPr lang="en" sz="1150">
                <a:latin typeface="Consolas"/>
                <a:ea typeface="Consolas"/>
                <a:cs typeface="Consolas"/>
                <a:sym typeface="Consolas"/>
              </a:rPr>
              <a:t> </a:t>
            </a:r>
            <a:r>
              <a:rPr lang="en" sz="1150">
                <a:solidFill>
                  <a:srgbClr val="001080"/>
                </a:solidFill>
                <a:latin typeface="Consolas"/>
                <a:ea typeface="Consolas"/>
                <a:cs typeface="Consolas"/>
                <a:sym typeface="Consolas"/>
              </a:rPr>
              <a:t>input</a:t>
            </a:r>
            <a:r>
              <a:rPr lang="en" sz="1150">
                <a:latin typeface="Consolas"/>
                <a:ea typeface="Consolas"/>
                <a:cs typeface="Consolas"/>
                <a:sym typeface="Consolas"/>
              </a:rPr>
              <a:t> = </a:t>
            </a:r>
            <a:r>
              <a:rPr lang="en" sz="1150">
                <a:solidFill>
                  <a:srgbClr val="001080"/>
                </a:solidFill>
                <a:latin typeface="Consolas"/>
                <a:ea typeface="Consolas"/>
                <a:cs typeface="Consolas"/>
                <a:sym typeface="Consolas"/>
              </a:rPr>
              <a:t>client</a:t>
            </a:r>
            <a:r>
              <a:rPr lang="en" sz="1150">
                <a:latin typeface="Consolas"/>
                <a:ea typeface="Consolas"/>
                <a:cs typeface="Consolas"/>
                <a:sym typeface="Consolas"/>
              </a:rPr>
              <a:t>.</a:t>
            </a:r>
            <a:r>
              <a:rPr lang="en" sz="1150">
                <a:solidFill>
                  <a:srgbClr val="795E26"/>
                </a:solidFill>
                <a:latin typeface="Consolas"/>
                <a:ea typeface="Consolas"/>
                <a:cs typeface="Consolas"/>
                <a:sym typeface="Consolas"/>
              </a:rPr>
              <a:t>getInputStream</a:t>
            </a:r>
            <a:r>
              <a:rPr lang="en" sz="1150">
                <a:latin typeface="Consolas"/>
                <a:ea typeface="Consolas"/>
                <a:cs typeface="Consolas"/>
                <a:sym typeface="Consolas"/>
              </a:rPr>
              <a:t>();</a:t>
            </a:r>
            <a:endParaRPr sz="1150">
              <a:latin typeface="Consolas"/>
              <a:ea typeface="Consolas"/>
              <a:cs typeface="Consolas"/>
              <a:sym typeface="Consolas"/>
            </a:endParaRPr>
          </a:p>
          <a:p>
            <a:pPr marL="0" lvl="0" indent="0" algn="l" rtl="0">
              <a:lnSpc>
                <a:spcPct val="135714"/>
              </a:lnSpc>
              <a:spcBef>
                <a:spcPts val="0"/>
              </a:spcBef>
              <a:spcAft>
                <a:spcPts val="0"/>
              </a:spcAft>
              <a:buNone/>
            </a:pPr>
            <a:r>
              <a:rPr lang="en" sz="1150">
                <a:solidFill>
                  <a:schemeClr val="accent5"/>
                </a:solidFill>
                <a:latin typeface="Consolas"/>
                <a:ea typeface="Consolas"/>
                <a:cs typeface="Consolas"/>
                <a:sym typeface="Consolas"/>
              </a:rPr>
              <a:t>2</a:t>
            </a:r>
            <a:r>
              <a:rPr lang="en" sz="1150">
                <a:latin typeface="Consolas"/>
                <a:ea typeface="Consolas"/>
                <a:cs typeface="Consolas"/>
                <a:sym typeface="Consolas"/>
              </a:rPr>
              <a:t>  </a:t>
            </a:r>
            <a:r>
              <a:rPr lang="en" sz="1150">
                <a:solidFill>
                  <a:srgbClr val="267F99"/>
                </a:solidFill>
                <a:latin typeface="Consolas"/>
                <a:ea typeface="Consolas"/>
                <a:cs typeface="Consolas"/>
                <a:sym typeface="Consolas"/>
              </a:rPr>
              <a:t>InputStreamReader</a:t>
            </a:r>
            <a:r>
              <a:rPr lang="en" sz="1150">
                <a:latin typeface="Consolas"/>
                <a:ea typeface="Consolas"/>
                <a:cs typeface="Consolas"/>
                <a:sym typeface="Consolas"/>
              </a:rPr>
              <a:t> </a:t>
            </a:r>
            <a:r>
              <a:rPr lang="en" sz="1150">
                <a:solidFill>
                  <a:srgbClr val="001080"/>
                </a:solidFill>
                <a:latin typeface="Consolas"/>
                <a:ea typeface="Consolas"/>
                <a:cs typeface="Consolas"/>
                <a:sym typeface="Consolas"/>
              </a:rPr>
              <a:t>in</a:t>
            </a:r>
            <a:r>
              <a:rPr lang="en" sz="1150">
                <a:latin typeface="Consolas"/>
                <a:ea typeface="Consolas"/>
                <a:cs typeface="Consolas"/>
                <a:sym typeface="Consolas"/>
              </a:rPr>
              <a:t> = </a:t>
            </a:r>
            <a:r>
              <a:rPr lang="en" sz="1150">
                <a:solidFill>
                  <a:srgbClr val="AF00DB"/>
                </a:solidFill>
                <a:latin typeface="Consolas"/>
                <a:ea typeface="Consolas"/>
                <a:cs typeface="Consolas"/>
                <a:sym typeface="Consolas"/>
              </a:rPr>
              <a:t>new</a:t>
            </a:r>
            <a:r>
              <a:rPr lang="en" sz="1150">
                <a:latin typeface="Consolas"/>
                <a:ea typeface="Consolas"/>
                <a:cs typeface="Consolas"/>
                <a:sym typeface="Consolas"/>
              </a:rPr>
              <a:t> </a:t>
            </a:r>
            <a:r>
              <a:rPr lang="en" sz="1150">
                <a:solidFill>
                  <a:srgbClr val="795E26"/>
                </a:solidFill>
                <a:latin typeface="Consolas"/>
                <a:ea typeface="Consolas"/>
                <a:cs typeface="Consolas"/>
                <a:sym typeface="Consolas"/>
              </a:rPr>
              <a:t>InputStreamReader</a:t>
            </a:r>
            <a:r>
              <a:rPr lang="en" sz="1150">
                <a:latin typeface="Consolas"/>
                <a:ea typeface="Consolas"/>
                <a:cs typeface="Consolas"/>
                <a:sym typeface="Consolas"/>
              </a:rPr>
              <a:t>(</a:t>
            </a:r>
            <a:r>
              <a:rPr lang="en" sz="1150">
                <a:solidFill>
                  <a:srgbClr val="001080"/>
                </a:solidFill>
                <a:latin typeface="Consolas"/>
                <a:ea typeface="Consolas"/>
                <a:cs typeface="Consolas"/>
                <a:sym typeface="Consolas"/>
              </a:rPr>
              <a:t>in</a:t>
            </a:r>
            <a:r>
              <a:rPr lang="en" sz="1150">
                <a:latin typeface="Consolas"/>
                <a:ea typeface="Consolas"/>
                <a:cs typeface="Consolas"/>
                <a:sym typeface="Consolas"/>
              </a:rPr>
              <a:t>)</a:t>
            </a:r>
            <a:endParaRPr sz="1150">
              <a:latin typeface="Consolas"/>
              <a:ea typeface="Consolas"/>
              <a:cs typeface="Consolas"/>
              <a:sym typeface="Consolas"/>
            </a:endParaRPr>
          </a:p>
          <a:p>
            <a:pPr marL="0" lvl="0" indent="0" algn="l" rtl="0">
              <a:lnSpc>
                <a:spcPct val="135714"/>
              </a:lnSpc>
              <a:spcBef>
                <a:spcPts val="0"/>
              </a:spcBef>
              <a:spcAft>
                <a:spcPts val="0"/>
              </a:spcAft>
              <a:buNone/>
            </a:pPr>
            <a:r>
              <a:rPr lang="en" sz="1150">
                <a:solidFill>
                  <a:srgbClr val="098658"/>
                </a:solidFill>
                <a:latin typeface="Consolas"/>
                <a:ea typeface="Consolas"/>
                <a:cs typeface="Consolas"/>
                <a:sym typeface="Consolas"/>
              </a:rPr>
              <a:t>3  </a:t>
            </a:r>
            <a:r>
              <a:rPr lang="en" sz="1150">
                <a:solidFill>
                  <a:srgbClr val="267F99"/>
                </a:solidFill>
                <a:latin typeface="Consolas"/>
                <a:ea typeface="Consolas"/>
                <a:cs typeface="Consolas"/>
                <a:sym typeface="Consolas"/>
              </a:rPr>
              <a:t>BufferedReader</a:t>
            </a:r>
            <a:r>
              <a:rPr lang="en" sz="1150">
                <a:latin typeface="Consolas"/>
                <a:ea typeface="Consolas"/>
                <a:cs typeface="Consolas"/>
                <a:sym typeface="Consolas"/>
              </a:rPr>
              <a:t> </a:t>
            </a:r>
            <a:r>
              <a:rPr lang="en" sz="1150">
                <a:solidFill>
                  <a:srgbClr val="001080"/>
                </a:solidFill>
                <a:latin typeface="Consolas"/>
                <a:ea typeface="Consolas"/>
                <a:cs typeface="Consolas"/>
                <a:sym typeface="Consolas"/>
              </a:rPr>
              <a:t>reader</a:t>
            </a:r>
            <a:r>
              <a:rPr lang="en" sz="1150">
                <a:latin typeface="Consolas"/>
                <a:ea typeface="Consolas"/>
                <a:cs typeface="Consolas"/>
                <a:sym typeface="Consolas"/>
              </a:rPr>
              <a:t> = </a:t>
            </a:r>
            <a:r>
              <a:rPr lang="en" sz="1150">
                <a:solidFill>
                  <a:srgbClr val="AF00DB"/>
                </a:solidFill>
                <a:latin typeface="Consolas"/>
                <a:ea typeface="Consolas"/>
                <a:cs typeface="Consolas"/>
                <a:sym typeface="Consolas"/>
              </a:rPr>
              <a:t>new</a:t>
            </a:r>
            <a:r>
              <a:rPr lang="en" sz="1150">
                <a:latin typeface="Consolas"/>
                <a:ea typeface="Consolas"/>
                <a:cs typeface="Consolas"/>
                <a:sym typeface="Consolas"/>
              </a:rPr>
              <a:t> </a:t>
            </a:r>
            <a:r>
              <a:rPr lang="en" sz="1150">
                <a:solidFill>
                  <a:srgbClr val="795E26"/>
                </a:solidFill>
                <a:latin typeface="Consolas"/>
                <a:ea typeface="Consolas"/>
                <a:cs typeface="Consolas"/>
                <a:sym typeface="Consolas"/>
              </a:rPr>
              <a:t>BufferedReader</a:t>
            </a:r>
            <a:r>
              <a:rPr lang="en" sz="1150">
                <a:latin typeface="Consolas"/>
                <a:ea typeface="Consolas"/>
                <a:cs typeface="Consolas"/>
                <a:sym typeface="Consolas"/>
              </a:rPr>
              <a:t>(</a:t>
            </a:r>
            <a:r>
              <a:rPr lang="en" sz="1150">
                <a:solidFill>
                  <a:srgbClr val="001080"/>
                </a:solidFill>
                <a:latin typeface="Consolas"/>
                <a:ea typeface="Consolas"/>
                <a:cs typeface="Consolas"/>
                <a:sym typeface="Consolas"/>
              </a:rPr>
              <a:t>input</a:t>
            </a:r>
            <a:r>
              <a:rPr lang="en" sz="1150">
                <a:latin typeface="Consolas"/>
                <a:ea typeface="Consolas"/>
                <a:cs typeface="Consolas"/>
                <a:sym typeface="Consolas"/>
              </a:rPr>
              <a:t>);</a:t>
            </a:r>
            <a:endParaRPr sz="1150">
              <a:latin typeface="Consolas"/>
              <a:ea typeface="Consolas"/>
              <a:cs typeface="Consolas"/>
              <a:sym typeface="Consolas"/>
            </a:endParaRPr>
          </a:p>
          <a:p>
            <a:pPr marL="0" lvl="0" indent="0" algn="l" rtl="0">
              <a:lnSpc>
                <a:spcPct val="135714"/>
              </a:lnSpc>
              <a:spcBef>
                <a:spcPts val="0"/>
              </a:spcBef>
              <a:spcAft>
                <a:spcPts val="0"/>
              </a:spcAft>
              <a:buNone/>
            </a:pPr>
            <a:r>
              <a:rPr lang="en" sz="1150">
                <a:solidFill>
                  <a:srgbClr val="098658"/>
                </a:solidFill>
                <a:latin typeface="Consolas"/>
                <a:ea typeface="Consolas"/>
                <a:cs typeface="Consolas"/>
                <a:sym typeface="Consolas"/>
              </a:rPr>
              <a:t>4  </a:t>
            </a:r>
            <a:r>
              <a:rPr lang="en" sz="1150">
                <a:solidFill>
                  <a:srgbClr val="001080"/>
                </a:solidFill>
                <a:highlight>
                  <a:srgbClr val="FFFFFF"/>
                </a:highlight>
                <a:latin typeface="Consolas"/>
                <a:ea typeface="Consolas"/>
                <a:cs typeface="Consolas"/>
                <a:sym typeface="Consolas"/>
              </a:rPr>
              <a:t>in</a:t>
            </a:r>
            <a:r>
              <a:rPr lang="en" sz="1150">
                <a:highlight>
                  <a:srgbClr val="FFFFFF"/>
                </a:highlight>
                <a:latin typeface="Consolas"/>
                <a:ea typeface="Consolas"/>
                <a:cs typeface="Consolas"/>
                <a:sym typeface="Consolas"/>
              </a:rPr>
              <a:t>.</a:t>
            </a:r>
            <a:r>
              <a:rPr lang="en" sz="1150">
                <a:solidFill>
                  <a:srgbClr val="795E26"/>
                </a:solidFill>
                <a:highlight>
                  <a:srgbClr val="FFFFFF"/>
                </a:highlight>
                <a:latin typeface="Consolas"/>
                <a:ea typeface="Consolas"/>
                <a:cs typeface="Consolas"/>
                <a:sym typeface="Consolas"/>
              </a:rPr>
              <a:t>lines</a:t>
            </a:r>
            <a:r>
              <a:rPr lang="en" sz="1150">
                <a:highlight>
                  <a:srgbClr val="FFFFFF"/>
                </a:highlight>
                <a:latin typeface="Consolas"/>
                <a:ea typeface="Consolas"/>
                <a:cs typeface="Consolas"/>
                <a:sym typeface="Consolas"/>
              </a:rPr>
              <a:t>().</a:t>
            </a:r>
            <a:r>
              <a:rPr lang="en" sz="1150">
                <a:solidFill>
                  <a:srgbClr val="795E26"/>
                </a:solidFill>
                <a:highlight>
                  <a:srgbClr val="FFFFFF"/>
                </a:highlight>
                <a:latin typeface="Consolas"/>
                <a:ea typeface="Consolas"/>
                <a:cs typeface="Consolas"/>
                <a:sym typeface="Consolas"/>
              </a:rPr>
              <a:t>forEach</a:t>
            </a:r>
            <a:r>
              <a:rPr lang="en" sz="1150">
                <a:highlight>
                  <a:srgbClr val="FFFFFF"/>
                </a:highlight>
                <a:latin typeface="Consolas"/>
                <a:ea typeface="Consolas"/>
                <a:cs typeface="Consolas"/>
                <a:sym typeface="Consolas"/>
              </a:rPr>
              <a:t>(</a:t>
            </a:r>
            <a:r>
              <a:rPr lang="en" sz="1150">
                <a:solidFill>
                  <a:srgbClr val="267F99"/>
                </a:solidFill>
                <a:highlight>
                  <a:srgbClr val="FFFFFF"/>
                </a:highlight>
                <a:latin typeface="Consolas"/>
                <a:ea typeface="Consolas"/>
                <a:cs typeface="Consolas"/>
                <a:sym typeface="Consolas"/>
              </a:rPr>
              <a:t>System</a:t>
            </a:r>
            <a:r>
              <a:rPr lang="en" sz="1150">
                <a:highlight>
                  <a:srgbClr val="FFFFFF"/>
                </a:highlight>
                <a:latin typeface="Consolas"/>
                <a:ea typeface="Consolas"/>
                <a:cs typeface="Consolas"/>
                <a:sym typeface="Consolas"/>
              </a:rPr>
              <a:t>.</a:t>
            </a:r>
            <a:r>
              <a:rPr lang="en" sz="1150">
                <a:solidFill>
                  <a:srgbClr val="0070C1"/>
                </a:solidFill>
                <a:highlight>
                  <a:srgbClr val="FFFFFF"/>
                </a:highlight>
                <a:latin typeface="Consolas"/>
                <a:ea typeface="Consolas"/>
                <a:cs typeface="Consolas"/>
                <a:sym typeface="Consolas"/>
              </a:rPr>
              <a:t>out</a:t>
            </a:r>
            <a:r>
              <a:rPr lang="en" sz="1150">
                <a:solidFill>
                  <a:srgbClr val="AF00DB"/>
                </a:solidFill>
                <a:highlight>
                  <a:srgbClr val="FFFFFF"/>
                </a:highlight>
                <a:latin typeface="Consolas"/>
                <a:ea typeface="Consolas"/>
                <a:cs typeface="Consolas"/>
                <a:sym typeface="Consolas"/>
              </a:rPr>
              <a:t>::</a:t>
            </a:r>
            <a:r>
              <a:rPr lang="en" sz="1150">
                <a:solidFill>
                  <a:srgbClr val="795E26"/>
                </a:solidFill>
                <a:highlight>
                  <a:srgbClr val="FFFFFF"/>
                </a:highlight>
                <a:latin typeface="Consolas"/>
                <a:ea typeface="Consolas"/>
                <a:cs typeface="Consolas"/>
                <a:sym typeface="Consolas"/>
              </a:rPr>
              <a:t>println</a:t>
            </a:r>
            <a:r>
              <a:rPr lang="en" sz="1150">
                <a:highlight>
                  <a:srgbClr val="FFFFFF"/>
                </a:highlight>
                <a:latin typeface="Consolas"/>
                <a:ea typeface="Consolas"/>
                <a:cs typeface="Consolas"/>
                <a:sym typeface="Consolas"/>
              </a:rPr>
              <a:t>);</a:t>
            </a:r>
            <a:endParaRPr sz="1150">
              <a:solidFill>
                <a:srgbClr val="098658"/>
              </a:solidFill>
              <a:latin typeface="Consolas"/>
              <a:ea typeface="Consolas"/>
              <a:cs typeface="Consolas"/>
              <a:sym typeface="Consolas"/>
            </a:endParaRPr>
          </a:p>
          <a:p>
            <a:pPr marL="0" lvl="0" indent="0" algn="l" rtl="0">
              <a:lnSpc>
                <a:spcPct val="135714"/>
              </a:lnSpc>
              <a:spcBef>
                <a:spcPts val="0"/>
              </a:spcBef>
              <a:spcAft>
                <a:spcPts val="0"/>
              </a:spcAft>
              <a:buNone/>
            </a:pPr>
            <a:r>
              <a:rPr lang="en" sz="1150">
                <a:solidFill>
                  <a:srgbClr val="098658"/>
                </a:solidFill>
                <a:latin typeface="Consolas"/>
                <a:ea typeface="Consolas"/>
                <a:cs typeface="Consolas"/>
                <a:sym typeface="Consolas"/>
              </a:rPr>
              <a:t>5  </a:t>
            </a:r>
            <a:r>
              <a:rPr lang="en" sz="1150">
                <a:solidFill>
                  <a:srgbClr val="001080"/>
                </a:solidFill>
                <a:latin typeface="Consolas"/>
                <a:ea typeface="Consolas"/>
                <a:cs typeface="Consolas"/>
                <a:sym typeface="Consolas"/>
              </a:rPr>
              <a:t>client</a:t>
            </a:r>
            <a:r>
              <a:rPr lang="en" sz="1150">
                <a:latin typeface="Consolas"/>
                <a:ea typeface="Consolas"/>
                <a:cs typeface="Consolas"/>
                <a:sym typeface="Consolas"/>
              </a:rPr>
              <a:t>.</a:t>
            </a:r>
            <a:r>
              <a:rPr lang="en" sz="1150">
                <a:solidFill>
                  <a:srgbClr val="795E26"/>
                </a:solidFill>
                <a:latin typeface="Consolas"/>
                <a:ea typeface="Consolas"/>
                <a:cs typeface="Consolas"/>
                <a:sym typeface="Consolas"/>
              </a:rPr>
              <a:t>close</a:t>
            </a:r>
            <a:r>
              <a:rPr lang="en" sz="1150">
                <a:latin typeface="Consolas"/>
                <a:ea typeface="Consolas"/>
                <a:cs typeface="Consolas"/>
                <a:sym typeface="Consolas"/>
              </a:rPr>
              <a:t>();</a:t>
            </a:r>
            <a:endParaRPr sz="1150">
              <a:latin typeface="Consolas"/>
              <a:ea typeface="Consolas"/>
              <a:cs typeface="Consolas"/>
              <a:sym typeface="Consolas"/>
            </a:endParaRPr>
          </a:p>
          <a:p>
            <a:pPr marL="0" lvl="0" indent="0" algn="l" rtl="0">
              <a:lnSpc>
                <a:spcPct val="135714"/>
              </a:lnSpc>
              <a:spcBef>
                <a:spcPts val="0"/>
              </a:spcBef>
              <a:spcAft>
                <a:spcPts val="0"/>
              </a:spcAft>
              <a:buNone/>
            </a:pPr>
            <a:r>
              <a:rPr lang="en" sz="1150">
                <a:solidFill>
                  <a:srgbClr val="098658"/>
                </a:solidFill>
                <a:latin typeface="Consolas"/>
                <a:ea typeface="Consolas"/>
                <a:cs typeface="Consolas"/>
                <a:sym typeface="Consolas"/>
              </a:rPr>
              <a:t>6 </a:t>
            </a:r>
            <a:r>
              <a:rPr lang="en" sz="1150">
                <a:solidFill>
                  <a:srgbClr val="267F99"/>
                </a:solidFill>
                <a:latin typeface="Consolas"/>
                <a:ea typeface="Consolas"/>
                <a:cs typeface="Consolas"/>
                <a:sym typeface="Consolas"/>
              </a:rPr>
              <a:t>System</a:t>
            </a:r>
            <a:r>
              <a:rPr lang="en" sz="1150">
                <a:latin typeface="Consolas"/>
                <a:ea typeface="Consolas"/>
                <a:cs typeface="Consolas"/>
                <a:sym typeface="Consolas"/>
              </a:rPr>
              <a:t>.</a:t>
            </a:r>
            <a:r>
              <a:rPr lang="en" sz="1150">
                <a:solidFill>
                  <a:srgbClr val="0070C1"/>
                </a:solidFill>
                <a:latin typeface="Consolas"/>
                <a:ea typeface="Consolas"/>
                <a:cs typeface="Consolas"/>
                <a:sym typeface="Consolas"/>
              </a:rPr>
              <a:t>out</a:t>
            </a:r>
            <a:r>
              <a:rPr lang="en" sz="1150">
                <a:latin typeface="Consolas"/>
                <a:ea typeface="Consolas"/>
                <a:cs typeface="Consolas"/>
                <a:sym typeface="Consolas"/>
              </a:rPr>
              <a:t>.</a:t>
            </a:r>
            <a:r>
              <a:rPr lang="en" sz="1150">
                <a:solidFill>
                  <a:srgbClr val="795E26"/>
                </a:solidFill>
                <a:latin typeface="Consolas"/>
                <a:ea typeface="Consolas"/>
                <a:cs typeface="Consolas"/>
                <a:sym typeface="Consolas"/>
              </a:rPr>
              <a:t>println</a:t>
            </a:r>
            <a:r>
              <a:rPr lang="en" sz="1150">
                <a:latin typeface="Consolas"/>
                <a:ea typeface="Consolas"/>
                <a:cs typeface="Consolas"/>
                <a:sym typeface="Consolas"/>
              </a:rPr>
              <a:t>();</a:t>
            </a:r>
            <a:endParaRPr sz="1150">
              <a:solidFill>
                <a:srgbClr val="267F99"/>
              </a:solidFill>
              <a:latin typeface="Consolas"/>
              <a:ea typeface="Consolas"/>
              <a:cs typeface="Consolas"/>
              <a:sym typeface="Consolas"/>
            </a:endParaRPr>
          </a:p>
        </p:txBody>
      </p:sp>
      <p:sp>
        <p:nvSpPr>
          <p:cNvPr id="638" name="Google Shape;638;p61"/>
          <p:cNvSpPr txBox="1"/>
          <p:nvPr/>
        </p:nvSpPr>
        <p:spPr>
          <a:xfrm>
            <a:off x="150375" y="1216517"/>
            <a:ext cx="32295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latin typeface="Roboto"/>
                <a:ea typeface="Roboto"/>
                <a:cs typeface="Roboto"/>
                <a:sym typeface="Roboto"/>
              </a:rPr>
              <a:t>We used </a:t>
            </a:r>
            <a:r>
              <a:rPr lang="en" sz="1200">
                <a:solidFill>
                  <a:srgbClr val="FF0000"/>
                </a:solidFill>
                <a:latin typeface="Courier New"/>
                <a:ea typeface="Courier New"/>
                <a:cs typeface="Courier New"/>
                <a:sym typeface="Courier New"/>
              </a:rPr>
              <a:t>BufferedReader</a:t>
            </a:r>
            <a:r>
              <a:rPr lang="en" sz="1200">
                <a:solidFill>
                  <a:srgbClr val="FF0000"/>
                </a:solidFill>
                <a:latin typeface="Roboto"/>
                <a:ea typeface="Roboto"/>
                <a:cs typeface="Roboto"/>
                <a:sym typeface="Roboto"/>
              </a:rPr>
              <a:t> </a:t>
            </a:r>
            <a:r>
              <a:rPr lang="en" sz="1200">
                <a:latin typeface="Roboto"/>
                <a:ea typeface="Roboto"/>
                <a:cs typeface="Roboto"/>
                <a:sym typeface="Roboto"/>
              </a:rPr>
              <a:t>in part to give us access to the data as a </a:t>
            </a:r>
            <a:r>
              <a:rPr lang="en" sz="1200">
                <a:latin typeface="Courier New"/>
                <a:ea typeface="Courier New"/>
                <a:cs typeface="Courier New"/>
                <a:sym typeface="Courier New"/>
              </a:rPr>
              <a:t>Stream</a:t>
            </a:r>
            <a:r>
              <a:rPr lang="en" sz="1200">
                <a:latin typeface="Roboto"/>
                <a:ea typeface="Roboto"/>
                <a:cs typeface="Roboto"/>
                <a:sym typeface="Roboto"/>
              </a:rPr>
              <a:t>, how would that work?</a:t>
            </a:r>
            <a:endParaRPr sz="1200">
              <a:latin typeface="Roboto"/>
              <a:ea typeface="Roboto"/>
              <a:cs typeface="Roboto"/>
              <a:sym typeface="Roboto"/>
            </a:endParaRPr>
          </a:p>
        </p:txBody>
      </p:sp>
      <p:sp>
        <p:nvSpPr>
          <p:cNvPr id="639" name="Google Shape;639;p61"/>
          <p:cNvSpPr txBox="1"/>
          <p:nvPr/>
        </p:nvSpPr>
        <p:spPr>
          <a:xfrm>
            <a:off x="150375" y="2103704"/>
            <a:ext cx="32295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latin typeface="Roboto"/>
                <a:ea typeface="Roboto"/>
                <a:cs typeface="Roboto"/>
                <a:sym typeface="Roboto"/>
              </a:rPr>
              <a:t>Once we have the </a:t>
            </a:r>
            <a:r>
              <a:rPr lang="en" sz="1200">
                <a:solidFill>
                  <a:srgbClr val="FF0000"/>
                </a:solidFill>
                <a:latin typeface="Courier New"/>
                <a:ea typeface="Courier New"/>
                <a:cs typeface="Courier New"/>
                <a:sym typeface="Courier New"/>
              </a:rPr>
              <a:t>lines()</a:t>
            </a:r>
            <a:r>
              <a:rPr lang="en" sz="1200">
                <a:latin typeface="Roboto"/>
                <a:ea typeface="Roboto"/>
                <a:cs typeface="Roboto"/>
                <a:sym typeface="Roboto"/>
              </a:rPr>
              <a:t> from the reader, we can use whatever </a:t>
            </a:r>
            <a:r>
              <a:rPr lang="en" sz="1200">
                <a:latin typeface="Courier New"/>
                <a:ea typeface="Courier New"/>
                <a:cs typeface="Courier New"/>
                <a:sym typeface="Courier New"/>
              </a:rPr>
              <a:t>Stream</a:t>
            </a:r>
            <a:r>
              <a:rPr lang="en" sz="1200">
                <a:latin typeface="Roboto"/>
                <a:ea typeface="Roboto"/>
                <a:cs typeface="Roboto"/>
                <a:sym typeface="Roboto"/>
              </a:rPr>
              <a:t> operations we would like.</a:t>
            </a:r>
            <a:endParaRPr sz="1200">
              <a:latin typeface="Roboto"/>
              <a:ea typeface="Roboto"/>
              <a:cs typeface="Roboto"/>
              <a:sym typeface="Roboto"/>
            </a:endParaRPr>
          </a:p>
        </p:txBody>
      </p:sp>
      <p:sp>
        <p:nvSpPr>
          <p:cNvPr id="640" name="Google Shape;640;p61"/>
          <p:cNvSpPr txBox="1"/>
          <p:nvPr/>
        </p:nvSpPr>
        <p:spPr>
          <a:xfrm>
            <a:off x="150375" y="3015118"/>
            <a:ext cx="32295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latin typeface="Roboto"/>
                <a:ea typeface="Roboto"/>
                <a:cs typeface="Roboto"/>
                <a:sym typeface="Roboto"/>
              </a:rPr>
              <a:t>In this example, we used </a:t>
            </a:r>
            <a:r>
              <a:rPr lang="en" sz="1200">
                <a:solidFill>
                  <a:srgbClr val="FF0000"/>
                </a:solidFill>
                <a:latin typeface="Courier New"/>
                <a:ea typeface="Courier New"/>
                <a:cs typeface="Courier New"/>
                <a:sym typeface="Courier New"/>
              </a:rPr>
              <a:t>forEach</a:t>
            </a:r>
            <a:r>
              <a:rPr lang="en" sz="1200">
                <a:solidFill>
                  <a:srgbClr val="FF0000"/>
                </a:solidFill>
                <a:latin typeface="Roboto"/>
                <a:ea typeface="Roboto"/>
                <a:cs typeface="Roboto"/>
                <a:sym typeface="Roboto"/>
              </a:rPr>
              <a:t> </a:t>
            </a:r>
            <a:r>
              <a:rPr lang="en" sz="1200">
                <a:latin typeface="Roboto"/>
                <a:ea typeface="Roboto"/>
                <a:cs typeface="Roboto"/>
                <a:sym typeface="Roboto"/>
              </a:rPr>
              <a:t>to print out each line.</a:t>
            </a:r>
            <a:endParaRPr sz="1200">
              <a:latin typeface="Roboto"/>
              <a:ea typeface="Roboto"/>
              <a:cs typeface="Roboto"/>
              <a:sym typeface="Roboto"/>
            </a:endParaRPr>
          </a:p>
        </p:txBody>
      </p:sp>
      <p:sp>
        <p:nvSpPr>
          <p:cNvPr id="641" name="Google Shape;641;p61"/>
          <p:cNvSpPr txBox="1"/>
          <p:nvPr/>
        </p:nvSpPr>
        <p:spPr>
          <a:xfrm>
            <a:off x="150375" y="3741743"/>
            <a:ext cx="3229500" cy="923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latin typeface="Courier New"/>
                <a:ea typeface="Courier New"/>
                <a:cs typeface="Courier New"/>
                <a:sym typeface="Courier New"/>
              </a:rPr>
              <a:t>BufferedReader.lines()</a:t>
            </a:r>
            <a:r>
              <a:rPr lang="en" sz="1200">
                <a:latin typeface="Roboto"/>
                <a:ea typeface="Roboto"/>
                <a:cs typeface="Roboto"/>
                <a:sym typeface="Roboto"/>
              </a:rPr>
              <a:t> waits for the </a:t>
            </a:r>
            <a:r>
              <a:rPr lang="en" sz="1200">
                <a:latin typeface="Courier New"/>
                <a:ea typeface="Courier New"/>
                <a:cs typeface="Courier New"/>
                <a:sym typeface="Courier New"/>
              </a:rPr>
              <a:t>InputStream</a:t>
            </a:r>
            <a:r>
              <a:rPr lang="en" sz="1200">
                <a:latin typeface="Roboto"/>
                <a:ea typeface="Roboto"/>
                <a:cs typeface="Roboto"/>
                <a:sym typeface="Roboto"/>
              </a:rPr>
              <a:t> to </a:t>
            </a:r>
            <a:r>
              <a:rPr lang="en" sz="1200" b="1">
                <a:solidFill>
                  <a:srgbClr val="FF0000"/>
                </a:solidFill>
                <a:latin typeface="Roboto"/>
                <a:ea typeface="Roboto"/>
                <a:cs typeface="Roboto"/>
                <a:sym typeface="Roboto"/>
              </a:rPr>
              <a:t>close</a:t>
            </a:r>
            <a:r>
              <a:rPr lang="en" sz="1200">
                <a:latin typeface="Roboto"/>
                <a:ea typeface="Roboto"/>
                <a:cs typeface="Roboto"/>
                <a:sym typeface="Roboto"/>
              </a:rPr>
              <a:t> before reading. This means it is somewhat situational but works for many standard scenarios.</a:t>
            </a:r>
            <a:endParaRPr sz="1200">
              <a:latin typeface="Roboto"/>
              <a:ea typeface="Roboto"/>
              <a:cs typeface="Roboto"/>
              <a:sym typeface="Roboto"/>
            </a:endParaRPr>
          </a:p>
        </p:txBody>
      </p:sp>
      <p:sp>
        <p:nvSpPr>
          <p:cNvPr id="642" name="Google Shape;642;p61"/>
          <p:cNvSpPr/>
          <p:nvPr/>
        </p:nvSpPr>
        <p:spPr>
          <a:xfrm>
            <a:off x="3760125" y="2376750"/>
            <a:ext cx="1059900" cy="1950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latin typeface="Roboto"/>
              <a:ea typeface="Roboto"/>
              <a:cs typeface="Roboto"/>
              <a:sym typeface="Roboto"/>
            </a:endParaRPr>
          </a:p>
        </p:txBody>
      </p:sp>
      <p:cxnSp>
        <p:nvCxnSpPr>
          <p:cNvPr id="643" name="Google Shape;643;p61"/>
          <p:cNvCxnSpPr>
            <a:stCxn id="639" idx="3"/>
            <a:endCxn id="642" idx="1"/>
          </p:cNvCxnSpPr>
          <p:nvPr/>
        </p:nvCxnSpPr>
        <p:spPr>
          <a:xfrm>
            <a:off x="3379875" y="2473154"/>
            <a:ext cx="380400" cy="1200"/>
          </a:xfrm>
          <a:prstGeom prst="bentConnector3">
            <a:avLst>
              <a:gd name="adj1" fmla="val 49980"/>
            </a:avLst>
          </a:prstGeom>
          <a:noFill/>
          <a:ln w="19050" cap="flat" cmpd="sng">
            <a:solidFill>
              <a:srgbClr val="FF0000"/>
            </a:solidFill>
            <a:prstDash val="solid"/>
            <a:round/>
            <a:headEnd type="none" w="med" len="med"/>
            <a:tailEnd type="none" w="med" len="med"/>
          </a:ln>
        </p:spPr>
      </p:cxnSp>
      <p:sp>
        <p:nvSpPr>
          <p:cNvPr id="644" name="Google Shape;644;p61"/>
          <p:cNvSpPr/>
          <p:nvPr/>
        </p:nvSpPr>
        <p:spPr>
          <a:xfrm>
            <a:off x="4904697" y="2376175"/>
            <a:ext cx="3659700" cy="1950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latin typeface="Roboto"/>
              <a:ea typeface="Roboto"/>
              <a:cs typeface="Roboto"/>
              <a:sym typeface="Roboto"/>
            </a:endParaRPr>
          </a:p>
        </p:txBody>
      </p:sp>
      <p:cxnSp>
        <p:nvCxnSpPr>
          <p:cNvPr id="645" name="Google Shape;645;p61"/>
          <p:cNvCxnSpPr>
            <a:stCxn id="640" idx="3"/>
            <a:endCxn id="644" idx="2"/>
          </p:cNvCxnSpPr>
          <p:nvPr/>
        </p:nvCxnSpPr>
        <p:spPr>
          <a:xfrm rot="10800000" flipH="1">
            <a:off x="3379875" y="2571268"/>
            <a:ext cx="3354600" cy="720900"/>
          </a:xfrm>
          <a:prstGeom prst="bentConnector2">
            <a:avLst/>
          </a:prstGeom>
          <a:noFill/>
          <a:ln w="19050" cap="flat" cmpd="sng">
            <a:solidFill>
              <a:srgbClr val="FF0000"/>
            </a:solidFill>
            <a:prstDash val="solid"/>
            <a:round/>
            <a:headEnd type="none" w="med" len="med"/>
            <a:tailEnd type="none" w="med" len="med"/>
          </a:ln>
        </p:spPr>
      </p:cxn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49"/>
        <p:cNvGrpSpPr/>
        <p:nvPr/>
      </p:nvGrpSpPr>
      <p:grpSpPr>
        <a:xfrm>
          <a:off x="0" y="0"/>
          <a:ext cx="0" cy="0"/>
          <a:chOff x="0" y="0"/>
          <a:chExt cx="0" cy="0"/>
        </a:xfrm>
      </p:grpSpPr>
      <p:sp>
        <p:nvSpPr>
          <p:cNvPr id="650" name="Google Shape;650;p62"/>
          <p:cNvSpPr txBox="1">
            <a:spLocks noGrp="1"/>
          </p:cNvSpPr>
          <p:nvPr>
            <p:ph type="title"/>
          </p:nvPr>
        </p:nvSpPr>
        <p:spPr>
          <a:xfrm>
            <a:off x="1436850" y="76300"/>
            <a:ext cx="7642500" cy="5967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Clr>
                <a:schemeClr val="dk2"/>
              </a:buClr>
              <a:buSzPts val="3400"/>
              <a:buFont typeface="Calibri"/>
              <a:buNone/>
            </a:pPr>
            <a:r>
              <a:rPr lang="en" sz="3400"/>
              <a:t>Receiving Data</a:t>
            </a:r>
            <a:endParaRPr sz="3400"/>
          </a:p>
        </p:txBody>
      </p:sp>
      <p:sp>
        <p:nvSpPr>
          <p:cNvPr id="651" name="Google Shape;651;p62"/>
          <p:cNvSpPr txBox="1">
            <a:spLocks noGrp="1"/>
          </p:cNvSpPr>
          <p:nvPr>
            <p:ph type="body" idx="1"/>
          </p:nvPr>
        </p:nvSpPr>
        <p:spPr>
          <a:xfrm>
            <a:off x="65250" y="731625"/>
            <a:ext cx="8955900" cy="6771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1600"/>
              </a:spcAft>
              <a:buClr>
                <a:srgbClr val="000000"/>
              </a:buClr>
              <a:buSzPts val="1800"/>
              <a:buNone/>
            </a:pPr>
            <a:r>
              <a:rPr lang="en"/>
              <a:t>The NIST server provides a server that can be used to get the current time. Let's write a program that uses a TCP/IP socket to connect to the service and read the time.</a:t>
            </a:r>
            <a:endParaRPr sz="1300"/>
          </a:p>
        </p:txBody>
      </p:sp>
      <p:sp>
        <p:nvSpPr>
          <p:cNvPr id="652" name="Google Shape;652;p62"/>
          <p:cNvSpPr txBox="1">
            <a:spLocks noGrp="1"/>
          </p:cNvSpPr>
          <p:nvPr>
            <p:ph type="body" idx="2"/>
          </p:nvPr>
        </p:nvSpPr>
        <p:spPr>
          <a:xfrm>
            <a:off x="4495650" y="1455125"/>
            <a:ext cx="4431000" cy="3471000"/>
          </a:xfrm>
          <a:prstGeom prst="rect">
            <a:avLst/>
          </a:prstGeom>
          <a:noFill/>
          <a:ln>
            <a:noFill/>
          </a:ln>
        </p:spPr>
        <p:txBody>
          <a:bodyPr spcFirstLastPara="1" wrap="square" lIns="68575" tIns="34275" rIns="68575" bIns="34275" anchor="t" anchorCtr="0">
            <a:spAutoFit/>
          </a:bodyPr>
          <a:lstStyle/>
          <a:p>
            <a:pPr marL="457200" lvl="0" indent="-317500" algn="l" rtl="0">
              <a:lnSpc>
                <a:spcPct val="115000"/>
              </a:lnSpc>
              <a:spcBef>
                <a:spcPts val="0"/>
              </a:spcBef>
              <a:spcAft>
                <a:spcPts val="0"/>
              </a:spcAft>
              <a:buSzPts val="1400"/>
              <a:buChar char="●"/>
            </a:pPr>
            <a:r>
              <a:rPr lang="en" sz="1400"/>
              <a:t>Add a new </a:t>
            </a:r>
            <a:r>
              <a:rPr lang="en" sz="1400">
                <a:solidFill>
                  <a:srgbClr val="FF0000"/>
                </a:solidFill>
                <a:latin typeface="Courier New"/>
                <a:ea typeface="Courier New"/>
                <a:cs typeface="Courier New"/>
                <a:sym typeface="Courier New"/>
              </a:rPr>
              <a:t>NetworkTime</a:t>
            </a:r>
            <a:r>
              <a:rPr lang="en" sz="1400"/>
              <a:t> class to your project</a:t>
            </a:r>
            <a:endParaRPr sz="1400"/>
          </a:p>
          <a:p>
            <a:pPr marL="457200" lvl="0" indent="-317500" algn="l" rtl="0">
              <a:lnSpc>
                <a:spcPct val="115000"/>
              </a:lnSpc>
              <a:spcBef>
                <a:spcPts val="0"/>
              </a:spcBef>
              <a:spcAft>
                <a:spcPts val="0"/>
              </a:spcAft>
              <a:buSzPts val="1400"/>
              <a:buChar char="●"/>
            </a:pPr>
            <a:r>
              <a:rPr lang="en" sz="1400"/>
              <a:t>Establish a TCP connection with the server "</a:t>
            </a:r>
            <a:r>
              <a:rPr lang="en" sz="1400">
                <a:solidFill>
                  <a:srgbClr val="FF0000"/>
                </a:solidFill>
                <a:highlight>
                  <a:srgbClr val="FFFFFF"/>
                </a:highlight>
                <a:latin typeface="Courier New"/>
                <a:ea typeface="Courier New"/>
                <a:cs typeface="Courier New"/>
                <a:sym typeface="Courier New"/>
              </a:rPr>
              <a:t>time.nist.gov</a:t>
            </a:r>
            <a:r>
              <a:rPr lang="en" sz="1400"/>
              <a:t>" on port </a:t>
            </a:r>
            <a:r>
              <a:rPr lang="en" sz="1400">
                <a:solidFill>
                  <a:srgbClr val="FF0000"/>
                </a:solidFill>
                <a:latin typeface="Courier New"/>
                <a:ea typeface="Courier New"/>
                <a:cs typeface="Courier New"/>
                <a:sym typeface="Courier New"/>
              </a:rPr>
              <a:t>13</a:t>
            </a:r>
            <a:endParaRPr sz="1400">
              <a:solidFill>
                <a:srgbClr val="FF0000"/>
              </a:solidFill>
              <a:latin typeface="Courier New"/>
              <a:ea typeface="Courier New"/>
              <a:cs typeface="Courier New"/>
              <a:sym typeface="Courier New"/>
            </a:endParaRPr>
          </a:p>
          <a:p>
            <a:pPr marL="457200" lvl="0" indent="-317500" algn="l" rtl="0">
              <a:lnSpc>
                <a:spcPct val="115000"/>
              </a:lnSpc>
              <a:spcBef>
                <a:spcPts val="0"/>
              </a:spcBef>
              <a:spcAft>
                <a:spcPts val="0"/>
              </a:spcAft>
              <a:buSzPts val="1400"/>
              <a:buChar char="●"/>
            </a:pPr>
            <a:r>
              <a:rPr lang="en" sz="1400"/>
              <a:t>Use a </a:t>
            </a:r>
            <a:r>
              <a:rPr lang="en" sz="1400">
                <a:latin typeface="Courier New"/>
                <a:ea typeface="Courier New"/>
                <a:cs typeface="Courier New"/>
                <a:sym typeface="Courier New"/>
              </a:rPr>
              <a:t>BufferedReader</a:t>
            </a:r>
            <a:r>
              <a:rPr lang="en" sz="1400"/>
              <a:t> to read the </a:t>
            </a:r>
            <a:r>
              <a:rPr lang="en" sz="1400">
                <a:latin typeface="Courier New"/>
                <a:ea typeface="Courier New"/>
                <a:cs typeface="Courier New"/>
                <a:sym typeface="Courier New"/>
              </a:rPr>
              <a:t>InputStream</a:t>
            </a:r>
            <a:r>
              <a:rPr lang="en" sz="1400"/>
              <a:t> from the </a:t>
            </a:r>
            <a:r>
              <a:rPr lang="en" sz="1400">
                <a:latin typeface="Courier New"/>
                <a:ea typeface="Courier New"/>
                <a:cs typeface="Courier New"/>
                <a:sym typeface="Courier New"/>
              </a:rPr>
              <a:t>Socket</a:t>
            </a:r>
            <a:endParaRPr sz="1400">
              <a:latin typeface="Courier New"/>
              <a:ea typeface="Courier New"/>
              <a:cs typeface="Courier New"/>
              <a:sym typeface="Courier New"/>
            </a:endParaRPr>
          </a:p>
          <a:p>
            <a:pPr marL="914400" lvl="1" indent="-304800" algn="l" rtl="0">
              <a:lnSpc>
                <a:spcPct val="115000"/>
              </a:lnSpc>
              <a:spcBef>
                <a:spcPts val="0"/>
              </a:spcBef>
              <a:spcAft>
                <a:spcPts val="0"/>
              </a:spcAft>
              <a:buSzPts val="1200"/>
              <a:buChar char="○"/>
            </a:pPr>
            <a:r>
              <a:rPr lang="en" sz="1200"/>
              <a:t>Since the server does not send a new line, we'll need to use the </a:t>
            </a:r>
            <a:r>
              <a:rPr lang="en" sz="1200">
                <a:latin typeface="Courier New"/>
                <a:ea typeface="Courier New"/>
                <a:cs typeface="Courier New"/>
                <a:sym typeface="Courier New"/>
              </a:rPr>
              <a:t>lines()</a:t>
            </a:r>
            <a:r>
              <a:rPr lang="en" sz="1200"/>
              <a:t> stream.</a:t>
            </a:r>
            <a:endParaRPr sz="1200"/>
          </a:p>
          <a:p>
            <a:pPr marL="914400" lvl="1" indent="-304800" algn="l" rtl="0">
              <a:lnSpc>
                <a:spcPct val="115000"/>
              </a:lnSpc>
              <a:spcBef>
                <a:spcPts val="0"/>
              </a:spcBef>
              <a:spcAft>
                <a:spcPts val="0"/>
              </a:spcAft>
              <a:buSzPts val="1200"/>
              <a:buChar char="○"/>
            </a:pPr>
            <a:r>
              <a:rPr lang="en" sz="1200">
                <a:latin typeface="Courier New"/>
                <a:ea typeface="Courier New"/>
                <a:cs typeface="Courier New"/>
                <a:sym typeface="Courier New"/>
              </a:rPr>
              <a:t>lines()</a:t>
            </a:r>
            <a:r>
              <a:rPr lang="en" sz="1200"/>
              <a:t> breaks the </a:t>
            </a:r>
            <a:r>
              <a:rPr lang="en" sz="1200">
                <a:latin typeface="Courier New"/>
                <a:ea typeface="Courier New"/>
                <a:cs typeface="Courier New"/>
                <a:sym typeface="Courier New"/>
              </a:rPr>
              <a:t>Stream</a:t>
            </a:r>
            <a:r>
              <a:rPr lang="en" sz="1200"/>
              <a:t> up by new lines but also sends any data that is available when the </a:t>
            </a:r>
            <a:r>
              <a:rPr lang="en" sz="1200">
                <a:latin typeface="Courier New"/>
                <a:ea typeface="Courier New"/>
                <a:cs typeface="Courier New"/>
                <a:sym typeface="Courier New"/>
              </a:rPr>
              <a:t>InputStream</a:t>
            </a:r>
            <a:r>
              <a:rPr lang="en" sz="1200"/>
              <a:t> closes as a final line.</a:t>
            </a:r>
            <a:endParaRPr sz="1200"/>
          </a:p>
          <a:p>
            <a:pPr marL="457200" lvl="0" indent="-317500" algn="l" rtl="0">
              <a:lnSpc>
                <a:spcPct val="115000"/>
              </a:lnSpc>
              <a:spcBef>
                <a:spcPts val="0"/>
              </a:spcBef>
              <a:spcAft>
                <a:spcPts val="0"/>
              </a:spcAft>
              <a:buSzPts val="1400"/>
              <a:buChar char="●"/>
            </a:pPr>
            <a:r>
              <a:rPr lang="en" sz="1400"/>
              <a:t>Print all the information in lines().</a:t>
            </a:r>
            <a:endParaRPr sz="1400"/>
          </a:p>
          <a:p>
            <a:pPr marL="914400" lvl="1" indent="-304800" algn="l" rtl="0">
              <a:lnSpc>
                <a:spcPct val="115000"/>
              </a:lnSpc>
              <a:spcBef>
                <a:spcPts val="0"/>
              </a:spcBef>
              <a:spcAft>
                <a:spcPts val="0"/>
              </a:spcAft>
              <a:buSzPts val="1200"/>
              <a:buChar char="○"/>
            </a:pPr>
            <a:r>
              <a:rPr lang="en" sz="1200"/>
              <a:t>Hint, it will be a single line.</a:t>
            </a:r>
            <a:endParaRPr sz="1200"/>
          </a:p>
          <a:p>
            <a:pPr marL="914400" lvl="1" indent="-304800" algn="l" rtl="0">
              <a:lnSpc>
                <a:spcPct val="115000"/>
              </a:lnSpc>
              <a:spcBef>
                <a:spcPts val="0"/>
              </a:spcBef>
              <a:spcAft>
                <a:spcPts val="0"/>
              </a:spcAft>
              <a:buSzPts val="1200"/>
              <a:buChar char="○"/>
            </a:pPr>
            <a:r>
              <a:rPr lang="en" sz="1200"/>
              <a:t>Example: </a:t>
            </a:r>
            <a:r>
              <a:rPr lang="en" sz="1200">
                <a:latin typeface="Courier New"/>
                <a:ea typeface="Courier New"/>
                <a:cs typeface="Courier New"/>
                <a:sym typeface="Courier New"/>
              </a:rPr>
              <a:t>59314 21-04-10 23:24:16 50 0 0 196.4 UTC(NIST) * </a:t>
            </a:r>
            <a:endParaRPr sz="1200">
              <a:latin typeface="Courier New"/>
              <a:ea typeface="Courier New"/>
              <a:cs typeface="Courier New"/>
              <a:sym typeface="Courier New"/>
            </a:endParaRPr>
          </a:p>
          <a:p>
            <a:pPr marL="457200" lvl="0" indent="-317500" algn="l" rtl="0">
              <a:lnSpc>
                <a:spcPct val="115000"/>
              </a:lnSpc>
              <a:spcBef>
                <a:spcPts val="0"/>
              </a:spcBef>
              <a:spcAft>
                <a:spcPts val="0"/>
              </a:spcAft>
              <a:buSzPts val="1400"/>
              <a:buChar char="●"/>
            </a:pPr>
            <a:r>
              <a:rPr lang="en" sz="1400"/>
              <a:t>Don't forget to close the </a:t>
            </a:r>
            <a:r>
              <a:rPr lang="en" sz="1400">
                <a:latin typeface="Courier New"/>
                <a:ea typeface="Courier New"/>
                <a:cs typeface="Courier New"/>
                <a:sym typeface="Courier New"/>
              </a:rPr>
              <a:t>Socket</a:t>
            </a:r>
            <a:r>
              <a:rPr lang="en" sz="1400"/>
              <a:t>.</a:t>
            </a:r>
            <a:endParaRPr sz="1400"/>
          </a:p>
        </p:txBody>
      </p:sp>
      <p:sp>
        <p:nvSpPr>
          <p:cNvPr id="653" name="Google Shape;653;p6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31</a:t>
            </a:fld>
            <a:endParaRPr/>
          </a:p>
        </p:txBody>
      </p:sp>
      <p:sp>
        <p:nvSpPr>
          <p:cNvPr id="654" name="Google Shape;654;p62"/>
          <p:cNvSpPr txBox="1"/>
          <p:nvPr/>
        </p:nvSpPr>
        <p:spPr>
          <a:xfrm>
            <a:off x="91650" y="4394325"/>
            <a:ext cx="4404000" cy="585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marR="0" lvl="0" indent="0" algn="l" rtl="0">
              <a:spcBef>
                <a:spcPts val="0"/>
              </a:spcBef>
              <a:spcAft>
                <a:spcPts val="0"/>
              </a:spcAft>
              <a:buNone/>
            </a:pPr>
            <a:r>
              <a:rPr lang="en" sz="1300">
                <a:solidFill>
                  <a:schemeClr val="dk1"/>
                </a:solidFill>
              </a:rPr>
              <a:t>Repeated connection attempts </a:t>
            </a:r>
            <a:r>
              <a:rPr lang="en" sz="1300" b="1" i="1">
                <a:solidFill>
                  <a:srgbClr val="FF0000"/>
                </a:solidFill>
              </a:rPr>
              <a:t>faster than 4 seconds</a:t>
            </a:r>
            <a:r>
              <a:rPr lang="en" sz="1300">
                <a:solidFill>
                  <a:schemeClr val="dk1"/>
                </a:solidFill>
              </a:rPr>
              <a:t> will result in an IP ban (</a:t>
            </a:r>
            <a:r>
              <a:rPr lang="en" sz="1300" b="1">
                <a:solidFill>
                  <a:schemeClr val="dk1"/>
                </a:solidFill>
              </a:rPr>
              <a:t>don't do that</a:t>
            </a:r>
            <a:r>
              <a:rPr lang="en" sz="1300">
                <a:solidFill>
                  <a:schemeClr val="dk1"/>
                </a:solidFill>
              </a:rPr>
              <a:t>)</a:t>
            </a:r>
            <a:endParaRPr sz="1300">
              <a:solidFill>
                <a:schemeClr val="dk1"/>
              </a:solidFill>
              <a:latin typeface="Arial"/>
              <a:ea typeface="Arial"/>
              <a:cs typeface="Arial"/>
              <a:sym typeface="Arial"/>
            </a:endParaRPr>
          </a:p>
        </p:txBody>
      </p:sp>
      <p:sp>
        <p:nvSpPr>
          <p:cNvPr id="655" name="Google Shape;655;p62"/>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9.6</a:t>
            </a:r>
            <a:endParaRPr/>
          </a:p>
        </p:txBody>
      </p:sp>
      <p:sp>
        <p:nvSpPr>
          <p:cNvPr id="656" name="Google Shape;656;p62"/>
          <p:cNvSpPr txBox="1"/>
          <p:nvPr/>
        </p:nvSpPr>
        <p:spPr>
          <a:xfrm>
            <a:off x="91650" y="2413275"/>
            <a:ext cx="4404000" cy="15627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35714"/>
              </a:lnSpc>
              <a:spcBef>
                <a:spcPts val="0"/>
              </a:spcBef>
              <a:spcAft>
                <a:spcPts val="0"/>
              </a:spcAft>
              <a:buNone/>
            </a:pPr>
            <a:r>
              <a:rPr lang="en" sz="1150">
                <a:solidFill>
                  <a:srgbClr val="267F99"/>
                </a:solidFill>
                <a:latin typeface="Consolas"/>
                <a:ea typeface="Consolas"/>
                <a:cs typeface="Consolas"/>
                <a:sym typeface="Consolas"/>
              </a:rPr>
              <a:t>InputStream</a:t>
            </a:r>
            <a:r>
              <a:rPr lang="en" sz="1150">
                <a:latin typeface="Consolas"/>
                <a:ea typeface="Consolas"/>
                <a:cs typeface="Consolas"/>
                <a:sym typeface="Consolas"/>
              </a:rPr>
              <a:t> </a:t>
            </a:r>
            <a:r>
              <a:rPr lang="en" sz="1150">
                <a:solidFill>
                  <a:srgbClr val="001080"/>
                </a:solidFill>
                <a:latin typeface="Consolas"/>
                <a:ea typeface="Consolas"/>
                <a:cs typeface="Consolas"/>
                <a:sym typeface="Consolas"/>
              </a:rPr>
              <a:t>input</a:t>
            </a:r>
            <a:r>
              <a:rPr lang="en" sz="1150">
                <a:latin typeface="Consolas"/>
                <a:ea typeface="Consolas"/>
                <a:cs typeface="Consolas"/>
                <a:sym typeface="Consolas"/>
              </a:rPr>
              <a:t> = </a:t>
            </a:r>
            <a:r>
              <a:rPr lang="en" sz="1150">
                <a:solidFill>
                  <a:srgbClr val="001080"/>
                </a:solidFill>
                <a:latin typeface="Consolas"/>
                <a:ea typeface="Consolas"/>
                <a:cs typeface="Consolas"/>
                <a:sym typeface="Consolas"/>
              </a:rPr>
              <a:t>client</a:t>
            </a:r>
            <a:r>
              <a:rPr lang="en" sz="1150">
                <a:latin typeface="Consolas"/>
                <a:ea typeface="Consolas"/>
                <a:cs typeface="Consolas"/>
                <a:sym typeface="Consolas"/>
              </a:rPr>
              <a:t>.</a:t>
            </a:r>
            <a:r>
              <a:rPr lang="en" sz="1150">
                <a:solidFill>
                  <a:srgbClr val="795E26"/>
                </a:solidFill>
                <a:latin typeface="Consolas"/>
                <a:ea typeface="Consolas"/>
                <a:cs typeface="Consolas"/>
                <a:sym typeface="Consolas"/>
              </a:rPr>
              <a:t>getInputStream</a:t>
            </a:r>
            <a:r>
              <a:rPr lang="en" sz="1150">
                <a:latin typeface="Consolas"/>
                <a:ea typeface="Consolas"/>
                <a:cs typeface="Consolas"/>
                <a:sym typeface="Consolas"/>
              </a:rPr>
              <a:t>();</a:t>
            </a:r>
            <a:endParaRPr sz="1150">
              <a:latin typeface="Consolas"/>
              <a:ea typeface="Consolas"/>
              <a:cs typeface="Consolas"/>
              <a:sym typeface="Consolas"/>
            </a:endParaRPr>
          </a:p>
          <a:p>
            <a:pPr marL="0" lvl="0" indent="0" algn="l" rtl="0">
              <a:lnSpc>
                <a:spcPct val="135714"/>
              </a:lnSpc>
              <a:spcBef>
                <a:spcPts val="0"/>
              </a:spcBef>
              <a:spcAft>
                <a:spcPts val="0"/>
              </a:spcAft>
              <a:buNone/>
            </a:pPr>
            <a:r>
              <a:rPr lang="en" sz="1150">
                <a:solidFill>
                  <a:srgbClr val="267F99"/>
                </a:solidFill>
                <a:latin typeface="Consolas"/>
                <a:ea typeface="Consolas"/>
                <a:cs typeface="Consolas"/>
                <a:sym typeface="Consolas"/>
              </a:rPr>
              <a:t>InputStreamReader</a:t>
            </a:r>
            <a:r>
              <a:rPr lang="en" sz="1150">
                <a:latin typeface="Consolas"/>
                <a:ea typeface="Consolas"/>
                <a:cs typeface="Consolas"/>
                <a:sym typeface="Consolas"/>
              </a:rPr>
              <a:t> </a:t>
            </a:r>
            <a:r>
              <a:rPr lang="en" sz="1150">
                <a:solidFill>
                  <a:srgbClr val="001080"/>
                </a:solidFill>
                <a:latin typeface="Consolas"/>
                <a:ea typeface="Consolas"/>
                <a:cs typeface="Consolas"/>
                <a:sym typeface="Consolas"/>
              </a:rPr>
              <a:t>in</a:t>
            </a:r>
            <a:r>
              <a:rPr lang="en" sz="1150">
                <a:latin typeface="Consolas"/>
                <a:ea typeface="Consolas"/>
                <a:cs typeface="Consolas"/>
                <a:sym typeface="Consolas"/>
              </a:rPr>
              <a:t> = </a:t>
            </a:r>
            <a:r>
              <a:rPr lang="en" sz="1150">
                <a:solidFill>
                  <a:srgbClr val="AF00DB"/>
                </a:solidFill>
                <a:latin typeface="Consolas"/>
                <a:ea typeface="Consolas"/>
                <a:cs typeface="Consolas"/>
                <a:sym typeface="Consolas"/>
              </a:rPr>
              <a:t>new</a:t>
            </a:r>
            <a:r>
              <a:rPr lang="en" sz="1150">
                <a:latin typeface="Consolas"/>
                <a:ea typeface="Consolas"/>
                <a:cs typeface="Consolas"/>
                <a:sym typeface="Consolas"/>
              </a:rPr>
              <a:t> </a:t>
            </a:r>
            <a:r>
              <a:rPr lang="en" sz="1150">
                <a:solidFill>
                  <a:srgbClr val="795E26"/>
                </a:solidFill>
                <a:latin typeface="Consolas"/>
                <a:ea typeface="Consolas"/>
                <a:cs typeface="Consolas"/>
                <a:sym typeface="Consolas"/>
              </a:rPr>
              <a:t>InputStreamReader</a:t>
            </a:r>
            <a:r>
              <a:rPr lang="en" sz="1150">
                <a:latin typeface="Consolas"/>
                <a:ea typeface="Consolas"/>
                <a:cs typeface="Consolas"/>
                <a:sym typeface="Consolas"/>
              </a:rPr>
              <a:t>(</a:t>
            </a:r>
            <a:r>
              <a:rPr lang="en" sz="1150">
                <a:solidFill>
                  <a:srgbClr val="001080"/>
                </a:solidFill>
                <a:latin typeface="Consolas"/>
                <a:ea typeface="Consolas"/>
                <a:cs typeface="Consolas"/>
                <a:sym typeface="Consolas"/>
              </a:rPr>
              <a:t>in</a:t>
            </a:r>
            <a:r>
              <a:rPr lang="en" sz="1150">
                <a:latin typeface="Consolas"/>
                <a:ea typeface="Consolas"/>
                <a:cs typeface="Consolas"/>
                <a:sym typeface="Consolas"/>
              </a:rPr>
              <a:t>)</a:t>
            </a:r>
            <a:endParaRPr sz="1150">
              <a:latin typeface="Consolas"/>
              <a:ea typeface="Consolas"/>
              <a:cs typeface="Consolas"/>
              <a:sym typeface="Consolas"/>
            </a:endParaRPr>
          </a:p>
          <a:p>
            <a:pPr marL="0" lvl="0" indent="0" algn="l" rtl="0">
              <a:lnSpc>
                <a:spcPct val="135714"/>
              </a:lnSpc>
              <a:spcBef>
                <a:spcPts val="0"/>
              </a:spcBef>
              <a:spcAft>
                <a:spcPts val="0"/>
              </a:spcAft>
              <a:buNone/>
            </a:pPr>
            <a:r>
              <a:rPr lang="en" sz="1150">
                <a:solidFill>
                  <a:srgbClr val="267F99"/>
                </a:solidFill>
                <a:latin typeface="Consolas"/>
                <a:ea typeface="Consolas"/>
                <a:cs typeface="Consolas"/>
                <a:sym typeface="Consolas"/>
              </a:rPr>
              <a:t>BufferedReader</a:t>
            </a:r>
            <a:r>
              <a:rPr lang="en" sz="1150">
                <a:latin typeface="Consolas"/>
                <a:ea typeface="Consolas"/>
                <a:cs typeface="Consolas"/>
                <a:sym typeface="Consolas"/>
              </a:rPr>
              <a:t> </a:t>
            </a:r>
            <a:r>
              <a:rPr lang="en" sz="1150">
                <a:solidFill>
                  <a:srgbClr val="001080"/>
                </a:solidFill>
                <a:latin typeface="Consolas"/>
                <a:ea typeface="Consolas"/>
                <a:cs typeface="Consolas"/>
                <a:sym typeface="Consolas"/>
              </a:rPr>
              <a:t>reader</a:t>
            </a:r>
            <a:r>
              <a:rPr lang="en" sz="1150">
                <a:latin typeface="Consolas"/>
                <a:ea typeface="Consolas"/>
                <a:cs typeface="Consolas"/>
                <a:sym typeface="Consolas"/>
              </a:rPr>
              <a:t> = </a:t>
            </a:r>
            <a:r>
              <a:rPr lang="en" sz="1150">
                <a:solidFill>
                  <a:srgbClr val="AF00DB"/>
                </a:solidFill>
                <a:latin typeface="Consolas"/>
                <a:ea typeface="Consolas"/>
                <a:cs typeface="Consolas"/>
                <a:sym typeface="Consolas"/>
              </a:rPr>
              <a:t>new</a:t>
            </a:r>
            <a:r>
              <a:rPr lang="en" sz="1150">
                <a:latin typeface="Consolas"/>
                <a:ea typeface="Consolas"/>
                <a:cs typeface="Consolas"/>
                <a:sym typeface="Consolas"/>
              </a:rPr>
              <a:t> </a:t>
            </a:r>
            <a:r>
              <a:rPr lang="en" sz="1150">
                <a:solidFill>
                  <a:srgbClr val="795E26"/>
                </a:solidFill>
                <a:latin typeface="Consolas"/>
                <a:ea typeface="Consolas"/>
                <a:cs typeface="Consolas"/>
                <a:sym typeface="Consolas"/>
              </a:rPr>
              <a:t>BufferedReader</a:t>
            </a:r>
            <a:r>
              <a:rPr lang="en" sz="1150">
                <a:latin typeface="Consolas"/>
                <a:ea typeface="Consolas"/>
                <a:cs typeface="Consolas"/>
                <a:sym typeface="Consolas"/>
              </a:rPr>
              <a:t>(</a:t>
            </a:r>
            <a:r>
              <a:rPr lang="en" sz="1150">
                <a:solidFill>
                  <a:srgbClr val="001080"/>
                </a:solidFill>
                <a:latin typeface="Consolas"/>
                <a:ea typeface="Consolas"/>
                <a:cs typeface="Consolas"/>
                <a:sym typeface="Consolas"/>
              </a:rPr>
              <a:t>input</a:t>
            </a:r>
            <a:r>
              <a:rPr lang="en" sz="1150">
                <a:latin typeface="Consolas"/>
                <a:ea typeface="Consolas"/>
                <a:cs typeface="Consolas"/>
                <a:sym typeface="Consolas"/>
              </a:rPr>
              <a:t>);</a:t>
            </a:r>
            <a:endParaRPr sz="1150">
              <a:latin typeface="Consolas"/>
              <a:ea typeface="Consolas"/>
              <a:cs typeface="Consolas"/>
              <a:sym typeface="Consolas"/>
            </a:endParaRPr>
          </a:p>
          <a:p>
            <a:pPr marL="0" lvl="0" indent="0" algn="l" rtl="0">
              <a:lnSpc>
                <a:spcPct val="135714"/>
              </a:lnSpc>
              <a:spcBef>
                <a:spcPts val="0"/>
              </a:spcBef>
              <a:spcAft>
                <a:spcPts val="0"/>
              </a:spcAft>
              <a:buNone/>
            </a:pPr>
            <a:r>
              <a:rPr lang="en" sz="1150">
                <a:solidFill>
                  <a:srgbClr val="001080"/>
                </a:solidFill>
                <a:highlight>
                  <a:schemeClr val="lt1"/>
                </a:highlight>
                <a:latin typeface="Consolas"/>
                <a:ea typeface="Consolas"/>
                <a:cs typeface="Consolas"/>
                <a:sym typeface="Consolas"/>
              </a:rPr>
              <a:t>in</a:t>
            </a:r>
            <a:r>
              <a:rPr lang="en" sz="1150">
                <a:highlight>
                  <a:schemeClr val="lt1"/>
                </a:highlight>
                <a:latin typeface="Consolas"/>
                <a:ea typeface="Consolas"/>
                <a:cs typeface="Consolas"/>
                <a:sym typeface="Consolas"/>
              </a:rPr>
              <a:t>.</a:t>
            </a:r>
            <a:r>
              <a:rPr lang="en" sz="1150">
                <a:solidFill>
                  <a:srgbClr val="795E26"/>
                </a:solidFill>
                <a:highlight>
                  <a:schemeClr val="lt1"/>
                </a:highlight>
                <a:latin typeface="Consolas"/>
                <a:ea typeface="Consolas"/>
                <a:cs typeface="Consolas"/>
                <a:sym typeface="Consolas"/>
              </a:rPr>
              <a:t>lines</a:t>
            </a:r>
            <a:r>
              <a:rPr lang="en" sz="1150">
                <a:highlight>
                  <a:schemeClr val="lt1"/>
                </a:highlight>
                <a:latin typeface="Consolas"/>
                <a:ea typeface="Consolas"/>
                <a:cs typeface="Consolas"/>
                <a:sym typeface="Consolas"/>
              </a:rPr>
              <a:t>().</a:t>
            </a:r>
            <a:r>
              <a:rPr lang="en" sz="1150">
                <a:solidFill>
                  <a:srgbClr val="795E26"/>
                </a:solidFill>
                <a:highlight>
                  <a:schemeClr val="lt1"/>
                </a:highlight>
                <a:latin typeface="Consolas"/>
                <a:ea typeface="Consolas"/>
                <a:cs typeface="Consolas"/>
                <a:sym typeface="Consolas"/>
              </a:rPr>
              <a:t>forEach</a:t>
            </a:r>
            <a:r>
              <a:rPr lang="en" sz="1150">
                <a:highlight>
                  <a:schemeClr val="lt1"/>
                </a:highlight>
                <a:latin typeface="Consolas"/>
                <a:ea typeface="Consolas"/>
                <a:cs typeface="Consolas"/>
                <a:sym typeface="Consolas"/>
              </a:rPr>
              <a:t>(</a:t>
            </a:r>
            <a:r>
              <a:rPr lang="en" sz="1150">
                <a:solidFill>
                  <a:srgbClr val="267F99"/>
                </a:solidFill>
                <a:highlight>
                  <a:srgbClr val="FFFFFF"/>
                </a:highlight>
                <a:latin typeface="Consolas"/>
                <a:ea typeface="Consolas"/>
                <a:cs typeface="Consolas"/>
                <a:sym typeface="Consolas"/>
              </a:rPr>
              <a:t>System</a:t>
            </a:r>
            <a:r>
              <a:rPr lang="en" sz="1150">
                <a:highlight>
                  <a:srgbClr val="FFFFFF"/>
                </a:highlight>
                <a:latin typeface="Consolas"/>
                <a:ea typeface="Consolas"/>
                <a:cs typeface="Consolas"/>
                <a:sym typeface="Consolas"/>
              </a:rPr>
              <a:t>.</a:t>
            </a:r>
            <a:r>
              <a:rPr lang="en" sz="1150">
                <a:solidFill>
                  <a:srgbClr val="0070C1"/>
                </a:solidFill>
                <a:highlight>
                  <a:srgbClr val="FFFFFF"/>
                </a:highlight>
                <a:latin typeface="Consolas"/>
                <a:ea typeface="Consolas"/>
                <a:cs typeface="Consolas"/>
                <a:sym typeface="Consolas"/>
              </a:rPr>
              <a:t>out</a:t>
            </a:r>
            <a:r>
              <a:rPr lang="en" sz="1150">
                <a:solidFill>
                  <a:srgbClr val="AF00DB"/>
                </a:solidFill>
                <a:highlight>
                  <a:srgbClr val="FFFFFF"/>
                </a:highlight>
                <a:latin typeface="Consolas"/>
                <a:ea typeface="Consolas"/>
                <a:cs typeface="Consolas"/>
                <a:sym typeface="Consolas"/>
              </a:rPr>
              <a:t>::</a:t>
            </a:r>
            <a:r>
              <a:rPr lang="en" sz="1150">
                <a:solidFill>
                  <a:srgbClr val="795E26"/>
                </a:solidFill>
                <a:highlight>
                  <a:srgbClr val="FFFFFF"/>
                </a:highlight>
                <a:latin typeface="Consolas"/>
                <a:ea typeface="Consolas"/>
                <a:cs typeface="Consolas"/>
                <a:sym typeface="Consolas"/>
              </a:rPr>
              <a:t>println</a:t>
            </a:r>
            <a:r>
              <a:rPr lang="en" sz="1150">
                <a:highlight>
                  <a:schemeClr val="lt1"/>
                </a:highlight>
                <a:latin typeface="Consolas"/>
                <a:ea typeface="Consolas"/>
                <a:cs typeface="Consolas"/>
                <a:sym typeface="Consolas"/>
              </a:rPr>
              <a:t>);</a:t>
            </a:r>
            <a:endParaRPr sz="1150">
              <a:solidFill>
                <a:srgbClr val="098658"/>
              </a:solidFill>
              <a:latin typeface="Consolas"/>
              <a:ea typeface="Consolas"/>
              <a:cs typeface="Consolas"/>
              <a:sym typeface="Consolas"/>
            </a:endParaRPr>
          </a:p>
          <a:p>
            <a:pPr marL="0" lvl="0" indent="0" algn="l" rtl="0">
              <a:lnSpc>
                <a:spcPct val="135714"/>
              </a:lnSpc>
              <a:spcBef>
                <a:spcPts val="0"/>
              </a:spcBef>
              <a:spcAft>
                <a:spcPts val="0"/>
              </a:spcAft>
              <a:buNone/>
            </a:pPr>
            <a:r>
              <a:rPr lang="en" sz="1150">
                <a:solidFill>
                  <a:srgbClr val="001080"/>
                </a:solidFill>
                <a:latin typeface="Consolas"/>
                <a:ea typeface="Consolas"/>
                <a:cs typeface="Consolas"/>
                <a:sym typeface="Consolas"/>
              </a:rPr>
              <a:t>client</a:t>
            </a:r>
            <a:r>
              <a:rPr lang="en" sz="1150">
                <a:latin typeface="Consolas"/>
                <a:ea typeface="Consolas"/>
                <a:cs typeface="Consolas"/>
                <a:sym typeface="Consolas"/>
              </a:rPr>
              <a:t>.</a:t>
            </a:r>
            <a:r>
              <a:rPr lang="en" sz="1150">
                <a:solidFill>
                  <a:srgbClr val="795E26"/>
                </a:solidFill>
                <a:latin typeface="Consolas"/>
                <a:ea typeface="Consolas"/>
                <a:cs typeface="Consolas"/>
                <a:sym typeface="Consolas"/>
              </a:rPr>
              <a:t>close</a:t>
            </a:r>
            <a:r>
              <a:rPr lang="en" sz="1150">
                <a:latin typeface="Consolas"/>
                <a:ea typeface="Consolas"/>
                <a:cs typeface="Consolas"/>
                <a:sym typeface="Consolas"/>
              </a:rPr>
              <a:t>();</a:t>
            </a:r>
            <a:endParaRPr sz="1150">
              <a:latin typeface="Consolas"/>
              <a:ea typeface="Consolas"/>
              <a:cs typeface="Consolas"/>
              <a:sym typeface="Consolas"/>
            </a:endParaRPr>
          </a:p>
          <a:p>
            <a:pPr marL="0" lvl="0" indent="0" algn="l" rtl="0">
              <a:lnSpc>
                <a:spcPct val="135714"/>
              </a:lnSpc>
              <a:spcBef>
                <a:spcPts val="0"/>
              </a:spcBef>
              <a:spcAft>
                <a:spcPts val="0"/>
              </a:spcAft>
              <a:buNone/>
            </a:pPr>
            <a:r>
              <a:rPr lang="en" sz="1150">
                <a:solidFill>
                  <a:srgbClr val="267F99"/>
                </a:solidFill>
                <a:latin typeface="Consolas"/>
                <a:ea typeface="Consolas"/>
                <a:cs typeface="Consolas"/>
                <a:sym typeface="Consolas"/>
              </a:rPr>
              <a:t>System</a:t>
            </a:r>
            <a:r>
              <a:rPr lang="en" sz="1150">
                <a:latin typeface="Consolas"/>
                <a:ea typeface="Consolas"/>
                <a:cs typeface="Consolas"/>
                <a:sym typeface="Consolas"/>
              </a:rPr>
              <a:t>.</a:t>
            </a:r>
            <a:r>
              <a:rPr lang="en" sz="1150">
                <a:solidFill>
                  <a:srgbClr val="0070C1"/>
                </a:solidFill>
                <a:latin typeface="Consolas"/>
                <a:ea typeface="Consolas"/>
                <a:cs typeface="Consolas"/>
                <a:sym typeface="Consolas"/>
              </a:rPr>
              <a:t>out</a:t>
            </a:r>
            <a:r>
              <a:rPr lang="en" sz="1150">
                <a:latin typeface="Consolas"/>
                <a:ea typeface="Consolas"/>
                <a:cs typeface="Consolas"/>
                <a:sym typeface="Consolas"/>
              </a:rPr>
              <a:t>.</a:t>
            </a:r>
            <a:r>
              <a:rPr lang="en" sz="1150">
                <a:solidFill>
                  <a:srgbClr val="795E26"/>
                </a:solidFill>
                <a:latin typeface="Consolas"/>
                <a:ea typeface="Consolas"/>
                <a:cs typeface="Consolas"/>
                <a:sym typeface="Consolas"/>
              </a:rPr>
              <a:t>println</a:t>
            </a:r>
            <a:r>
              <a:rPr lang="en" sz="1150">
                <a:latin typeface="Consolas"/>
                <a:ea typeface="Consolas"/>
                <a:cs typeface="Consolas"/>
                <a:sym typeface="Consolas"/>
              </a:rPr>
              <a:t>();</a:t>
            </a:r>
            <a:endParaRPr sz="1050">
              <a:solidFill>
                <a:srgbClr val="267F99"/>
              </a:solidFill>
              <a:latin typeface="Consolas"/>
              <a:ea typeface="Consolas"/>
              <a:cs typeface="Consolas"/>
              <a:sym typeface="Consolas"/>
            </a:endParaRPr>
          </a:p>
        </p:txBody>
      </p:sp>
      <p:sp>
        <p:nvSpPr>
          <p:cNvPr id="657" name="Google Shape;657;p62"/>
          <p:cNvSpPr txBox="1"/>
          <p:nvPr/>
        </p:nvSpPr>
        <p:spPr>
          <a:xfrm>
            <a:off x="91650" y="1512675"/>
            <a:ext cx="4404000" cy="785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marR="0" lvl="0" indent="0" algn="l" rtl="0">
              <a:spcBef>
                <a:spcPts val="0"/>
              </a:spcBef>
              <a:spcAft>
                <a:spcPts val="0"/>
              </a:spcAft>
              <a:buNone/>
            </a:pPr>
            <a:r>
              <a:rPr lang="en" sz="1300">
                <a:solidFill>
                  <a:schemeClr val="dk1"/>
                </a:solidFill>
              </a:rPr>
              <a:t>The </a:t>
            </a:r>
            <a:r>
              <a:rPr lang="en" sz="1300">
                <a:solidFill>
                  <a:schemeClr val="dk1"/>
                </a:solidFill>
                <a:latin typeface="Courier New"/>
                <a:ea typeface="Courier New"/>
                <a:cs typeface="Courier New"/>
                <a:sym typeface="Courier New"/>
              </a:rPr>
              <a:t>readLine()</a:t>
            </a:r>
            <a:r>
              <a:rPr lang="en" sz="1300">
                <a:solidFill>
                  <a:schemeClr val="dk1"/>
                </a:solidFill>
              </a:rPr>
              <a:t> method on </a:t>
            </a:r>
            <a:r>
              <a:rPr lang="en" sz="1300">
                <a:solidFill>
                  <a:schemeClr val="dk1"/>
                </a:solidFill>
                <a:latin typeface="Courier New"/>
                <a:ea typeface="Courier New"/>
                <a:cs typeface="Courier New"/>
                <a:sym typeface="Courier New"/>
              </a:rPr>
              <a:t>BufferedReader</a:t>
            </a:r>
            <a:r>
              <a:rPr lang="en" sz="1300">
                <a:solidFill>
                  <a:schemeClr val="dk1"/>
                </a:solidFill>
              </a:rPr>
              <a:t> blocks until it sees a newline. But the NIST time service </a:t>
            </a:r>
            <a:r>
              <a:rPr lang="en" sz="1300" i="1">
                <a:solidFill>
                  <a:schemeClr val="dk1"/>
                </a:solidFill>
              </a:rPr>
              <a:t>doesn't send a newline</a:t>
            </a:r>
            <a:r>
              <a:rPr lang="en" sz="1300">
                <a:solidFill>
                  <a:schemeClr val="dk1"/>
                </a:solidFill>
              </a:rPr>
              <a:t>! However, </a:t>
            </a:r>
            <a:r>
              <a:rPr lang="en" sz="1300">
                <a:solidFill>
                  <a:schemeClr val="dk1"/>
                </a:solidFill>
                <a:latin typeface="Courier New"/>
                <a:ea typeface="Courier New"/>
                <a:cs typeface="Courier New"/>
                <a:sym typeface="Courier New"/>
              </a:rPr>
              <a:t>lines()</a:t>
            </a:r>
            <a:r>
              <a:rPr lang="en" sz="1300">
                <a:solidFill>
                  <a:schemeClr val="dk1"/>
                </a:solidFill>
              </a:rPr>
              <a:t> will still work.</a:t>
            </a:r>
            <a:endParaRPr sz="1300">
              <a:solidFill>
                <a:schemeClr val="dk1"/>
              </a:solidFill>
              <a:latin typeface="Arial"/>
              <a:ea typeface="Arial"/>
              <a:cs typeface="Arial"/>
              <a:sym typeface="Arial"/>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61"/>
        <p:cNvGrpSpPr/>
        <p:nvPr/>
      </p:nvGrpSpPr>
      <p:grpSpPr>
        <a:xfrm>
          <a:off x="0" y="0"/>
          <a:ext cx="0" cy="0"/>
          <a:chOff x="0" y="0"/>
          <a:chExt cx="0" cy="0"/>
        </a:xfrm>
      </p:grpSpPr>
      <p:sp>
        <p:nvSpPr>
          <p:cNvPr id="662" name="Google Shape;662;p63"/>
          <p:cNvSpPr txBox="1">
            <a:spLocks noGrp="1"/>
          </p:cNvSpPr>
          <p:nvPr>
            <p:ph type="title"/>
          </p:nvPr>
        </p:nvSpPr>
        <p:spPr>
          <a:xfrm>
            <a:off x="5188525" y="272325"/>
            <a:ext cx="3706500" cy="638100"/>
          </a:xfrm>
          <a:prstGeom prst="rect">
            <a:avLst/>
          </a:prstGeom>
          <a:noFill/>
          <a:ln>
            <a:noFill/>
          </a:ln>
        </p:spPr>
        <p:txBody>
          <a:bodyPr spcFirstLastPara="1" wrap="square" lIns="91425" tIns="91425" rIns="91425" bIns="91425" anchor="t" anchorCtr="0">
            <a:noAutofit/>
          </a:bodyPr>
          <a:lstStyle/>
          <a:p>
            <a:pPr marL="0" lvl="0" indent="0" algn="l" rtl="0">
              <a:lnSpc>
                <a:spcPct val="90000"/>
              </a:lnSpc>
              <a:spcBef>
                <a:spcPts val="0"/>
              </a:spcBef>
              <a:spcAft>
                <a:spcPts val="0"/>
              </a:spcAft>
              <a:buClr>
                <a:schemeClr val="dk2"/>
              </a:buClr>
              <a:buSzPts val="3300"/>
              <a:buFont typeface="Calibri"/>
              <a:buNone/>
            </a:pPr>
            <a:r>
              <a:rPr lang="en"/>
              <a:t>Review: TCP/IP With Sockets</a:t>
            </a:r>
            <a:endParaRPr/>
          </a:p>
        </p:txBody>
      </p:sp>
      <p:sp>
        <p:nvSpPr>
          <p:cNvPr id="663" name="Google Shape;663;p63"/>
          <p:cNvSpPr txBox="1">
            <a:spLocks noGrp="1"/>
          </p:cNvSpPr>
          <p:nvPr>
            <p:ph type="body" idx="1"/>
          </p:nvPr>
        </p:nvSpPr>
        <p:spPr>
          <a:xfrm>
            <a:off x="301275" y="577125"/>
            <a:ext cx="4166400" cy="4432200"/>
          </a:xfrm>
          <a:prstGeom prst="rect">
            <a:avLst/>
          </a:prstGeom>
          <a:noFill/>
          <a:ln>
            <a:noFill/>
          </a:ln>
        </p:spPr>
        <p:txBody>
          <a:bodyPr spcFirstLastPara="1" wrap="square" lIns="68575" tIns="34275" rIns="68575" bIns="34275" anchor="t" anchorCtr="0">
            <a:normAutofit/>
          </a:bodyPr>
          <a:lstStyle/>
          <a:p>
            <a:pPr marL="457200" lvl="0" indent="-313055" algn="l" rtl="0">
              <a:lnSpc>
                <a:spcPct val="115000"/>
              </a:lnSpc>
              <a:spcBef>
                <a:spcPts val="0"/>
              </a:spcBef>
              <a:spcAft>
                <a:spcPts val="0"/>
              </a:spcAft>
              <a:buSzPts val="1330"/>
              <a:buChar char="●"/>
            </a:pPr>
            <a:r>
              <a:rPr lang="en" sz="1330">
                <a:latin typeface="Courier New"/>
                <a:ea typeface="Courier New"/>
                <a:cs typeface="Courier New"/>
                <a:sym typeface="Courier New"/>
              </a:rPr>
              <a:t>URL</a:t>
            </a:r>
            <a:r>
              <a:rPr lang="en" sz="1330"/>
              <a:t> and </a:t>
            </a:r>
            <a:r>
              <a:rPr lang="en" sz="1330">
                <a:latin typeface="Courier New"/>
                <a:ea typeface="Courier New"/>
                <a:cs typeface="Courier New"/>
                <a:sym typeface="Courier New"/>
              </a:rPr>
              <a:t>URLConnection</a:t>
            </a:r>
            <a:r>
              <a:rPr lang="en" sz="1330"/>
              <a:t> are fine for communicating using </a:t>
            </a:r>
            <a:r>
              <a:rPr lang="en" sz="1330" b="1" i="1">
                <a:solidFill>
                  <a:srgbClr val="FF0000"/>
                </a:solidFill>
              </a:rPr>
              <a:t>established</a:t>
            </a:r>
            <a:r>
              <a:rPr lang="en" sz="1330"/>
              <a:t> internet protocols like HTTP</a:t>
            </a:r>
            <a:endParaRPr sz="905"/>
          </a:p>
          <a:p>
            <a:pPr marL="457200" lvl="0" indent="-313055" algn="l" rtl="0">
              <a:lnSpc>
                <a:spcPct val="115000"/>
              </a:lnSpc>
              <a:spcBef>
                <a:spcPts val="1000"/>
              </a:spcBef>
              <a:spcAft>
                <a:spcPts val="0"/>
              </a:spcAft>
              <a:buSzPts val="1330"/>
              <a:buChar char="●"/>
            </a:pPr>
            <a:r>
              <a:rPr lang="en" sz="1330"/>
              <a:t>But what if you want to establish your own TCP/IP connection to send and receive data using some </a:t>
            </a:r>
            <a:r>
              <a:rPr lang="en" sz="1330" b="1" i="1">
                <a:solidFill>
                  <a:srgbClr val="FF0000"/>
                </a:solidFill>
              </a:rPr>
              <a:t>other</a:t>
            </a:r>
            <a:r>
              <a:rPr lang="en" sz="1330"/>
              <a:t> protocol (e.g. one of your own design)?</a:t>
            </a:r>
            <a:endParaRPr sz="905"/>
          </a:p>
          <a:p>
            <a:pPr marL="457200" lvl="0" indent="-313055" algn="l" rtl="0">
              <a:lnSpc>
                <a:spcPct val="115000"/>
              </a:lnSpc>
              <a:spcBef>
                <a:spcPts val="1000"/>
              </a:spcBef>
              <a:spcAft>
                <a:spcPts val="0"/>
              </a:spcAft>
              <a:buSzPts val="1330"/>
              <a:buChar char="●"/>
            </a:pPr>
            <a:r>
              <a:rPr lang="en" sz="1330"/>
              <a:t>The </a:t>
            </a:r>
            <a:r>
              <a:rPr lang="en" sz="1330">
                <a:solidFill>
                  <a:srgbClr val="FF0000"/>
                </a:solidFill>
                <a:latin typeface="Courier New"/>
                <a:ea typeface="Courier New"/>
                <a:cs typeface="Courier New"/>
                <a:sym typeface="Courier New"/>
              </a:rPr>
              <a:t>java.net.Socket</a:t>
            </a:r>
            <a:r>
              <a:rPr lang="en" sz="1330"/>
              <a:t> class is used to establish a TCP/IP connection to a specific hostname (or IP address) and port</a:t>
            </a:r>
            <a:endParaRPr sz="905"/>
          </a:p>
          <a:p>
            <a:pPr marL="0" lvl="0" indent="457200" algn="l" rtl="0">
              <a:lnSpc>
                <a:spcPct val="100000"/>
              </a:lnSpc>
              <a:spcBef>
                <a:spcPts val="600"/>
              </a:spcBef>
              <a:spcAft>
                <a:spcPts val="0"/>
              </a:spcAft>
              <a:buNone/>
            </a:pPr>
            <a:r>
              <a:rPr lang="en" sz="1160">
                <a:latin typeface="Courier New"/>
                <a:ea typeface="Courier New"/>
                <a:cs typeface="Courier New"/>
                <a:sym typeface="Courier New"/>
              </a:rPr>
              <a:t>  Socket sock = </a:t>
            </a:r>
            <a:endParaRPr sz="1160">
              <a:latin typeface="Courier New"/>
              <a:ea typeface="Courier New"/>
              <a:cs typeface="Courier New"/>
              <a:sym typeface="Courier New"/>
            </a:endParaRPr>
          </a:p>
          <a:p>
            <a:pPr marL="0" lvl="0" indent="457200" algn="l" rtl="0">
              <a:lnSpc>
                <a:spcPct val="100000"/>
              </a:lnSpc>
              <a:spcBef>
                <a:spcPts val="0"/>
              </a:spcBef>
              <a:spcAft>
                <a:spcPts val="0"/>
              </a:spcAft>
              <a:buNone/>
            </a:pPr>
            <a:r>
              <a:rPr lang="en" sz="1160">
                <a:latin typeface="Courier New"/>
                <a:ea typeface="Courier New"/>
                <a:cs typeface="Courier New"/>
                <a:sym typeface="Courier New"/>
              </a:rPr>
              <a:t>      new Socket("localhost", 1234);</a:t>
            </a:r>
            <a:endParaRPr sz="1160">
              <a:latin typeface="Courier New"/>
              <a:ea typeface="Courier New"/>
              <a:cs typeface="Courier New"/>
              <a:sym typeface="Courier New"/>
            </a:endParaRPr>
          </a:p>
          <a:p>
            <a:pPr marL="457200" lvl="0" indent="-313055" algn="l" rtl="0">
              <a:lnSpc>
                <a:spcPct val="115000"/>
              </a:lnSpc>
              <a:spcBef>
                <a:spcPts val="1000"/>
              </a:spcBef>
              <a:spcAft>
                <a:spcPts val="0"/>
              </a:spcAft>
              <a:buSzPts val="1330"/>
              <a:buChar char="●"/>
            </a:pPr>
            <a:r>
              <a:rPr lang="en" sz="1330"/>
              <a:t>Once established, the socket can be used to send or receive data to/from the other computer using the </a:t>
            </a:r>
            <a:r>
              <a:rPr lang="en" sz="1330">
                <a:latin typeface="Courier New"/>
                <a:ea typeface="Courier New"/>
                <a:cs typeface="Courier New"/>
                <a:sym typeface="Courier New"/>
              </a:rPr>
              <a:t>getOutputStream()</a:t>
            </a:r>
            <a:r>
              <a:rPr lang="en" sz="1330"/>
              <a:t> and </a:t>
            </a:r>
            <a:r>
              <a:rPr lang="en" sz="1330">
                <a:latin typeface="Courier New"/>
                <a:ea typeface="Courier New"/>
                <a:cs typeface="Courier New"/>
                <a:sym typeface="Courier New"/>
              </a:rPr>
              <a:t>getInputStream()</a:t>
            </a:r>
            <a:r>
              <a:rPr lang="en" sz="1330"/>
              <a:t> methods on the socket.</a:t>
            </a:r>
            <a:endParaRPr sz="735"/>
          </a:p>
        </p:txBody>
      </p:sp>
      <p:sp>
        <p:nvSpPr>
          <p:cNvPr id="664" name="Google Shape;664;p63"/>
          <p:cNvSpPr txBox="1"/>
          <p:nvPr/>
        </p:nvSpPr>
        <p:spPr>
          <a:xfrm>
            <a:off x="5187800" y="2222826"/>
            <a:ext cx="3706500" cy="7395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spcBef>
                <a:spcPts val="0"/>
              </a:spcBef>
              <a:spcAft>
                <a:spcPts val="0"/>
              </a:spcAft>
              <a:buNone/>
            </a:pPr>
            <a:r>
              <a:rPr lang="en" sz="1300">
                <a:solidFill>
                  <a:schemeClr val="dk1"/>
                </a:solidFill>
                <a:latin typeface="Arial"/>
                <a:ea typeface="Arial"/>
                <a:cs typeface="Arial"/>
                <a:sym typeface="Arial"/>
              </a:rPr>
              <a:t>Trying to connect to a </a:t>
            </a:r>
            <a:r>
              <a:rPr lang="en" sz="1300" b="1" i="1">
                <a:solidFill>
                  <a:srgbClr val="FF0000"/>
                </a:solidFill>
                <a:latin typeface="Arial"/>
                <a:ea typeface="Arial"/>
                <a:cs typeface="Arial"/>
                <a:sym typeface="Arial"/>
              </a:rPr>
              <a:t>port</a:t>
            </a:r>
            <a:r>
              <a:rPr lang="en" sz="1300" b="1" i="1">
                <a:solidFill>
                  <a:srgbClr val="FF0000"/>
                </a:solidFill>
              </a:rPr>
              <a:t> </a:t>
            </a:r>
            <a:r>
              <a:rPr lang="en" sz="1300">
                <a:solidFill>
                  <a:schemeClr val="dk1"/>
                </a:solidFill>
                <a:latin typeface="Arial"/>
                <a:ea typeface="Arial"/>
                <a:cs typeface="Arial"/>
                <a:sym typeface="Arial"/>
              </a:rPr>
              <a:t>that is not being used to listen for connections will cause an error.</a:t>
            </a:r>
            <a:endParaRPr sz="1300">
              <a:solidFill>
                <a:schemeClr val="dk1"/>
              </a:solidFill>
              <a:latin typeface="Arial"/>
              <a:ea typeface="Arial"/>
              <a:cs typeface="Arial"/>
              <a:sym typeface="Arial"/>
            </a:endParaRPr>
          </a:p>
        </p:txBody>
      </p:sp>
      <p:sp>
        <p:nvSpPr>
          <p:cNvPr id="665" name="Google Shape;665;p63"/>
          <p:cNvSpPr txBox="1"/>
          <p:nvPr/>
        </p:nvSpPr>
        <p:spPr>
          <a:xfrm>
            <a:off x="5187800" y="1312700"/>
            <a:ext cx="3706500" cy="7395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spcBef>
                <a:spcPts val="0"/>
              </a:spcBef>
              <a:spcAft>
                <a:spcPts val="0"/>
              </a:spcAft>
              <a:buNone/>
            </a:pPr>
            <a:r>
              <a:rPr lang="en" sz="1300">
                <a:solidFill>
                  <a:schemeClr val="dk1"/>
                </a:solidFill>
                <a:latin typeface="Arial"/>
                <a:ea typeface="Arial"/>
                <a:cs typeface="Arial"/>
                <a:sym typeface="Arial"/>
              </a:rPr>
              <a:t>A socket connection can only be established to a </a:t>
            </a:r>
            <a:r>
              <a:rPr lang="en" sz="1300" b="1" i="1">
                <a:solidFill>
                  <a:srgbClr val="FF0000"/>
                </a:solidFill>
                <a:latin typeface="Arial"/>
                <a:ea typeface="Arial"/>
                <a:cs typeface="Arial"/>
                <a:sym typeface="Arial"/>
              </a:rPr>
              <a:t>port</a:t>
            </a:r>
            <a:r>
              <a:rPr lang="en" sz="1300" b="1" i="1">
                <a:solidFill>
                  <a:srgbClr val="FF0000"/>
                </a:solidFill>
              </a:rPr>
              <a:t> </a:t>
            </a:r>
            <a:r>
              <a:rPr lang="en" sz="1300">
                <a:solidFill>
                  <a:schemeClr val="dk1"/>
                </a:solidFill>
                <a:latin typeface="Arial"/>
                <a:ea typeface="Arial"/>
                <a:cs typeface="Arial"/>
                <a:sym typeface="Arial"/>
              </a:rPr>
              <a:t>on which the other computer is actively listening for connections.</a:t>
            </a:r>
            <a:endParaRPr sz="1300">
              <a:solidFill>
                <a:schemeClr val="dk1"/>
              </a:solidFill>
              <a:latin typeface="Arial"/>
              <a:ea typeface="Arial"/>
              <a:cs typeface="Arial"/>
              <a:sym typeface="Arial"/>
            </a:endParaRPr>
          </a:p>
        </p:txBody>
      </p:sp>
      <p:sp>
        <p:nvSpPr>
          <p:cNvPr id="666" name="Google Shape;666;p63"/>
          <p:cNvSpPr txBox="1"/>
          <p:nvPr/>
        </p:nvSpPr>
        <p:spPr>
          <a:xfrm>
            <a:off x="5189250" y="4043075"/>
            <a:ext cx="3706500" cy="7395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spcBef>
                <a:spcPts val="0"/>
              </a:spcBef>
              <a:spcAft>
                <a:spcPts val="0"/>
              </a:spcAft>
              <a:buNone/>
            </a:pPr>
            <a:r>
              <a:rPr lang="en" sz="1300">
                <a:solidFill>
                  <a:schemeClr val="dk1"/>
                </a:solidFill>
                <a:latin typeface="Arial"/>
                <a:ea typeface="Arial"/>
                <a:cs typeface="Arial"/>
                <a:sym typeface="Arial"/>
              </a:rPr>
              <a:t>The good news is that all of the exceptions extend </a:t>
            </a:r>
            <a:r>
              <a:rPr lang="en" sz="1300" b="1" i="1">
                <a:solidFill>
                  <a:srgbClr val="FF0000"/>
                </a:solidFill>
                <a:latin typeface="Arial"/>
                <a:ea typeface="Arial"/>
                <a:cs typeface="Arial"/>
                <a:sym typeface="Arial"/>
              </a:rPr>
              <a:t>IOException</a:t>
            </a:r>
            <a:r>
              <a:rPr lang="en" sz="1300">
                <a:solidFill>
                  <a:schemeClr val="dk1"/>
                </a:solidFill>
                <a:latin typeface="Arial"/>
                <a:ea typeface="Arial"/>
                <a:cs typeface="Arial"/>
                <a:sym typeface="Arial"/>
              </a:rPr>
              <a:t>, and so that is the only one that you really need to handle.</a:t>
            </a:r>
            <a:endParaRPr sz="1300">
              <a:solidFill>
                <a:schemeClr val="dk1"/>
              </a:solidFill>
              <a:latin typeface="Arial"/>
              <a:ea typeface="Arial"/>
              <a:cs typeface="Arial"/>
              <a:sym typeface="Arial"/>
            </a:endParaRPr>
          </a:p>
        </p:txBody>
      </p:sp>
      <p:sp>
        <p:nvSpPr>
          <p:cNvPr id="667" name="Google Shape;667;p63"/>
          <p:cNvSpPr txBox="1">
            <a:spLocks noGrp="1"/>
          </p:cNvSpPr>
          <p:nvPr>
            <p:ph type="sldNum" idx="12"/>
          </p:nvPr>
        </p:nvSpPr>
        <p:spPr>
          <a:xfrm>
            <a:off x="90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32</a:t>
            </a:fld>
            <a:endParaRPr/>
          </a:p>
        </p:txBody>
      </p:sp>
      <p:sp>
        <p:nvSpPr>
          <p:cNvPr id="668" name="Google Shape;668;p63"/>
          <p:cNvSpPr txBox="1"/>
          <p:nvPr/>
        </p:nvSpPr>
        <p:spPr>
          <a:xfrm>
            <a:off x="5189250" y="3132951"/>
            <a:ext cx="3706500" cy="7395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spcBef>
                <a:spcPts val="0"/>
              </a:spcBef>
              <a:spcAft>
                <a:spcPts val="0"/>
              </a:spcAft>
              <a:buNone/>
            </a:pPr>
            <a:r>
              <a:rPr lang="en" sz="1300">
                <a:solidFill>
                  <a:schemeClr val="dk1"/>
                </a:solidFill>
                <a:latin typeface="Arial"/>
                <a:ea typeface="Arial"/>
                <a:cs typeface="Arial"/>
                <a:sym typeface="Arial"/>
              </a:rPr>
              <a:t>In fact, pretty much everything you do with a socket might throw a </a:t>
            </a:r>
            <a:r>
              <a:rPr lang="en" sz="1300" b="1" i="1">
                <a:solidFill>
                  <a:srgbClr val="FF0000"/>
                </a:solidFill>
                <a:latin typeface="Arial"/>
                <a:ea typeface="Arial"/>
                <a:cs typeface="Arial"/>
                <a:sym typeface="Arial"/>
              </a:rPr>
              <a:t>checked</a:t>
            </a:r>
            <a:r>
              <a:rPr lang="en" sz="1300" b="1" i="1">
                <a:solidFill>
                  <a:srgbClr val="FF0000"/>
                </a:solidFill>
              </a:rPr>
              <a:t> </a:t>
            </a:r>
            <a:r>
              <a:rPr lang="en" sz="1300">
                <a:solidFill>
                  <a:schemeClr val="dk1"/>
                </a:solidFill>
                <a:latin typeface="Arial"/>
                <a:ea typeface="Arial"/>
                <a:cs typeface="Arial"/>
                <a:sym typeface="Arial"/>
              </a:rPr>
              <a:t>exception.</a:t>
            </a:r>
            <a:endParaRPr sz="1300">
              <a:solidFill>
                <a:schemeClr val="dk1"/>
              </a:solidFill>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65"/>
                                        </p:tgtEl>
                                        <p:attrNameLst>
                                          <p:attrName>style.visibility</p:attrName>
                                        </p:attrNameLst>
                                      </p:cBhvr>
                                      <p:to>
                                        <p:strVal val="visible"/>
                                      </p:to>
                                    </p:set>
                                    <p:animEffect transition="in" filter="fade">
                                      <p:cBhvr>
                                        <p:cTn id="7" dur="1000"/>
                                        <p:tgtEl>
                                          <p:spTgt spid="66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64"/>
                                        </p:tgtEl>
                                        <p:attrNameLst>
                                          <p:attrName>style.visibility</p:attrName>
                                        </p:attrNameLst>
                                      </p:cBhvr>
                                      <p:to>
                                        <p:strVal val="visible"/>
                                      </p:to>
                                    </p:set>
                                    <p:animEffect transition="in" filter="fade">
                                      <p:cBhvr>
                                        <p:cTn id="12" dur="1000"/>
                                        <p:tgtEl>
                                          <p:spTgt spid="66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68"/>
                                        </p:tgtEl>
                                        <p:attrNameLst>
                                          <p:attrName>style.visibility</p:attrName>
                                        </p:attrNameLst>
                                      </p:cBhvr>
                                      <p:to>
                                        <p:strVal val="visible"/>
                                      </p:to>
                                    </p:set>
                                    <p:animEffect transition="in" filter="fade">
                                      <p:cBhvr>
                                        <p:cTn id="17" dur="1000"/>
                                        <p:tgtEl>
                                          <p:spTgt spid="66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66"/>
                                        </p:tgtEl>
                                        <p:attrNameLst>
                                          <p:attrName>style.visibility</p:attrName>
                                        </p:attrNameLst>
                                      </p:cBhvr>
                                      <p:to>
                                        <p:strVal val="visible"/>
                                      </p:to>
                                    </p:set>
                                    <p:animEffect transition="in" filter="fade">
                                      <p:cBhvr>
                                        <p:cTn id="22" dur="1000"/>
                                        <p:tgtEl>
                                          <p:spTgt spid="6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72"/>
        <p:cNvGrpSpPr/>
        <p:nvPr/>
      </p:nvGrpSpPr>
      <p:grpSpPr>
        <a:xfrm>
          <a:off x="0" y="0"/>
          <a:ext cx="0" cy="0"/>
          <a:chOff x="0" y="0"/>
          <a:chExt cx="0" cy="0"/>
        </a:xfrm>
      </p:grpSpPr>
      <p:sp>
        <p:nvSpPr>
          <p:cNvPr id="673" name="Google Shape;673;p64"/>
          <p:cNvSpPr txBox="1"/>
          <p:nvPr/>
        </p:nvSpPr>
        <p:spPr>
          <a:xfrm>
            <a:off x="311725" y="1520025"/>
            <a:ext cx="3706500" cy="755700"/>
          </a:xfrm>
          <a:prstGeom prst="rect">
            <a:avLst/>
          </a:prstGeom>
          <a:solidFill>
            <a:srgbClr val="FFF2CC"/>
          </a:solidFill>
          <a:ln w="2857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spcBef>
                <a:spcPts val="0"/>
              </a:spcBef>
              <a:spcAft>
                <a:spcPts val="0"/>
              </a:spcAft>
              <a:buNone/>
            </a:pPr>
            <a:r>
              <a:rPr lang="en" sz="1300">
                <a:solidFill>
                  <a:schemeClr val="dk1"/>
                </a:solidFill>
                <a:latin typeface="Arial"/>
                <a:ea typeface="Arial"/>
                <a:cs typeface="Arial"/>
                <a:sym typeface="Arial"/>
              </a:rPr>
              <a:t>In networking, the </a:t>
            </a:r>
            <a:r>
              <a:rPr lang="en" sz="1300" b="1" i="1">
                <a:solidFill>
                  <a:srgbClr val="FF0000"/>
                </a:solidFill>
                <a:latin typeface="Arial"/>
                <a:ea typeface="Arial"/>
                <a:cs typeface="Arial"/>
                <a:sym typeface="Arial"/>
              </a:rPr>
              <a:t>server</a:t>
            </a:r>
            <a:r>
              <a:rPr lang="en" sz="1300">
                <a:solidFill>
                  <a:srgbClr val="FF0000"/>
                </a:solidFill>
                <a:latin typeface="Arial"/>
                <a:ea typeface="Arial"/>
                <a:cs typeface="Arial"/>
                <a:sym typeface="Arial"/>
              </a:rPr>
              <a:t> </a:t>
            </a:r>
            <a:r>
              <a:rPr lang="en" sz="1300">
                <a:solidFill>
                  <a:schemeClr val="dk1"/>
                </a:solidFill>
                <a:latin typeface="Arial"/>
                <a:ea typeface="Arial"/>
                <a:cs typeface="Arial"/>
                <a:sym typeface="Arial"/>
              </a:rPr>
              <a:t>is the host listening for incoming connections and the </a:t>
            </a:r>
            <a:r>
              <a:rPr lang="en" sz="1300" b="1" i="1">
                <a:solidFill>
                  <a:srgbClr val="FF0000"/>
                </a:solidFill>
                <a:latin typeface="Arial"/>
                <a:ea typeface="Arial"/>
                <a:cs typeface="Arial"/>
                <a:sym typeface="Arial"/>
              </a:rPr>
              <a:t>client</a:t>
            </a:r>
            <a:r>
              <a:rPr lang="en" sz="1300" i="1">
                <a:solidFill>
                  <a:srgbClr val="FF0000"/>
                </a:solidFill>
                <a:latin typeface="Arial"/>
                <a:ea typeface="Arial"/>
                <a:cs typeface="Arial"/>
                <a:sym typeface="Arial"/>
              </a:rPr>
              <a:t> </a:t>
            </a:r>
            <a:r>
              <a:rPr lang="en" sz="1300">
                <a:solidFill>
                  <a:schemeClr val="dk1"/>
                </a:solidFill>
              </a:rPr>
              <a:t>establishes</a:t>
            </a:r>
            <a:r>
              <a:rPr lang="en" sz="1300">
                <a:solidFill>
                  <a:schemeClr val="dk1"/>
                </a:solidFill>
                <a:latin typeface="Arial"/>
                <a:ea typeface="Arial"/>
                <a:cs typeface="Arial"/>
                <a:sym typeface="Arial"/>
              </a:rPr>
              <a:t> the connection.</a:t>
            </a:r>
            <a:endParaRPr sz="1300">
              <a:solidFill>
                <a:schemeClr val="dk1"/>
              </a:solidFill>
              <a:latin typeface="Arial"/>
              <a:ea typeface="Arial"/>
              <a:cs typeface="Arial"/>
              <a:sym typeface="Arial"/>
            </a:endParaRPr>
          </a:p>
        </p:txBody>
      </p:sp>
      <p:sp>
        <p:nvSpPr>
          <p:cNvPr id="674" name="Google Shape;674;p64"/>
          <p:cNvSpPr txBox="1"/>
          <p:nvPr/>
        </p:nvSpPr>
        <p:spPr>
          <a:xfrm>
            <a:off x="311725" y="2414050"/>
            <a:ext cx="3706500" cy="755700"/>
          </a:xfrm>
          <a:prstGeom prst="rect">
            <a:avLst/>
          </a:prstGeom>
          <a:solidFill>
            <a:srgbClr val="FFF2CC"/>
          </a:solidFill>
          <a:ln w="2857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spcBef>
                <a:spcPts val="0"/>
              </a:spcBef>
              <a:spcAft>
                <a:spcPts val="0"/>
              </a:spcAft>
              <a:buNone/>
            </a:pPr>
            <a:r>
              <a:rPr lang="en" sz="1300">
                <a:solidFill>
                  <a:schemeClr val="dk1"/>
                </a:solidFill>
                <a:latin typeface="Arial"/>
                <a:ea typeface="Arial"/>
                <a:cs typeface="Arial"/>
                <a:sym typeface="Arial"/>
              </a:rPr>
              <a:t>It is usually the case that the </a:t>
            </a:r>
            <a:r>
              <a:rPr lang="en" sz="1300" b="1" i="1">
                <a:solidFill>
                  <a:srgbClr val="FF0000"/>
                </a:solidFill>
                <a:latin typeface="Arial"/>
                <a:ea typeface="Arial"/>
                <a:cs typeface="Arial"/>
                <a:sym typeface="Arial"/>
              </a:rPr>
              <a:t>server</a:t>
            </a:r>
            <a:r>
              <a:rPr lang="en" sz="1300" i="1">
                <a:solidFill>
                  <a:srgbClr val="FF0000"/>
                </a:solidFill>
                <a:latin typeface="Arial"/>
                <a:ea typeface="Arial"/>
                <a:cs typeface="Arial"/>
                <a:sym typeface="Arial"/>
              </a:rPr>
              <a:t> </a:t>
            </a:r>
            <a:r>
              <a:rPr lang="en" sz="1300">
                <a:solidFill>
                  <a:schemeClr val="dk1"/>
                </a:solidFill>
                <a:latin typeface="Arial"/>
                <a:ea typeface="Arial"/>
                <a:cs typeface="Arial"/>
                <a:sym typeface="Arial"/>
              </a:rPr>
              <a:t>is providing some useful service that the </a:t>
            </a:r>
            <a:r>
              <a:rPr lang="en" sz="1300" b="1" i="1">
                <a:solidFill>
                  <a:srgbClr val="FF0000"/>
                </a:solidFill>
                <a:latin typeface="Arial"/>
                <a:ea typeface="Arial"/>
                <a:cs typeface="Arial"/>
                <a:sym typeface="Arial"/>
              </a:rPr>
              <a:t>client</a:t>
            </a:r>
            <a:r>
              <a:rPr lang="en" sz="1300" i="1">
                <a:solidFill>
                  <a:srgbClr val="FF0000"/>
                </a:solidFill>
                <a:latin typeface="Arial"/>
                <a:ea typeface="Arial"/>
                <a:cs typeface="Arial"/>
                <a:sym typeface="Arial"/>
              </a:rPr>
              <a:t> </a:t>
            </a:r>
            <a:r>
              <a:rPr lang="en" sz="1300">
                <a:solidFill>
                  <a:schemeClr val="dk1"/>
                </a:solidFill>
                <a:latin typeface="Arial"/>
                <a:ea typeface="Arial"/>
                <a:cs typeface="Arial"/>
                <a:sym typeface="Arial"/>
              </a:rPr>
              <a:t>would like to use.</a:t>
            </a:r>
            <a:endParaRPr sz="1300">
              <a:solidFill>
                <a:schemeClr val="dk1"/>
              </a:solidFill>
              <a:latin typeface="Arial"/>
              <a:ea typeface="Arial"/>
              <a:cs typeface="Arial"/>
              <a:sym typeface="Arial"/>
            </a:endParaRPr>
          </a:p>
        </p:txBody>
      </p:sp>
      <p:sp>
        <p:nvSpPr>
          <p:cNvPr id="675" name="Google Shape;675;p64"/>
          <p:cNvSpPr txBox="1"/>
          <p:nvPr/>
        </p:nvSpPr>
        <p:spPr>
          <a:xfrm>
            <a:off x="311725" y="3308075"/>
            <a:ext cx="3706500" cy="755700"/>
          </a:xfrm>
          <a:prstGeom prst="rect">
            <a:avLst/>
          </a:prstGeom>
          <a:solidFill>
            <a:srgbClr val="FFF2CC"/>
          </a:solidFill>
          <a:ln w="2857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spcBef>
                <a:spcPts val="0"/>
              </a:spcBef>
              <a:spcAft>
                <a:spcPts val="0"/>
              </a:spcAft>
              <a:buNone/>
            </a:pPr>
            <a:r>
              <a:rPr lang="en" sz="1300">
                <a:solidFill>
                  <a:schemeClr val="dk1"/>
                </a:solidFill>
                <a:latin typeface="Arial"/>
                <a:ea typeface="Arial"/>
                <a:cs typeface="Arial"/>
                <a:sym typeface="Arial"/>
              </a:rPr>
              <a:t>In Java, once a connection is established, both ends of the connection are represented as Java Sockets.</a:t>
            </a:r>
            <a:endParaRPr sz="1300">
              <a:solidFill>
                <a:schemeClr val="dk1"/>
              </a:solidFill>
              <a:latin typeface="Arial"/>
              <a:ea typeface="Arial"/>
              <a:cs typeface="Arial"/>
              <a:sym typeface="Arial"/>
            </a:endParaRPr>
          </a:p>
        </p:txBody>
      </p:sp>
      <p:sp>
        <p:nvSpPr>
          <p:cNvPr id="676" name="Google Shape;676;p64"/>
          <p:cNvSpPr txBox="1"/>
          <p:nvPr/>
        </p:nvSpPr>
        <p:spPr>
          <a:xfrm>
            <a:off x="311725" y="4202100"/>
            <a:ext cx="3706500" cy="755700"/>
          </a:xfrm>
          <a:prstGeom prst="rect">
            <a:avLst/>
          </a:prstGeom>
          <a:solidFill>
            <a:srgbClr val="FFF2CC"/>
          </a:solidFill>
          <a:ln w="2857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spcBef>
                <a:spcPts val="0"/>
              </a:spcBef>
              <a:spcAft>
                <a:spcPts val="0"/>
              </a:spcAft>
              <a:buNone/>
            </a:pPr>
            <a:r>
              <a:rPr lang="en" sz="1300">
                <a:solidFill>
                  <a:schemeClr val="dk1"/>
                </a:solidFill>
                <a:latin typeface="Arial"/>
                <a:ea typeface="Arial"/>
                <a:cs typeface="Arial"/>
                <a:sym typeface="Arial"/>
              </a:rPr>
              <a:t>This means that both the client</a:t>
            </a:r>
            <a:r>
              <a:rPr lang="en" sz="1300" b="1">
                <a:solidFill>
                  <a:schemeClr val="dk1"/>
                </a:solidFill>
                <a:latin typeface="Arial"/>
                <a:ea typeface="Arial"/>
                <a:cs typeface="Arial"/>
                <a:sym typeface="Arial"/>
              </a:rPr>
              <a:t> </a:t>
            </a:r>
            <a:r>
              <a:rPr lang="en" sz="1300">
                <a:solidFill>
                  <a:schemeClr val="dk1"/>
                </a:solidFill>
                <a:latin typeface="Arial"/>
                <a:ea typeface="Arial"/>
                <a:cs typeface="Arial"/>
                <a:sym typeface="Arial"/>
              </a:rPr>
              <a:t>and server send and receive data in the same way.</a:t>
            </a:r>
            <a:endParaRPr sz="1300">
              <a:solidFill>
                <a:schemeClr val="dk1"/>
              </a:solidFill>
              <a:latin typeface="Arial"/>
              <a:ea typeface="Arial"/>
              <a:cs typeface="Arial"/>
              <a:sym typeface="Arial"/>
            </a:endParaRPr>
          </a:p>
        </p:txBody>
      </p:sp>
      <p:sp>
        <p:nvSpPr>
          <p:cNvPr id="677" name="Google Shape;677;p64"/>
          <p:cNvSpPr txBox="1">
            <a:spLocks noGrp="1"/>
          </p:cNvSpPr>
          <p:nvPr>
            <p:ph type="title"/>
          </p:nvPr>
        </p:nvSpPr>
        <p:spPr>
          <a:xfrm>
            <a:off x="311725" y="500925"/>
            <a:ext cx="3706500" cy="638100"/>
          </a:xfrm>
          <a:prstGeom prst="rect">
            <a:avLst/>
          </a:prstGeom>
          <a:noFill/>
          <a:ln>
            <a:noFill/>
          </a:ln>
        </p:spPr>
        <p:txBody>
          <a:bodyPr spcFirstLastPara="1" wrap="square" lIns="91425" tIns="91425" rIns="91425" bIns="91425" anchor="t" anchorCtr="0">
            <a:noAutofit/>
          </a:bodyPr>
          <a:lstStyle/>
          <a:p>
            <a:pPr marL="0" lvl="0" indent="0" algn="l" rtl="0">
              <a:lnSpc>
                <a:spcPct val="90000"/>
              </a:lnSpc>
              <a:spcBef>
                <a:spcPts val="0"/>
              </a:spcBef>
              <a:spcAft>
                <a:spcPts val="0"/>
              </a:spcAft>
              <a:buClr>
                <a:schemeClr val="dk2"/>
              </a:buClr>
              <a:buSzPts val="3300"/>
              <a:buFont typeface="Calibri"/>
              <a:buNone/>
            </a:pPr>
            <a:r>
              <a:rPr lang="en"/>
              <a:t>Listening for Connections</a:t>
            </a:r>
            <a:endParaRPr/>
          </a:p>
        </p:txBody>
      </p:sp>
      <p:sp>
        <p:nvSpPr>
          <p:cNvPr id="678" name="Google Shape;678;p64"/>
          <p:cNvSpPr txBox="1">
            <a:spLocks noGrp="1"/>
          </p:cNvSpPr>
          <p:nvPr>
            <p:ph type="body" idx="1"/>
          </p:nvPr>
        </p:nvSpPr>
        <p:spPr>
          <a:xfrm>
            <a:off x="4644675" y="500925"/>
            <a:ext cx="4166400" cy="4432200"/>
          </a:xfrm>
          <a:prstGeom prst="rect">
            <a:avLst/>
          </a:prstGeom>
          <a:noFill/>
          <a:ln>
            <a:noFill/>
          </a:ln>
        </p:spPr>
        <p:txBody>
          <a:bodyPr spcFirstLastPara="1" wrap="square" lIns="68575" tIns="34275" rIns="68575" bIns="34275" anchor="t" anchorCtr="0">
            <a:normAutofit/>
          </a:bodyPr>
          <a:lstStyle/>
          <a:p>
            <a:pPr marL="457200" lvl="0" indent="-311150" algn="l" rtl="0">
              <a:lnSpc>
                <a:spcPct val="115000"/>
              </a:lnSpc>
              <a:spcBef>
                <a:spcPts val="0"/>
              </a:spcBef>
              <a:spcAft>
                <a:spcPts val="0"/>
              </a:spcAft>
              <a:buSzPts val="1300"/>
              <a:buChar char="●"/>
            </a:pPr>
            <a:r>
              <a:rPr lang="en"/>
              <a:t>Before a client can connect to a server, the server must begin </a:t>
            </a:r>
            <a:r>
              <a:rPr lang="en" b="1" i="1">
                <a:solidFill>
                  <a:srgbClr val="FF0000"/>
                </a:solidFill>
              </a:rPr>
              <a:t>listening</a:t>
            </a:r>
            <a:r>
              <a:rPr lang="en"/>
              <a:t> for incoming connections on an available port</a:t>
            </a:r>
            <a:endParaRPr/>
          </a:p>
          <a:p>
            <a:pPr marL="914400" lvl="1" indent="-304800" algn="l" rtl="0">
              <a:lnSpc>
                <a:spcPct val="115000"/>
              </a:lnSpc>
              <a:spcBef>
                <a:spcPts val="0"/>
              </a:spcBef>
              <a:spcAft>
                <a:spcPts val="0"/>
              </a:spcAft>
              <a:buSzPts val="1200"/>
              <a:buChar char="○"/>
            </a:pPr>
            <a:r>
              <a:rPr lang="en" sz="1200"/>
              <a:t>The </a:t>
            </a:r>
            <a:r>
              <a:rPr lang="en" sz="1200" b="1" i="1">
                <a:solidFill>
                  <a:srgbClr val="FF0000"/>
                </a:solidFill>
              </a:rPr>
              <a:t>port</a:t>
            </a:r>
            <a:r>
              <a:rPr lang="en" sz="1200"/>
              <a:t> is a positive number between 1 and 65,535</a:t>
            </a:r>
            <a:endParaRPr sz="1200"/>
          </a:p>
          <a:p>
            <a:pPr marL="914400" lvl="1" indent="-304800" algn="l" rtl="0">
              <a:lnSpc>
                <a:spcPct val="115000"/>
              </a:lnSpc>
              <a:spcBef>
                <a:spcPts val="0"/>
              </a:spcBef>
              <a:spcAft>
                <a:spcPts val="0"/>
              </a:spcAft>
              <a:buSzPts val="1200"/>
              <a:buChar char="○"/>
            </a:pPr>
            <a:r>
              <a:rPr lang="en" sz="1200"/>
              <a:t>Many ports are in use by the operating system or are </a:t>
            </a:r>
            <a:r>
              <a:rPr lang="en" sz="1200" b="1" i="1">
                <a:solidFill>
                  <a:srgbClr val="FF0000"/>
                </a:solidFill>
              </a:rPr>
              <a:t>reserved</a:t>
            </a:r>
            <a:r>
              <a:rPr lang="en" sz="1200"/>
              <a:t> (most of the ports below 1500)</a:t>
            </a:r>
            <a:endParaRPr sz="1200"/>
          </a:p>
          <a:p>
            <a:pPr marL="457200" lvl="0" indent="-311150" algn="l" rtl="0">
              <a:lnSpc>
                <a:spcPct val="115000"/>
              </a:lnSpc>
              <a:spcBef>
                <a:spcPts val="1000"/>
              </a:spcBef>
              <a:spcAft>
                <a:spcPts val="0"/>
              </a:spcAft>
              <a:buSzPts val="1300"/>
              <a:buChar char="●"/>
            </a:pPr>
            <a:r>
              <a:rPr lang="en"/>
              <a:t>The </a:t>
            </a:r>
            <a:r>
              <a:rPr lang="en">
                <a:latin typeface="Courier New"/>
                <a:ea typeface="Courier New"/>
                <a:cs typeface="Courier New"/>
                <a:sym typeface="Courier New"/>
              </a:rPr>
              <a:t>java.net.ServerSocket</a:t>
            </a:r>
            <a:r>
              <a:rPr lang="en"/>
              <a:t> class can be used to </a:t>
            </a:r>
            <a:r>
              <a:rPr lang="en" b="1" i="1">
                <a:solidFill>
                  <a:srgbClr val="FF0000"/>
                </a:solidFill>
              </a:rPr>
              <a:t>listen</a:t>
            </a:r>
            <a:r>
              <a:rPr lang="en"/>
              <a:t> for TCP/IP connections on a specified port</a:t>
            </a:r>
            <a:endParaRPr/>
          </a:p>
          <a:p>
            <a:pPr marL="0" lvl="0" indent="0" algn="l" rtl="0">
              <a:lnSpc>
                <a:spcPct val="115000"/>
              </a:lnSpc>
              <a:spcBef>
                <a:spcPts val="600"/>
              </a:spcBef>
              <a:spcAft>
                <a:spcPts val="0"/>
              </a:spcAft>
              <a:buNone/>
            </a:pPr>
            <a:r>
              <a:rPr lang="en">
                <a:latin typeface="Courier New"/>
                <a:ea typeface="Courier New"/>
                <a:cs typeface="Courier New"/>
                <a:sym typeface="Courier New"/>
              </a:rPr>
              <a:t>      ServerSocket s = </a:t>
            </a:r>
            <a:endParaRPr>
              <a:latin typeface="Courier New"/>
              <a:ea typeface="Courier New"/>
              <a:cs typeface="Courier New"/>
              <a:sym typeface="Courier New"/>
            </a:endParaRPr>
          </a:p>
          <a:p>
            <a:pPr marL="0" lvl="0" indent="0" algn="l" rtl="0">
              <a:lnSpc>
                <a:spcPct val="115000"/>
              </a:lnSpc>
              <a:spcBef>
                <a:spcPts val="0"/>
              </a:spcBef>
              <a:spcAft>
                <a:spcPts val="0"/>
              </a:spcAft>
              <a:buNone/>
            </a:pPr>
            <a:r>
              <a:rPr lang="en">
                <a:latin typeface="Courier New"/>
                <a:ea typeface="Courier New"/>
                <a:cs typeface="Courier New"/>
                <a:sym typeface="Courier New"/>
              </a:rPr>
              <a:t>          new ServerSocket(12345);</a:t>
            </a:r>
            <a:endParaRPr>
              <a:latin typeface="Courier New"/>
              <a:ea typeface="Courier New"/>
              <a:cs typeface="Courier New"/>
              <a:sym typeface="Courier New"/>
            </a:endParaRPr>
          </a:p>
          <a:p>
            <a:pPr marL="457200" lvl="0" indent="-311150" algn="l" rtl="0">
              <a:lnSpc>
                <a:spcPct val="115000"/>
              </a:lnSpc>
              <a:spcBef>
                <a:spcPts val="600"/>
              </a:spcBef>
              <a:spcAft>
                <a:spcPts val="0"/>
              </a:spcAft>
              <a:buSzPts val="1300"/>
              <a:buChar char="●"/>
            </a:pPr>
            <a:r>
              <a:rPr lang="en"/>
              <a:t>The </a:t>
            </a:r>
            <a:r>
              <a:rPr lang="en">
                <a:latin typeface="Courier New"/>
                <a:ea typeface="Courier New"/>
                <a:cs typeface="Courier New"/>
                <a:sym typeface="Courier New"/>
              </a:rPr>
              <a:t>accept()</a:t>
            </a:r>
            <a:r>
              <a:rPr lang="en"/>
              <a:t> method will </a:t>
            </a:r>
            <a:r>
              <a:rPr lang="en" b="1" i="1">
                <a:solidFill>
                  <a:srgbClr val="FF0000"/>
                </a:solidFill>
              </a:rPr>
              <a:t>block</a:t>
            </a:r>
            <a:r>
              <a:rPr lang="en"/>
              <a:t> until a client establishes a connection</a:t>
            </a:r>
            <a:endParaRPr/>
          </a:p>
          <a:p>
            <a:pPr marL="914400" lvl="1" indent="-304800" algn="l" rtl="0">
              <a:lnSpc>
                <a:spcPct val="115000"/>
              </a:lnSpc>
              <a:spcBef>
                <a:spcPts val="0"/>
              </a:spcBef>
              <a:spcAft>
                <a:spcPts val="0"/>
              </a:spcAft>
              <a:buSzPts val="1200"/>
              <a:buChar char="○"/>
            </a:pPr>
            <a:r>
              <a:rPr lang="en" sz="1200"/>
              <a:t>It returns a </a:t>
            </a:r>
            <a:r>
              <a:rPr lang="en" sz="1200">
                <a:latin typeface="Courier New"/>
                <a:ea typeface="Courier New"/>
                <a:cs typeface="Courier New"/>
                <a:sym typeface="Courier New"/>
              </a:rPr>
              <a:t>Socket</a:t>
            </a:r>
            <a:r>
              <a:rPr lang="en" sz="1200"/>
              <a:t> that can be used to communicate with the </a:t>
            </a:r>
            <a:r>
              <a:rPr lang="en" sz="1200" b="1" i="1">
                <a:solidFill>
                  <a:srgbClr val="FF0000"/>
                </a:solidFill>
              </a:rPr>
              <a:t>client</a:t>
            </a:r>
            <a:r>
              <a:rPr lang="en" sz="1200"/>
              <a:t>, i.e. by using the </a:t>
            </a:r>
            <a:r>
              <a:rPr lang="en" sz="1200">
                <a:latin typeface="Courier New"/>
                <a:ea typeface="Courier New"/>
                <a:cs typeface="Courier New"/>
                <a:sym typeface="Courier New"/>
              </a:rPr>
              <a:t>Socket</a:t>
            </a:r>
            <a:r>
              <a:rPr lang="en" sz="1200"/>
              <a:t>’s input and output streams.</a:t>
            </a:r>
            <a:endParaRPr sz="1200"/>
          </a:p>
        </p:txBody>
      </p:sp>
      <p:sp>
        <p:nvSpPr>
          <p:cNvPr id="679" name="Google Shape;679;p6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33</a:t>
            </a:fld>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73"/>
                                        </p:tgtEl>
                                        <p:attrNameLst>
                                          <p:attrName>style.visibility</p:attrName>
                                        </p:attrNameLst>
                                      </p:cBhvr>
                                      <p:to>
                                        <p:strVal val="visible"/>
                                      </p:to>
                                    </p:set>
                                    <p:animEffect transition="in" filter="fade">
                                      <p:cBhvr>
                                        <p:cTn id="7" dur="1000"/>
                                        <p:tgtEl>
                                          <p:spTgt spid="67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74"/>
                                        </p:tgtEl>
                                        <p:attrNameLst>
                                          <p:attrName>style.visibility</p:attrName>
                                        </p:attrNameLst>
                                      </p:cBhvr>
                                      <p:to>
                                        <p:strVal val="visible"/>
                                      </p:to>
                                    </p:set>
                                    <p:animEffect transition="in" filter="fade">
                                      <p:cBhvr>
                                        <p:cTn id="12" dur="1000"/>
                                        <p:tgtEl>
                                          <p:spTgt spid="67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75"/>
                                        </p:tgtEl>
                                        <p:attrNameLst>
                                          <p:attrName>style.visibility</p:attrName>
                                        </p:attrNameLst>
                                      </p:cBhvr>
                                      <p:to>
                                        <p:strVal val="visible"/>
                                      </p:to>
                                    </p:set>
                                    <p:animEffect transition="in" filter="fade">
                                      <p:cBhvr>
                                        <p:cTn id="17" dur="1000"/>
                                        <p:tgtEl>
                                          <p:spTgt spid="67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76"/>
                                        </p:tgtEl>
                                        <p:attrNameLst>
                                          <p:attrName>style.visibility</p:attrName>
                                        </p:attrNameLst>
                                      </p:cBhvr>
                                      <p:to>
                                        <p:strVal val="visible"/>
                                      </p:to>
                                    </p:set>
                                    <p:animEffect transition="in" filter="fade">
                                      <p:cBhvr>
                                        <p:cTn id="22" dur="1000"/>
                                        <p:tgtEl>
                                          <p:spTgt spid="67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83"/>
        <p:cNvGrpSpPr/>
        <p:nvPr/>
      </p:nvGrpSpPr>
      <p:grpSpPr>
        <a:xfrm>
          <a:off x="0" y="0"/>
          <a:ext cx="0" cy="0"/>
          <a:chOff x="0" y="0"/>
          <a:chExt cx="0" cy="0"/>
        </a:xfrm>
      </p:grpSpPr>
      <p:sp>
        <p:nvSpPr>
          <p:cNvPr id="684" name="Google Shape;684;p65"/>
          <p:cNvSpPr txBox="1">
            <a:spLocks noGrp="1"/>
          </p:cNvSpPr>
          <p:nvPr>
            <p:ph type="title"/>
          </p:nvPr>
        </p:nvSpPr>
        <p:spPr>
          <a:xfrm>
            <a:off x="1436850" y="76300"/>
            <a:ext cx="7642500" cy="5967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Clr>
                <a:schemeClr val="dk2"/>
              </a:buClr>
              <a:buSzPts val="3400"/>
              <a:buFont typeface="Calibri"/>
              <a:buNone/>
            </a:pPr>
            <a:r>
              <a:rPr lang="en" sz="3400"/>
              <a:t>Listening for Connections </a:t>
            </a:r>
            <a:endParaRPr sz="3400"/>
          </a:p>
        </p:txBody>
      </p:sp>
      <p:sp>
        <p:nvSpPr>
          <p:cNvPr id="685" name="Google Shape;685;p65"/>
          <p:cNvSpPr txBox="1">
            <a:spLocks noGrp="1"/>
          </p:cNvSpPr>
          <p:nvPr>
            <p:ph type="body" idx="1"/>
          </p:nvPr>
        </p:nvSpPr>
        <p:spPr>
          <a:xfrm>
            <a:off x="65250" y="731625"/>
            <a:ext cx="8955900" cy="9975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1600"/>
              </a:spcAft>
              <a:buClr>
                <a:srgbClr val="000000"/>
              </a:buClr>
              <a:buSzPts val="1800"/>
              <a:buNone/>
            </a:pPr>
            <a:r>
              <a:rPr lang="en"/>
              <a:t>A computer must be listening for incoming connections on a specific port before another process on the same or a different computer can connect to it. The mechanism for doing this in Java is the </a:t>
            </a:r>
            <a:r>
              <a:rPr lang="en">
                <a:latin typeface="Courier New"/>
                <a:ea typeface="Courier New"/>
                <a:cs typeface="Courier New"/>
                <a:sym typeface="Courier New"/>
              </a:rPr>
              <a:t>ServerSocket</a:t>
            </a:r>
            <a:r>
              <a:rPr lang="en"/>
              <a:t>. Write the code to listen for incoming connections on port </a:t>
            </a:r>
            <a:r>
              <a:rPr lang="en">
                <a:latin typeface="Courier New"/>
                <a:ea typeface="Courier New"/>
                <a:cs typeface="Courier New"/>
                <a:sym typeface="Courier New"/>
              </a:rPr>
              <a:t>22</a:t>
            </a:r>
            <a:r>
              <a:rPr lang="en"/>
              <a:t>.</a:t>
            </a:r>
            <a:endParaRPr sz="1500"/>
          </a:p>
        </p:txBody>
      </p:sp>
      <p:sp>
        <p:nvSpPr>
          <p:cNvPr id="686" name="Google Shape;686;p65"/>
          <p:cNvSpPr txBox="1"/>
          <p:nvPr/>
        </p:nvSpPr>
        <p:spPr>
          <a:xfrm>
            <a:off x="148700" y="1823650"/>
            <a:ext cx="2550900" cy="568500"/>
          </a:xfrm>
          <a:prstGeom prst="rect">
            <a:avLst/>
          </a:prstGeom>
          <a:solidFill>
            <a:srgbClr val="FFF2CC"/>
          </a:solidFill>
          <a:ln w="28575" cap="flat" cmpd="sng">
            <a:solidFill>
              <a:srgbClr val="FF0000"/>
            </a:solidFill>
            <a:prstDash val="solid"/>
            <a:round/>
            <a:headEnd type="none" w="sm" len="sm"/>
            <a:tailEnd type="none" w="sm" len="sm"/>
          </a:ln>
        </p:spPr>
        <p:txBody>
          <a:bodyPr spcFirstLastPara="1" wrap="square" lIns="91425" tIns="91425" rIns="91425" bIns="91425" anchor="t" anchorCtr="0">
            <a:noAutofit/>
          </a:bodyPr>
          <a:lstStyle/>
          <a:p>
            <a:pPr marL="0" marR="0" lvl="0" indent="0" algn="l" rtl="0">
              <a:spcBef>
                <a:spcPts val="0"/>
              </a:spcBef>
              <a:spcAft>
                <a:spcPts val="0"/>
              </a:spcAft>
              <a:buNone/>
            </a:pPr>
            <a:r>
              <a:rPr lang="en" sz="1200">
                <a:solidFill>
                  <a:schemeClr val="dk1"/>
                </a:solidFill>
                <a:latin typeface="Arial"/>
                <a:ea typeface="Arial"/>
                <a:cs typeface="Arial"/>
                <a:sym typeface="Arial"/>
              </a:rPr>
              <a:t>What will happen if the specified port is already in use?</a:t>
            </a:r>
            <a:endParaRPr sz="1200">
              <a:solidFill>
                <a:schemeClr val="dk1"/>
              </a:solidFill>
              <a:latin typeface="Arial"/>
              <a:ea typeface="Arial"/>
              <a:cs typeface="Arial"/>
              <a:sym typeface="Arial"/>
            </a:endParaRPr>
          </a:p>
        </p:txBody>
      </p:sp>
      <p:sp>
        <p:nvSpPr>
          <p:cNvPr id="687" name="Google Shape;687;p65"/>
          <p:cNvSpPr txBox="1">
            <a:spLocks noGrp="1"/>
          </p:cNvSpPr>
          <p:nvPr>
            <p:ph type="body" idx="2"/>
          </p:nvPr>
        </p:nvSpPr>
        <p:spPr>
          <a:xfrm>
            <a:off x="2699525" y="1784525"/>
            <a:ext cx="6241500" cy="1596900"/>
          </a:xfrm>
          <a:prstGeom prst="rect">
            <a:avLst/>
          </a:prstGeom>
          <a:noFill/>
          <a:ln>
            <a:noFill/>
          </a:ln>
        </p:spPr>
        <p:txBody>
          <a:bodyPr spcFirstLastPara="1" wrap="square" lIns="68575" tIns="34275" rIns="68575" bIns="34275" anchor="t" anchorCtr="0">
            <a:spAutoFit/>
          </a:bodyPr>
          <a:lstStyle/>
          <a:p>
            <a:pPr marL="457200" lvl="0" indent="-323850" algn="l" rtl="0">
              <a:lnSpc>
                <a:spcPct val="115000"/>
              </a:lnSpc>
              <a:spcBef>
                <a:spcPts val="0"/>
              </a:spcBef>
              <a:spcAft>
                <a:spcPts val="0"/>
              </a:spcAft>
              <a:buSzPts val="1500"/>
              <a:buChar char="●"/>
            </a:pPr>
            <a:r>
              <a:rPr lang="en" sz="1500"/>
              <a:t>In </a:t>
            </a:r>
            <a:r>
              <a:rPr lang="en" sz="1500">
                <a:latin typeface="Courier New"/>
                <a:ea typeface="Courier New"/>
                <a:cs typeface="Courier New"/>
                <a:sym typeface="Courier New"/>
              </a:rPr>
              <a:t>activities</a:t>
            </a:r>
            <a:r>
              <a:rPr lang="en" sz="1500"/>
              <a:t>, create a new class named "</a:t>
            </a:r>
            <a:r>
              <a:rPr lang="en" sz="1500">
                <a:solidFill>
                  <a:srgbClr val="FF0000"/>
                </a:solidFill>
                <a:latin typeface="Courier New"/>
                <a:ea typeface="Courier New"/>
                <a:cs typeface="Courier New"/>
                <a:sym typeface="Courier New"/>
              </a:rPr>
              <a:t>Listener</a:t>
            </a:r>
            <a:r>
              <a:rPr lang="en" sz="1500"/>
              <a:t>".</a:t>
            </a:r>
            <a:endParaRPr sz="1500"/>
          </a:p>
          <a:p>
            <a:pPr marL="457200" lvl="0" indent="-323850" algn="l" rtl="0">
              <a:lnSpc>
                <a:spcPct val="115000"/>
              </a:lnSpc>
              <a:spcBef>
                <a:spcPts val="0"/>
              </a:spcBef>
              <a:spcAft>
                <a:spcPts val="0"/>
              </a:spcAft>
              <a:buSzPts val="1500"/>
              <a:buChar char="●"/>
            </a:pPr>
            <a:r>
              <a:rPr lang="en" sz="1500"/>
              <a:t>Using a </a:t>
            </a:r>
            <a:r>
              <a:rPr lang="en" sz="1500">
                <a:solidFill>
                  <a:srgbClr val="FF0000"/>
                </a:solidFill>
                <a:latin typeface="Courier New"/>
                <a:ea typeface="Courier New"/>
                <a:cs typeface="Courier New"/>
                <a:sym typeface="Courier New"/>
              </a:rPr>
              <a:t>ServerSocket</a:t>
            </a:r>
            <a:r>
              <a:rPr lang="en" sz="1500"/>
              <a:t> listen for connections on port </a:t>
            </a:r>
            <a:r>
              <a:rPr lang="en" sz="1500">
                <a:latin typeface="Courier New"/>
                <a:ea typeface="Courier New"/>
                <a:cs typeface="Courier New"/>
                <a:sym typeface="Courier New"/>
              </a:rPr>
              <a:t>22</a:t>
            </a:r>
            <a:r>
              <a:rPr lang="en" sz="1500"/>
              <a:t>.</a:t>
            </a:r>
            <a:endParaRPr sz="1500"/>
          </a:p>
          <a:p>
            <a:pPr marL="457200" lvl="0" indent="-323850" algn="l" rtl="0">
              <a:lnSpc>
                <a:spcPct val="115000"/>
              </a:lnSpc>
              <a:spcBef>
                <a:spcPts val="0"/>
              </a:spcBef>
              <a:spcAft>
                <a:spcPts val="0"/>
              </a:spcAft>
              <a:buSzPts val="1500"/>
              <a:buChar char="●"/>
            </a:pPr>
            <a:r>
              <a:rPr lang="en" sz="1500"/>
              <a:t>When a connection is accepted, print the received message and close the connection.</a:t>
            </a:r>
            <a:endParaRPr sz="1500"/>
          </a:p>
          <a:p>
            <a:pPr marL="457200" lvl="0" indent="-323850" algn="l" rtl="0">
              <a:lnSpc>
                <a:spcPct val="115000"/>
              </a:lnSpc>
              <a:spcBef>
                <a:spcPts val="0"/>
              </a:spcBef>
              <a:spcAft>
                <a:spcPts val="0"/>
              </a:spcAft>
              <a:buSzPts val="1500"/>
              <a:buChar char="●"/>
            </a:pPr>
            <a:r>
              <a:rPr lang="en" sz="1500"/>
              <a:t>Run your code and use verify it waits for a connection.</a:t>
            </a:r>
            <a:endParaRPr sz="1500">
              <a:solidFill>
                <a:srgbClr val="FF0000"/>
              </a:solidFill>
              <a:latin typeface="Courier New"/>
              <a:ea typeface="Courier New"/>
              <a:cs typeface="Courier New"/>
              <a:sym typeface="Courier New"/>
            </a:endParaRPr>
          </a:p>
          <a:p>
            <a:pPr marL="914400" lvl="1" indent="-311150" algn="l" rtl="0">
              <a:lnSpc>
                <a:spcPct val="115000"/>
              </a:lnSpc>
              <a:spcBef>
                <a:spcPts val="0"/>
              </a:spcBef>
              <a:spcAft>
                <a:spcPts val="0"/>
              </a:spcAft>
              <a:buSzPts val="1300"/>
              <a:buChar char="○"/>
            </a:pPr>
            <a:r>
              <a:rPr lang="en" sz="1300"/>
              <a:t>You don't actually need to make a connection right now.</a:t>
            </a:r>
            <a:endParaRPr sz="1300"/>
          </a:p>
        </p:txBody>
      </p:sp>
      <p:sp>
        <p:nvSpPr>
          <p:cNvPr id="688" name="Google Shape;688;p65"/>
          <p:cNvSpPr txBox="1">
            <a:spLocks noGrp="1"/>
          </p:cNvSpPr>
          <p:nvPr>
            <p:ph type="sldNum" idx="12"/>
          </p:nvPr>
        </p:nvSpPr>
        <p:spPr>
          <a:xfrm>
            <a:off x="8548658" y="47394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34</a:t>
            </a:fld>
            <a:endParaRPr/>
          </a:p>
        </p:txBody>
      </p:sp>
      <p:sp>
        <p:nvSpPr>
          <p:cNvPr id="689" name="Google Shape;689;p65"/>
          <p:cNvSpPr txBox="1"/>
          <p:nvPr/>
        </p:nvSpPr>
        <p:spPr>
          <a:xfrm>
            <a:off x="148700" y="2515575"/>
            <a:ext cx="2550900" cy="749700"/>
          </a:xfrm>
          <a:prstGeom prst="rect">
            <a:avLst/>
          </a:prstGeom>
          <a:solidFill>
            <a:srgbClr val="FFF2CC"/>
          </a:solidFill>
          <a:ln w="28575" cap="flat" cmpd="sng">
            <a:solidFill>
              <a:srgbClr val="FF0000"/>
            </a:solidFill>
            <a:prstDash val="solid"/>
            <a:round/>
            <a:headEnd type="none" w="sm" len="sm"/>
            <a:tailEnd type="none" w="sm" len="sm"/>
          </a:ln>
        </p:spPr>
        <p:txBody>
          <a:bodyPr spcFirstLastPara="1" wrap="square" lIns="91425" tIns="91425" rIns="91425" bIns="91425" anchor="t" anchorCtr="0">
            <a:noAutofit/>
          </a:bodyPr>
          <a:lstStyle/>
          <a:p>
            <a:pPr marL="0" marR="0" lvl="0" indent="0" algn="l" rtl="0">
              <a:spcBef>
                <a:spcPts val="0"/>
              </a:spcBef>
              <a:spcAft>
                <a:spcPts val="0"/>
              </a:spcAft>
              <a:buNone/>
            </a:pPr>
            <a:r>
              <a:rPr lang="en" sz="1200">
                <a:solidFill>
                  <a:schemeClr val="dk1"/>
                </a:solidFill>
              </a:rPr>
              <a:t>You can use </a:t>
            </a:r>
            <a:r>
              <a:rPr lang="en" sz="1200">
                <a:solidFill>
                  <a:schemeClr val="dk1"/>
                </a:solidFill>
                <a:latin typeface="Courier New"/>
                <a:ea typeface="Courier New"/>
                <a:cs typeface="Courier New"/>
                <a:sym typeface="Courier New"/>
              </a:rPr>
              <a:t>ssh</a:t>
            </a:r>
            <a:r>
              <a:rPr lang="en" sz="1200">
                <a:solidFill>
                  <a:schemeClr val="dk1"/>
                </a:solidFill>
              </a:rPr>
              <a:t> </a:t>
            </a:r>
            <a:r>
              <a:rPr lang="en" sz="1200">
                <a:solidFill>
                  <a:schemeClr val="dk1"/>
                </a:solidFill>
                <a:latin typeface="Courier New"/>
                <a:ea typeface="Courier New"/>
                <a:cs typeface="Courier New"/>
                <a:sym typeface="Courier New"/>
              </a:rPr>
              <a:t>localhost</a:t>
            </a:r>
            <a:r>
              <a:rPr lang="en" sz="1200">
                <a:solidFill>
                  <a:schemeClr val="dk1"/>
                </a:solidFill>
              </a:rPr>
              <a:t> to test your server if you would like to.</a:t>
            </a:r>
            <a:endParaRPr sz="1200">
              <a:solidFill>
                <a:schemeClr val="dk1"/>
              </a:solidFill>
              <a:latin typeface="Arial"/>
              <a:ea typeface="Arial"/>
              <a:cs typeface="Arial"/>
              <a:sym typeface="Arial"/>
            </a:endParaRPr>
          </a:p>
        </p:txBody>
      </p:sp>
      <p:sp>
        <p:nvSpPr>
          <p:cNvPr id="690" name="Google Shape;690;p65"/>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9.7</a:t>
            </a:r>
            <a:endParaRPr/>
          </a:p>
        </p:txBody>
      </p:sp>
      <p:sp>
        <p:nvSpPr>
          <p:cNvPr id="691" name="Google Shape;691;p65"/>
          <p:cNvSpPr txBox="1"/>
          <p:nvPr/>
        </p:nvSpPr>
        <p:spPr>
          <a:xfrm>
            <a:off x="3215075" y="3544850"/>
            <a:ext cx="5542200" cy="11604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35714"/>
              </a:lnSpc>
              <a:spcBef>
                <a:spcPts val="0"/>
              </a:spcBef>
              <a:spcAft>
                <a:spcPts val="0"/>
              </a:spcAft>
              <a:buNone/>
            </a:pPr>
            <a:r>
              <a:rPr lang="en" sz="1250">
                <a:solidFill>
                  <a:srgbClr val="267F99"/>
                </a:solidFill>
                <a:latin typeface="Consolas"/>
                <a:ea typeface="Consolas"/>
                <a:cs typeface="Consolas"/>
                <a:sym typeface="Consolas"/>
              </a:rPr>
              <a:t>ServerSocket</a:t>
            </a:r>
            <a:r>
              <a:rPr lang="en" sz="1250">
                <a:latin typeface="Consolas"/>
                <a:ea typeface="Consolas"/>
                <a:cs typeface="Consolas"/>
                <a:sym typeface="Consolas"/>
              </a:rPr>
              <a:t> </a:t>
            </a:r>
            <a:r>
              <a:rPr lang="en" sz="1250">
                <a:solidFill>
                  <a:srgbClr val="001080"/>
                </a:solidFill>
                <a:latin typeface="Consolas"/>
                <a:ea typeface="Consolas"/>
                <a:cs typeface="Consolas"/>
                <a:sym typeface="Consolas"/>
              </a:rPr>
              <a:t>server</a:t>
            </a:r>
            <a:r>
              <a:rPr lang="en" sz="1250">
                <a:latin typeface="Consolas"/>
                <a:ea typeface="Consolas"/>
                <a:cs typeface="Consolas"/>
                <a:sym typeface="Consolas"/>
              </a:rPr>
              <a:t> = </a:t>
            </a:r>
            <a:r>
              <a:rPr lang="en" sz="1250">
                <a:solidFill>
                  <a:srgbClr val="AF00DB"/>
                </a:solidFill>
                <a:latin typeface="Consolas"/>
                <a:ea typeface="Consolas"/>
                <a:cs typeface="Consolas"/>
                <a:sym typeface="Consolas"/>
              </a:rPr>
              <a:t>new</a:t>
            </a:r>
            <a:r>
              <a:rPr lang="en" sz="1250">
                <a:latin typeface="Consolas"/>
                <a:ea typeface="Consolas"/>
                <a:cs typeface="Consolas"/>
                <a:sym typeface="Consolas"/>
              </a:rPr>
              <a:t> </a:t>
            </a:r>
            <a:r>
              <a:rPr lang="en" sz="1250">
                <a:solidFill>
                  <a:srgbClr val="795E26"/>
                </a:solidFill>
                <a:latin typeface="Consolas"/>
                <a:ea typeface="Consolas"/>
                <a:cs typeface="Consolas"/>
                <a:sym typeface="Consolas"/>
              </a:rPr>
              <a:t>ServerSocket</a:t>
            </a:r>
            <a:r>
              <a:rPr lang="en" sz="1250">
                <a:latin typeface="Consolas"/>
                <a:ea typeface="Consolas"/>
                <a:cs typeface="Consolas"/>
                <a:sym typeface="Consolas"/>
              </a:rPr>
              <a:t>(portnum);</a:t>
            </a:r>
            <a:endParaRPr sz="1250">
              <a:latin typeface="Consolas"/>
              <a:ea typeface="Consolas"/>
              <a:cs typeface="Consolas"/>
              <a:sym typeface="Consolas"/>
            </a:endParaRPr>
          </a:p>
          <a:p>
            <a:pPr marL="0" lvl="0" indent="0" algn="l" rtl="0">
              <a:lnSpc>
                <a:spcPct val="135714"/>
              </a:lnSpc>
              <a:spcBef>
                <a:spcPts val="0"/>
              </a:spcBef>
              <a:spcAft>
                <a:spcPts val="0"/>
              </a:spcAft>
              <a:buNone/>
            </a:pPr>
            <a:r>
              <a:rPr lang="en" sz="1250">
                <a:solidFill>
                  <a:srgbClr val="267F99"/>
                </a:solidFill>
                <a:latin typeface="Consolas"/>
                <a:ea typeface="Consolas"/>
                <a:cs typeface="Consolas"/>
                <a:sym typeface="Consolas"/>
              </a:rPr>
              <a:t>Socket</a:t>
            </a:r>
            <a:r>
              <a:rPr lang="en" sz="1250">
                <a:latin typeface="Consolas"/>
                <a:ea typeface="Consolas"/>
                <a:cs typeface="Consolas"/>
                <a:sym typeface="Consolas"/>
              </a:rPr>
              <a:t> </a:t>
            </a:r>
            <a:r>
              <a:rPr lang="en" sz="1250">
                <a:solidFill>
                  <a:srgbClr val="001080"/>
                </a:solidFill>
                <a:latin typeface="Consolas"/>
                <a:ea typeface="Consolas"/>
                <a:cs typeface="Consolas"/>
                <a:sym typeface="Consolas"/>
              </a:rPr>
              <a:t>client</a:t>
            </a:r>
            <a:r>
              <a:rPr lang="en" sz="1250">
                <a:latin typeface="Consolas"/>
                <a:ea typeface="Consolas"/>
                <a:cs typeface="Consolas"/>
                <a:sym typeface="Consolas"/>
              </a:rPr>
              <a:t> = </a:t>
            </a:r>
            <a:r>
              <a:rPr lang="en" sz="1250">
                <a:solidFill>
                  <a:srgbClr val="001080"/>
                </a:solidFill>
                <a:latin typeface="Consolas"/>
                <a:ea typeface="Consolas"/>
                <a:cs typeface="Consolas"/>
                <a:sym typeface="Consolas"/>
              </a:rPr>
              <a:t>server</a:t>
            </a:r>
            <a:r>
              <a:rPr lang="en" sz="1250">
                <a:latin typeface="Consolas"/>
                <a:ea typeface="Consolas"/>
                <a:cs typeface="Consolas"/>
                <a:sym typeface="Consolas"/>
              </a:rPr>
              <a:t>.</a:t>
            </a:r>
            <a:r>
              <a:rPr lang="en" sz="1250">
                <a:solidFill>
                  <a:srgbClr val="795E26"/>
                </a:solidFill>
                <a:latin typeface="Consolas"/>
                <a:ea typeface="Consolas"/>
                <a:cs typeface="Consolas"/>
                <a:sym typeface="Consolas"/>
              </a:rPr>
              <a:t>accept</a:t>
            </a:r>
            <a:r>
              <a:rPr lang="en" sz="1250">
                <a:latin typeface="Consolas"/>
                <a:ea typeface="Consolas"/>
                <a:cs typeface="Consolas"/>
                <a:sym typeface="Consolas"/>
              </a:rPr>
              <a:t>();</a:t>
            </a:r>
            <a:endParaRPr sz="1250">
              <a:latin typeface="Consolas"/>
              <a:ea typeface="Consolas"/>
              <a:cs typeface="Consolas"/>
              <a:sym typeface="Consolas"/>
            </a:endParaRPr>
          </a:p>
          <a:p>
            <a:pPr marL="0" lvl="0" indent="0" algn="l" rtl="0">
              <a:lnSpc>
                <a:spcPct val="135714"/>
              </a:lnSpc>
              <a:spcBef>
                <a:spcPts val="0"/>
              </a:spcBef>
              <a:spcAft>
                <a:spcPts val="0"/>
              </a:spcAft>
              <a:buNone/>
            </a:pPr>
            <a:r>
              <a:rPr lang="en" sz="1250">
                <a:solidFill>
                  <a:srgbClr val="267F99"/>
                </a:solidFill>
                <a:latin typeface="Consolas"/>
                <a:ea typeface="Consolas"/>
                <a:cs typeface="Consolas"/>
                <a:sym typeface="Consolas"/>
              </a:rPr>
              <a:t>System</a:t>
            </a:r>
            <a:r>
              <a:rPr lang="en" sz="1250">
                <a:latin typeface="Consolas"/>
                <a:ea typeface="Consolas"/>
                <a:cs typeface="Consolas"/>
                <a:sym typeface="Consolas"/>
              </a:rPr>
              <a:t>.</a:t>
            </a:r>
            <a:r>
              <a:rPr lang="en" sz="1250">
                <a:solidFill>
                  <a:srgbClr val="0070C1"/>
                </a:solidFill>
                <a:latin typeface="Consolas"/>
                <a:ea typeface="Consolas"/>
                <a:cs typeface="Consolas"/>
                <a:sym typeface="Consolas"/>
              </a:rPr>
              <a:t>out</a:t>
            </a:r>
            <a:r>
              <a:rPr lang="en" sz="1250">
                <a:latin typeface="Consolas"/>
                <a:ea typeface="Consolas"/>
                <a:cs typeface="Consolas"/>
                <a:sym typeface="Consolas"/>
              </a:rPr>
              <a:t>.</a:t>
            </a:r>
            <a:r>
              <a:rPr lang="en" sz="1250">
                <a:solidFill>
                  <a:srgbClr val="795E26"/>
                </a:solidFill>
                <a:latin typeface="Consolas"/>
                <a:ea typeface="Consolas"/>
                <a:cs typeface="Consolas"/>
                <a:sym typeface="Consolas"/>
              </a:rPr>
              <a:t>println</a:t>
            </a:r>
            <a:r>
              <a:rPr lang="en" sz="1250">
                <a:latin typeface="Consolas"/>
                <a:ea typeface="Consolas"/>
                <a:cs typeface="Consolas"/>
                <a:sym typeface="Consolas"/>
              </a:rPr>
              <a:t>(</a:t>
            </a:r>
            <a:r>
              <a:rPr lang="en" sz="1250">
                <a:solidFill>
                  <a:srgbClr val="A31515"/>
                </a:solidFill>
                <a:latin typeface="Consolas"/>
                <a:ea typeface="Consolas"/>
                <a:cs typeface="Consolas"/>
                <a:sym typeface="Consolas"/>
              </a:rPr>
              <a:t>"Connected!"</a:t>
            </a:r>
            <a:r>
              <a:rPr lang="en" sz="1250">
                <a:latin typeface="Consolas"/>
                <a:ea typeface="Consolas"/>
                <a:cs typeface="Consolas"/>
                <a:sym typeface="Consolas"/>
              </a:rPr>
              <a:t>);</a:t>
            </a:r>
            <a:endParaRPr sz="1250">
              <a:latin typeface="Consolas"/>
              <a:ea typeface="Consolas"/>
              <a:cs typeface="Consolas"/>
              <a:sym typeface="Consolas"/>
            </a:endParaRPr>
          </a:p>
          <a:p>
            <a:pPr marL="0" lvl="0" indent="0" algn="l" rtl="0">
              <a:lnSpc>
                <a:spcPct val="135714"/>
              </a:lnSpc>
              <a:spcBef>
                <a:spcPts val="0"/>
              </a:spcBef>
              <a:spcAft>
                <a:spcPts val="0"/>
              </a:spcAft>
              <a:buNone/>
            </a:pPr>
            <a:r>
              <a:rPr lang="en" sz="1250">
                <a:solidFill>
                  <a:srgbClr val="001080"/>
                </a:solidFill>
                <a:latin typeface="Consolas"/>
                <a:ea typeface="Consolas"/>
                <a:cs typeface="Consolas"/>
                <a:sym typeface="Consolas"/>
              </a:rPr>
              <a:t>client</a:t>
            </a:r>
            <a:r>
              <a:rPr lang="en" sz="1250">
                <a:latin typeface="Consolas"/>
                <a:ea typeface="Consolas"/>
                <a:cs typeface="Consolas"/>
                <a:sym typeface="Consolas"/>
              </a:rPr>
              <a:t>.</a:t>
            </a:r>
            <a:r>
              <a:rPr lang="en" sz="1250">
                <a:solidFill>
                  <a:srgbClr val="795E26"/>
                </a:solidFill>
                <a:latin typeface="Consolas"/>
                <a:ea typeface="Consolas"/>
                <a:cs typeface="Consolas"/>
                <a:sym typeface="Consolas"/>
              </a:rPr>
              <a:t>close</a:t>
            </a:r>
            <a:r>
              <a:rPr lang="en" sz="1250">
                <a:latin typeface="Consolas"/>
                <a:ea typeface="Consolas"/>
                <a:cs typeface="Consolas"/>
                <a:sym typeface="Consolas"/>
              </a:rPr>
              <a:t>();</a:t>
            </a:r>
            <a:endParaRPr>
              <a:solidFill>
                <a:srgbClr val="D4D4D4"/>
              </a:solidFill>
              <a:latin typeface="Consolas"/>
              <a:ea typeface="Consolas"/>
              <a:cs typeface="Consolas"/>
              <a:sym typeface="Consolas"/>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95"/>
        <p:cNvGrpSpPr/>
        <p:nvPr/>
      </p:nvGrpSpPr>
      <p:grpSpPr>
        <a:xfrm>
          <a:off x="0" y="0"/>
          <a:ext cx="0" cy="0"/>
          <a:chOff x="0" y="0"/>
          <a:chExt cx="0" cy="0"/>
        </a:xfrm>
      </p:grpSpPr>
      <p:sp>
        <p:nvSpPr>
          <p:cNvPr id="696" name="Google Shape;696;p66"/>
          <p:cNvSpPr txBox="1">
            <a:spLocks noGrp="1"/>
          </p:cNvSpPr>
          <p:nvPr>
            <p:ph type="title"/>
          </p:nvPr>
        </p:nvSpPr>
        <p:spPr>
          <a:xfrm>
            <a:off x="5264725" y="112050"/>
            <a:ext cx="3706500" cy="564300"/>
          </a:xfrm>
          <a:prstGeom prst="rect">
            <a:avLst/>
          </a:prstGeom>
          <a:noFill/>
          <a:ln>
            <a:noFill/>
          </a:ln>
        </p:spPr>
        <p:txBody>
          <a:bodyPr spcFirstLastPara="1" wrap="square" lIns="91425" tIns="91425" rIns="91425" bIns="91425" anchor="t" anchorCtr="0">
            <a:noAutofit/>
          </a:bodyPr>
          <a:lstStyle/>
          <a:p>
            <a:pPr marL="0" lvl="0" indent="0" algn="l" rtl="0">
              <a:lnSpc>
                <a:spcPct val="90000"/>
              </a:lnSpc>
              <a:spcBef>
                <a:spcPts val="0"/>
              </a:spcBef>
              <a:spcAft>
                <a:spcPts val="0"/>
              </a:spcAft>
              <a:buClr>
                <a:schemeClr val="dk2"/>
              </a:buClr>
              <a:buSzPts val="3300"/>
              <a:buFont typeface="Calibri"/>
              <a:buNone/>
            </a:pPr>
            <a:r>
              <a:rPr lang="en" sz="2500"/>
              <a:t>Review: Sending Data</a:t>
            </a:r>
            <a:endParaRPr sz="2500"/>
          </a:p>
        </p:txBody>
      </p:sp>
      <p:sp>
        <p:nvSpPr>
          <p:cNvPr id="697" name="Google Shape;697;p66"/>
          <p:cNvSpPr txBox="1">
            <a:spLocks noGrp="1"/>
          </p:cNvSpPr>
          <p:nvPr>
            <p:ph type="body" idx="1"/>
          </p:nvPr>
        </p:nvSpPr>
        <p:spPr>
          <a:xfrm>
            <a:off x="301275" y="500925"/>
            <a:ext cx="4166400" cy="4432200"/>
          </a:xfrm>
          <a:prstGeom prst="rect">
            <a:avLst/>
          </a:prstGeom>
          <a:noFill/>
          <a:ln>
            <a:noFill/>
          </a:ln>
        </p:spPr>
        <p:txBody>
          <a:bodyPr spcFirstLastPara="1" wrap="square" lIns="68575" tIns="34275" rIns="68575" bIns="34275" anchor="t" anchorCtr="0">
            <a:normAutofit/>
          </a:bodyPr>
          <a:lstStyle/>
          <a:p>
            <a:pPr marL="457200" lvl="0" indent="-311150" algn="l" rtl="0">
              <a:lnSpc>
                <a:spcPct val="115000"/>
              </a:lnSpc>
              <a:spcBef>
                <a:spcPts val="0"/>
              </a:spcBef>
              <a:spcAft>
                <a:spcPts val="0"/>
              </a:spcAft>
              <a:buSzPts val="1300"/>
              <a:buChar char="●"/>
            </a:pPr>
            <a:r>
              <a:rPr lang="en"/>
              <a:t>Once a connection is established, </a:t>
            </a:r>
            <a:r>
              <a:rPr lang="en" b="1" i="1">
                <a:solidFill>
                  <a:srgbClr val="FF0000"/>
                </a:solidFill>
              </a:rPr>
              <a:t>both</a:t>
            </a:r>
            <a:r>
              <a:rPr lang="en"/>
              <a:t> sides of the connection are represented as </a:t>
            </a:r>
            <a:r>
              <a:rPr lang="en">
                <a:latin typeface="Courier New"/>
                <a:ea typeface="Courier New"/>
                <a:cs typeface="Courier New"/>
                <a:sym typeface="Courier New"/>
              </a:rPr>
              <a:t>Socket</a:t>
            </a:r>
            <a:r>
              <a:rPr lang="en"/>
              <a:t>s</a:t>
            </a:r>
            <a:endParaRPr/>
          </a:p>
          <a:p>
            <a:pPr marL="457200" lvl="0" indent="-311150" algn="l" rtl="0">
              <a:lnSpc>
                <a:spcPct val="115000"/>
              </a:lnSpc>
              <a:spcBef>
                <a:spcPts val="1000"/>
              </a:spcBef>
              <a:spcAft>
                <a:spcPts val="0"/>
              </a:spcAft>
              <a:buSzPts val="1300"/>
              <a:buChar char="●"/>
            </a:pPr>
            <a:r>
              <a:rPr lang="en"/>
              <a:t>The </a:t>
            </a:r>
            <a:r>
              <a:rPr lang="en">
                <a:latin typeface="Courier New"/>
                <a:ea typeface="Courier New"/>
                <a:cs typeface="Courier New"/>
                <a:sym typeface="Courier New"/>
              </a:rPr>
              <a:t>getOutputStream()</a:t>
            </a:r>
            <a:r>
              <a:rPr lang="en"/>
              <a:t> method will return an </a:t>
            </a:r>
            <a:r>
              <a:rPr lang="en">
                <a:latin typeface="Courier New"/>
                <a:ea typeface="Courier New"/>
                <a:cs typeface="Courier New"/>
                <a:sym typeface="Courier New"/>
              </a:rPr>
              <a:t>OutputStream</a:t>
            </a:r>
            <a:r>
              <a:rPr lang="en"/>
              <a:t> that can be used to </a:t>
            </a:r>
            <a:r>
              <a:rPr lang="en" b="1" i="1">
                <a:solidFill>
                  <a:srgbClr val="FF0000"/>
                </a:solidFill>
              </a:rPr>
              <a:t>send</a:t>
            </a:r>
            <a:r>
              <a:rPr lang="en"/>
              <a:t> data to the other end of the connection</a:t>
            </a:r>
            <a:endParaRPr/>
          </a:p>
          <a:p>
            <a:pPr marL="457200" lvl="0" indent="-311150" algn="l" rtl="0">
              <a:lnSpc>
                <a:spcPct val="115000"/>
              </a:lnSpc>
              <a:spcBef>
                <a:spcPts val="1000"/>
              </a:spcBef>
              <a:spcAft>
                <a:spcPts val="0"/>
              </a:spcAft>
              <a:buSzPts val="1300"/>
              <a:buChar char="●"/>
            </a:pPr>
            <a:r>
              <a:rPr lang="en"/>
              <a:t>Recall that Java streams are used to send </a:t>
            </a:r>
            <a:r>
              <a:rPr lang="en" b="1" i="1">
                <a:solidFill>
                  <a:srgbClr val="FF0000"/>
                </a:solidFill>
              </a:rPr>
              <a:t>binary data</a:t>
            </a:r>
            <a:r>
              <a:rPr lang="en"/>
              <a:t>. If </a:t>
            </a:r>
            <a:r>
              <a:rPr lang="en" b="1" i="1">
                <a:solidFill>
                  <a:srgbClr val="FF0000"/>
                </a:solidFill>
              </a:rPr>
              <a:t>text data</a:t>
            </a:r>
            <a:r>
              <a:rPr lang="en"/>
              <a:t> is preferred, the </a:t>
            </a:r>
            <a:r>
              <a:rPr lang="en">
                <a:latin typeface="Consolas"/>
                <a:ea typeface="Consolas"/>
                <a:cs typeface="Consolas"/>
                <a:sym typeface="Consolas"/>
              </a:rPr>
              <a:t>OutputStream</a:t>
            </a:r>
            <a:r>
              <a:rPr lang="en"/>
              <a:t> may be wrapped in an instance of the </a:t>
            </a:r>
            <a:r>
              <a:rPr lang="en">
                <a:latin typeface="Courier New"/>
                <a:ea typeface="Courier New"/>
                <a:cs typeface="Courier New"/>
                <a:sym typeface="Courier New"/>
              </a:rPr>
              <a:t>java.io.PrintWriter</a:t>
            </a:r>
            <a:r>
              <a:rPr lang="en"/>
              <a:t> class</a:t>
            </a:r>
            <a:endParaRPr/>
          </a:p>
          <a:p>
            <a:pPr marL="0" lvl="0" indent="457200" algn="l" rtl="0">
              <a:lnSpc>
                <a:spcPct val="115000"/>
              </a:lnSpc>
              <a:spcBef>
                <a:spcPts val="600"/>
              </a:spcBef>
              <a:spcAft>
                <a:spcPts val="0"/>
              </a:spcAft>
              <a:buNone/>
            </a:pPr>
            <a:r>
              <a:rPr lang="en" sz="1200">
                <a:latin typeface="Courier New"/>
                <a:ea typeface="Courier New"/>
                <a:cs typeface="Courier New"/>
                <a:sym typeface="Courier New"/>
              </a:rPr>
              <a:t>  PrintWriter writer = </a:t>
            </a:r>
            <a:endParaRPr sz="1200">
              <a:latin typeface="Courier New"/>
              <a:ea typeface="Courier New"/>
              <a:cs typeface="Courier New"/>
              <a:sym typeface="Courier New"/>
            </a:endParaRPr>
          </a:p>
          <a:p>
            <a:pPr marL="0" lvl="0" indent="457200" algn="l" rtl="0">
              <a:lnSpc>
                <a:spcPct val="115000"/>
              </a:lnSpc>
              <a:spcBef>
                <a:spcPts val="0"/>
              </a:spcBef>
              <a:spcAft>
                <a:spcPts val="0"/>
              </a:spcAft>
              <a:buNone/>
            </a:pPr>
            <a:r>
              <a:rPr lang="en" sz="1200">
                <a:latin typeface="Courier New"/>
                <a:ea typeface="Courier New"/>
                <a:cs typeface="Courier New"/>
                <a:sym typeface="Courier New"/>
              </a:rPr>
              <a:t>      new PrintWriter(stream);</a:t>
            </a:r>
            <a:endParaRPr sz="1200">
              <a:latin typeface="Courier New"/>
              <a:ea typeface="Courier New"/>
              <a:cs typeface="Courier New"/>
              <a:sym typeface="Courier New"/>
            </a:endParaRPr>
          </a:p>
          <a:p>
            <a:pPr marL="457200" lvl="0" indent="-311150" algn="l" rtl="0">
              <a:lnSpc>
                <a:spcPct val="115000"/>
              </a:lnSpc>
              <a:spcBef>
                <a:spcPts val="600"/>
              </a:spcBef>
              <a:spcAft>
                <a:spcPts val="0"/>
              </a:spcAft>
              <a:buSzPts val="1300"/>
              <a:buChar char="●"/>
            </a:pPr>
            <a:r>
              <a:rPr lang="en"/>
              <a:t>A </a:t>
            </a:r>
            <a:r>
              <a:rPr lang="en">
                <a:latin typeface="Consolas"/>
                <a:ea typeface="Consolas"/>
                <a:cs typeface="Consolas"/>
                <a:sym typeface="Consolas"/>
              </a:rPr>
              <a:t>PrintWriter</a:t>
            </a:r>
            <a:r>
              <a:rPr lang="en"/>
              <a:t> provides lots of useful methods:</a:t>
            </a:r>
            <a:endParaRPr/>
          </a:p>
          <a:p>
            <a:pPr marL="914400" lvl="1" indent="-304800" algn="l" rtl="0">
              <a:lnSpc>
                <a:spcPct val="115000"/>
              </a:lnSpc>
              <a:spcBef>
                <a:spcPts val="0"/>
              </a:spcBef>
              <a:spcAft>
                <a:spcPts val="0"/>
              </a:spcAft>
              <a:buSzPts val="1200"/>
              <a:buChar char="○"/>
            </a:pPr>
            <a:r>
              <a:rPr lang="en" sz="1200">
                <a:latin typeface="Courier New"/>
                <a:ea typeface="Courier New"/>
                <a:cs typeface="Courier New"/>
                <a:sym typeface="Courier New"/>
              </a:rPr>
              <a:t>println(String)</a:t>
            </a:r>
            <a:r>
              <a:rPr lang="en" sz="1200"/>
              <a:t> - writes a string of </a:t>
            </a:r>
            <a:r>
              <a:rPr lang="en" sz="1200" b="1" i="1">
                <a:solidFill>
                  <a:srgbClr val="FF0000"/>
                </a:solidFill>
              </a:rPr>
              <a:t>text</a:t>
            </a:r>
            <a:r>
              <a:rPr lang="en" sz="1200"/>
              <a:t> terminated with a newline</a:t>
            </a:r>
            <a:endParaRPr sz="1200"/>
          </a:p>
          <a:p>
            <a:pPr marL="914400" lvl="1" indent="-304800" algn="l" rtl="0">
              <a:lnSpc>
                <a:spcPct val="115000"/>
              </a:lnSpc>
              <a:spcBef>
                <a:spcPts val="0"/>
              </a:spcBef>
              <a:spcAft>
                <a:spcPts val="0"/>
              </a:spcAft>
              <a:buSzPts val="1200"/>
              <a:buChar char="○"/>
            </a:pPr>
            <a:r>
              <a:rPr lang="en" sz="1200">
                <a:latin typeface="Courier New"/>
                <a:ea typeface="Courier New"/>
                <a:cs typeface="Courier New"/>
                <a:sym typeface="Courier New"/>
              </a:rPr>
              <a:t>write(char[])</a:t>
            </a:r>
            <a:r>
              <a:rPr lang="en" sz="1200"/>
              <a:t> - writes a character </a:t>
            </a:r>
            <a:r>
              <a:rPr lang="en" sz="1200" b="1" i="1">
                <a:solidFill>
                  <a:srgbClr val="FF0000"/>
                </a:solidFill>
              </a:rPr>
              <a:t>buffer</a:t>
            </a:r>
            <a:endParaRPr sz="1200" b="1" i="1">
              <a:solidFill>
                <a:srgbClr val="FF0000"/>
              </a:solidFill>
            </a:endParaRPr>
          </a:p>
          <a:p>
            <a:pPr marL="914400" lvl="1" indent="-304800" algn="l" rtl="0">
              <a:lnSpc>
                <a:spcPct val="115000"/>
              </a:lnSpc>
              <a:spcBef>
                <a:spcPts val="0"/>
              </a:spcBef>
              <a:spcAft>
                <a:spcPts val="0"/>
              </a:spcAft>
              <a:buSzPts val="1200"/>
              <a:buChar char="○"/>
            </a:pPr>
            <a:r>
              <a:rPr lang="en" sz="1200">
                <a:latin typeface="Courier New"/>
                <a:ea typeface="Courier New"/>
                <a:cs typeface="Courier New"/>
                <a:sym typeface="Courier New"/>
              </a:rPr>
              <a:t>flush()</a:t>
            </a:r>
            <a:r>
              <a:rPr lang="en" sz="1200"/>
              <a:t> - sends any buffered data to the </a:t>
            </a:r>
            <a:r>
              <a:rPr lang="en" sz="1200" b="1" i="1">
                <a:solidFill>
                  <a:srgbClr val="FF0000"/>
                </a:solidFill>
              </a:rPr>
              <a:t>other side</a:t>
            </a:r>
            <a:endParaRPr sz="1200" b="1" i="1">
              <a:solidFill>
                <a:srgbClr val="FF0000"/>
              </a:solidFill>
            </a:endParaRPr>
          </a:p>
        </p:txBody>
      </p:sp>
      <p:pic>
        <p:nvPicPr>
          <p:cNvPr id="698" name="Google Shape;698;p66"/>
          <p:cNvPicPr preferRelativeResize="0"/>
          <p:nvPr/>
        </p:nvPicPr>
        <p:blipFill rotWithShape="1">
          <a:blip r:embed="rId3">
            <a:alphaModFix/>
          </a:blip>
          <a:srcRect/>
          <a:stretch/>
        </p:blipFill>
        <p:spPr>
          <a:xfrm rot="1255174" flipH="1">
            <a:off x="7338581" y="3890617"/>
            <a:ext cx="1307539" cy="1307567"/>
          </a:xfrm>
          <a:prstGeom prst="rect">
            <a:avLst/>
          </a:prstGeom>
          <a:noFill/>
          <a:ln>
            <a:noFill/>
          </a:ln>
        </p:spPr>
      </p:pic>
      <p:sp>
        <p:nvSpPr>
          <p:cNvPr id="699" name="Google Shape;699;p66"/>
          <p:cNvSpPr/>
          <p:nvPr/>
        </p:nvSpPr>
        <p:spPr>
          <a:xfrm>
            <a:off x="6742737" y="3941139"/>
            <a:ext cx="759000" cy="431100"/>
          </a:xfrm>
          <a:prstGeom prst="wedgeRoundRectCallout">
            <a:avLst>
              <a:gd name="adj1" fmla="val 120496"/>
              <a:gd name="adj2" fmla="val -21648"/>
              <a:gd name="adj3" fmla="val 0"/>
            </a:avLst>
          </a:prstGeom>
          <a:solidFill>
            <a:srgbClr val="FFFFFF"/>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spcBef>
                <a:spcPts val="0"/>
              </a:spcBef>
              <a:spcAft>
                <a:spcPts val="0"/>
              </a:spcAft>
              <a:buNone/>
            </a:pPr>
            <a:r>
              <a:rPr lang="en" sz="1700">
                <a:solidFill>
                  <a:schemeClr val="dk1"/>
                </a:solidFill>
                <a:latin typeface="Calibri"/>
                <a:ea typeface="Calibri"/>
                <a:cs typeface="Calibri"/>
                <a:sym typeface="Calibri"/>
              </a:rPr>
              <a:t>Hello!</a:t>
            </a:r>
            <a:endParaRPr sz="1700">
              <a:solidFill>
                <a:schemeClr val="dk1"/>
              </a:solidFill>
              <a:latin typeface="Calibri"/>
              <a:ea typeface="Calibri"/>
              <a:cs typeface="Calibri"/>
              <a:sym typeface="Calibri"/>
            </a:endParaRPr>
          </a:p>
        </p:txBody>
      </p:sp>
      <p:pic>
        <p:nvPicPr>
          <p:cNvPr id="700" name="Google Shape;700;p66"/>
          <p:cNvPicPr preferRelativeResize="0"/>
          <p:nvPr/>
        </p:nvPicPr>
        <p:blipFill rotWithShape="1">
          <a:blip r:embed="rId4">
            <a:alphaModFix/>
          </a:blip>
          <a:srcRect r="46729" b="17594"/>
          <a:stretch/>
        </p:blipFill>
        <p:spPr>
          <a:xfrm flipH="1">
            <a:off x="7698026" y="1442989"/>
            <a:ext cx="1015500" cy="1127850"/>
          </a:xfrm>
          <a:prstGeom prst="rect">
            <a:avLst/>
          </a:prstGeom>
          <a:noFill/>
          <a:ln>
            <a:noFill/>
          </a:ln>
        </p:spPr>
      </p:pic>
      <p:sp>
        <p:nvSpPr>
          <p:cNvPr id="701" name="Google Shape;701;p66"/>
          <p:cNvSpPr txBox="1"/>
          <p:nvPr/>
        </p:nvSpPr>
        <p:spPr>
          <a:xfrm>
            <a:off x="5399850" y="699950"/>
            <a:ext cx="3326700" cy="683400"/>
          </a:xfrm>
          <a:prstGeom prst="rect">
            <a:avLst/>
          </a:prstGeom>
          <a:solidFill>
            <a:srgbClr val="FFF2CC"/>
          </a:solidFill>
          <a:ln w="19050" cap="flat" cmpd="sng">
            <a:solidFill>
              <a:srgbClr val="FF0000"/>
            </a:solidFill>
            <a:prstDash val="solid"/>
            <a:round/>
            <a:headEnd type="none" w="sm" len="sm"/>
            <a:tailEnd type="none" w="sm" len="sm"/>
          </a:ln>
          <a:effectLst>
            <a:outerShdw blurRad="50800" dist="38100" dir="2700000" algn="tl" rotWithShape="0">
              <a:srgbClr val="000000">
                <a:alpha val="40000"/>
              </a:srgbClr>
            </a:outerShdw>
          </a:effectLst>
        </p:spPr>
        <p:txBody>
          <a:bodyPr spcFirstLastPara="1" wrap="square" lIns="91425" tIns="91425" rIns="91425" bIns="91425" anchor="ctr" anchorCtr="0">
            <a:noAutofit/>
          </a:bodyPr>
          <a:lstStyle/>
          <a:p>
            <a:pPr marL="0" marR="0" lvl="0" indent="0" algn="l" rtl="0">
              <a:spcBef>
                <a:spcPts val="0"/>
              </a:spcBef>
              <a:spcAft>
                <a:spcPts val="0"/>
              </a:spcAft>
              <a:buNone/>
            </a:pPr>
            <a:r>
              <a:rPr lang="en">
                <a:solidFill>
                  <a:schemeClr val="dk1"/>
                </a:solidFill>
                <a:latin typeface="Arial"/>
                <a:ea typeface="Arial"/>
                <a:cs typeface="Arial"/>
                <a:sym typeface="Arial"/>
              </a:rPr>
              <a:t>It can be helpful to think of the two ends of the connection like a telephone.</a:t>
            </a:r>
            <a:endParaRPr>
              <a:solidFill>
                <a:schemeClr val="dk1"/>
              </a:solidFill>
              <a:latin typeface="Arial"/>
              <a:ea typeface="Arial"/>
              <a:cs typeface="Arial"/>
              <a:sym typeface="Arial"/>
            </a:endParaRPr>
          </a:p>
        </p:txBody>
      </p:sp>
      <p:pic>
        <p:nvPicPr>
          <p:cNvPr id="702" name="Google Shape;702;p66"/>
          <p:cNvPicPr preferRelativeResize="0"/>
          <p:nvPr/>
        </p:nvPicPr>
        <p:blipFill rotWithShape="1">
          <a:blip r:embed="rId3">
            <a:alphaModFix/>
          </a:blip>
          <a:srcRect/>
          <a:stretch/>
        </p:blipFill>
        <p:spPr>
          <a:xfrm rot="-1610027">
            <a:off x="5407702" y="1377997"/>
            <a:ext cx="1375847" cy="1375858"/>
          </a:xfrm>
          <a:prstGeom prst="rect">
            <a:avLst/>
          </a:prstGeom>
          <a:noFill/>
          <a:ln>
            <a:noFill/>
          </a:ln>
        </p:spPr>
      </p:pic>
      <p:sp>
        <p:nvSpPr>
          <p:cNvPr id="703" name="Google Shape;703;p66"/>
          <p:cNvSpPr txBox="1"/>
          <p:nvPr/>
        </p:nvSpPr>
        <p:spPr>
          <a:xfrm>
            <a:off x="5399850" y="2661775"/>
            <a:ext cx="3326700" cy="513900"/>
          </a:xfrm>
          <a:prstGeom prst="rect">
            <a:avLst/>
          </a:prstGeom>
          <a:solidFill>
            <a:srgbClr val="FFF2CC"/>
          </a:solidFill>
          <a:ln w="19050" cap="flat" cmpd="sng">
            <a:solidFill>
              <a:srgbClr val="FF0000"/>
            </a:solidFill>
            <a:prstDash val="solid"/>
            <a:round/>
            <a:headEnd type="none" w="sm" len="sm"/>
            <a:tailEnd type="none" w="sm" len="sm"/>
          </a:ln>
          <a:effectLst>
            <a:outerShdw blurRad="50800" dist="38100" dir="2700000" algn="tl" rotWithShape="0">
              <a:srgbClr val="000000">
                <a:alpha val="40000"/>
              </a:srgbClr>
            </a:outerShdw>
          </a:effectLst>
        </p:spPr>
        <p:txBody>
          <a:bodyPr spcFirstLastPara="1" wrap="square" lIns="91425" tIns="91425" rIns="91425" bIns="91425" anchor="ctr" anchorCtr="0">
            <a:noAutofit/>
          </a:bodyPr>
          <a:lstStyle/>
          <a:p>
            <a:pPr marL="0" marR="0" lvl="0" indent="0" algn="l" rtl="0">
              <a:spcBef>
                <a:spcPts val="0"/>
              </a:spcBef>
              <a:spcAft>
                <a:spcPts val="0"/>
              </a:spcAft>
              <a:buNone/>
            </a:pPr>
            <a:r>
              <a:rPr lang="en">
                <a:solidFill>
                  <a:schemeClr val="dk1"/>
                </a:solidFill>
                <a:latin typeface="Arial"/>
                <a:ea typeface="Arial"/>
                <a:cs typeface="Arial"/>
                <a:sym typeface="Arial"/>
              </a:rPr>
              <a:t>Audio sent through the microphone (</a:t>
            </a:r>
            <a:r>
              <a:rPr lang="en" b="1" i="1">
                <a:solidFill>
                  <a:srgbClr val="FF0000"/>
                </a:solidFill>
                <a:latin typeface="Arial"/>
                <a:ea typeface="Arial"/>
                <a:cs typeface="Arial"/>
                <a:sym typeface="Arial"/>
              </a:rPr>
              <a:t>output stream</a:t>
            </a:r>
            <a:r>
              <a:rPr lang="en">
                <a:solidFill>
                  <a:schemeClr val="dk1"/>
                </a:solidFill>
                <a:latin typeface="Arial"/>
                <a:ea typeface="Arial"/>
                <a:cs typeface="Arial"/>
                <a:sym typeface="Arial"/>
              </a:rPr>
              <a:t>) on one end...</a:t>
            </a:r>
            <a:endParaRPr>
              <a:solidFill>
                <a:schemeClr val="dk1"/>
              </a:solidFill>
              <a:latin typeface="Arial"/>
              <a:ea typeface="Arial"/>
              <a:cs typeface="Arial"/>
              <a:sym typeface="Arial"/>
            </a:endParaRPr>
          </a:p>
        </p:txBody>
      </p:sp>
      <p:sp>
        <p:nvSpPr>
          <p:cNvPr id="704" name="Google Shape;704;p66"/>
          <p:cNvSpPr txBox="1"/>
          <p:nvPr/>
        </p:nvSpPr>
        <p:spPr>
          <a:xfrm>
            <a:off x="5399850" y="3306600"/>
            <a:ext cx="3326700" cy="513900"/>
          </a:xfrm>
          <a:prstGeom prst="rect">
            <a:avLst/>
          </a:prstGeom>
          <a:solidFill>
            <a:srgbClr val="FFF2CC"/>
          </a:solidFill>
          <a:ln w="19050" cap="flat" cmpd="sng">
            <a:solidFill>
              <a:srgbClr val="FF0000"/>
            </a:solidFill>
            <a:prstDash val="solid"/>
            <a:round/>
            <a:headEnd type="none" w="sm" len="sm"/>
            <a:tailEnd type="none" w="sm" len="sm"/>
          </a:ln>
          <a:effectLst>
            <a:outerShdw blurRad="50800" dist="38100" dir="2700000" algn="tl" rotWithShape="0">
              <a:srgbClr val="000000">
                <a:alpha val="40000"/>
              </a:srgbClr>
            </a:outerShdw>
          </a:effectLst>
        </p:spPr>
        <p:txBody>
          <a:bodyPr spcFirstLastPara="1" wrap="square" lIns="91425" tIns="91425" rIns="91425" bIns="91425" anchor="ctr" anchorCtr="0">
            <a:noAutofit/>
          </a:bodyPr>
          <a:lstStyle/>
          <a:p>
            <a:pPr marL="0" marR="0" lvl="0" indent="0" algn="l" rtl="0">
              <a:spcBef>
                <a:spcPts val="0"/>
              </a:spcBef>
              <a:spcAft>
                <a:spcPts val="0"/>
              </a:spcAft>
              <a:buNone/>
            </a:pPr>
            <a:r>
              <a:rPr lang="en">
                <a:solidFill>
                  <a:schemeClr val="dk1"/>
                </a:solidFill>
                <a:latin typeface="Arial"/>
                <a:ea typeface="Arial"/>
                <a:cs typeface="Arial"/>
                <a:sym typeface="Arial"/>
              </a:rPr>
              <a:t>...is heard through the speaker (</a:t>
            </a:r>
            <a:r>
              <a:rPr lang="en" b="1" i="1">
                <a:solidFill>
                  <a:srgbClr val="FF0000"/>
                </a:solidFill>
                <a:latin typeface="Arial"/>
                <a:ea typeface="Arial"/>
                <a:cs typeface="Arial"/>
                <a:sym typeface="Arial"/>
              </a:rPr>
              <a:t>input stream</a:t>
            </a:r>
            <a:r>
              <a:rPr lang="en">
                <a:solidFill>
                  <a:schemeClr val="dk1"/>
                </a:solidFill>
                <a:latin typeface="Arial"/>
                <a:ea typeface="Arial"/>
                <a:cs typeface="Arial"/>
                <a:sym typeface="Arial"/>
              </a:rPr>
              <a:t>) on the other.</a:t>
            </a:r>
            <a:endParaRPr>
              <a:solidFill>
                <a:schemeClr val="dk1"/>
              </a:solidFill>
              <a:latin typeface="Arial"/>
              <a:ea typeface="Arial"/>
              <a:cs typeface="Arial"/>
              <a:sym typeface="Arial"/>
            </a:endParaRPr>
          </a:p>
        </p:txBody>
      </p:sp>
      <p:sp>
        <p:nvSpPr>
          <p:cNvPr id="705" name="Google Shape;705;p66"/>
          <p:cNvSpPr/>
          <p:nvPr/>
        </p:nvSpPr>
        <p:spPr>
          <a:xfrm>
            <a:off x="6853647" y="1966978"/>
            <a:ext cx="771900" cy="431100"/>
          </a:xfrm>
          <a:prstGeom prst="wedgeRoundRectCallout">
            <a:avLst>
              <a:gd name="adj1" fmla="val 119109"/>
              <a:gd name="adj2" fmla="val -47550"/>
              <a:gd name="adj3" fmla="val 0"/>
            </a:avLst>
          </a:prstGeom>
          <a:solidFill>
            <a:srgbClr val="FFFFFF"/>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spcBef>
                <a:spcPts val="0"/>
              </a:spcBef>
              <a:spcAft>
                <a:spcPts val="0"/>
              </a:spcAft>
              <a:buNone/>
            </a:pPr>
            <a:r>
              <a:rPr lang="en" sz="1700">
                <a:solidFill>
                  <a:schemeClr val="dk1"/>
                </a:solidFill>
                <a:latin typeface="Calibri"/>
                <a:ea typeface="Calibri"/>
                <a:cs typeface="Calibri"/>
                <a:sym typeface="Calibri"/>
              </a:rPr>
              <a:t>Hello!</a:t>
            </a:r>
            <a:endParaRPr sz="1700">
              <a:solidFill>
                <a:schemeClr val="dk1"/>
              </a:solidFill>
              <a:latin typeface="Calibri"/>
              <a:ea typeface="Calibri"/>
              <a:cs typeface="Calibri"/>
              <a:sym typeface="Calibri"/>
            </a:endParaRPr>
          </a:p>
        </p:txBody>
      </p:sp>
      <p:sp>
        <p:nvSpPr>
          <p:cNvPr id="706" name="Google Shape;706;p66"/>
          <p:cNvSpPr txBox="1">
            <a:spLocks noGrp="1"/>
          </p:cNvSpPr>
          <p:nvPr>
            <p:ph type="sldNum" idx="12"/>
          </p:nvPr>
        </p:nvSpPr>
        <p:spPr>
          <a:xfrm>
            <a:off x="90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35</a:t>
            </a:fld>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710"/>
        <p:cNvGrpSpPr/>
        <p:nvPr/>
      </p:nvGrpSpPr>
      <p:grpSpPr>
        <a:xfrm>
          <a:off x="0" y="0"/>
          <a:ext cx="0" cy="0"/>
          <a:chOff x="0" y="0"/>
          <a:chExt cx="0" cy="0"/>
        </a:xfrm>
      </p:grpSpPr>
      <p:sp>
        <p:nvSpPr>
          <p:cNvPr id="711" name="Google Shape;711;p67"/>
          <p:cNvSpPr txBox="1">
            <a:spLocks noGrp="1"/>
          </p:cNvSpPr>
          <p:nvPr>
            <p:ph type="title"/>
          </p:nvPr>
        </p:nvSpPr>
        <p:spPr>
          <a:xfrm>
            <a:off x="1436850" y="76300"/>
            <a:ext cx="7642500" cy="5967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Clr>
                <a:schemeClr val="dk2"/>
              </a:buClr>
              <a:buSzPts val="3400"/>
              <a:buFont typeface="Calibri"/>
              <a:buNone/>
            </a:pPr>
            <a:r>
              <a:rPr lang="en" sz="3400"/>
              <a:t>Sending Data</a:t>
            </a:r>
            <a:endParaRPr sz="3400"/>
          </a:p>
        </p:txBody>
      </p:sp>
      <p:sp>
        <p:nvSpPr>
          <p:cNvPr id="712" name="Google Shape;712;p67"/>
          <p:cNvSpPr txBox="1">
            <a:spLocks noGrp="1"/>
          </p:cNvSpPr>
          <p:nvPr>
            <p:ph type="body" idx="1"/>
          </p:nvPr>
        </p:nvSpPr>
        <p:spPr>
          <a:xfrm>
            <a:off x="65250" y="731625"/>
            <a:ext cx="8955900" cy="10482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1600"/>
              </a:spcAft>
              <a:buClr>
                <a:srgbClr val="000000"/>
              </a:buClr>
              <a:buSzPts val="1700"/>
              <a:buNone/>
            </a:pPr>
            <a:r>
              <a:rPr lang="en" sz="1700"/>
              <a:t>We now know how to open sockets, read data, write data, and listen for incoming connections. Let's put it all together by writing an "Echo Server" that reads data from a client and sends it back. The first step is writing the </a:t>
            </a:r>
            <a:r>
              <a:rPr lang="en" sz="1700">
                <a:latin typeface="Courier New"/>
                <a:ea typeface="Courier New"/>
                <a:cs typeface="Courier New"/>
                <a:sym typeface="Courier New"/>
              </a:rPr>
              <a:t>EchoClient</a:t>
            </a:r>
            <a:r>
              <a:rPr lang="en" sz="1700"/>
              <a:t>.</a:t>
            </a:r>
            <a:endParaRPr sz="1700"/>
          </a:p>
        </p:txBody>
      </p:sp>
      <p:sp>
        <p:nvSpPr>
          <p:cNvPr id="713" name="Google Shape;713;p67"/>
          <p:cNvSpPr txBox="1">
            <a:spLocks noGrp="1"/>
          </p:cNvSpPr>
          <p:nvPr>
            <p:ph type="body" idx="2"/>
          </p:nvPr>
        </p:nvSpPr>
        <p:spPr>
          <a:xfrm>
            <a:off x="3317550" y="1890975"/>
            <a:ext cx="5630100" cy="2828700"/>
          </a:xfrm>
          <a:prstGeom prst="rect">
            <a:avLst/>
          </a:prstGeom>
          <a:noFill/>
          <a:ln>
            <a:noFill/>
          </a:ln>
        </p:spPr>
        <p:txBody>
          <a:bodyPr spcFirstLastPara="1" wrap="square" lIns="68575" tIns="34275" rIns="68575" bIns="34275" anchor="t" anchorCtr="0">
            <a:noAutofit/>
          </a:bodyPr>
          <a:lstStyle/>
          <a:p>
            <a:pPr marL="457200" lvl="0" indent="-311150" algn="l" rtl="0">
              <a:lnSpc>
                <a:spcPct val="115000"/>
              </a:lnSpc>
              <a:spcBef>
                <a:spcPts val="0"/>
              </a:spcBef>
              <a:spcAft>
                <a:spcPts val="0"/>
              </a:spcAft>
              <a:buSzPts val="1300"/>
              <a:buChar char="●"/>
            </a:pPr>
            <a:r>
              <a:rPr lang="en"/>
              <a:t>Create a new package named </a:t>
            </a:r>
            <a:r>
              <a:rPr lang="en">
                <a:solidFill>
                  <a:srgbClr val="FF0000"/>
                </a:solidFill>
                <a:latin typeface="Courier New"/>
                <a:ea typeface="Courier New"/>
                <a:cs typeface="Courier New"/>
                <a:sym typeface="Courier New"/>
              </a:rPr>
              <a:t>echo</a:t>
            </a:r>
            <a:endParaRPr>
              <a:solidFill>
                <a:srgbClr val="FF0000"/>
              </a:solidFill>
              <a:latin typeface="Courier New"/>
              <a:ea typeface="Courier New"/>
              <a:cs typeface="Courier New"/>
              <a:sym typeface="Courier New"/>
            </a:endParaRPr>
          </a:p>
          <a:p>
            <a:pPr marL="457200" lvl="0" indent="-311150" algn="l" rtl="0">
              <a:lnSpc>
                <a:spcPct val="115000"/>
              </a:lnSpc>
              <a:spcBef>
                <a:spcPts val="0"/>
              </a:spcBef>
              <a:spcAft>
                <a:spcPts val="0"/>
              </a:spcAft>
              <a:buSzPts val="1300"/>
              <a:buChar char="●"/>
            </a:pPr>
            <a:r>
              <a:rPr lang="en"/>
              <a:t>Inside </a:t>
            </a:r>
            <a:r>
              <a:rPr lang="en">
                <a:latin typeface="Courier New"/>
                <a:ea typeface="Courier New"/>
                <a:cs typeface="Courier New"/>
                <a:sym typeface="Courier New"/>
              </a:rPr>
              <a:t>echo</a:t>
            </a:r>
            <a:r>
              <a:rPr lang="en"/>
              <a:t>, add a class named "</a:t>
            </a:r>
            <a:r>
              <a:rPr lang="en">
                <a:solidFill>
                  <a:srgbClr val="FF0000"/>
                </a:solidFill>
                <a:latin typeface="Courier New"/>
                <a:ea typeface="Courier New"/>
                <a:cs typeface="Courier New"/>
                <a:sym typeface="Courier New"/>
              </a:rPr>
              <a:t>EchoClient</a:t>
            </a:r>
            <a:r>
              <a:rPr lang="en"/>
              <a:t>"</a:t>
            </a:r>
            <a:endParaRPr/>
          </a:p>
          <a:p>
            <a:pPr marL="457200" lvl="0" indent="-311150" algn="l" rtl="0">
              <a:lnSpc>
                <a:spcPct val="115000"/>
              </a:lnSpc>
              <a:spcBef>
                <a:spcPts val="0"/>
              </a:spcBef>
              <a:spcAft>
                <a:spcPts val="0"/>
              </a:spcAft>
              <a:buSzPts val="1300"/>
              <a:buChar char="●"/>
            </a:pPr>
            <a:r>
              <a:rPr lang="en"/>
              <a:t>Open a </a:t>
            </a:r>
            <a:r>
              <a:rPr lang="en">
                <a:latin typeface="Courier New"/>
                <a:ea typeface="Courier New"/>
                <a:cs typeface="Courier New"/>
                <a:sym typeface="Courier New"/>
              </a:rPr>
              <a:t>Socket</a:t>
            </a:r>
            <a:r>
              <a:rPr lang="en"/>
              <a:t> to your </a:t>
            </a:r>
            <a:r>
              <a:rPr lang="en">
                <a:latin typeface="Courier New"/>
                <a:ea typeface="Courier New"/>
                <a:cs typeface="Courier New"/>
                <a:sym typeface="Courier New"/>
              </a:rPr>
              <a:t>"localhost"</a:t>
            </a:r>
            <a:r>
              <a:rPr lang="en"/>
              <a:t> on port </a:t>
            </a:r>
            <a:r>
              <a:rPr lang="en">
                <a:latin typeface="Courier New"/>
                <a:ea typeface="Courier New"/>
                <a:cs typeface="Courier New"/>
                <a:sym typeface="Courier New"/>
              </a:rPr>
              <a:t>54321</a:t>
            </a:r>
            <a:endParaRPr/>
          </a:p>
          <a:p>
            <a:pPr marL="457200" lvl="0" indent="-311150" algn="l" rtl="0">
              <a:lnSpc>
                <a:spcPct val="115000"/>
              </a:lnSpc>
              <a:spcBef>
                <a:spcPts val="0"/>
              </a:spcBef>
              <a:spcAft>
                <a:spcPts val="0"/>
              </a:spcAft>
              <a:buSzPts val="1300"/>
              <a:buChar char="●"/>
            </a:pPr>
            <a:r>
              <a:rPr lang="en"/>
              <a:t>Use a </a:t>
            </a:r>
            <a:r>
              <a:rPr lang="en">
                <a:latin typeface="Courier New"/>
                <a:ea typeface="Courier New"/>
                <a:cs typeface="Courier New"/>
                <a:sym typeface="Courier New"/>
              </a:rPr>
              <a:t>PrintWriter</a:t>
            </a:r>
            <a:r>
              <a:rPr lang="en"/>
              <a:t> to write a line of text to the </a:t>
            </a:r>
            <a:r>
              <a:rPr lang="en">
                <a:latin typeface="Courier New"/>
                <a:ea typeface="Courier New"/>
                <a:cs typeface="Courier New"/>
                <a:sym typeface="Courier New"/>
              </a:rPr>
              <a:t>Socket</a:t>
            </a:r>
            <a:endParaRPr>
              <a:latin typeface="Courier New"/>
              <a:ea typeface="Courier New"/>
              <a:cs typeface="Courier New"/>
              <a:sym typeface="Courier New"/>
            </a:endParaRPr>
          </a:p>
          <a:p>
            <a:pPr marL="914400" lvl="1" indent="-304800" algn="l" rtl="0">
              <a:lnSpc>
                <a:spcPct val="115000"/>
              </a:lnSpc>
              <a:spcBef>
                <a:spcPts val="0"/>
              </a:spcBef>
              <a:spcAft>
                <a:spcPts val="0"/>
              </a:spcAft>
              <a:buSzPts val="1200"/>
              <a:buChar char="○"/>
            </a:pPr>
            <a:r>
              <a:rPr lang="en" sz="1200"/>
              <a:t>Use </a:t>
            </a:r>
            <a:r>
              <a:rPr lang="en" sz="1200">
                <a:latin typeface="Courier New"/>
                <a:ea typeface="Courier New"/>
                <a:cs typeface="Courier New"/>
                <a:sym typeface="Courier New"/>
              </a:rPr>
              <a:t>println()</a:t>
            </a:r>
            <a:r>
              <a:rPr lang="en" sz="1200"/>
              <a:t> to send the message so that it is terminated with a newline.</a:t>
            </a:r>
            <a:endParaRPr sz="1200"/>
          </a:p>
          <a:p>
            <a:pPr marL="914400" lvl="1" indent="-304800" algn="l" rtl="0">
              <a:lnSpc>
                <a:spcPct val="115000"/>
              </a:lnSpc>
              <a:spcBef>
                <a:spcPts val="0"/>
              </a:spcBef>
              <a:spcAft>
                <a:spcPts val="0"/>
              </a:spcAft>
              <a:buSzPts val="1200"/>
              <a:buChar char="○"/>
            </a:pPr>
            <a:r>
              <a:rPr lang="en" sz="1200"/>
              <a:t>Don't forget to </a:t>
            </a:r>
            <a:r>
              <a:rPr lang="en" sz="1200">
                <a:latin typeface="Courier New"/>
                <a:ea typeface="Courier New"/>
                <a:cs typeface="Courier New"/>
                <a:sym typeface="Courier New"/>
              </a:rPr>
              <a:t>flush()</a:t>
            </a:r>
            <a:endParaRPr sz="1200">
              <a:latin typeface="Courier New"/>
              <a:ea typeface="Courier New"/>
              <a:cs typeface="Courier New"/>
              <a:sym typeface="Courier New"/>
            </a:endParaRPr>
          </a:p>
          <a:p>
            <a:pPr marL="457200" lvl="0" indent="-311150" algn="l" rtl="0">
              <a:lnSpc>
                <a:spcPct val="115000"/>
              </a:lnSpc>
              <a:spcBef>
                <a:spcPts val="0"/>
              </a:spcBef>
              <a:spcAft>
                <a:spcPts val="0"/>
              </a:spcAft>
              <a:buSzPts val="1300"/>
              <a:buChar char="●"/>
            </a:pPr>
            <a:r>
              <a:rPr lang="en">
                <a:latin typeface="Courier New"/>
                <a:ea typeface="Courier New"/>
                <a:cs typeface="Courier New"/>
                <a:sym typeface="Courier New"/>
              </a:rPr>
              <a:t>close</a:t>
            </a:r>
            <a:r>
              <a:rPr lang="en"/>
              <a:t> the </a:t>
            </a:r>
            <a:r>
              <a:rPr lang="en">
                <a:latin typeface="Courier New"/>
                <a:ea typeface="Courier New"/>
                <a:cs typeface="Courier New"/>
                <a:sym typeface="Courier New"/>
              </a:rPr>
              <a:t>Socket</a:t>
            </a:r>
            <a:endParaRPr>
              <a:latin typeface="Courier New"/>
              <a:ea typeface="Courier New"/>
              <a:cs typeface="Courier New"/>
              <a:sym typeface="Courier New"/>
            </a:endParaRPr>
          </a:p>
          <a:p>
            <a:pPr marL="457200" lvl="0" indent="-311150" algn="l" rtl="0">
              <a:lnSpc>
                <a:spcPct val="115000"/>
              </a:lnSpc>
              <a:spcBef>
                <a:spcPts val="0"/>
              </a:spcBef>
              <a:spcAft>
                <a:spcPts val="0"/>
              </a:spcAft>
              <a:buSzPts val="1300"/>
              <a:buChar char="●"/>
            </a:pPr>
            <a:r>
              <a:rPr lang="en"/>
              <a:t>Run your program</a:t>
            </a:r>
            <a:endParaRPr/>
          </a:p>
          <a:p>
            <a:pPr marL="914400" lvl="1" indent="-304800" algn="l" rtl="0">
              <a:lnSpc>
                <a:spcPct val="115000"/>
              </a:lnSpc>
              <a:spcBef>
                <a:spcPts val="0"/>
              </a:spcBef>
              <a:spcAft>
                <a:spcPts val="0"/>
              </a:spcAft>
              <a:buSzPts val="1200"/>
              <a:buChar char="○"/>
            </a:pPr>
            <a:r>
              <a:rPr lang="en" sz="1200"/>
              <a:t>It will fail because you don't have a server yet</a:t>
            </a:r>
            <a:endParaRPr sz="1200"/>
          </a:p>
          <a:p>
            <a:pPr marL="914400" lvl="1" indent="-304800" algn="l" rtl="0">
              <a:lnSpc>
                <a:spcPct val="115000"/>
              </a:lnSpc>
              <a:spcBef>
                <a:spcPts val="0"/>
              </a:spcBef>
              <a:spcAft>
                <a:spcPts val="0"/>
              </a:spcAft>
              <a:buSzPts val="1200"/>
              <a:buChar char="○"/>
            </a:pPr>
            <a:r>
              <a:rPr lang="en" sz="1200"/>
              <a:t>One step at a time</a:t>
            </a:r>
            <a:endParaRPr sz="1200"/>
          </a:p>
        </p:txBody>
      </p:sp>
      <p:sp>
        <p:nvSpPr>
          <p:cNvPr id="714" name="Google Shape;714;p6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36</a:t>
            </a:fld>
            <a:endParaRPr/>
          </a:p>
        </p:txBody>
      </p:sp>
      <p:sp>
        <p:nvSpPr>
          <p:cNvPr id="715" name="Google Shape;715;p67"/>
          <p:cNvSpPr txBox="1"/>
          <p:nvPr/>
        </p:nvSpPr>
        <p:spPr>
          <a:xfrm>
            <a:off x="144625" y="1977650"/>
            <a:ext cx="2981400" cy="1185300"/>
          </a:xfrm>
          <a:prstGeom prst="rect">
            <a:avLst/>
          </a:prstGeom>
          <a:noFill/>
          <a:ln w="19050" cap="flat" cmpd="sng">
            <a:solidFill>
              <a:schemeClr val="dk1"/>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500">
                <a:latin typeface="Consolas"/>
                <a:ea typeface="Consolas"/>
                <a:cs typeface="Consolas"/>
                <a:sym typeface="Consolas"/>
              </a:rPr>
              <a:t>Exception in thread "main" java.net.ConnectException: Connection refused: connect</a:t>
            </a:r>
            <a:endParaRPr sz="500">
              <a:latin typeface="Consolas"/>
              <a:ea typeface="Consolas"/>
              <a:cs typeface="Consolas"/>
              <a:sym typeface="Consolas"/>
            </a:endParaRPr>
          </a:p>
          <a:p>
            <a:pPr marL="0" lvl="0" indent="0" algn="l" rtl="0">
              <a:spcBef>
                <a:spcPts val="0"/>
              </a:spcBef>
              <a:spcAft>
                <a:spcPts val="0"/>
              </a:spcAft>
              <a:buNone/>
            </a:pPr>
            <a:r>
              <a:rPr lang="en" sz="500">
                <a:latin typeface="Consolas"/>
                <a:ea typeface="Consolas"/>
                <a:cs typeface="Consolas"/>
                <a:sym typeface="Consolas"/>
              </a:rPr>
              <a:t>        at java.base/sun.nio.ch.Net.connect0(Native Method)</a:t>
            </a:r>
            <a:endParaRPr sz="500">
              <a:latin typeface="Consolas"/>
              <a:ea typeface="Consolas"/>
              <a:cs typeface="Consolas"/>
              <a:sym typeface="Consolas"/>
            </a:endParaRPr>
          </a:p>
          <a:p>
            <a:pPr marL="0" lvl="0" indent="0" algn="l" rtl="0">
              <a:spcBef>
                <a:spcPts val="0"/>
              </a:spcBef>
              <a:spcAft>
                <a:spcPts val="0"/>
              </a:spcAft>
              <a:buNone/>
            </a:pPr>
            <a:r>
              <a:rPr lang="en" sz="500">
                <a:latin typeface="Consolas"/>
                <a:ea typeface="Consolas"/>
                <a:cs typeface="Consolas"/>
                <a:sym typeface="Consolas"/>
              </a:rPr>
              <a:t>        at java.base/sun.nio.ch.Net.connect(Net.java:574)</a:t>
            </a:r>
            <a:endParaRPr sz="500">
              <a:latin typeface="Consolas"/>
              <a:ea typeface="Consolas"/>
              <a:cs typeface="Consolas"/>
              <a:sym typeface="Consolas"/>
            </a:endParaRPr>
          </a:p>
          <a:p>
            <a:pPr marL="0" lvl="0" indent="0" algn="l" rtl="0">
              <a:spcBef>
                <a:spcPts val="0"/>
              </a:spcBef>
              <a:spcAft>
                <a:spcPts val="0"/>
              </a:spcAft>
              <a:buNone/>
            </a:pPr>
            <a:r>
              <a:rPr lang="en" sz="500">
                <a:latin typeface="Consolas"/>
                <a:ea typeface="Consolas"/>
                <a:cs typeface="Consolas"/>
                <a:sym typeface="Consolas"/>
              </a:rPr>
              <a:t>        at java.base/sun.nio.ch.Net.connect(Net.java:563)</a:t>
            </a:r>
            <a:endParaRPr sz="500">
              <a:latin typeface="Consolas"/>
              <a:ea typeface="Consolas"/>
              <a:cs typeface="Consolas"/>
              <a:sym typeface="Consolas"/>
            </a:endParaRPr>
          </a:p>
          <a:p>
            <a:pPr marL="0" lvl="0" indent="0" algn="l" rtl="0">
              <a:spcBef>
                <a:spcPts val="0"/>
              </a:spcBef>
              <a:spcAft>
                <a:spcPts val="0"/>
              </a:spcAft>
              <a:buNone/>
            </a:pPr>
            <a:r>
              <a:rPr lang="en" sz="500">
                <a:latin typeface="Consolas"/>
                <a:ea typeface="Consolas"/>
                <a:cs typeface="Consolas"/>
                <a:sym typeface="Consolas"/>
              </a:rPr>
              <a:t>        at java.base/sun.nio.ch.NioSocketImpl.connect(NioSocketImpl.java:588)</a:t>
            </a:r>
            <a:endParaRPr sz="500">
              <a:latin typeface="Consolas"/>
              <a:ea typeface="Consolas"/>
              <a:cs typeface="Consolas"/>
              <a:sym typeface="Consolas"/>
            </a:endParaRPr>
          </a:p>
          <a:p>
            <a:pPr marL="0" lvl="0" indent="0" algn="l" rtl="0">
              <a:spcBef>
                <a:spcPts val="0"/>
              </a:spcBef>
              <a:spcAft>
                <a:spcPts val="0"/>
              </a:spcAft>
              <a:buNone/>
            </a:pPr>
            <a:r>
              <a:rPr lang="en" sz="500">
                <a:latin typeface="Consolas"/>
                <a:ea typeface="Consolas"/>
                <a:cs typeface="Consolas"/>
                <a:sym typeface="Consolas"/>
              </a:rPr>
              <a:t>        at java.base/java.net.SocksSocketImpl.connect(SocksSocketImpl.java:333)</a:t>
            </a:r>
            <a:endParaRPr sz="500">
              <a:latin typeface="Consolas"/>
              <a:ea typeface="Consolas"/>
              <a:cs typeface="Consolas"/>
              <a:sym typeface="Consolas"/>
            </a:endParaRPr>
          </a:p>
          <a:p>
            <a:pPr marL="0" lvl="0" indent="0" algn="l" rtl="0">
              <a:spcBef>
                <a:spcPts val="0"/>
              </a:spcBef>
              <a:spcAft>
                <a:spcPts val="0"/>
              </a:spcAft>
              <a:buNone/>
            </a:pPr>
            <a:r>
              <a:rPr lang="en" sz="500">
                <a:latin typeface="Consolas"/>
                <a:ea typeface="Consolas"/>
                <a:cs typeface="Consolas"/>
                <a:sym typeface="Consolas"/>
              </a:rPr>
              <a:t>        at java.base/java.net.Socket.connect(Socket.java:648)</a:t>
            </a:r>
            <a:endParaRPr sz="500">
              <a:latin typeface="Consolas"/>
              <a:ea typeface="Consolas"/>
              <a:cs typeface="Consolas"/>
              <a:sym typeface="Consolas"/>
            </a:endParaRPr>
          </a:p>
          <a:p>
            <a:pPr marL="0" lvl="0" indent="0" algn="l" rtl="0">
              <a:spcBef>
                <a:spcPts val="0"/>
              </a:spcBef>
              <a:spcAft>
                <a:spcPts val="0"/>
              </a:spcAft>
              <a:buNone/>
            </a:pPr>
            <a:r>
              <a:rPr lang="en" sz="500">
                <a:latin typeface="Consolas"/>
                <a:ea typeface="Consolas"/>
                <a:cs typeface="Consolas"/>
                <a:sym typeface="Consolas"/>
              </a:rPr>
              <a:t>        at java.base/java.net.Socket.connect(Socket.java:597)</a:t>
            </a:r>
            <a:endParaRPr sz="500">
              <a:latin typeface="Consolas"/>
              <a:ea typeface="Consolas"/>
              <a:cs typeface="Consolas"/>
              <a:sym typeface="Consolas"/>
            </a:endParaRPr>
          </a:p>
          <a:p>
            <a:pPr marL="0" lvl="0" indent="0" algn="l" rtl="0">
              <a:spcBef>
                <a:spcPts val="0"/>
              </a:spcBef>
              <a:spcAft>
                <a:spcPts val="0"/>
              </a:spcAft>
              <a:buNone/>
            </a:pPr>
            <a:r>
              <a:rPr lang="en" sz="500">
                <a:latin typeface="Consolas"/>
                <a:ea typeface="Consolas"/>
                <a:cs typeface="Consolas"/>
                <a:sym typeface="Consolas"/>
              </a:rPr>
              <a:t>        at java.base/java.net.Socket.&lt;init&gt;(Socket.java:520)</a:t>
            </a:r>
            <a:endParaRPr sz="500">
              <a:latin typeface="Consolas"/>
              <a:ea typeface="Consolas"/>
              <a:cs typeface="Consolas"/>
              <a:sym typeface="Consolas"/>
            </a:endParaRPr>
          </a:p>
          <a:p>
            <a:pPr marL="0" lvl="0" indent="0" algn="l" rtl="0">
              <a:spcBef>
                <a:spcPts val="0"/>
              </a:spcBef>
              <a:spcAft>
                <a:spcPts val="0"/>
              </a:spcAft>
              <a:buNone/>
            </a:pPr>
            <a:r>
              <a:rPr lang="en" sz="500">
                <a:latin typeface="Consolas"/>
                <a:ea typeface="Consolas"/>
                <a:cs typeface="Consolas"/>
                <a:sym typeface="Consolas"/>
              </a:rPr>
              <a:t>        at java.base/java.net.Socket.&lt;init&gt;(Socket.java:294)</a:t>
            </a:r>
            <a:endParaRPr sz="500">
              <a:latin typeface="Consolas"/>
              <a:ea typeface="Consolas"/>
              <a:cs typeface="Consolas"/>
              <a:sym typeface="Consolas"/>
            </a:endParaRPr>
          </a:p>
          <a:p>
            <a:pPr marL="0" lvl="0" indent="0" algn="l" rtl="0">
              <a:spcBef>
                <a:spcPts val="0"/>
              </a:spcBef>
              <a:spcAft>
                <a:spcPts val="0"/>
              </a:spcAft>
              <a:buNone/>
            </a:pPr>
            <a:r>
              <a:rPr lang="en" sz="500">
                <a:latin typeface="Consolas"/>
                <a:ea typeface="Consolas"/>
                <a:cs typeface="Consolas"/>
                <a:sym typeface="Consolas"/>
              </a:rPr>
              <a:t>        at Day02.echo.EchoClient.main(EchoClient.java:9)</a:t>
            </a:r>
            <a:endParaRPr sz="500">
              <a:latin typeface="Consolas"/>
              <a:ea typeface="Consolas"/>
              <a:cs typeface="Consolas"/>
              <a:sym typeface="Consolas"/>
            </a:endParaRPr>
          </a:p>
          <a:p>
            <a:pPr marL="0" lvl="0" indent="0" algn="l" rtl="0">
              <a:spcBef>
                <a:spcPts val="0"/>
              </a:spcBef>
              <a:spcAft>
                <a:spcPts val="0"/>
              </a:spcAft>
              <a:buNone/>
            </a:pPr>
            <a:endParaRPr sz="500">
              <a:latin typeface="Consolas"/>
              <a:ea typeface="Consolas"/>
              <a:cs typeface="Consolas"/>
              <a:sym typeface="Consolas"/>
            </a:endParaRPr>
          </a:p>
        </p:txBody>
      </p:sp>
      <p:sp>
        <p:nvSpPr>
          <p:cNvPr id="716" name="Google Shape;716;p67"/>
          <p:cNvSpPr txBox="1"/>
          <p:nvPr/>
        </p:nvSpPr>
        <p:spPr>
          <a:xfrm>
            <a:off x="144625" y="3225075"/>
            <a:ext cx="2981400" cy="572700"/>
          </a:xfrm>
          <a:prstGeom prst="rect">
            <a:avLst/>
          </a:prstGeom>
          <a:solidFill>
            <a:srgbClr val="FFF2CC"/>
          </a:solidFill>
          <a:ln w="28575" cap="flat" cmpd="sng">
            <a:solidFill>
              <a:srgbClr val="FF0000"/>
            </a:solidFill>
            <a:prstDash val="solid"/>
            <a:round/>
            <a:headEnd type="none" w="sm" len="sm"/>
            <a:tailEnd type="none" w="sm" len="sm"/>
          </a:ln>
        </p:spPr>
        <p:txBody>
          <a:bodyPr spcFirstLastPara="1" wrap="square" lIns="91425" tIns="91425" rIns="91425" bIns="91425" anchor="t" anchorCtr="0">
            <a:noAutofit/>
          </a:bodyPr>
          <a:lstStyle/>
          <a:p>
            <a:pPr marL="0" marR="0" lvl="0" indent="0" algn="l" rtl="0">
              <a:spcBef>
                <a:spcPts val="0"/>
              </a:spcBef>
              <a:spcAft>
                <a:spcPts val="0"/>
              </a:spcAft>
              <a:buNone/>
            </a:pPr>
            <a:r>
              <a:rPr lang="en" sz="1200">
                <a:solidFill>
                  <a:schemeClr val="dk1"/>
                </a:solidFill>
              </a:rPr>
              <a:t>You should get an exception similar to the above one. That is expected for now.</a:t>
            </a:r>
            <a:endParaRPr sz="1200">
              <a:solidFill>
                <a:schemeClr val="dk1"/>
              </a:solidFill>
              <a:latin typeface="Arial"/>
              <a:ea typeface="Arial"/>
              <a:cs typeface="Arial"/>
              <a:sym typeface="Arial"/>
            </a:endParaRPr>
          </a:p>
        </p:txBody>
      </p:sp>
      <p:sp>
        <p:nvSpPr>
          <p:cNvPr id="717" name="Google Shape;717;p67"/>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9.8</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721"/>
        <p:cNvGrpSpPr/>
        <p:nvPr/>
      </p:nvGrpSpPr>
      <p:grpSpPr>
        <a:xfrm>
          <a:off x="0" y="0"/>
          <a:ext cx="0" cy="0"/>
          <a:chOff x="0" y="0"/>
          <a:chExt cx="0" cy="0"/>
        </a:xfrm>
      </p:grpSpPr>
      <p:sp>
        <p:nvSpPr>
          <p:cNvPr id="722" name="Google Shape;722;p68"/>
          <p:cNvSpPr txBox="1">
            <a:spLocks noGrp="1"/>
          </p:cNvSpPr>
          <p:nvPr>
            <p:ph type="body" idx="1"/>
          </p:nvPr>
        </p:nvSpPr>
        <p:spPr>
          <a:xfrm>
            <a:off x="4644675" y="376400"/>
            <a:ext cx="4166400" cy="4556700"/>
          </a:xfrm>
          <a:prstGeom prst="rect">
            <a:avLst/>
          </a:prstGeom>
          <a:noFill/>
          <a:ln>
            <a:noFill/>
          </a:ln>
        </p:spPr>
        <p:txBody>
          <a:bodyPr spcFirstLastPara="1" wrap="square" lIns="68575" tIns="34275" rIns="68575" bIns="34275" anchor="t" anchorCtr="0">
            <a:normAutofit fontScale="92500"/>
          </a:bodyPr>
          <a:lstStyle/>
          <a:p>
            <a:pPr marL="457200" lvl="0" indent="-319405" algn="l" rtl="0">
              <a:spcBef>
                <a:spcPts val="0"/>
              </a:spcBef>
              <a:spcAft>
                <a:spcPts val="0"/>
              </a:spcAft>
              <a:buSzPts val="1430"/>
              <a:buChar char="●"/>
            </a:pPr>
            <a:r>
              <a:rPr lang="en" sz="1430"/>
              <a:t>Once a connection is established, both sides of the connection are represented as </a:t>
            </a:r>
            <a:r>
              <a:rPr lang="en" sz="1430">
                <a:solidFill>
                  <a:srgbClr val="FF0000"/>
                </a:solidFill>
                <a:latin typeface="Courier New"/>
                <a:ea typeface="Courier New"/>
                <a:cs typeface="Courier New"/>
                <a:sym typeface="Courier New"/>
              </a:rPr>
              <a:t>Socket</a:t>
            </a:r>
            <a:r>
              <a:rPr lang="en" sz="1430"/>
              <a:t>s</a:t>
            </a:r>
            <a:endParaRPr sz="1430"/>
          </a:p>
          <a:p>
            <a:pPr marL="457200" lvl="0" indent="-319405" algn="l" rtl="0">
              <a:spcBef>
                <a:spcPts val="0"/>
              </a:spcBef>
              <a:spcAft>
                <a:spcPts val="0"/>
              </a:spcAft>
              <a:buSzPts val="1430"/>
              <a:buChar char="●"/>
            </a:pPr>
            <a:r>
              <a:rPr lang="en" sz="1430"/>
              <a:t>The </a:t>
            </a:r>
            <a:r>
              <a:rPr lang="en" sz="1430">
                <a:latin typeface="Courier New"/>
                <a:ea typeface="Courier New"/>
                <a:cs typeface="Courier New"/>
                <a:sym typeface="Courier New"/>
              </a:rPr>
              <a:t>Socket::getInputStream()</a:t>
            </a:r>
            <a:r>
              <a:rPr lang="en" sz="1430"/>
              <a:t> method will return an </a:t>
            </a:r>
            <a:r>
              <a:rPr lang="en" sz="1430">
                <a:latin typeface="Courier New"/>
                <a:ea typeface="Courier New"/>
                <a:cs typeface="Courier New"/>
                <a:sym typeface="Courier New"/>
              </a:rPr>
              <a:t>InputStream</a:t>
            </a:r>
            <a:r>
              <a:rPr lang="en" sz="1430"/>
              <a:t> that can be used to </a:t>
            </a:r>
            <a:r>
              <a:rPr lang="en" sz="1430" b="1" i="1">
                <a:solidFill>
                  <a:srgbClr val="FF0000"/>
                </a:solidFill>
              </a:rPr>
              <a:t>receive</a:t>
            </a:r>
            <a:r>
              <a:rPr lang="en" sz="1430"/>
              <a:t> data from the other end of the connection</a:t>
            </a:r>
            <a:endParaRPr sz="1005"/>
          </a:p>
          <a:p>
            <a:pPr marL="457200" lvl="0" indent="-319405" algn="l" rtl="0">
              <a:spcBef>
                <a:spcPts val="0"/>
              </a:spcBef>
              <a:spcAft>
                <a:spcPts val="0"/>
              </a:spcAft>
              <a:buSzPts val="1430"/>
              <a:buChar char="●"/>
            </a:pPr>
            <a:r>
              <a:rPr lang="en" sz="1430"/>
              <a:t>Recall that Java streams are used to read </a:t>
            </a:r>
            <a:r>
              <a:rPr lang="en" sz="1430" b="1" i="1">
                <a:solidFill>
                  <a:srgbClr val="FF0000"/>
                </a:solidFill>
              </a:rPr>
              <a:t>binary</a:t>
            </a:r>
            <a:r>
              <a:rPr lang="en" sz="1430"/>
              <a:t> data. If </a:t>
            </a:r>
            <a:r>
              <a:rPr lang="en" sz="1430" b="1" i="1">
                <a:solidFill>
                  <a:srgbClr val="FF0000"/>
                </a:solidFill>
              </a:rPr>
              <a:t>text</a:t>
            </a:r>
            <a:r>
              <a:rPr lang="en" sz="1430"/>
              <a:t> data is preferred, the </a:t>
            </a:r>
            <a:r>
              <a:rPr lang="en" sz="1430">
                <a:latin typeface="Courier New"/>
                <a:ea typeface="Courier New"/>
                <a:cs typeface="Courier New"/>
                <a:sym typeface="Courier New"/>
              </a:rPr>
              <a:t>InputStream</a:t>
            </a:r>
            <a:r>
              <a:rPr lang="en" sz="1430"/>
              <a:t> may be wrapped in an instance of the </a:t>
            </a:r>
            <a:r>
              <a:rPr lang="en" sz="1430">
                <a:latin typeface="Courier New"/>
                <a:ea typeface="Courier New"/>
                <a:cs typeface="Courier New"/>
                <a:sym typeface="Courier New"/>
              </a:rPr>
              <a:t>java.io.BufferedReader</a:t>
            </a:r>
            <a:r>
              <a:rPr lang="en" sz="1430"/>
              <a:t> class</a:t>
            </a:r>
            <a:endParaRPr sz="1005"/>
          </a:p>
          <a:p>
            <a:pPr marL="0" lvl="0" indent="457200" algn="l" rtl="0">
              <a:lnSpc>
                <a:spcPct val="100000"/>
              </a:lnSpc>
              <a:spcBef>
                <a:spcPts val="600"/>
              </a:spcBef>
              <a:spcAft>
                <a:spcPts val="0"/>
              </a:spcAft>
              <a:buNone/>
            </a:pPr>
            <a:r>
              <a:rPr lang="en" sz="1345">
                <a:latin typeface="Courier New"/>
                <a:ea typeface="Courier New"/>
                <a:cs typeface="Courier New"/>
                <a:sym typeface="Courier New"/>
              </a:rPr>
              <a:t>BufferedReader sc = new </a:t>
            </a:r>
            <a:endParaRPr sz="1345">
              <a:latin typeface="Courier New"/>
              <a:ea typeface="Courier New"/>
              <a:cs typeface="Courier New"/>
              <a:sym typeface="Courier New"/>
            </a:endParaRPr>
          </a:p>
          <a:p>
            <a:pPr marL="457200" lvl="0" indent="457200" algn="l" rtl="0">
              <a:lnSpc>
                <a:spcPct val="100000"/>
              </a:lnSpc>
              <a:spcBef>
                <a:spcPts val="600"/>
              </a:spcBef>
              <a:spcAft>
                <a:spcPts val="0"/>
              </a:spcAft>
              <a:buNone/>
            </a:pPr>
            <a:r>
              <a:rPr lang="en" sz="1345">
                <a:latin typeface="Courier New"/>
                <a:ea typeface="Courier New"/>
                <a:cs typeface="Courier New"/>
                <a:sym typeface="Courier New"/>
              </a:rPr>
              <a:t>BufferedReader(inputStream);</a:t>
            </a:r>
            <a:endParaRPr sz="835">
              <a:latin typeface="Courier New"/>
              <a:ea typeface="Courier New"/>
              <a:cs typeface="Courier New"/>
              <a:sym typeface="Courier New"/>
            </a:endParaRPr>
          </a:p>
          <a:p>
            <a:pPr marL="457200" lvl="0" indent="-319405" algn="l" rtl="0">
              <a:spcBef>
                <a:spcPts val="600"/>
              </a:spcBef>
              <a:spcAft>
                <a:spcPts val="0"/>
              </a:spcAft>
              <a:buSzPts val="1430"/>
              <a:buChar char="●"/>
            </a:pPr>
            <a:r>
              <a:rPr lang="en" sz="1430"/>
              <a:t>Remember, a </a:t>
            </a:r>
            <a:r>
              <a:rPr lang="en" sz="1430">
                <a:latin typeface="Courier New"/>
                <a:ea typeface="Courier New"/>
                <a:cs typeface="Courier New"/>
                <a:sym typeface="Courier New"/>
              </a:rPr>
              <a:t>BufferedReader</a:t>
            </a:r>
            <a:r>
              <a:rPr lang="en" sz="1430"/>
              <a:t> provides useful methods, including:</a:t>
            </a:r>
            <a:endParaRPr sz="1005"/>
          </a:p>
          <a:p>
            <a:pPr marL="914400" lvl="1" indent="-311150" algn="l" rtl="0">
              <a:spcBef>
                <a:spcPts val="0"/>
              </a:spcBef>
              <a:spcAft>
                <a:spcPts val="0"/>
              </a:spcAft>
              <a:buSzPts val="1300"/>
              <a:buChar char="○"/>
            </a:pPr>
            <a:r>
              <a:rPr lang="en" sz="1300">
                <a:latin typeface="Courier New"/>
                <a:ea typeface="Courier New"/>
                <a:cs typeface="Courier New"/>
                <a:sym typeface="Courier New"/>
              </a:rPr>
              <a:t>readLine()</a:t>
            </a:r>
            <a:r>
              <a:rPr lang="en" sz="1300"/>
              <a:t> - reads up to the next newline</a:t>
            </a:r>
            <a:endParaRPr sz="1300"/>
          </a:p>
          <a:p>
            <a:pPr marL="914400" lvl="1" indent="-311150" algn="l" rtl="0">
              <a:spcBef>
                <a:spcPts val="0"/>
              </a:spcBef>
              <a:spcAft>
                <a:spcPts val="0"/>
              </a:spcAft>
              <a:buSzPts val="1300"/>
              <a:buChar char="○"/>
            </a:pPr>
            <a:r>
              <a:rPr lang="en" sz="1300">
                <a:latin typeface="Courier New"/>
                <a:ea typeface="Courier New"/>
                <a:cs typeface="Courier New"/>
                <a:sym typeface="Courier New"/>
              </a:rPr>
              <a:t>lines()</a:t>
            </a:r>
            <a:r>
              <a:rPr lang="en" sz="1300"/>
              <a:t> - interprets the received data as a </a:t>
            </a:r>
            <a:r>
              <a:rPr lang="en" sz="1300">
                <a:latin typeface="Courier New"/>
                <a:ea typeface="Courier New"/>
                <a:cs typeface="Courier New"/>
                <a:sym typeface="Courier New"/>
              </a:rPr>
              <a:t>Stream</a:t>
            </a:r>
            <a:r>
              <a:rPr lang="en" sz="1300"/>
              <a:t> of lines.</a:t>
            </a:r>
            <a:endParaRPr sz="1430"/>
          </a:p>
        </p:txBody>
      </p:sp>
      <p:sp>
        <p:nvSpPr>
          <p:cNvPr id="723" name="Google Shape;723;p68"/>
          <p:cNvSpPr txBox="1">
            <a:spLocks noGrp="1"/>
          </p:cNvSpPr>
          <p:nvPr>
            <p:ph type="title"/>
          </p:nvPr>
        </p:nvSpPr>
        <p:spPr>
          <a:xfrm>
            <a:off x="311725" y="153000"/>
            <a:ext cx="3706500" cy="589500"/>
          </a:xfrm>
          <a:prstGeom prst="rect">
            <a:avLst/>
          </a:prstGeom>
          <a:noFill/>
          <a:ln>
            <a:noFill/>
          </a:ln>
        </p:spPr>
        <p:txBody>
          <a:bodyPr spcFirstLastPara="1" wrap="square" lIns="91425" tIns="91425" rIns="91425" bIns="91425" anchor="t" anchorCtr="0">
            <a:noAutofit/>
          </a:bodyPr>
          <a:lstStyle/>
          <a:p>
            <a:pPr marL="0" lvl="0" indent="0" algn="l" rtl="0">
              <a:lnSpc>
                <a:spcPct val="90000"/>
              </a:lnSpc>
              <a:spcBef>
                <a:spcPts val="0"/>
              </a:spcBef>
              <a:spcAft>
                <a:spcPts val="0"/>
              </a:spcAft>
              <a:buClr>
                <a:schemeClr val="dk2"/>
              </a:buClr>
              <a:buSzPts val="3300"/>
              <a:buFont typeface="Calibri"/>
              <a:buNone/>
            </a:pPr>
            <a:r>
              <a:rPr lang="en" sz="2300"/>
              <a:t>Review: Receiving Data</a:t>
            </a:r>
            <a:endParaRPr sz="2300"/>
          </a:p>
        </p:txBody>
      </p:sp>
      <p:sp>
        <p:nvSpPr>
          <p:cNvPr id="724" name="Google Shape;724;p6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37</a:t>
            </a:fld>
            <a:endParaRPr/>
          </a:p>
        </p:txBody>
      </p:sp>
      <p:pic>
        <p:nvPicPr>
          <p:cNvPr id="725" name="Google Shape;725;p68"/>
          <p:cNvPicPr preferRelativeResize="0"/>
          <p:nvPr/>
        </p:nvPicPr>
        <p:blipFill rotWithShape="1">
          <a:blip r:embed="rId3">
            <a:alphaModFix/>
          </a:blip>
          <a:srcRect/>
          <a:stretch/>
        </p:blipFill>
        <p:spPr>
          <a:xfrm rot="1255174" flipH="1">
            <a:off x="2499706" y="3933192"/>
            <a:ext cx="1307539" cy="1307567"/>
          </a:xfrm>
          <a:prstGeom prst="rect">
            <a:avLst/>
          </a:prstGeom>
          <a:noFill/>
          <a:ln>
            <a:noFill/>
          </a:ln>
        </p:spPr>
      </p:pic>
      <p:sp>
        <p:nvSpPr>
          <p:cNvPr id="726" name="Google Shape;726;p68"/>
          <p:cNvSpPr/>
          <p:nvPr/>
        </p:nvSpPr>
        <p:spPr>
          <a:xfrm>
            <a:off x="1903862" y="3983714"/>
            <a:ext cx="759000" cy="431100"/>
          </a:xfrm>
          <a:prstGeom prst="wedgeRoundRectCallout">
            <a:avLst>
              <a:gd name="adj1" fmla="val 120496"/>
              <a:gd name="adj2" fmla="val -21648"/>
              <a:gd name="adj3" fmla="val 0"/>
            </a:avLst>
          </a:prstGeom>
          <a:solidFill>
            <a:srgbClr val="FFFFFF"/>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spcBef>
                <a:spcPts val="0"/>
              </a:spcBef>
              <a:spcAft>
                <a:spcPts val="0"/>
              </a:spcAft>
              <a:buNone/>
            </a:pPr>
            <a:r>
              <a:rPr lang="en" sz="1700">
                <a:solidFill>
                  <a:schemeClr val="dk1"/>
                </a:solidFill>
                <a:latin typeface="Calibri"/>
                <a:ea typeface="Calibri"/>
                <a:cs typeface="Calibri"/>
                <a:sym typeface="Calibri"/>
              </a:rPr>
              <a:t>Hello!</a:t>
            </a:r>
            <a:endParaRPr sz="1700">
              <a:solidFill>
                <a:schemeClr val="dk1"/>
              </a:solidFill>
              <a:latin typeface="Calibri"/>
              <a:ea typeface="Calibri"/>
              <a:cs typeface="Calibri"/>
              <a:sym typeface="Calibri"/>
            </a:endParaRPr>
          </a:p>
        </p:txBody>
      </p:sp>
      <p:pic>
        <p:nvPicPr>
          <p:cNvPr id="727" name="Google Shape;727;p68"/>
          <p:cNvPicPr preferRelativeResize="0"/>
          <p:nvPr/>
        </p:nvPicPr>
        <p:blipFill rotWithShape="1">
          <a:blip r:embed="rId4">
            <a:alphaModFix/>
          </a:blip>
          <a:srcRect r="46729" b="17594"/>
          <a:stretch/>
        </p:blipFill>
        <p:spPr>
          <a:xfrm flipH="1">
            <a:off x="2859151" y="1485564"/>
            <a:ext cx="1015500" cy="1127850"/>
          </a:xfrm>
          <a:prstGeom prst="rect">
            <a:avLst/>
          </a:prstGeom>
          <a:noFill/>
          <a:ln>
            <a:noFill/>
          </a:ln>
        </p:spPr>
      </p:pic>
      <p:sp>
        <p:nvSpPr>
          <p:cNvPr id="728" name="Google Shape;728;p68"/>
          <p:cNvSpPr txBox="1"/>
          <p:nvPr/>
        </p:nvSpPr>
        <p:spPr>
          <a:xfrm>
            <a:off x="560975" y="742525"/>
            <a:ext cx="3326700" cy="683400"/>
          </a:xfrm>
          <a:prstGeom prst="rect">
            <a:avLst/>
          </a:prstGeom>
          <a:solidFill>
            <a:srgbClr val="FFF2CC"/>
          </a:solidFill>
          <a:ln w="19050" cap="flat" cmpd="sng">
            <a:solidFill>
              <a:srgbClr val="FF0000"/>
            </a:solidFill>
            <a:prstDash val="solid"/>
            <a:round/>
            <a:headEnd type="none" w="sm" len="sm"/>
            <a:tailEnd type="none" w="sm" len="sm"/>
          </a:ln>
          <a:effectLst>
            <a:outerShdw blurRad="50800" dist="38100" dir="2700000" algn="tl" rotWithShape="0">
              <a:srgbClr val="000000">
                <a:alpha val="40000"/>
              </a:srgbClr>
            </a:outerShdw>
          </a:effectLst>
        </p:spPr>
        <p:txBody>
          <a:bodyPr spcFirstLastPara="1" wrap="square" lIns="91425" tIns="91425" rIns="91425" bIns="91425" anchor="ctr" anchorCtr="0">
            <a:noAutofit/>
          </a:bodyPr>
          <a:lstStyle/>
          <a:p>
            <a:pPr marL="0" marR="0" lvl="0" indent="0" algn="l" rtl="0">
              <a:spcBef>
                <a:spcPts val="0"/>
              </a:spcBef>
              <a:spcAft>
                <a:spcPts val="0"/>
              </a:spcAft>
              <a:buNone/>
            </a:pPr>
            <a:r>
              <a:rPr lang="en">
                <a:solidFill>
                  <a:schemeClr val="dk1"/>
                </a:solidFill>
                <a:latin typeface="Arial"/>
                <a:ea typeface="Arial"/>
                <a:cs typeface="Arial"/>
                <a:sym typeface="Arial"/>
              </a:rPr>
              <a:t>It can be helpful to think of the two ends of the connection like a telephone.</a:t>
            </a:r>
            <a:endParaRPr>
              <a:solidFill>
                <a:schemeClr val="dk1"/>
              </a:solidFill>
              <a:latin typeface="Arial"/>
              <a:ea typeface="Arial"/>
              <a:cs typeface="Arial"/>
              <a:sym typeface="Arial"/>
            </a:endParaRPr>
          </a:p>
        </p:txBody>
      </p:sp>
      <p:pic>
        <p:nvPicPr>
          <p:cNvPr id="729" name="Google Shape;729;p68"/>
          <p:cNvPicPr preferRelativeResize="0"/>
          <p:nvPr/>
        </p:nvPicPr>
        <p:blipFill rotWithShape="1">
          <a:blip r:embed="rId3">
            <a:alphaModFix/>
          </a:blip>
          <a:srcRect/>
          <a:stretch/>
        </p:blipFill>
        <p:spPr>
          <a:xfrm rot="-1610027">
            <a:off x="568827" y="1420572"/>
            <a:ext cx="1375847" cy="1375858"/>
          </a:xfrm>
          <a:prstGeom prst="rect">
            <a:avLst/>
          </a:prstGeom>
          <a:noFill/>
          <a:ln>
            <a:noFill/>
          </a:ln>
        </p:spPr>
      </p:pic>
      <p:sp>
        <p:nvSpPr>
          <p:cNvPr id="730" name="Google Shape;730;p68"/>
          <p:cNvSpPr txBox="1"/>
          <p:nvPr/>
        </p:nvSpPr>
        <p:spPr>
          <a:xfrm>
            <a:off x="560975" y="2704350"/>
            <a:ext cx="3326700" cy="513900"/>
          </a:xfrm>
          <a:prstGeom prst="rect">
            <a:avLst/>
          </a:prstGeom>
          <a:solidFill>
            <a:srgbClr val="FFF2CC"/>
          </a:solidFill>
          <a:ln w="19050" cap="flat" cmpd="sng">
            <a:solidFill>
              <a:srgbClr val="FF0000"/>
            </a:solidFill>
            <a:prstDash val="solid"/>
            <a:round/>
            <a:headEnd type="none" w="sm" len="sm"/>
            <a:tailEnd type="none" w="sm" len="sm"/>
          </a:ln>
          <a:effectLst>
            <a:outerShdw blurRad="50800" dist="38100" dir="2700000" algn="tl" rotWithShape="0">
              <a:srgbClr val="000000">
                <a:alpha val="40000"/>
              </a:srgbClr>
            </a:outerShdw>
          </a:effectLst>
        </p:spPr>
        <p:txBody>
          <a:bodyPr spcFirstLastPara="1" wrap="square" lIns="91425" tIns="91425" rIns="91425" bIns="91425" anchor="ctr" anchorCtr="0">
            <a:noAutofit/>
          </a:bodyPr>
          <a:lstStyle/>
          <a:p>
            <a:pPr marL="0" marR="0" lvl="0" indent="0" algn="l" rtl="0">
              <a:spcBef>
                <a:spcPts val="0"/>
              </a:spcBef>
              <a:spcAft>
                <a:spcPts val="0"/>
              </a:spcAft>
              <a:buNone/>
            </a:pPr>
            <a:r>
              <a:rPr lang="en">
                <a:solidFill>
                  <a:schemeClr val="dk1"/>
                </a:solidFill>
                <a:latin typeface="Arial"/>
                <a:ea typeface="Arial"/>
                <a:cs typeface="Arial"/>
                <a:sym typeface="Arial"/>
              </a:rPr>
              <a:t>Audio sent through the microphone (</a:t>
            </a:r>
            <a:r>
              <a:rPr lang="en" b="1" i="1">
                <a:solidFill>
                  <a:srgbClr val="FF0000"/>
                </a:solidFill>
                <a:latin typeface="Arial"/>
                <a:ea typeface="Arial"/>
                <a:cs typeface="Arial"/>
                <a:sym typeface="Arial"/>
              </a:rPr>
              <a:t>output stream</a:t>
            </a:r>
            <a:r>
              <a:rPr lang="en">
                <a:solidFill>
                  <a:schemeClr val="dk1"/>
                </a:solidFill>
                <a:latin typeface="Arial"/>
                <a:ea typeface="Arial"/>
                <a:cs typeface="Arial"/>
                <a:sym typeface="Arial"/>
              </a:rPr>
              <a:t>) on one end...</a:t>
            </a:r>
            <a:endParaRPr>
              <a:solidFill>
                <a:schemeClr val="dk1"/>
              </a:solidFill>
              <a:latin typeface="Arial"/>
              <a:ea typeface="Arial"/>
              <a:cs typeface="Arial"/>
              <a:sym typeface="Arial"/>
            </a:endParaRPr>
          </a:p>
        </p:txBody>
      </p:sp>
      <p:sp>
        <p:nvSpPr>
          <p:cNvPr id="731" name="Google Shape;731;p68"/>
          <p:cNvSpPr txBox="1"/>
          <p:nvPr/>
        </p:nvSpPr>
        <p:spPr>
          <a:xfrm>
            <a:off x="560975" y="3349175"/>
            <a:ext cx="3326700" cy="513900"/>
          </a:xfrm>
          <a:prstGeom prst="rect">
            <a:avLst/>
          </a:prstGeom>
          <a:solidFill>
            <a:srgbClr val="FFF2CC"/>
          </a:solidFill>
          <a:ln w="19050" cap="flat" cmpd="sng">
            <a:solidFill>
              <a:srgbClr val="FF0000"/>
            </a:solidFill>
            <a:prstDash val="solid"/>
            <a:round/>
            <a:headEnd type="none" w="sm" len="sm"/>
            <a:tailEnd type="none" w="sm" len="sm"/>
          </a:ln>
          <a:effectLst>
            <a:outerShdw blurRad="50800" dist="38100" dir="2700000" algn="tl" rotWithShape="0">
              <a:srgbClr val="000000">
                <a:alpha val="40000"/>
              </a:srgbClr>
            </a:outerShdw>
          </a:effectLst>
        </p:spPr>
        <p:txBody>
          <a:bodyPr spcFirstLastPara="1" wrap="square" lIns="91425" tIns="91425" rIns="91425" bIns="91425" anchor="ctr" anchorCtr="0">
            <a:noAutofit/>
          </a:bodyPr>
          <a:lstStyle/>
          <a:p>
            <a:pPr marL="0" marR="0" lvl="0" indent="0" algn="l" rtl="0">
              <a:spcBef>
                <a:spcPts val="0"/>
              </a:spcBef>
              <a:spcAft>
                <a:spcPts val="0"/>
              </a:spcAft>
              <a:buNone/>
            </a:pPr>
            <a:r>
              <a:rPr lang="en">
                <a:solidFill>
                  <a:schemeClr val="dk1"/>
                </a:solidFill>
                <a:latin typeface="Arial"/>
                <a:ea typeface="Arial"/>
                <a:cs typeface="Arial"/>
                <a:sym typeface="Arial"/>
              </a:rPr>
              <a:t>...is heard through the speaker (</a:t>
            </a:r>
            <a:r>
              <a:rPr lang="en" b="1" i="1">
                <a:solidFill>
                  <a:srgbClr val="FF0000"/>
                </a:solidFill>
                <a:latin typeface="Arial"/>
                <a:ea typeface="Arial"/>
                <a:cs typeface="Arial"/>
                <a:sym typeface="Arial"/>
              </a:rPr>
              <a:t>input stream</a:t>
            </a:r>
            <a:r>
              <a:rPr lang="en">
                <a:solidFill>
                  <a:schemeClr val="dk1"/>
                </a:solidFill>
                <a:latin typeface="Arial"/>
                <a:ea typeface="Arial"/>
                <a:cs typeface="Arial"/>
                <a:sym typeface="Arial"/>
              </a:rPr>
              <a:t>) on the other.</a:t>
            </a:r>
            <a:endParaRPr>
              <a:solidFill>
                <a:schemeClr val="dk1"/>
              </a:solidFill>
              <a:latin typeface="Arial"/>
              <a:ea typeface="Arial"/>
              <a:cs typeface="Arial"/>
              <a:sym typeface="Arial"/>
            </a:endParaRPr>
          </a:p>
        </p:txBody>
      </p:sp>
      <p:sp>
        <p:nvSpPr>
          <p:cNvPr id="732" name="Google Shape;732;p68"/>
          <p:cNvSpPr/>
          <p:nvPr/>
        </p:nvSpPr>
        <p:spPr>
          <a:xfrm>
            <a:off x="2014772" y="2009553"/>
            <a:ext cx="771900" cy="431100"/>
          </a:xfrm>
          <a:prstGeom prst="wedgeRoundRectCallout">
            <a:avLst>
              <a:gd name="adj1" fmla="val 119109"/>
              <a:gd name="adj2" fmla="val -47550"/>
              <a:gd name="adj3" fmla="val 0"/>
            </a:avLst>
          </a:prstGeom>
          <a:solidFill>
            <a:srgbClr val="FFFFFF"/>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spcBef>
                <a:spcPts val="0"/>
              </a:spcBef>
              <a:spcAft>
                <a:spcPts val="0"/>
              </a:spcAft>
              <a:buNone/>
            </a:pPr>
            <a:r>
              <a:rPr lang="en" sz="1700">
                <a:solidFill>
                  <a:schemeClr val="dk1"/>
                </a:solidFill>
                <a:latin typeface="Calibri"/>
                <a:ea typeface="Calibri"/>
                <a:cs typeface="Calibri"/>
                <a:sym typeface="Calibri"/>
              </a:rPr>
              <a:t>Hello!</a:t>
            </a:r>
            <a:endParaRPr sz="1700">
              <a:solidFill>
                <a:schemeClr val="dk1"/>
              </a:solidFill>
              <a:latin typeface="Calibri"/>
              <a:ea typeface="Calibri"/>
              <a:cs typeface="Calibri"/>
              <a:sym typeface="Calibri"/>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736"/>
        <p:cNvGrpSpPr/>
        <p:nvPr/>
      </p:nvGrpSpPr>
      <p:grpSpPr>
        <a:xfrm>
          <a:off x="0" y="0"/>
          <a:ext cx="0" cy="0"/>
          <a:chOff x="0" y="0"/>
          <a:chExt cx="0" cy="0"/>
        </a:xfrm>
      </p:grpSpPr>
      <p:sp>
        <p:nvSpPr>
          <p:cNvPr id="737" name="Google Shape;737;p69"/>
          <p:cNvSpPr txBox="1">
            <a:spLocks noGrp="1"/>
          </p:cNvSpPr>
          <p:nvPr>
            <p:ph type="title"/>
          </p:nvPr>
        </p:nvSpPr>
        <p:spPr>
          <a:xfrm>
            <a:off x="1436850" y="76300"/>
            <a:ext cx="7642500" cy="5967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Clr>
                <a:schemeClr val="dk2"/>
              </a:buClr>
              <a:buSzPts val="3400"/>
              <a:buFont typeface="Calibri"/>
              <a:buNone/>
            </a:pPr>
            <a:r>
              <a:rPr lang="en" sz="3400"/>
              <a:t>Echo?</a:t>
            </a:r>
            <a:endParaRPr sz="3400"/>
          </a:p>
        </p:txBody>
      </p:sp>
      <p:sp>
        <p:nvSpPr>
          <p:cNvPr id="738" name="Google Shape;738;p69"/>
          <p:cNvSpPr txBox="1">
            <a:spLocks noGrp="1"/>
          </p:cNvSpPr>
          <p:nvPr>
            <p:ph type="body" idx="1"/>
          </p:nvPr>
        </p:nvSpPr>
        <p:spPr>
          <a:xfrm>
            <a:off x="65250" y="731625"/>
            <a:ext cx="8955900" cy="9234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1600"/>
              </a:spcAft>
              <a:buClr>
                <a:srgbClr val="000000"/>
              </a:buClr>
              <a:buSzPts val="1800"/>
              <a:buNone/>
            </a:pPr>
            <a:r>
              <a:rPr lang="en"/>
              <a:t>We're off to a good start, but the client doesn't have a server to talk to, yet. This is why you're getting a "connection refused" exception when you run the client. Let's write the server-side of this application; listen for a connection, read a message, and print it out.</a:t>
            </a:r>
            <a:endParaRPr sz="1300"/>
          </a:p>
        </p:txBody>
      </p:sp>
      <p:sp>
        <p:nvSpPr>
          <p:cNvPr id="739" name="Google Shape;739;p69"/>
          <p:cNvSpPr txBox="1">
            <a:spLocks noGrp="1"/>
          </p:cNvSpPr>
          <p:nvPr>
            <p:ph type="body" idx="2"/>
          </p:nvPr>
        </p:nvSpPr>
        <p:spPr>
          <a:xfrm>
            <a:off x="4680575" y="1724400"/>
            <a:ext cx="4262700" cy="2077200"/>
          </a:xfrm>
          <a:prstGeom prst="rect">
            <a:avLst/>
          </a:prstGeom>
          <a:noFill/>
          <a:ln>
            <a:noFill/>
          </a:ln>
        </p:spPr>
        <p:txBody>
          <a:bodyPr spcFirstLastPara="1" wrap="square" lIns="68575" tIns="34275" rIns="68575" bIns="34275" anchor="t" anchorCtr="0">
            <a:spAutoFit/>
          </a:bodyPr>
          <a:lstStyle/>
          <a:p>
            <a:pPr marL="457200" lvl="0" indent="-311150" algn="l" rtl="0">
              <a:lnSpc>
                <a:spcPct val="115000"/>
              </a:lnSpc>
              <a:spcBef>
                <a:spcPts val="0"/>
              </a:spcBef>
              <a:spcAft>
                <a:spcPts val="0"/>
              </a:spcAft>
              <a:buSzPts val="1300"/>
              <a:buChar char="●"/>
            </a:pPr>
            <a:r>
              <a:rPr lang="en"/>
              <a:t>In the </a:t>
            </a:r>
            <a:r>
              <a:rPr lang="en">
                <a:latin typeface="Courier New"/>
                <a:ea typeface="Courier New"/>
                <a:cs typeface="Courier New"/>
                <a:sym typeface="Courier New"/>
              </a:rPr>
              <a:t>echo</a:t>
            </a:r>
            <a:r>
              <a:rPr lang="en"/>
              <a:t> package, create an </a:t>
            </a:r>
            <a:r>
              <a:rPr lang="en">
                <a:solidFill>
                  <a:srgbClr val="FF0000"/>
                </a:solidFill>
                <a:latin typeface="Courier New"/>
                <a:ea typeface="Courier New"/>
                <a:cs typeface="Courier New"/>
                <a:sym typeface="Courier New"/>
              </a:rPr>
              <a:t>EchoServer</a:t>
            </a:r>
            <a:r>
              <a:rPr lang="en"/>
              <a:t> class</a:t>
            </a:r>
            <a:endParaRPr/>
          </a:p>
          <a:p>
            <a:pPr marL="457200" lvl="0" indent="-311150" algn="l" rtl="0">
              <a:lnSpc>
                <a:spcPct val="115000"/>
              </a:lnSpc>
              <a:spcBef>
                <a:spcPts val="0"/>
              </a:spcBef>
              <a:spcAft>
                <a:spcPts val="0"/>
              </a:spcAft>
              <a:buSzPts val="1300"/>
              <a:buChar char="●"/>
            </a:pPr>
            <a:r>
              <a:rPr lang="en"/>
              <a:t>Create a </a:t>
            </a:r>
            <a:r>
              <a:rPr lang="en">
                <a:solidFill>
                  <a:srgbClr val="FF0000"/>
                </a:solidFill>
                <a:latin typeface="Courier New"/>
                <a:ea typeface="Courier New"/>
                <a:cs typeface="Courier New"/>
                <a:sym typeface="Courier New"/>
              </a:rPr>
              <a:t>ServerSocket</a:t>
            </a:r>
            <a:r>
              <a:rPr lang="en"/>
              <a:t> on port </a:t>
            </a:r>
            <a:r>
              <a:rPr lang="en">
                <a:latin typeface="Courier New"/>
                <a:ea typeface="Courier New"/>
                <a:cs typeface="Courier New"/>
                <a:sym typeface="Courier New"/>
              </a:rPr>
              <a:t>54321</a:t>
            </a:r>
            <a:r>
              <a:rPr lang="en"/>
              <a:t> and use it to listen for an incoming connection</a:t>
            </a:r>
            <a:endParaRPr/>
          </a:p>
          <a:p>
            <a:pPr marL="457200" lvl="0" indent="-311150" algn="l" rtl="0">
              <a:lnSpc>
                <a:spcPct val="115000"/>
              </a:lnSpc>
              <a:spcBef>
                <a:spcPts val="0"/>
              </a:spcBef>
              <a:spcAft>
                <a:spcPts val="0"/>
              </a:spcAft>
              <a:buSzPts val="1300"/>
              <a:buChar char="●"/>
            </a:pPr>
            <a:r>
              <a:rPr lang="en"/>
              <a:t>Use a </a:t>
            </a:r>
            <a:r>
              <a:rPr lang="en">
                <a:latin typeface="Courier New"/>
                <a:ea typeface="Courier New"/>
                <a:cs typeface="Courier New"/>
                <a:sym typeface="Courier New"/>
              </a:rPr>
              <a:t>Scanner</a:t>
            </a:r>
            <a:r>
              <a:rPr lang="en"/>
              <a:t> to read one line from the client socket and print it.</a:t>
            </a:r>
            <a:endParaRPr/>
          </a:p>
          <a:p>
            <a:pPr marL="457200" lvl="0" indent="-311150" algn="l" rtl="0">
              <a:lnSpc>
                <a:spcPct val="115000"/>
              </a:lnSpc>
              <a:spcBef>
                <a:spcPts val="0"/>
              </a:spcBef>
              <a:spcAft>
                <a:spcPts val="0"/>
              </a:spcAft>
              <a:buSzPts val="1300"/>
              <a:buChar char="●"/>
            </a:pPr>
            <a:r>
              <a:rPr lang="en"/>
              <a:t>Run your </a:t>
            </a:r>
            <a:r>
              <a:rPr lang="en">
                <a:latin typeface="Courier New"/>
                <a:ea typeface="Courier New"/>
                <a:cs typeface="Courier New"/>
                <a:sym typeface="Courier New"/>
              </a:rPr>
              <a:t>EchoServer</a:t>
            </a:r>
            <a:r>
              <a:rPr lang="en"/>
              <a:t> and then </a:t>
            </a:r>
            <a:r>
              <a:rPr lang="en">
                <a:latin typeface="Courier New"/>
                <a:ea typeface="Courier New"/>
                <a:cs typeface="Courier New"/>
                <a:sym typeface="Courier New"/>
              </a:rPr>
              <a:t>EchoClient</a:t>
            </a:r>
            <a:endParaRPr>
              <a:latin typeface="Courier New"/>
              <a:ea typeface="Courier New"/>
              <a:cs typeface="Courier New"/>
              <a:sym typeface="Courier New"/>
            </a:endParaRPr>
          </a:p>
          <a:p>
            <a:pPr marL="914400" lvl="1" indent="-304800" algn="l" rtl="0">
              <a:lnSpc>
                <a:spcPct val="115000"/>
              </a:lnSpc>
              <a:spcBef>
                <a:spcPts val="0"/>
              </a:spcBef>
              <a:spcAft>
                <a:spcPts val="0"/>
              </a:spcAft>
              <a:buSzPts val="1200"/>
              <a:buChar char="○"/>
            </a:pPr>
            <a:r>
              <a:rPr lang="en" sz="1200"/>
              <a:t>You should see the message from the client appear in the server's terminal!</a:t>
            </a:r>
            <a:endParaRPr sz="1200"/>
          </a:p>
        </p:txBody>
      </p:sp>
      <p:sp>
        <p:nvSpPr>
          <p:cNvPr id="740" name="Google Shape;740;p6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38</a:t>
            </a:fld>
            <a:endParaRPr/>
          </a:p>
        </p:txBody>
      </p:sp>
      <p:sp>
        <p:nvSpPr>
          <p:cNvPr id="741" name="Google Shape;741;p69"/>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9.9</a:t>
            </a:r>
            <a:endParaRPr/>
          </a:p>
        </p:txBody>
      </p:sp>
      <p:sp>
        <p:nvSpPr>
          <p:cNvPr id="742" name="Google Shape;742;p69"/>
          <p:cNvSpPr txBox="1"/>
          <p:nvPr/>
        </p:nvSpPr>
        <p:spPr>
          <a:xfrm>
            <a:off x="134650" y="1740050"/>
            <a:ext cx="4480500" cy="1803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35714"/>
              </a:lnSpc>
              <a:spcBef>
                <a:spcPts val="0"/>
              </a:spcBef>
              <a:spcAft>
                <a:spcPts val="0"/>
              </a:spcAft>
              <a:buNone/>
            </a:pPr>
            <a:r>
              <a:rPr lang="en" sz="1150">
                <a:solidFill>
                  <a:srgbClr val="098658"/>
                </a:solidFill>
                <a:latin typeface="Consolas"/>
                <a:ea typeface="Consolas"/>
                <a:cs typeface="Consolas"/>
                <a:sym typeface="Consolas"/>
              </a:rPr>
              <a:t>1  </a:t>
            </a:r>
            <a:r>
              <a:rPr lang="en" sz="1150">
                <a:solidFill>
                  <a:srgbClr val="267F99"/>
                </a:solidFill>
                <a:latin typeface="Consolas"/>
                <a:ea typeface="Consolas"/>
                <a:cs typeface="Consolas"/>
                <a:sym typeface="Consolas"/>
              </a:rPr>
              <a:t>InputStream</a:t>
            </a:r>
            <a:r>
              <a:rPr lang="en" sz="1150">
                <a:latin typeface="Consolas"/>
                <a:ea typeface="Consolas"/>
                <a:cs typeface="Consolas"/>
                <a:sym typeface="Consolas"/>
              </a:rPr>
              <a:t> </a:t>
            </a:r>
            <a:r>
              <a:rPr lang="en" sz="1150">
                <a:solidFill>
                  <a:srgbClr val="001080"/>
                </a:solidFill>
                <a:latin typeface="Consolas"/>
                <a:ea typeface="Consolas"/>
                <a:cs typeface="Consolas"/>
                <a:sym typeface="Consolas"/>
              </a:rPr>
              <a:t>input</a:t>
            </a:r>
            <a:r>
              <a:rPr lang="en" sz="1150">
                <a:latin typeface="Consolas"/>
                <a:ea typeface="Consolas"/>
                <a:cs typeface="Consolas"/>
                <a:sym typeface="Consolas"/>
              </a:rPr>
              <a:t> = </a:t>
            </a:r>
            <a:r>
              <a:rPr lang="en" sz="1150">
                <a:solidFill>
                  <a:srgbClr val="001080"/>
                </a:solidFill>
                <a:latin typeface="Consolas"/>
                <a:ea typeface="Consolas"/>
                <a:cs typeface="Consolas"/>
                <a:sym typeface="Consolas"/>
              </a:rPr>
              <a:t>client</a:t>
            </a:r>
            <a:r>
              <a:rPr lang="en" sz="1150">
                <a:latin typeface="Consolas"/>
                <a:ea typeface="Consolas"/>
                <a:cs typeface="Consolas"/>
                <a:sym typeface="Consolas"/>
              </a:rPr>
              <a:t>.</a:t>
            </a:r>
            <a:r>
              <a:rPr lang="en" sz="1150">
                <a:solidFill>
                  <a:srgbClr val="795E26"/>
                </a:solidFill>
                <a:latin typeface="Consolas"/>
                <a:ea typeface="Consolas"/>
                <a:cs typeface="Consolas"/>
                <a:sym typeface="Consolas"/>
              </a:rPr>
              <a:t>getInputStream</a:t>
            </a:r>
            <a:r>
              <a:rPr lang="en" sz="1150">
                <a:latin typeface="Consolas"/>
                <a:ea typeface="Consolas"/>
                <a:cs typeface="Consolas"/>
                <a:sym typeface="Consolas"/>
              </a:rPr>
              <a:t>();</a:t>
            </a:r>
            <a:endParaRPr sz="1150">
              <a:latin typeface="Consolas"/>
              <a:ea typeface="Consolas"/>
              <a:cs typeface="Consolas"/>
              <a:sym typeface="Consolas"/>
            </a:endParaRPr>
          </a:p>
          <a:p>
            <a:pPr marL="0" lvl="0" indent="0" algn="l" rtl="0">
              <a:lnSpc>
                <a:spcPct val="135714"/>
              </a:lnSpc>
              <a:spcBef>
                <a:spcPts val="0"/>
              </a:spcBef>
              <a:spcAft>
                <a:spcPts val="0"/>
              </a:spcAft>
              <a:buNone/>
            </a:pPr>
            <a:r>
              <a:rPr lang="en" sz="1150">
                <a:solidFill>
                  <a:schemeClr val="accent5"/>
                </a:solidFill>
                <a:latin typeface="Consolas"/>
                <a:ea typeface="Consolas"/>
                <a:cs typeface="Consolas"/>
                <a:sym typeface="Consolas"/>
              </a:rPr>
              <a:t>2</a:t>
            </a:r>
            <a:r>
              <a:rPr lang="en" sz="1150">
                <a:latin typeface="Consolas"/>
                <a:ea typeface="Consolas"/>
                <a:cs typeface="Consolas"/>
                <a:sym typeface="Consolas"/>
              </a:rPr>
              <a:t>  </a:t>
            </a:r>
            <a:r>
              <a:rPr lang="en" sz="1150">
                <a:solidFill>
                  <a:srgbClr val="267F99"/>
                </a:solidFill>
                <a:latin typeface="Consolas"/>
                <a:ea typeface="Consolas"/>
                <a:cs typeface="Consolas"/>
                <a:sym typeface="Consolas"/>
              </a:rPr>
              <a:t>InputStreamReader</a:t>
            </a:r>
            <a:r>
              <a:rPr lang="en" sz="1150">
                <a:latin typeface="Consolas"/>
                <a:ea typeface="Consolas"/>
                <a:cs typeface="Consolas"/>
                <a:sym typeface="Consolas"/>
              </a:rPr>
              <a:t> </a:t>
            </a:r>
            <a:r>
              <a:rPr lang="en" sz="1150">
                <a:solidFill>
                  <a:srgbClr val="001080"/>
                </a:solidFill>
                <a:latin typeface="Consolas"/>
                <a:ea typeface="Consolas"/>
                <a:cs typeface="Consolas"/>
                <a:sym typeface="Consolas"/>
              </a:rPr>
              <a:t>in</a:t>
            </a:r>
            <a:r>
              <a:rPr lang="en" sz="1150">
                <a:latin typeface="Consolas"/>
                <a:ea typeface="Consolas"/>
                <a:cs typeface="Consolas"/>
                <a:sym typeface="Consolas"/>
              </a:rPr>
              <a:t> = </a:t>
            </a:r>
            <a:r>
              <a:rPr lang="en" sz="1150">
                <a:solidFill>
                  <a:srgbClr val="AF00DB"/>
                </a:solidFill>
                <a:latin typeface="Consolas"/>
                <a:ea typeface="Consolas"/>
                <a:cs typeface="Consolas"/>
                <a:sym typeface="Consolas"/>
              </a:rPr>
              <a:t>new</a:t>
            </a:r>
            <a:r>
              <a:rPr lang="en" sz="1150">
                <a:latin typeface="Consolas"/>
                <a:ea typeface="Consolas"/>
                <a:cs typeface="Consolas"/>
                <a:sym typeface="Consolas"/>
              </a:rPr>
              <a:t> </a:t>
            </a:r>
            <a:r>
              <a:rPr lang="en" sz="1150">
                <a:solidFill>
                  <a:srgbClr val="795E26"/>
                </a:solidFill>
                <a:latin typeface="Consolas"/>
                <a:ea typeface="Consolas"/>
                <a:cs typeface="Consolas"/>
                <a:sym typeface="Consolas"/>
              </a:rPr>
              <a:t>InputStreamReader</a:t>
            </a:r>
            <a:r>
              <a:rPr lang="en" sz="1150">
                <a:latin typeface="Consolas"/>
                <a:ea typeface="Consolas"/>
                <a:cs typeface="Consolas"/>
                <a:sym typeface="Consolas"/>
              </a:rPr>
              <a:t>(</a:t>
            </a:r>
            <a:r>
              <a:rPr lang="en" sz="1150">
                <a:solidFill>
                  <a:srgbClr val="001080"/>
                </a:solidFill>
                <a:latin typeface="Consolas"/>
                <a:ea typeface="Consolas"/>
                <a:cs typeface="Consolas"/>
                <a:sym typeface="Consolas"/>
              </a:rPr>
              <a:t>in</a:t>
            </a:r>
            <a:r>
              <a:rPr lang="en" sz="1150">
                <a:latin typeface="Consolas"/>
                <a:ea typeface="Consolas"/>
                <a:cs typeface="Consolas"/>
                <a:sym typeface="Consolas"/>
              </a:rPr>
              <a:t>)</a:t>
            </a:r>
            <a:endParaRPr sz="1150">
              <a:latin typeface="Consolas"/>
              <a:ea typeface="Consolas"/>
              <a:cs typeface="Consolas"/>
              <a:sym typeface="Consolas"/>
            </a:endParaRPr>
          </a:p>
          <a:p>
            <a:pPr marL="0" lvl="0" indent="0" algn="l" rtl="0">
              <a:lnSpc>
                <a:spcPct val="135714"/>
              </a:lnSpc>
              <a:spcBef>
                <a:spcPts val="0"/>
              </a:spcBef>
              <a:spcAft>
                <a:spcPts val="0"/>
              </a:spcAft>
              <a:buNone/>
            </a:pPr>
            <a:r>
              <a:rPr lang="en" sz="1150">
                <a:solidFill>
                  <a:srgbClr val="098658"/>
                </a:solidFill>
                <a:latin typeface="Consolas"/>
                <a:ea typeface="Consolas"/>
                <a:cs typeface="Consolas"/>
                <a:sym typeface="Consolas"/>
              </a:rPr>
              <a:t>3  </a:t>
            </a:r>
            <a:r>
              <a:rPr lang="en" sz="1150">
                <a:solidFill>
                  <a:srgbClr val="267F99"/>
                </a:solidFill>
                <a:latin typeface="Consolas"/>
                <a:ea typeface="Consolas"/>
                <a:cs typeface="Consolas"/>
                <a:sym typeface="Consolas"/>
              </a:rPr>
              <a:t>BufferedReader</a:t>
            </a:r>
            <a:r>
              <a:rPr lang="en" sz="1150">
                <a:latin typeface="Consolas"/>
                <a:ea typeface="Consolas"/>
                <a:cs typeface="Consolas"/>
                <a:sym typeface="Consolas"/>
              </a:rPr>
              <a:t> </a:t>
            </a:r>
            <a:r>
              <a:rPr lang="en" sz="1150">
                <a:solidFill>
                  <a:srgbClr val="001080"/>
                </a:solidFill>
                <a:latin typeface="Consolas"/>
                <a:ea typeface="Consolas"/>
                <a:cs typeface="Consolas"/>
                <a:sym typeface="Consolas"/>
              </a:rPr>
              <a:t>reader</a:t>
            </a:r>
            <a:r>
              <a:rPr lang="en" sz="1150">
                <a:latin typeface="Consolas"/>
                <a:ea typeface="Consolas"/>
                <a:cs typeface="Consolas"/>
                <a:sym typeface="Consolas"/>
              </a:rPr>
              <a:t> = </a:t>
            </a:r>
            <a:r>
              <a:rPr lang="en" sz="1150">
                <a:solidFill>
                  <a:srgbClr val="AF00DB"/>
                </a:solidFill>
                <a:latin typeface="Consolas"/>
                <a:ea typeface="Consolas"/>
                <a:cs typeface="Consolas"/>
                <a:sym typeface="Consolas"/>
              </a:rPr>
              <a:t>new</a:t>
            </a:r>
            <a:r>
              <a:rPr lang="en" sz="1150">
                <a:latin typeface="Consolas"/>
                <a:ea typeface="Consolas"/>
                <a:cs typeface="Consolas"/>
                <a:sym typeface="Consolas"/>
              </a:rPr>
              <a:t> </a:t>
            </a:r>
            <a:r>
              <a:rPr lang="en" sz="1150">
                <a:solidFill>
                  <a:srgbClr val="795E26"/>
                </a:solidFill>
                <a:latin typeface="Consolas"/>
                <a:ea typeface="Consolas"/>
                <a:cs typeface="Consolas"/>
                <a:sym typeface="Consolas"/>
              </a:rPr>
              <a:t>BufferedReader</a:t>
            </a:r>
            <a:r>
              <a:rPr lang="en" sz="1150">
                <a:latin typeface="Consolas"/>
                <a:ea typeface="Consolas"/>
                <a:cs typeface="Consolas"/>
                <a:sym typeface="Consolas"/>
              </a:rPr>
              <a:t>(</a:t>
            </a:r>
            <a:r>
              <a:rPr lang="en" sz="1150">
                <a:solidFill>
                  <a:srgbClr val="001080"/>
                </a:solidFill>
                <a:latin typeface="Consolas"/>
                <a:ea typeface="Consolas"/>
                <a:cs typeface="Consolas"/>
                <a:sym typeface="Consolas"/>
              </a:rPr>
              <a:t>input</a:t>
            </a:r>
            <a:r>
              <a:rPr lang="en" sz="1150">
                <a:latin typeface="Consolas"/>
                <a:ea typeface="Consolas"/>
                <a:cs typeface="Consolas"/>
                <a:sym typeface="Consolas"/>
              </a:rPr>
              <a:t>);</a:t>
            </a:r>
            <a:endParaRPr sz="1150">
              <a:latin typeface="Consolas"/>
              <a:ea typeface="Consolas"/>
              <a:cs typeface="Consolas"/>
              <a:sym typeface="Consolas"/>
            </a:endParaRPr>
          </a:p>
          <a:p>
            <a:pPr marL="0" lvl="0" indent="0" algn="l" rtl="0">
              <a:lnSpc>
                <a:spcPct val="135714"/>
              </a:lnSpc>
              <a:spcBef>
                <a:spcPts val="0"/>
              </a:spcBef>
              <a:spcAft>
                <a:spcPts val="0"/>
              </a:spcAft>
              <a:buNone/>
            </a:pPr>
            <a:r>
              <a:rPr lang="en" sz="1150">
                <a:solidFill>
                  <a:srgbClr val="098658"/>
                </a:solidFill>
                <a:latin typeface="Consolas"/>
                <a:ea typeface="Consolas"/>
                <a:cs typeface="Consolas"/>
                <a:sym typeface="Consolas"/>
              </a:rPr>
              <a:t>4  </a:t>
            </a:r>
            <a:r>
              <a:rPr lang="en" sz="1150">
                <a:solidFill>
                  <a:srgbClr val="267F99"/>
                </a:solidFill>
                <a:latin typeface="Consolas"/>
                <a:ea typeface="Consolas"/>
                <a:cs typeface="Consolas"/>
                <a:sym typeface="Consolas"/>
              </a:rPr>
              <a:t>String</a:t>
            </a:r>
            <a:r>
              <a:rPr lang="en" sz="1150">
                <a:latin typeface="Consolas"/>
                <a:ea typeface="Consolas"/>
                <a:cs typeface="Consolas"/>
                <a:sym typeface="Consolas"/>
              </a:rPr>
              <a:t> </a:t>
            </a:r>
            <a:r>
              <a:rPr lang="en" sz="1150">
                <a:solidFill>
                  <a:srgbClr val="001080"/>
                </a:solidFill>
                <a:latin typeface="Consolas"/>
                <a:ea typeface="Consolas"/>
                <a:cs typeface="Consolas"/>
                <a:sym typeface="Consolas"/>
              </a:rPr>
              <a:t>message</a:t>
            </a:r>
            <a:r>
              <a:rPr lang="en" sz="1150">
                <a:latin typeface="Consolas"/>
                <a:ea typeface="Consolas"/>
                <a:cs typeface="Consolas"/>
                <a:sym typeface="Consolas"/>
              </a:rPr>
              <a:t> = </a:t>
            </a:r>
            <a:r>
              <a:rPr lang="en" sz="1150">
                <a:solidFill>
                  <a:srgbClr val="001080"/>
                </a:solidFill>
                <a:latin typeface="Consolas"/>
                <a:ea typeface="Consolas"/>
                <a:cs typeface="Consolas"/>
                <a:sym typeface="Consolas"/>
              </a:rPr>
              <a:t>reader</a:t>
            </a:r>
            <a:r>
              <a:rPr lang="en" sz="1150">
                <a:latin typeface="Consolas"/>
                <a:ea typeface="Consolas"/>
                <a:cs typeface="Consolas"/>
                <a:sym typeface="Consolas"/>
              </a:rPr>
              <a:t>.</a:t>
            </a:r>
            <a:r>
              <a:rPr lang="en" sz="1150">
                <a:solidFill>
                  <a:srgbClr val="795E26"/>
                </a:solidFill>
                <a:latin typeface="Consolas"/>
                <a:ea typeface="Consolas"/>
                <a:cs typeface="Consolas"/>
                <a:sym typeface="Consolas"/>
              </a:rPr>
              <a:t>readLine</a:t>
            </a:r>
            <a:r>
              <a:rPr lang="en" sz="1150">
                <a:latin typeface="Consolas"/>
                <a:ea typeface="Consolas"/>
                <a:cs typeface="Consolas"/>
                <a:sym typeface="Consolas"/>
              </a:rPr>
              <a:t>();</a:t>
            </a:r>
            <a:endParaRPr sz="1150">
              <a:latin typeface="Consolas"/>
              <a:ea typeface="Consolas"/>
              <a:cs typeface="Consolas"/>
              <a:sym typeface="Consolas"/>
            </a:endParaRPr>
          </a:p>
          <a:p>
            <a:pPr marL="0" lvl="0" indent="0" algn="l" rtl="0">
              <a:lnSpc>
                <a:spcPct val="135714"/>
              </a:lnSpc>
              <a:spcBef>
                <a:spcPts val="0"/>
              </a:spcBef>
              <a:spcAft>
                <a:spcPts val="0"/>
              </a:spcAft>
              <a:buNone/>
            </a:pPr>
            <a:r>
              <a:rPr lang="en" sz="1150">
                <a:solidFill>
                  <a:srgbClr val="098658"/>
                </a:solidFill>
                <a:latin typeface="Consolas"/>
                <a:ea typeface="Consolas"/>
                <a:cs typeface="Consolas"/>
                <a:sym typeface="Consolas"/>
              </a:rPr>
              <a:t>5  </a:t>
            </a:r>
            <a:r>
              <a:rPr lang="en" sz="1150">
                <a:solidFill>
                  <a:srgbClr val="267F99"/>
                </a:solidFill>
                <a:latin typeface="Consolas"/>
                <a:ea typeface="Consolas"/>
                <a:cs typeface="Consolas"/>
                <a:sym typeface="Consolas"/>
              </a:rPr>
              <a:t>System</a:t>
            </a:r>
            <a:r>
              <a:rPr lang="en" sz="1150">
                <a:latin typeface="Consolas"/>
                <a:ea typeface="Consolas"/>
                <a:cs typeface="Consolas"/>
                <a:sym typeface="Consolas"/>
              </a:rPr>
              <a:t>.</a:t>
            </a:r>
            <a:r>
              <a:rPr lang="en" sz="1150">
                <a:solidFill>
                  <a:srgbClr val="0070C1"/>
                </a:solidFill>
                <a:latin typeface="Consolas"/>
                <a:ea typeface="Consolas"/>
                <a:cs typeface="Consolas"/>
                <a:sym typeface="Consolas"/>
              </a:rPr>
              <a:t>out</a:t>
            </a:r>
            <a:r>
              <a:rPr lang="en" sz="1150">
                <a:latin typeface="Consolas"/>
                <a:ea typeface="Consolas"/>
                <a:cs typeface="Consolas"/>
                <a:sym typeface="Consolas"/>
              </a:rPr>
              <a:t>.</a:t>
            </a:r>
            <a:r>
              <a:rPr lang="en" sz="1150">
                <a:solidFill>
                  <a:srgbClr val="795E26"/>
                </a:solidFill>
                <a:latin typeface="Consolas"/>
                <a:ea typeface="Consolas"/>
                <a:cs typeface="Consolas"/>
                <a:sym typeface="Consolas"/>
              </a:rPr>
              <a:t>print</a:t>
            </a:r>
            <a:r>
              <a:rPr lang="en" sz="1150">
                <a:latin typeface="Consolas"/>
                <a:ea typeface="Consolas"/>
                <a:cs typeface="Consolas"/>
                <a:sym typeface="Consolas"/>
              </a:rPr>
              <a:t>(</a:t>
            </a:r>
            <a:r>
              <a:rPr lang="en" sz="1150">
                <a:solidFill>
                  <a:srgbClr val="001080"/>
                </a:solidFill>
                <a:latin typeface="Consolas"/>
                <a:ea typeface="Consolas"/>
                <a:cs typeface="Consolas"/>
                <a:sym typeface="Consolas"/>
              </a:rPr>
              <a:t>message</a:t>
            </a:r>
            <a:r>
              <a:rPr lang="en" sz="1150">
                <a:latin typeface="Consolas"/>
                <a:ea typeface="Consolas"/>
                <a:cs typeface="Consolas"/>
                <a:sym typeface="Consolas"/>
              </a:rPr>
              <a:t>);</a:t>
            </a:r>
            <a:endParaRPr sz="1150">
              <a:latin typeface="Consolas"/>
              <a:ea typeface="Consolas"/>
              <a:cs typeface="Consolas"/>
              <a:sym typeface="Consolas"/>
            </a:endParaRPr>
          </a:p>
          <a:p>
            <a:pPr marL="0" lvl="0" indent="0" algn="l" rtl="0">
              <a:lnSpc>
                <a:spcPct val="135714"/>
              </a:lnSpc>
              <a:spcBef>
                <a:spcPts val="0"/>
              </a:spcBef>
              <a:spcAft>
                <a:spcPts val="0"/>
              </a:spcAft>
              <a:buNone/>
            </a:pPr>
            <a:r>
              <a:rPr lang="en" sz="1150">
                <a:solidFill>
                  <a:srgbClr val="098658"/>
                </a:solidFill>
                <a:latin typeface="Consolas"/>
                <a:ea typeface="Consolas"/>
                <a:cs typeface="Consolas"/>
                <a:sym typeface="Consolas"/>
              </a:rPr>
              <a:t>6  </a:t>
            </a:r>
            <a:r>
              <a:rPr lang="en" sz="1150">
                <a:solidFill>
                  <a:srgbClr val="001080"/>
                </a:solidFill>
                <a:latin typeface="Consolas"/>
                <a:ea typeface="Consolas"/>
                <a:cs typeface="Consolas"/>
                <a:sym typeface="Consolas"/>
              </a:rPr>
              <a:t>client</a:t>
            </a:r>
            <a:r>
              <a:rPr lang="en" sz="1150">
                <a:latin typeface="Consolas"/>
                <a:ea typeface="Consolas"/>
                <a:cs typeface="Consolas"/>
                <a:sym typeface="Consolas"/>
              </a:rPr>
              <a:t>.</a:t>
            </a:r>
            <a:r>
              <a:rPr lang="en" sz="1150">
                <a:solidFill>
                  <a:srgbClr val="795E26"/>
                </a:solidFill>
                <a:latin typeface="Consolas"/>
                <a:ea typeface="Consolas"/>
                <a:cs typeface="Consolas"/>
                <a:sym typeface="Consolas"/>
              </a:rPr>
              <a:t>close</a:t>
            </a:r>
            <a:r>
              <a:rPr lang="en" sz="1150">
                <a:latin typeface="Consolas"/>
                <a:ea typeface="Consolas"/>
                <a:cs typeface="Consolas"/>
                <a:sym typeface="Consolas"/>
              </a:rPr>
              <a:t>();</a:t>
            </a:r>
            <a:endParaRPr sz="1150">
              <a:latin typeface="Consolas"/>
              <a:ea typeface="Consolas"/>
              <a:cs typeface="Consolas"/>
              <a:sym typeface="Consolas"/>
            </a:endParaRPr>
          </a:p>
          <a:p>
            <a:pPr marL="0" lvl="0" indent="0" algn="l" rtl="0">
              <a:lnSpc>
                <a:spcPct val="135714"/>
              </a:lnSpc>
              <a:spcBef>
                <a:spcPts val="0"/>
              </a:spcBef>
              <a:spcAft>
                <a:spcPts val="0"/>
              </a:spcAft>
              <a:buNone/>
            </a:pPr>
            <a:r>
              <a:rPr lang="en" sz="1150">
                <a:solidFill>
                  <a:srgbClr val="098658"/>
                </a:solidFill>
                <a:latin typeface="Consolas"/>
                <a:ea typeface="Consolas"/>
                <a:cs typeface="Consolas"/>
                <a:sym typeface="Consolas"/>
              </a:rPr>
              <a:t>7  </a:t>
            </a:r>
            <a:r>
              <a:rPr lang="en" sz="1150">
                <a:solidFill>
                  <a:srgbClr val="267F99"/>
                </a:solidFill>
                <a:latin typeface="Consolas"/>
                <a:ea typeface="Consolas"/>
                <a:cs typeface="Consolas"/>
                <a:sym typeface="Consolas"/>
              </a:rPr>
              <a:t>System</a:t>
            </a:r>
            <a:r>
              <a:rPr lang="en" sz="1150">
                <a:latin typeface="Consolas"/>
                <a:ea typeface="Consolas"/>
                <a:cs typeface="Consolas"/>
                <a:sym typeface="Consolas"/>
              </a:rPr>
              <a:t>.</a:t>
            </a:r>
            <a:r>
              <a:rPr lang="en" sz="1150">
                <a:solidFill>
                  <a:srgbClr val="0070C1"/>
                </a:solidFill>
                <a:latin typeface="Consolas"/>
                <a:ea typeface="Consolas"/>
                <a:cs typeface="Consolas"/>
                <a:sym typeface="Consolas"/>
              </a:rPr>
              <a:t>out</a:t>
            </a:r>
            <a:r>
              <a:rPr lang="en" sz="1150">
                <a:latin typeface="Consolas"/>
                <a:ea typeface="Consolas"/>
                <a:cs typeface="Consolas"/>
                <a:sym typeface="Consolas"/>
              </a:rPr>
              <a:t>.</a:t>
            </a:r>
            <a:r>
              <a:rPr lang="en" sz="1150">
                <a:solidFill>
                  <a:srgbClr val="795E26"/>
                </a:solidFill>
                <a:latin typeface="Consolas"/>
                <a:ea typeface="Consolas"/>
                <a:cs typeface="Consolas"/>
                <a:sym typeface="Consolas"/>
              </a:rPr>
              <a:t>println</a:t>
            </a:r>
            <a:r>
              <a:rPr lang="en" sz="1150">
                <a:latin typeface="Consolas"/>
                <a:ea typeface="Consolas"/>
                <a:cs typeface="Consolas"/>
                <a:sym typeface="Consolas"/>
              </a:rPr>
              <a:t>();</a:t>
            </a:r>
            <a:endParaRPr sz="1250">
              <a:solidFill>
                <a:srgbClr val="267F99"/>
              </a:solidFill>
              <a:latin typeface="Consolas"/>
              <a:ea typeface="Consolas"/>
              <a:cs typeface="Consolas"/>
              <a:sym typeface="Consolas"/>
            </a:endParaRPr>
          </a:p>
        </p:txBody>
      </p:sp>
      <p:sp>
        <p:nvSpPr>
          <p:cNvPr id="743" name="Google Shape;743;p69"/>
          <p:cNvSpPr txBox="1"/>
          <p:nvPr/>
        </p:nvSpPr>
        <p:spPr>
          <a:xfrm>
            <a:off x="134650" y="3628075"/>
            <a:ext cx="4480500" cy="359400"/>
          </a:xfrm>
          <a:prstGeom prst="rect">
            <a:avLst/>
          </a:prstGeom>
          <a:solidFill>
            <a:srgbClr val="FFF2CC"/>
          </a:solidFill>
          <a:ln w="28575" cap="flat" cmpd="sng">
            <a:solidFill>
              <a:srgbClr val="FF0000"/>
            </a:solidFill>
            <a:prstDash val="solid"/>
            <a:round/>
            <a:headEnd type="none" w="sm" len="sm"/>
            <a:tailEnd type="none" w="sm" len="sm"/>
          </a:ln>
        </p:spPr>
        <p:txBody>
          <a:bodyPr spcFirstLastPara="1" wrap="square" lIns="91425" tIns="91425" rIns="91425" bIns="91425" anchor="t" anchorCtr="0">
            <a:noAutofit/>
          </a:bodyPr>
          <a:lstStyle/>
          <a:p>
            <a:pPr marL="0" marR="0" lvl="0" indent="0" algn="l" rtl="0">
              <a:spcBef>
                <a:spcPts val="0"/>
              </a:spcBef>
              <a:spcAft>
                <a:spcPts val="0"/>
              </a:spcAft>
              <a:buNone/>
            </a:pPr>
            <a:r>
              <a:rPr lang="en" sz="1200">
                <a:solidFill>
                  <a:schemeClr val="dk1"/>
                </a:solidFill>
              </a:rPr>
              <a:t>You can also use the stream if you prefer that notation.</a:t>
            </a:r>
            <a:endParaRPr sz="1200">
              <a:solidFill>
                <a:schemeClr val="dk1"/>
              </a:solidFill>
              <a:latin typeface="Arial"/>
              <a:ea typeface="Arial"/>
              <a:cs typeface="Arial"/>
              <a:sym typeface="Arial"/>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747"/>
        <p:cNvGrpSpPr/>
        <p:nvPr/>
      </p:nvGrpSpPr>
      <p:grpSpPr>
        <a:xfrm>
          <a:off x="0" y="0"/>
          <a:ext cx="0" cy="0"/>
          <a:chOff x="0" y="0"/>
          <a:chExt cx="0" cy="0"/>
        </a:xfrm>
      </p:grpSpPr>
      <p:sp>
        <p:nvSpPr>
          <p:cNvPr id="748" name="Google Shape;748;p70"/>
          <p:cNvSpPr txBox="1">
            <a:spLocks noGrp="1"/>
          </p:cNvSpPr>
          <p:nvPr>
            <p:ph type="title"/>
          </p:nvPr>
        </p:nvSpPr>
        <p:spPr>
          <a:xfrm>
            <a:off x="311725" y="43725"/>
            <a:ext cx="8520600" cy="623700"/>
          </a:xfrm>
          <a:prstGeom prst="rect">
            <a:avLst/>
          </a:prstGeom>
          <a:noFill/>
          <a:ln>
            <a:noFill/>
          </a:ln>
        </p:spPr>
        <p:txBody>
          <a:bodyPr spcFirstLastPara="1" wrap="square" lIns="91425" tIns="91425" rIns="91425" bIns="91425" anchor="t" anchorCtr="0">
            <a:noAutofit/>
          </a:bodyPr>
          <a:lstStyle/>
          <a:p>
            <a:pPr marL="0" lvl="0" indent="0" algn="l" rtl="0">
              <a:lnSpc>
                <a:spcPct val="90000"/>
              </a:lnSpc>
              <a:spcBef>
                <a:spcPts val="0"/>
              </a:spcBef>
              <a:spcAft>
                <a:spcPts val="0"/>
              </a:spcAft>
              <a:buClr>
                <a:schemeClr val="dk2"/>
              </a:buClr>
              <a:buSzPts val="3300"/>
              <a:buFont typeface="Calibri"/>
              <a:buNone/>
            </a:pPr>
            <a:r>
              <a:rPr lang="en"/>
              <a:t>Review: A Typical Client &amp; Server</a:t>
            </a:r>
            <a:endParaRPr/>
          </a:p>
        </p:txBody>
      </p:sp>
      <p:sp>
        <p:nvSpPr>
          <p:cNvPr id="749" name="Google Shape;749;p70"/>
          <p:cNvSpPr txBox="1"/>
          <p:nvPr/>
        </p:nvSpPr>
        <p:spPr>
          <a:xfrm>
            <a:off x="2410325" y="2558224"/>
            <a:ext cx="1431000" cy="430200"/>
          </a:xfrm>
          <a:prstGeom prst="rect">
            <a:avLst/>
          </a:prstGeom>
          <a:no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spcBef>
                <a:spcPts val="0"/>
              </a:spcBef>
              <a:spcAft>
                <a:spcPts val="0"/>
              </a:spcAft>
              <a:buNone/>
            </a:pPr>
            <a:r>
              <a:rPr lang="en" sz="1800">
                <a:solidFill>
                  <a:schemeClr val="dk1"/>
                </a:solidFill>
                <a:latin typeface="Playfair Display"/>
                <a:ea typeface="Playfair Display"/>
                <a:cs typeface="Playfair Display"/>
                <a:sym typeface="Playfair Display"/>
              </a:rPr>
              <a:t>Socket</a:t>
            </a:r>
            <a:endParaRPr sz="1800">
              <a:solidFill>
                <a:schemeClr val="dk1"/>
              </a:solidFill>
              <a:latin typeface="Playfair Display"/>
              <a:ea typeface="Playfair Display"/>
              <a:cs typeface="Playfair Display"/>
              <a:sym typeface="Playfair Display"/>
            </a:endParaRPr>
          </a:p>
          <a:p>
            <a:pPr marL="0" marR="0" lvl="0" indent="0" algn="ctr" rtl="0">
              <a:spcBef>
                <a:spcPts val="0"/>
              </a:spcBef>
              <a:spcAft>
                <a:spcPts val="0"/>
              </a:spcAft>
              <a:buNone/>
            </a:pPr>
            <a:r>
              <a:rPr lang="en" sz="1000">
                <a:solidFill>
                  <a:schemeClr val="dk1"/>
                </a:solidFill>
                <a:latin typeface="Playfair Display"/>
                <a:ea typeface="Playfair Display"/>
                <a:cs typeface="Playfair Display"/>
                <a:sym typeface="Playfair Display"/>
              </a:rPr>
              <a:t>(server side)</a:t>
            </a:r>
            <a:endParaRPr sz="1000">
              <a:solidFill>
                <a:schemeClr val="dk1"/>
              </a:solidFill>
              <a:latin typeface="Playfair Display"/>
              <a:ea typeface="Playfair Display"/>
              <a:cs typeface="Playfair Display"/>
              <a:sym typeface="Playfair Display"/>
            </a:endParaRPr>
          </a:p>
        </p:txBody>
      </p:sp>
      <p:sp>
        <p:nvSpPr>
          <p:cNvPr id="750" name="Google Shape;750;p70"/>
          <p:cNvSpPr txBox="1"/>
          <p:nvPr/>
        </p:nvSpPr>
        <p:spPr>
          <a:xfrm>
            <a:off x="2410325" y="2988425"/>
            <a:ext cx="1431000" cy="824100"/>
          </a:xfrm>
          <a:prstGeom prst="rect">
            <a:avLst/>
          </a:prstGeom>
          <a:noFill/>
          <a:ln w="19050" cap="flat" cmpd="sng">
            <a:solidFill>
              <a:srgbClr val="000000"/>
            </a:solidFill>
            <a:prstDash val="solid"/>
            <a:round/>
            <a:headEnd type="none" w="sm" len="sm"/>
            <a:tailEnd type="none" w="sm" len="sm"/>
          </a:ln>
        </p:spPr>
        <p:txBody>
          <a:bodyPr spcFirstLastPara="1" wrap="square" lIns="91425" tIns="91425" rIns="91425" bIns="91425" anchor="t" anchorCtr="0">
            <a:noAutofit/>
          </a:bodyPr>
          <a:lstStyle/>
          <a:p>
            <a:pPr marL="0" marR="0" lvl="0" indent="0" algn="ctr" rtl="0">
              <a:spcBef>
                <a:spcPts val="0"/>
              </a:spcBef>
              <a:spcAft>
                <a:spcPts val="0"/>
              </a:spcAft>
              <a:buNone/>
            </a:pPr>
            <a:r>
              <a:rPr lang="en" sz="1800">
                <a:solidFill>
                  <a:schemeClr val="dk1"/>
                </a:solidFill>
                <a:latin typeface="Playfair Display"/>
                <a:ea typeface="Playfair Display"/>
                <a:cs typeface="Playfair Display"/>
                <a:sym typeface="Playfair Display"/>
              </a:rPr>
              <a:t>Input Stream</a:t>
            </a:r>
            <a:endParaRPr sz="1800">
              <a:solidFill>
                <a:schemeClr val="dk1"/>
              </a:solidFill>
              <a:latin typeface="Playfair Display"/>
              <a:ea typeface="Playfair Display"/>
              <a:cs typeface="Playfair Display"/>
              <a:sym typeface="Playfair Display"/>
            </a:endParaRPr>
          </a:p>
          <a:p>
            <a:pPr marL="0" marR="0" lvl="0" indent="0" algn="ctr" rtl="0">
              <a:spcBef>
                <a:spcPts val="0"/>
              </a:spcBef>
              <a:spcAft>
                <a:spcPts val="0"/>
              </a:spcAft>
              <a:buNone/>
            </a:pPr>
            <a:endParaRPr sz="1000">
              <a:solidFill>
                <a:schemeClr val="dk1"/>
              </a:solidFill>
              <a:latin typeface="Playfair Display"/>
              <a:ea typeface="Playfair Display"/>
              <a:cs typeface="Playfair Display"/>
              <a:sym typeface="Playfair Display"/>
            </a:endParaRPr>
          </a:p>
        </p:txBody>
      </p:sp>
      <p:sp>
        <p:nvSpPr>
          <p:cNvPr id="751" name="Google Shape;751;p70"/>
          <p:cNvSpPr txBox="1"/>
          <p:nvPr/>
        </p:nvSpPr>
        <p:spPr>
          <a:xfrm>
            <a:off x="2410325" y="3812520"/>
            <a:ext cx="1431000" cy="860700"/>
          </a:xfrm>
          <a:prstGeom prst="rect">
            <a:avLst/>
          </a:prstGeom>
          <a:noFill/>
          <a:ln w="19050" cap="flat" cmpd="sng">
            <a:solidFill>
              <a:srgbClr val="000000"/>
            </a:solidFill>
            <a:prstDash val="solid"/>
            <a:round/>
            <a:headEnd type="none" w="sm" len="sm"/>
            <a:tailEnd type="none" w="sm" len="sm"/>
          </a:ln>
        </p:spPr>
        <p:txBody>
          <a:bodyPr spcFirstLastPara="1" wrap="square" lIns="91425" tIns="91425" rIns="91425" bIns="91425" anchor="t" anchorCtr="0">
            <a:noAutofit/>
          </a:bodyPr>
          <a:lstStyle/>
          <a:p>
            <a:pPr marL="0" marR="0" lvl="0" indent="0" algn="ctr" rtl="0">
              <a:spcBef>
                <a:spcPts val="0"/>
              </a:spcBef>
              <a:spcAft>
                <a:spcPts val="0"/>
              </a:spcAft>
              <a:buNone/>
            </a:pPr>
            <a:r>
              <a:rPr lang="en" sz="1800">
                <a:solidFill>
                  <a:schemeClr val="dk1"/>
                </a:solidFill>
                <a:latin typeface="Playfair Display"/>
                <a:ea typeface="Playfair Display"/>
                <a:cs typeface="Playfair Display"/>
                <a:sym typeface="Playfair Display"/>
              </a:rPr>
              <a:t>Output Stream</a:t>
            </a:r>
            <a:endParaRPr sz="1800">
              <a:solidFill>
                <a:schemeClr val="dk1"/>
              </a:solidFill>
              <a:latin typeface="Playfair Display"/>
              <a:ea typeface="Playfair Display"/>
              <a:cs typeface="Playfair Display"/>
              <a:sym typeface="Playfair Display"/>
            </a:endParaRPr>
          </a:p>
          <a:p>
            <a:pPr marL="0" marR="0" lvl="0" indent="0" algn="ctr" rtl="0">
              <a:spcBef>
                <a:spcPts val="0"/>
              </a:spcBef>
              <a:spcAft>
                <a:spcPts val="0"/>
              </a:spcAft>
              <a:buNone/>
            </a:pPr>
            <a:endParaRPr sz="1000">
              <a:solidFill>
                <a:schemeClr val="dk1"/>
              </a:solidFill>
              <a:latin typeface="Playfair Display"/>
              <a:ea typeface="Playfair Display"/>
              <a:cs typeface="Playfair Display"/>
              <a:sym typeface="Playfair Display"/>
            </a:endParaRPr>
          </a:p>
        </p:txBody>
      </p:sp>
      <p:sp>
        <p:nvSpPr>
          <p:cNvPr id="752" name="Google Shape;752;p70"/>
          <p:cNvSpPr txBox="1"/>
          <p:nvPr/>
        </p:nvSpPr>
        <p:spPr>
          <a:xfrm>
            <a:off x="5311100" y="2558225"/>
            <a:ext cx="1431000" cy="430200"/>
          </a:xfrm>
          <a:prstGeom prst="rect">
            <a:avLst/>
          </a:prstGeom>
          <a:no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spcBef>
                <a:spcPts val="0"/>
              </a:spcBef>
              <a:spcAft>
                <a:spcPts val="0"/>
              </a:spcAft>
              <a:buNone/>
            </a:pPr>
            <a:r>
              <a:rPr lang="en" sz="1800">
                <a:solidFill>
                  <a:schemeClr val="dk1"/>
                </a:solidFill>
                <a:latin typeface="Playfair Display"/>
                <a:ea typeface="Playfair Display"/>
                <a:cs typeface="Playfair Display"/>
                <a:sym typeface="Playfair Display"/>
              </a:rPr>
              <a:t>Socket</a:t>
            </a:r>
            <a:endParaRPr sz="1800">
              <a:solidFill>
                <a:schemeClr val="dk1"/>
              </a:solidFill>
              <a:latin typeface="Playfair Display"/>
              <a:ea typeface="Playfair Display"/>
              <a:cs typeface="Playfair Display"/>
              <a:sym typeface="Playfair Display"/>
            </a:endParaRPr>
          </a:p>
          <a:p>
            <a:pPr marL="0" marR="0" lvl="0" indent="0" algn="ctr" rtl="0">
              <a:spcBef>
                <a:spcPts val="0"/>
              </a:spcBef>
              <a:spcAft>
                <a:spcPts val="0"/>
              </a:spcAft>
              <a:buNone/>
            </a:pPr>
            <a:r>
              <a:rPr lang="en" sz="1000">
                <a:solidFill>
                  <a:schemeClr val="dk1"/>
                </a:solidFill>
                <a:latin typeface="Playfair Display"/>
                <a:ea typeface="Playfair Display"/>
                <a:cs typeface="Playfair Display"/>
                <a:sym typeface="Playfair Display"/>
              </a:rPr>
              <a:t>(client side)</a:t>
            </a:r>
            <a:endParaRPr sz="1000">
              <a:solidFill>
                <a:schemeClr val="dk1"/>
              </a:solidFill>
              <a:latin typeface="Playfair Display"/>
              <a:ea typeface="Playfair Display"/>
              <a:cs typeface="Playfair Display"/>
              <a:sym typeface="Playfair Display"/>
            </a:endParaRPr>
          </a:p>
        </p:txBody>
      </p:sp>
      <p:sp>
        <p:nvSpPr>
          <p:cNvPr id="753" name="Google Shape;753;p70"/>
          <p:cNvSpPr txBox="1"/>
          <p:nvPr/>
        </p:nvSpPr>
        <p:spPr>
          <a:xfrm>
            <a:off x="5311100" y="2988425"/>
            <a:ext cx="1431000" cy="824100"/>
          </a:xfrm>
          <a:prstGeom prst="rect">
            <a:avLst/>
          </a:prstGeom>
          <a:noFill/>
          <a:ln w="19050" cap="flat" cmpd="sng">
            <a:solidFill>
              <a:srgbClr val="000000"/>
            </a:solidFill>
            <a:prstDash val="solid"/>
            <a:round/>
            <a:headEnd type="none" w="sm" len="sm"/>
            <a:tailEnd type="none" w="sm" len="sm"/>
          </a:ln>
        </p:spPr>
        <p:txBody>
          <a:bodyPr spcFirstLastPara="1" wrap="square" lIns="91425" tIns="91425" rIns="91425" bIns="91425" anchor="t" anchorCtr="0">
            <a:noAutofit/>
          </a:bodyPr>
          <a:lstStyle/>
          <a:p>
            <a:pPr marL="0" marR="0" lvl="0" indent="0" algn="ctr" rtl="0">
              <a:spcBef>
                <a:spcPts val="0"/>
              </a:spcBef>
              <a:spcAft>
                <a:spcPts val="0"/>
              </a:spcAft>
              <a:buNone/>
            </a:pPr>
            <a:r>
              <a:rPr lang="en" sz="1800">
                <a:solidFill>
                  <a:schemeClr val="dk1"/>
                </a:solidFill>
                <a:latin typeface="Playfair Display"/>
                <a:ea typeface="Playfair Display"/>
                <a:cs typeface="Playfair Display"/>
                <a:sym typeface="Playfair Display"/>
              </a:rPr>
              <a:t>Output Stream</a:t>
            </a:r>
            <a:endParaRPr sz="1800">
              <a:solidFill>
                <a:schemeClr val="dk1"/>
              </a:solidFill>
              <a:latin typeface="Playfair Display"/>
              <a:ea typeface="Playfair Display"/>
              <a:cs typeface="Playfair Display"/>
              <a:sym typeface="Playfair Display"/>
            </a:endParaRPr>
          </a:p>
          <a:p>
            <a:pPr marL="0" marR="0" lvl="0" indent="0" algn="ctr" rtl="0">
              <a:spcBef>
                <a:spcPts val="0"/>
              </a:spcBef>
              <a:spcAft>
                <a:spcPts val="0"/>
              </a:spcAft>
              <a:buNone/>
            </a:pPr>
            <a:endParaRPr sz="1000">
              <a:solidFill>
                <a:schemeClr val="dk1"/>
              </a:solidFill>
              <a:latin typeface="Playfair Display"/>
              <a:ea typeface="Playfair Display"/>
              <a:cs typeface="Playfair Display"/>
              <a:sym typeface="Playfair Display"/>
            </a:endParaRPr>
          </a:p>
        </p:txBody>
      </p:sp>
      <p:sp>
        <p:nvSpPr>
          <p:cNvPr id="754" name="Google Shape;754;p70"/>
          <p:cNvSpPr txBox="1"/>
          <p:nvPr/>
        </p:nvSpPr>
        <p:spPr>
          <a:xfrm>
            <a:off x="5311100" y="3812495"/>
            <a:ext cx="1431000" cy="860700"/>
          </a:xfrm>
          <a:prstGeom prst="rect">
            <a:avLst/>
          </a:prstGeom>
          <a:noFill/>
          <a:ln w="19050" cap="flat" cmpd="sng">
            <a:solidFill>
              <a:srgbClr val="000000"/>
            </a:solidFill>
            <a:prstDash val="solid"/>
            <a:round/>
            <a:headEnd type="none" w="sm" len="sm"/>
            <a:tailEnd type="none" w="sm" len="sm"/>
          </a:ln>
        </p:spPr>
        <p:txBody>
          <a:bodyPr spcFirstLastPara="1" wrap="square" lIns="91425" tIns="91425" rIns="91425" bIns="91425" anchor="t" anchorCtr="0">
            <a:noAutofit/>
          </a:bodyPr>
          <a:lstStyle/>
          <a:p>
            <a:pPr marL="0" marR="0" lvl="0" indent="0" algn="ctr" rtl="0">
              <a:spcBef>
                <a:spcPts val="0"/>
              </a:spcBef>
              <a:spcAft>
                <a:spcPts val="0"/>
              </a:spcAft>
              <a:buNone/>
            </a:pPr>
            <a:r>
              <a:rPr lang="en" sz="1800">
                <a:solidFill>
                  <a:schemeClr val="dk1"/>
                </a:solidFill>
                <a:latin typeface="Playfair Display"/>
                <a:ea typeface="Playfair Display"/>
                <a:cs typeface="Playfair Display"/>
                <a:sym typeface="Playfair Display"/>
              </a:rPr>
              <a:t>Input Stream</a:t>
            </a:r>
            <a:endParaRPr sz="1800">
              <a:solidFill>
                <a:schemeClr val="dk1"/>
              </a:solidFill>
              <a:latin typeface="Playfair Display"/>
              <a:ea typeface="Playfair Display"/>
              <a:cs typeface="Playfair Display"/>
              <a:sym typeface="Playfair Display"/>
            </a:endParaRPr>
          </a:p>
          <a:p>
            <a:pPr marL="0" marR="0" lvl="0" indent="0" algn="ctr" rtl="0">
              <a:spcBef>
                <a:spcPts val="0"/>
              </a:spcBef>
              <a:spcAft>
                <a:spcPts val="0"/>
              </a:spcAft>
              <a:buNone/>
            </a:pPr>
            <a:endParaRPr sz="1000">
              <a:solidFill>
                <a:schemeClr val="dk1"/>
              </a:solidFill>
              <a:latin typeface="Playfair Display"/>
              <a:ea typeface="Playfair Display"/>
              <a:cs typeface="Playfair Display"/>
              <a:sym typeface="Playfair Display"/>
            </a:endParaRPr>
          </a:p>
        </p:txBody>
      </p:sp>
      <p:cxnSp>
        <p:nvCxnSpPr>
          <p:cNvPr id="755" name="Google Shape;755;p70"/>
          <p:cNvCxnSpPr>
            <a:stCxn id="750" idx="3"/>
            <a:endCxn id="753" idx="1"/>
          </p:cNvCxnSpPr>
          <p:nvPr/>
        </p:nvCxnSpPr>
        <p:spPr>
          <a:xfrm>
            <a:off x="3841325" y="3400475"/>
            <a:ext cx="1469700" cy="0"/>
          </a:xfrm>
          <a:prstGeom prst="straightConnector1">
            <a:avLst/>
          </a:prstGeom>
          <a:noFill/>
          <a:ln w="38100" cap="flat" cmpd="sng">
            <a:solidFill>
              <a:srgbClr val="FF0000"/>
            </a:solidFill>
            <a:prstDash val="solid"/>
            <a:round/>
            <a:headEnd type="triangle" w="med" len="med"/>
            <a:tailEnd type="none" w="sm" len="sm"/>
          </a:ln>
        </p:spPr>
      </p:cxnSp>
      <p:cxnSp>
        <p:nvCxnSpPr>
          <p:cNvPr id="756" name="Google Shape;756;p70"/>
          <p:cNvCxnSpPr>
            <a:stCxn id="754" idx="1"/>
            <a:endCxn id="751" idx="3"/>
          </p:cNvCxnSpPr>
          <p:nvPr/>
        </p:nvCxnSpPr>
        <p:spPr>
          <a:xfrm rot="10800000">
            <a:off x="3841400" y="4242845"/>
            <a:ext cx="1469700" cy="0"/>
          </a:xfrm>
          <a:prstGeom prst="straightConnector1">
            <a:avLst/>
          </a:prstGeom>
          <a:noFill/>
          <a:ln w="38100" cap="flat" cmpd="sng">
            <a:solidFill>
              <a:srgbClr val="FF0000"/>
            </a:solidFill>
            <a:prstDash val="solid"/>
            <a:round/>
            <a:headEnd type="triangle" w="med" len="med"/>
            <a:tailEnd type="none" w="sm" len="sm"/>
          </a:ln>
        </p:spPr>
      </p:cxnSp>
      <p:sp>
        <p:nvSpPr>
          <p:cNvPr id="757" name="Google Shape;757;p70"/>
          <p:cNvSpPr txBox="1"/>
          <p:nvPr/>
        </p:nvSpPr>
        <p:spPr>
          <a:xfrm>
            <a:off x="4960013" y="910037"/>
            <a:ext cx="4096500" cy="15441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spcBef>
                <a:spcPts val="0"/>
              </a:spcBef>
              <a:spcAft>
                <a:spcPts val="0"/>
              </a:spcAft>
              <a:buNone/>
            </a:pPr>
            <a:r>
              <a:rPr lang="en" sz="1200">
                <a:solidFill>
                  <a:schemeClr val="dk1"/>
                </a:solidFill>
                <a:latin typeface="Consolas"/>
                <a:ea typeface="Consolas"/>
                <a:cs typeface="Consolas"/>
                <a:sym typeface="Consolas"/>
              </a:rPr>
              <a:t>Socket sock = </a:t>
            </a:r>
            <a:endParaRPr sz="1200">
              <a:solidFill>
                <a:schemeClr val="dk1"/>
              </a:solidFill>
              <a:latin typeface="Consolas"/>
              <a:ea typeface="Consolas"/>
              <a:cs typeface="Consolas"/>
              <a:sym typeface="Consolas"/>
            </a:endParaRPr>
          </a:p>
          <a:p>
            <a:pPr marL="0" marR="0" lvl="0" indent="0" algn="l" rtl="0">
              <a:spcBef>
                <a:spcPts val="0"/>
              </a:spcBef>
              <a:spcAft>
                <a:spcPts val="0"/>
              </a:spcAft>
              <a:buNone/>
            </a:pPr>
            <a:r>
              <a:rPr lang="en" sz="1200">
                <a:solidFill>
                  <a:schemeClr val="dk1"/>
                </a:solidFill>
                <a:latin typeface="Consolas"/>
                <a:ea typeface="Consolas"/>
                <a:cs typeface="Consolas"/>
                <a:sym typeface="Consolas"/>
              </a:rPr>
              <a:t>    new Socket("ahost.rit.edu", 42975);</a:t>
            </a:r>
            <a:endParaRPr sz="1200">
              <a:solidFill>
                <a:schemeClr val="dk1"/>
              </a:solidFill>
              <a:latin typeface="Consolas"/>
              <a:ea typeface="Consolas"/>
              <a:cs typeface="Consolas"/>
              <a:sym typeface="Consolas"/>
            </a:endParaRPr>
          </a:p>
          <a:p>
            <a:pPr marL="0" marR="0" lvl="0" indent="0" algn="l" rtl="0">
              <a:spcBef>
                <a:spcPts val="0"/>
              </a:spcBef>
              <a:spcAft>
                <a:spcPts val="0"/>
              </a:spcAft>
              <a:buNone/>
            </a:pPr>
            <a:endParaRPr sz="1200">
              <a:solidFill>
                <a:schemeClr val="dk1"/>
              </a:solidFill>
              <a:latin typeface="Consolas"/>
              <a:ea typeface="Consolas"/>
              <a:cs typeface="Consolas"/>
              <a:sym typeface="Consolas"/>
            </a:endParaRPr>
          </a:p>
          <a:p>
            <a:pPr marL="0" marR="0" lvl="0" indent="0" algn="l" rtl="0">
              <a:spcBef>
                <a:spcPts val="0"/>
              </a:spcBef>
              <a:spcAft>
                <a:spcPts val="0"/>
              </a:spcAft>
              <a:buNone/>
            </a:pPr>
            <a:r>
              <a:rPr lang="en" sz="1200">
                <a:solidFill>
                  <a:schemeClr val="dk1"/>
                </a:solidFill>
                <a:latin typeface="Consolas"/>
                <a:ea typeface="Consolas"/>
                <a:cs typeface="Consolas"/>
                <a:sym typeface="Consolas"/>
              </a:rPr>
              <a:t>OutputStream toServer =</a:t>
            </a:r>
            <a:endParaRPr sz="1200">
              <a:solidFill>
                <a:schemeClr val="dk1"/>
              </a:solidFill>
              <a:latin typeface="Consolas"/>
              <a:ea typeface="Consolas"/>
              <a:cs typeface="Consolas"/>
              <a:sym typeface="Consolas"/>
            </a:endParaRPr>
          </a:p>
          <a:p>
            <a:pPr marL="0" marR="0" lvl="0" indent="0" algn="l" rtl="0">
              <a:spcBef>
                <a:spcPts val="0"/>
              </a:spcBef>
              <a:spcAft>
                <a:spcPts val="0"/>
              </a:spcAft>
              <a:buNone/>
            </a:pPr>
            <a:r>
              <a:rPr lang="en" sz="1200">
                <a:solidFill>
                  <a:schemeClr val="dk1"/>
                </a:solidFill>
                <a:latin typeface="Consolas"/>
                <a:ea typeface="Consolas"/>
                <a:cs typeface="Consolas"/>
                <a:sym typeface="Consolas"/>
              </a:rPr>
              <a:t>    sock.getOutputStream();</a:t>
            </a:r>
            <a:endParaRPr sz="1200">
              <a:solidFill>
                <a:schemeClr val="dk1"/>
              </a:solidFill>
              <a:latin typeface="Consolas"/>
              <a:ea typeface="Consolas"/>
              <a:cs typeface="Consolas"/>
              <a:sym typeface="Consolas"/>
            </a:endParaRPr>
          </a:p>
          <a:p>
            <a:pPr marL="0" marR="0" lvl="0" indent="0" algn="l" rtl="0">
              <a:spcBef>
                <a:spcPts val="0"/>
              </a:spcBef>
              <a:spcAft>
                <a:spcPts val="0"/>
              </a:spcAft>
              <a:buNone/>
            </a:pPr>
            <a:endParaRPr sz="1200">
              <a:solidFill>
                <a:schemeClr val="dk1"/>
              </a:solidFill>
              <a:latin typeface="Consolas"/>
              <a:ea typeface="Consolas"/>
              <a:cs typeface="Consolas"/>
              <a:sym typeface="Consolas"/>
            </a:endParaRPr>
          </a:p>
          <a:p>
            <a:pPr marL="0" marR="0" lvl="0" indent="0" algn="l" rtl="0">
              <a:spcBef>
                <a:spcPts val="0"/>
              </a:spcBef>
              <a:spcAft>
                <a:spcPts val="0"/>
              </a:spcAft>
              <a:buNone/>
            </a:pPr>
            <a:r>
              <a:rPr lang="en" sz="1200">
                <a:solidFill>
                  <a:schemeClr val="dk1"/>
                </a:solidFill>
                <a:latin typeface="Consolas"/>
                <a:ea typeface="Consolas"/>
                <a:cs typeface="Consolas"/>
                <a:sym typeface="Consolas"/>
              </a:rPr>
              <a:t>InputStream fromServer = </a:t>
            </a:r>
            <a:endParaRPr sz="1200">
              <a:solidFill>
                <a:schemeClr val="dk1"/>
              </a:solidFill>
              <a:latin typeface="Consolas"/>
              <a:ea typeface="Consolas"/>
              <a:cs typeface="Consolas"/>
              <a:sym typeface="Consolas"/>
            </a:endParaRPr>
          </a:p>
          <a:p>
            <a:pPr marL="0" marR="0" lvl="0" indent="0" algn="l" rtl="0">
              <a:spcBef>
                <a:spcPts val="0"/>
              </a:spcBef>
              <a:spcAft>
                <a:spcPts val="0"/>
              </a:spcAft>
              <a:buNone/>
            </a:pPr>
            <a:r>
              <a:rPr lang="en" sz="1200">
                <a:solidFill>
                  <a:schemeClr val="dk1"/>
                </a:solidFill>
                <a:latin typeface="Consolas"/>
                <a:ea typeface="Consolas"/>
                <a:cs typeface="Consolas"/>
                <a:sym typeface="Consolas"/>
              </a:rPr>
              <a:t>    sock.getInputStream();</a:t>
            </a:r>
            <a:endParaRPr sz="1200">
              <a:solidFill>
                <a:schemeClr val="dk1"/>
              </a:solidFill>
              <a:latin typeface="Consolas"/>
              <a:ea typeface="Consolas"/>
              <a:cs typeface="Consolas"/>
              <a:sym typeface="Consolas"/>
            </a:endParaRPr>
          </a:p>
        </p:txBody>
      </p:sp>
      <p:sp>
        <p:nvSpPr>
          <p:cNvPr id="758" name="Google Shape;758;p70"/>
          <p:cNvSpPr txBox="1"/>
          <p:nvPr/>
        </p:nvSpPr>
        <p:spPr>
          <a:xfrm>
            <a:off x="95825" y="910037"/>
            <a:ext cx="4096500" cy="15441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spcBef>
                <a:spcPts val="0"/>
              </a:spcBef>
              <a:spcAft>
                <a:spcPts val="0"/>
              </a:spcAft>
              <a:buNone/>
            </a:pPr>
            <a:r>
              <a:rPr lang="en" sz="1200">
                <a:solidFill>
                  <a:schemeClr val="dk1"/>
                </a:solidFill>
                <a:latin typeface="Consolas"/>
                <a:ea typeface="Consolas"/>
                <a:cs typeface="Consolas"/>
                <a:sym typeface="Consolas"/>
              </a:rPr>
              <a:t>ServerSocket server = new ServerSocket(42975);</a:t>
            </a:r>
            <a:endParaRPr sz="1200">
              <a:solidFill>
                <a:schemeClr val="dk1"/>
              </a:solidFill>
              <a:latin typeface="Consolas"/>
              <a:ea typeface="Consolas"/>
              <a:cs typeface="Consolas"/>
              <a:sym typeface="Consolas"/>
            </a:endParaRPr>
          </a:p>
          <a:p>
            <a:pPr marL="0" marR="0" lvl="0" indent="0" algn="l" rtl="0">
              <a:spcBef>
                <a:spcPts val="0"/>
              </a:spcBef>
              <a:spcAft>
                <a:spcPts val="0"/>
              </a:spcAft>
              <a:buNone/>
            </a:pPr>
            <a:r>
              <a:rPr lang="en" sz="1200">
                <a:solidFill>
                  <a:schemeClr val="dk1"/>
                </a:solidFill>
                <a:latin typeface="Consolas"/>
                <a:ea typeface="Consolas"/>
                <a:cs typeface="Consolas"/>
                <a:sym typeface="Consolas"/>
              </a:rPr>
              <a:t>Socket client = server.accept();</a:t>
            </a:r>
            <a:endParaRPr sz="1200">
              <a:solidFill>
                <a:schemeClr val="dk1"/>
              </a:solidFill>
              <a:latin typeface="Consolas"/>
              <a:ea typeface="Consolas"/>
              <a:cs typeface="Consolas"/>
              <a:sym typeface="Consolas"/>
            </a:endParaRPr>
          </a:p>
          <a:p>
            <a:pPr marL="0" marR="0" lvl="0" indent="0" algn="l" rtl="0">
              <a:spcBef>
                <a:spcPts val="0"/>
              </a:spcBef>
              <a:spcAft>
                <a:spcPts val="0"/>
              </a:spcAft>
              <a:buNone/>
            </a:pPr>
            <a:endParaRPr sz="1200">
              <a:solidFill>
                <a:schemeClr val="dk1"/>
              </a:solidFill>
              <a:latin typeface="Consolas"/>
              <a:ea typeface="Consolas"/>
              <a:cs typeface="Consolas"/>
              <a:sym typeface="Consolas"/>
            </a:endParaRPr>
          </a:p>
          <a:p>
            <a:pPr marL="0" marR="0" lvl="0" indent="0" algn="l" rtl="0">
              <a:spcBef>
                <a:spcPts val="0"/>
              </a:spcBef>
              <a:spcAft>
                <a:spcPts val="0"/>
              </a:spcAft>
              <a:buNone/>
            </a:pPr>
            <a:r>
              <a:rPr lang="en" sz="1200">
                <a:solidFill>
                  <a:schemeClr val="dk1"/>
                </a:solidFill>
                <a:latin typeface="Consolas"/>
                <a:ea typeface="Consolas"/>
                <a:cs typeface="Consolas"/>
                <a:sym typeface="Consolas"/>
              </a:rPr>
              <a:t>InputStream fromClient = </a:t>
            </a:r>
            <a:endParaRPr sz="1200">
              <a:solidFill>
                <a:schemeClr val="dk1"/>
              </a:solidFill>
              <a:latin typeface="Consolas"/>
              <a:ea typeface="Consolas"/>
              <a:cs typeface="Consolas"/>
              <a:sym typeface="Consolas"/>
            </a:endParaRPr>
          </a:p>
          <a:p>
            <a:pPr marL="0" marR="0" lvl="0" indent="0" algn="l" rtl="0">
              <a:spcBef>
                <a:spcPts val="0"/>
              </a:spcBef>
              <a:spcAft>
                <a:spcPts val="0"/>
              </a:spcAft>
              <a:buNone/>
            </a:pPr>
            <a:r>
              <a:rPr lang="en" sz="1200">
                <a:solidFill>
                  <a:schemeClr val="dk1"/>
                </a:solidFill>
                <a:latin typeface="Consolas"/>
                <a:ea typeface="Consolas"/>
                <a:cs typeface="Consolas"/>
                <a:sym typeface="Consolas"/>
              </a:rPr>
              <a:t>    client.getInputStream();</a:t>
            </a:r>
            <a:endParaRPr sz="1200">
              <a:solidFill>
                <a:schemeClr val="dk1"/>
              </a:solidFill>
              <a:latin typeface="Consolas"/>
              <a:ea typeface="Consolas"/>
              <a:cs typeface="Consolas"/>
              <a:sym typeface="Consolas"/>
            </a:endParaRPr>
          </a:p>
          <a:p>
            <a:pPr marL="0" marR="0" lvl="0" indent="0" algn="l" rtl="0">
              <a:spcBef>
                <a:spcPts val="0"/>
              </a:spcBef>
              <a:spcAft>
                <a:spcPts val="0"/>
              </a:spcAft>
              <a:buNone/>
            </a:pPr>
            <a:endParaRPr sz="1200">
              <a:solidFill>
                <a:schemeClr val="dk1"/>
              </a:solidFill>
              <a:latin typeface="Consolas"/>
              <a:ea typeface="Consolas"/>
              <a:cs typeface="Consolas"/>
              <a:sym typeface="Consolas"/>
            </a:endParaRPr>
          </a:p>
          <a:p>
            <a:pPr marL="0" marR="0" lvl="0" indent="0" algn="l" rtl="0">
              <a:spcBef>
                <a:spcPts val="0"/>
              </a:spcBef>
              <a:spcAft>
                <a:spcPts val="0"/>
              </a:spcAft>
              <a:buNone/>
            </a:pPr>
            <a:r>
              <a:rPr lang="en" sz="1200">
                <a:solidFill>
                  <a:schemeClr val="dk1"/>
                </a:solidFill>
                <a:latin typeface="Consolas"/>
                <a:ea typeface="Consolas"/>
                <a:cs typeface="Consolas"/>
                <a:sym typeface="Consolas"/>
              </a:rPr>
              <a:t>OutputStream toClient =</a:t>
            </a:r>
            <a:endParaRPr sz="1200">
              <a:solidFill>
                <a:schemeClr val="dk1"/>
              </a:solidFill>
              <a:latin typeface="Consolas"/>
              <a:ea typeface="Consolas"/>
              <a:cs typeface="Consolas"/>
              <a:sym typeface="Consolas"/>
            </a:endParaRPr>
          </a:p>
          <a:p>
            <a:pPr marL="0" marR="0" lvl="0" indent="0" algn="l" rtl="0">
              <a:spcBef>
                <a:spcPts val="0"/>
              </a:spcBef>
              <a:spcAft>
                <a:spcPts val="0"/>
              </a:spcAft>
              <a:buNone/>
            </a:pPr>
            <a:r>
              <a:rPr lang="en" sz="1200">
                <a:solidFill>
                  <a:schemeClr val="dk1"/>
                </a:solidFill>
                <a:latin typeface="Consolas"/>
                <a:ea typeface="Consolas"/>
                <a:cs typeface="Consolas"/>
                <a:sym typeface="Consolas"/>
              </a:rPr>
              <a:t>    client.getOutputStream();</a:t>
            </a:r>
            <a:endParaRPr sz="1200">
              <a:solidFill>
                <a:schemeClr val="dk1"/>
              </a:solidFill>
              <a:latin typeface="Consolas"/>
              <a:ea typeface="Consolas"/>
              <a:cs typeface="Consolas"/>
              <a:sym typeface="Consolas"/>
            </a:endParaRPr>
          </a:p>
        </p:txBody>
      </p:sp>
      <p:sp>
        <p:nvSpPr>
          <p:cNvPr id="759" name="Google Shape;759;p70"/>
          <p:cNvSpPr txBox="1"/>
          <p:nvPr/>
        </p:nvSpPr>
        <p:spPr>
          <a:xfrm>
            <a:off x="95825" y="2558232"/>
            <a:ext cx="2136000" cy="82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spcBef>
                <a:spcPts val="0"/>
              </a:spcBef>
              <a:spcAft>
                <a:spcPts val="0"/>
              </a:spcAft>
              <a:buNone/>
            </a:pPr>
            <a:r>
              <a:rPr lang="en" sz="1300">
                <a:solidFill>
                  <a:schemeClr val="dk1"/>
                </a:solidFill>
                <a:latin typeface="Arial"/>
                <a:ea typeface="Arial"/>
                <a:cs typeface="Arial"/>
                <a:sym typeface="Arial"/>
              </a:rPr>
              <a:t>The </a:t>
            </a:r>
            <a:r>
              <a:rPr lang="en" sz="1300" b="1" i="1">
                <a:solidFill>
                  <a:srgbClr val="FF0000"/>
                </a:solidFill>
                <a:latin typeface="Arial"/>
                <a:ea typeface="Arial"/>
                <a:cs typeface="Arial"/>
                <a:sym typeface="Arial"/>
              </a:rPr>
              <a:t>server</a:t>
            </a:r>
            <a:r>
              <a:rPr lang="en" sz="1300">
                <a:solidFill>
                  <a:srgbClr val="FF0000"/>
                </a:solidFill>
                <a:latin typeface="Arial"/>
                <a:ea typeface="Arial"/>
                <a:cs typeface="Arial"/>
                <a:sym typeface="Arial"/>
              </a:rPr>
              <a:t> </a:t>
            </a:r>
            <a:r>
              <a:rPr lang="en" sz="1300">
                <a:solidFill>
                  <a:schemeClr val="dk1"/>
                </a:solidFill>
                <a:latin typeface="Arial"/>
                <a:ea typeface="Arial"/>
                <a:cs typeface="Arial"/>
                <a:sym typeface="Arial"/>
              </a:rPr>
              <a:t>must begin listening for connections on a specific port.</a:t>
            </a:r>
            <a:endParaRPr sz="1300">
              <a:solidFill>
                <a:schemeClr val="dk1"/>
              </a:solidFill>
              <a:latin typeface="Arial"/>
              <a:ea typeface="Arial"/>
              <a:cs typeface="Arial"/>
              <a:sym typeface="Arial"/>
            </a:endParaRPr>
          </a:p>
        </p:txBody>
      </p:sp>
      <p:sp>
        <p:nvSpPr>
          <p:cNvPr id="760" name="Google Shape;760;p70"/>
          <p:cNvSpPr txBox="1"/>
          <p:nvPr/>
        </p:nvSpPr>
        <p:spPr>
          <a:xfrm>
            <a:off x="6910700" y="2558232"/>
            <a:ext cx="2136000" cy="860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spcBef>
                <a:spcPts val="0"/>
              </a:spcBef>
              <a:spcAft>
                <a:spcPts val="0"/>
              </a:spcAft>
              <a:buNone/>
            </a:pPr>
            <a:r>
              <a:rPr lang="en" sz="1300">
                <a:solidFill>
                  <a:schemeClr val="dk1"/>
                </a:solidFill>
                <a:latin typeface="Arial"/>
                <a:ea typeface="Arial"/>
                <a:cs typeface="Arial"/>
                <a:sym typeface="Arial"/>
              </a:rPr>
              <a:t>Next, the </a:t>
            </a:r>
            <a:r>
              <a:rPr lang="en" sz="1300" b="1" i="1">
                <a:solidFill>
                  <a:srgbClr val="FF0000"/>
                </a:solidFill>
                <a:latin typeface="Arial"/>
                <a:ea typeface="Arial"/>
                <a:cs typeface="Arial"/>
                <a:sym typeface="Arial"/>
              </a:rPr>
              <a:t>client</a:t>
            </a:r>
            <a:r>
              <a:rPr lang="en" sz="1300" b="1" i="1">
                <a:solidFill>
                  <a:srgbClr val="FF0000"/>
                </a:solidFill>
              </a:rPr>
              <a:t> </a:t>
            </a:r>
            <a:r>
              <a:rPr lang="en" sz="1300">
                <a:solidFill>
                  <a:schemeClr val="dk1"/>
                </a:solidFill>
                <a:latin typeface="Arial"/>
                <a:ea typeface="Arial"/>
                <a:cs typeface="Arial"/>
                <a:sym typeface="Arial"/>
              </a:rPr>
              <a:t>must establish the connection to the server on the correct port.</a:t>
            </a:r>
            <a:endParaRPr sz="1300">
              <a:solidFill>
                <a:schemeClr val="dk1"/>
              </a:solidFill>
              <a:latin typeface="Arial"/>
              <a:ea typeface="Arial"/>
              <a:cs typeface="Arial"/>
              <a:sym typeface="Arial"/>
            </a:endParaRPr>
          </a:p>
        </p:txBody>
      </p:sp>
      <p:sp>
        <p:nvSpPr>
          <p:cNvPr id="761" name="Google Shape;761;p70"/>
          <p:cNvSpPr txBox="1"/>
          <p:nvPr/>
        </p:nvSpPr>
        <p:spPr>
          <a:xfrm>
            <a:off x="6910700" y="3554907"/>
            <a:ext cx="2136000" cy="1006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spcBef>
                <a:spcPts val="0"/>
              </a:spcBef>
              <a:spcAft>
                <a:spcPts val="0"/>
              </a:spcAft>
              <a:buNone/>
            </a:pPr>
            <a:r>
              <a:rPr lang="en" sz="1300">
                <a:solidFill>
                  <a:schemeClr val="dk1"/>
                </a:solidFill>
                <a:latin typeface="Arial"/>
                <a:ea typeface="Arial"/>
                <a:cs typeface="Arial"/>
                <a:sym typeface="Arial"/>
              </a:rPr>
              <a:t>Once the connection is established, the </a:t>
            </a:r>
            <a:r>
              <a:rPr lang="en" sz="1300" b="1" i="1">
                <a:solidFill>
                  <a:srgbClr val="FF0000"/>
                </a:solidFill>
                <a:latin typeface="Arial"/>
                <a:ea typeface="Arial"/>
                <a:cs typeface="Arial"/>
                <a:sym typeface="Arial"/>
              </a:rPr>
              <a:t>client</a:t>
            </a:r>
            <a:r>
              <a:rPr lang="en" sz="1300" b="1" i="1">
                <a:solidFill>
                  <a:srgbClr val="FF0000"/>
                </a:solidFill>
              </a:rPr>
              <a:t> </a:t>
            </a:r>
            <a:r>
              <a:rPr lang="en" sz="1300">
                <a:solidFill>
                  <a:schemeClr val="dk1"/>
                </a:solidFill>
                <a:latin typeface="Arial"/>
                <a:ea typeface="Arial"/>
                <a:cs typeface="Arial"/>
                <a:sym typeface="Arial"/>
              </a:rPr>
              <a:t>uses streams to send/receive data to/from the server.</a:t>
            </a:r>
            <a:endParaRPr sz="1300">
              <a:solidFill>
                <a:schemeClr val="dk1"/>
              </a:solidFill>
              <a:latin typeface="Arial"/>
              <a:ea typeface="Arial"/>
              <a:cs typeface="Arial"/>
              <a:sym typeface="Arial"/>
            </a:endParaRPr>
          </a:p>
        </p:txBody>
      </p:sp>
      <p:sp>
        <p:nvSpPr>
          <p:cNvPr id="762" name="Google Shape;762;p70"/>
          <p:cNvSpPr txBox="1"/>
          <p:nvPr/>
        </p:nvSpPr>
        <p:spPr>
          <a:xfrm>
            <a:off x="95825" y="3554905"/>
            <a:ext cx="2136000" cy="1006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spcBef>
                <a:spcPts val="0"/>
              </a:spcBef>
              <a:spcAft>
                <a:spcPts val="0"/>
              </a:spcAft>
              <a:buNone/>
            </a:pPr>
            <a:r>
              <a:rPr lang="en" sz="1300">
                <a:solidFill>
                  <a:schemeClr val="dk1"/>
                </a:solidFill>
                <a:latin typeface="Arial"/>
                <a:ea typeface="Arial"/>
                <a:cs typeface="Arial"/>
                <a:sym typeface="Arial"/>
              </a:rPr>
              <a:t>Once the connection is established, the </a:t>
            </a:r>
            <a:r>
              <a:rPr lang="en" sz="1300" b="1" i="1">
                <a:solidFill>
                  <a:srgbClr val="FF0000"/>
                </a:solidFill>
                <a:latin typeface="Arial"/>
                <a:ea typeface="Arial"/>
                <a:cs typeface="Arial"/>
                <a:sym typeface="Arial"/>
              </a:rPr>
              <a:t>server</a:t>
            </a:r>
            <a:r>
              <a:rPr lang="en" sz="1300" b="1" i="1">
                <a:solidFill>
                  <a:srgbClr val="FF0000"/>
                </a:solidFill>
              </a:rPr>
              <a:t> </a:t>
            </a:r>
            <a:r>
              <a:rPr lang="en" sz="1300">
                <a:solidFill>
                  <a:schemeClr val="dk1"/>
                </a:solidFill>
                <a:latin typeface="Arial"/>
                <a:ea typeface="Arial"/>
                <a:cs typeface="Arial"/>
                <a:sym typeface="Arial"/>
              </a:rPr>
              <a:t>uses streams to send/receive data to/from the client.</a:t>
            </a:r>
            <a:endParaRPr sz="1300">
              <a:solidFill>
                <a:schemeClr val="dk1"/>
              </a:solidFill>
              <a:latin typeface="Arial"/>
              <a:ea typeface="Arial"/>
              <a:cs typeface="Arial"/>
              <a:sym typeface="Arial"/>
            </a:endParaRPr>
          </a:p>
        </p:txBody>
      </p:sp>
      <p:sp>
        <p:nvSpPr>
          <p:cNvPr id="763" name="Google Shape;763;p7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39</a:t>
            </a:fld>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59"/>
                                        </p:tgtEl>
                                        <p:attrNameLst>
                                          <p:attrName>style.visibility</p:attrName>
                                        </p:attrNameLst>
                                      </p:cBhvr>
                                      <p:to>
                                        <p:strVal val="visible"/>
                                      </p:to>
                                    </p:set>
                                    <p:animEffect transition="in" filter="fade">
                                      <p:cBhvr>
                                        <p:cTn id="7" dur="1000"/>
                                        <p:tgtEl>
                                          <p:spTgt spid="75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760"/>
                                        </p:tgtEl>
                                        <p:attrNameLst>
                                          <p:attrName>style.visibility</p:attrName>
                                        </p:attrNameLst>
                                      </p:cBhvr>
                                      <p:to>
                                        <p:strVal val="visible"/>
                                      </p:to>
                                    </p:set>
                                    <p:animEffect transition="in" filter="fade">
                                      <p:cBhvr>
                                        <p:cTn id="12" dur="1000"/>
                                        <p:tgtEl>
                                          <p:spTgt spid="76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762"/>
                                        </p:tgtEl>
                                        <p:attrNameLst>
                                          <p:attrName>style.visibility</p:attrName>
                                        </p:attrNameLst>
                                      </p:cBhvr>
                                      <p:to>
                                        <p:strVal val="visible"/>
                                      </p:to>
                                    </p:set>
                                    <p:animEffect transition="in" filter="fade">
                                      <p:cBhvr>
                                        <p:cTn id="17" dur="1000"/>
                                        <p:tgtEl>
                                          <p:spTgt spid="762"/>
                                        </p:tgtEl>
                                      </p:cBhvr>
                                    </p:animEffect>
                                  </p:childTnLst>
                                </p:cTn>
                              </p:par>
                              <p:par>
                                <p:cTn id="18" presetID="10" presetClass="entr" presetSubtype="0" fill="hold" nodeType="withEffect">
                                  <p:stCondLst>
                                    <p:cond delay="0"/>
                                  </p:stCondLst>
                                  <p:childTnLst>
                                    <p:set>
                                      <p:cBhvr>
                                        <p:cTn id="19" dur="1" fill="hold">
                                          <p:stCondLst>
                                            <p:cond delay="0"/>
                                          </p:stCondLst>
                                        </p:cTn>
                                        <p:tgtEl>
                                          <p:spTgt spid="761"/>
                                        </p:tgtEl>
                                        <p:attrNameLst>
                                          <p:attrName>style.visibility</p:attrName>
                                        </p:attrNameLst>
                                      </p:cBhvr>
                                      <p:to>
                                        <p:strVal val="visible"/>
                                      </p:to>
                                    </p:set>
                                    <p:animEffect transition="in" filter="fade">
                                      <p:cBhvr>
                                        <p:cTn id="20" dur="1000"/>
                                        <p:tgtEl>
                                          <p:spTgt spid="761"/>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755"/>
                                        </p:tgtEl>
                                        <p:attrNameLst>
                                          <p:attrName>style.visibility</p:attrName>
                                        </p:attrNameLst>
                                      </p:cBhvr>
                                      <p:to>
                                        <p:strVal val="visible"/>
                                      </p:to>
                                    </p:set>
                                    <p:animEffect transition="in" filter="fade">
                                      <p:cBhvr>
                                        <p:cTn id="25" dur="1000"/>
                                        <p:tgtEl>
                                          <p:spTgt spid="755"/>
                                        </p:tgtEl>
                                      </p:cBhvr>
                                    </p:animEffect>
                                  </p:childTnLst>
                                </p:cTn>
                              </p:par>
                            </p:childTnLst>
                          </p:cTn>
                        </p:par>
                        <p:par>
                          <p:cTn id="26" fill="hold">
                            <p:stCondLst>
                              <p:cond delay="1000"/>
                            </p:stCondLst>
                            <p:childTnLst>
                              <p:par>
                                <p:cTn id="27" presetID="10" presetClass="entr" presetSubtype="0" fill="hold" nodeType="afterEffect">
                                  <p:stCondLst>
                                    <p:cond delay="0"/>
                                  </p:stCondLst>
                                  <p:childTnLst>
                                    <p:set>
                                      <p:cBhvr>
                                        <p:cTn id="28" dur="1" fill="hold">
                                          <p:stCondLst>
                                            <p:cond delay="0"/>
                                          </p:stCondLst>
                                        </p:cTn>
                                        <p:tgtEl>
                                          <p:spTgt spid="756"/>
                                        </p:tgtEl>
                                        <p:attrNameLst>
                                          <p:attrName>style.visibility</p:attrName>
                                        </p:attrNameLst>
                                      </p:cBhvr>
                                      <p:to>
                                        <p:strVal val="visible"/>
                                      </p:to>
                                    </p:set>
                                    <p:animEffect transition="in" filter="fade">
                                      <p:cBhvr>
                                        <p:cTn id="29" dur="1000"/>
                                        <p:tgtEl>
                                          <p:spTgt spid="7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767"/>
        <p:cNvGrpSpPr/>
        <p:nvPr/>
      </p:nvGrpSpPr>
      <p:grpSpPr>
        <a:xfrm>
          <a:off x="0" y="0"/>
          <a:ext cx="0" cy="0"/>
          <a:chOff x="0" y="0"/>
          <a:chExt cx="0" cy="0"/>
        </a:xfrm>
      </p:grpSpPr>
      <p:sp>
        <p:nvSpPr>
          <p:cNvPr id="768" name="Google Shape;768;p71"/>
          <p:cNvSpPr txBox="1">
            <a:spLocks noGrp="1"/>
          </p:cNvSpPr>
          <p:nvPr>
            <p:ph type="title"/>
          </p:nvPr>
        </p:nvSpPr>
        <p:spPr>
          <a:xfrm>
            <a:off x="1436850" y="76300"/>
            <a:ext cx="7642500" cy="5967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Clr>
                <a:schemeClr val="dk2"/>
              </a:buClr>
              <a:buSzPts val="3400"/>
              <a:buFont typeface="Calibri"/>
              <a:buNone/>
            </a:pPr>
            <a:r>
              <a:rPr lang="en" sz="2900"/>
              <a:t>Echo! </a:t>
            </a:r>
            <a:r>
              <a:rPr lang="en" sz="2400"/>
              <a:t>Echo!</a:t>
            </a:r>
            <a:r>
              <a:rPr lang="en" sz="2900"/>
              <a:t> </a:t>
            </a:r>
            <a:r>
              <a:rPr lang="en" sz="1900"/>
              <a:t>Echo! </a:t>
            </a:r>
            <a:r>
              <a:rPr lang="en" sz="1400"/>
              <a:t>…</a:t>
            </a:r>
            <a:endParaRPr sz="1400"/>
          </a:p>
        </p:txBody>
      </p:sp>
      <p:sp>
        <p:nvSpPr>
          <p:cNvPr id="769" name="Google Shape;769;p71"/>
          <p:cNvSpPr txBox="1">
            <a:spLocks noGrp="1"/>
          </p:cNvSpPr>
          <p:nvPr>
            <p:ph type="body" idx="1"/>
          </p:nvPr>
        </p:nvSpPr>
        <p:spPr>
          <a:xfrm>
            <a:off x="65250" y="731625"/>
            <a:ext cx="8955900" cy="9234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1600"/>
              </a:spcAft>
              <a:buClr>
                <a:srgbClr val="000000"/>
              </a:buClr>
              <a:buSzPts val="1600"/>
              <a:buNone/>
            </a:pPr>
            <a:r>
              <a:rPr lang="en"/>
              <a:t>Our EchoServer is doing a great job of listening for an incoming message, but it's not yet sending it back to the client! Let's modify the message in some way (so that we know that it made the round trip from client to server) and send it back!</a:t>
            </a:r>
            <a:endParaRPr sz="1600"/>
          </a:p>
        </p:txBody>
      </p:sp>
      <p:sp>
        <p:nvSpPr>
          <p:cNvPr id="770" name="Google Shape;770;p71"/>
          <p:cNvSpPr txBox="1">
            <a:spLocks noGrp="1"/>
          </p:cNvSpPr>
          <p:nvPr>
            <p:ph type="body" idx="2"/>
          </p:nvPr>
        </p:nvSpPr>
        <p:spPr>
          <a:xfrm>
            <a:off x="3285400" y="1929550"/>
            <a:ext cx="5617200" cy="2828700"/>
          </a:xfrm>
          <a:prstGeom prst="rect">
            <a:avLst/>
          </a:prstGeom>
          <a:noFill/>
          <a:ln>
            <a:noFill/>
          </a:ln>
        </p:spPr>
        <p:txBody>
          <a:bodyPr spcFirstLastPara="1" wrap="square" lIns="68575" tIns="34275" rIns="68575" bIns="34275" anchor="t" anchorCtr="0">
            <a:noAutofit/>
          </a:bodyPr>
          <a:lstStyle/>
          <a:p>
            <a:pPr marL="457200" lvl="0" indent="-311150" algn="l" rtl="0">
              <a:lnSpc>
                <a:spcPct val="115000"/>
              </a:lnSpc>
              <a:spcBef>
                <a:spcPts val="0"/>
              </a:spcBef>
              <a:spcAft>
                <a:spcPts val="0"/>
              </a:spcAft>
              <a:buSzPts val="1300"/>
              <a:buChar char="●"/>
            </a:pPr>
            <a:r>
              <a:rPr lang="en"/>
              <a:t>In </a:t>
            </a:r>
            <a:r>
              <a:rPr lang="en">
                <a:solidFill>
                  <a:srgbClr val="FF0000"/>
                </a:solidFill>
                <a:latin typeface="Courier New"/>
                <a:ea typeface="Courier New"/>
                <a:cs typeface="Courier New"/>
                <a:sym typeface="Courier New"/>
              </a:rPr>
              <a:t>EchoServer</a:t>
            </a:r>
            <a:r>
              <a:rPr lang="en"/>
              <a:t>, add a </a:t>
            </a:r>
            <a:r>
              <a:rPr lang="en">
                <a:latin typeface="Courier New"/>
                <a:ea typeface="Courier New"/>
                <a:cs typeface="Courier New"/>
                <a:sym typeface="Courier New"/>
              </a:rPr>
              <a:t>PrintWriter</a:t>
            </a:r>
            <a:r>
              <a:rPr lang="en"/>
              <a:t> for the client socket</a:t>
            </a:r>
            <a:endParaRPr/>
          </a:p>
          <a:p>
            <a:pPr marL="457200" lvl="0" indent="-311150" algn="l" rtl="0">
              <a:lnSpc>
                <a:spcPct val="115000"/>
              </a:lnSpc>
              <a:spcBef>
                <a:spcPts val="0"/>
              </a:spcBef>
              <a:spcAft>
                <a:spcPts val="0"/>
              </a:spcAft>
              <a:buSzPts val="1300"/>
              <a:buChar char="●"/>
            </a:pPr>
            <a:r>
              <a:rPr lang="en"/>
              <a:t>Alter the message in some way (e.g. add something to it or convert it to uppercase) and then use the </a:t>
            </a:r>
            <a:r>
              <a:rPr lang="en">
                <a:latin typeface="Courier New"/>
                <a:ea typeface="Courier New"/>
                <a:cs typeface="Courier New"/>
                <a:sym typeface="Courier New"/>
              </a:rPr>
              <a:t>PrintWriter</a:t>
            </a:r>
            <a:r>
              <a:rPr lang="en"/>
              <a:t> to send it back back to the client</a:t>
            </a:r>
            <a:endParaRPr/>
          </a:p>
          <a:p>
            <a:pPr marL="0" lvl="0" indent="0" algn="l" rtl="0">
              <a:lnSpc>
                <a:spcPct val="115000"/>
              </a:lnSpc>
              <a:spcBef>
                <a:spcPts val="0"/>
              </a:spcBef>
              <a:spcAft>
                <a:spcPts val="0"/>
              </a:spcAft>
              <a:buNone/>
            </a:pPr>
            <a:endParaRPr/>
          </a:p>
          <a:p>
            <a:pPr marL="457200" lvl="0" indent="-311150" algn="l" rtl="0">
              <a:lnSpc>
                <a:spcPct val="115000"/>
              </a:lnSpc>
              <a:spcBef>
                <a:spcPts val="0"/>
              </a:spcBef>
              <a:spcAft>
                <a:spcPts val="0"/>
              </a:spcAft>
              <a:buSzPts val="1300"/>
              <a:buChar char="●"/>
            </a:pPr>
            <a:r>
              <a:rPr lang="en"/>
              <a:t>In </a:t>
            </a:r>
            <a:r>
              <a:rPr lang="en">
                <a:solidFill>
                  <a:srgbClr val="FF0000"/>
                </a:solidFill>
                <a:latin typeface="Courier New"/>
                <a:ea typeface="Courier New"/>
                <a:cs typeface="Courier New"/>
                <a:sym typeface="Courier New"/>
              </a:rPr>
              <a:t>EchoClient</a:t>
            </a:r>
            <a:r>
              <a:rPr lang="en"/>
              <a:t>, use a </a:t>
            </a:r>
            <a:r>
              <a:rPr lang="en">
                <a:latin typeface="Courier New"/>
                <a:ea typeface="Courier New"/>
                <a:cs typeface="Courier New"/>
                <a:sym typeface="Courier New"/>
              </a:rPr>
              <a:t>BufferedReader</a:t>
            </a:r>
            <a:r>
              <a:rPr lang="en"/>
              <a:t> to read lines of text from the socket's </a:t>
            </a:r>
            <a:r>
              <a:rPr lang="en">
                <a:latin typeface="Courier New"/>
                <a:ea typeface="Courier New"/>
                <a:cs typeface="Courier New"/>
                <a:sym typeface="Courier New"/>
              </a:rPr>
              <a:t>InputStream</a:t>
            </a:r>
            <a:endParaRPr>
              <a:latin typeface="Courier New"/>
              <a:ea typeface="Courier New"/>
              <a:cs typeface="Courier New"/>
              <a:sym typeface="Courier New"/>
            </a:endParaRPr>
          </a:p>
          <a:p>
            <a:pPr marL="457200" lvl="0" indent="-311150" algn="l" rtl="0">
              <a:lnSpc>
                <a:spcPct val="115000"/>
              </a:lnSpc>
              <a:spcBef>
                <a:spcPts val="0"/>
              </a:spcBef>
              <a:spcAft>
                <a:spcPts val="0"/>
              </a:spcAft>
              <a:buSzPts val="1300"/>
              <a:buChar char="●"/>
            </a:pPr>
            <a:r>
              <a:rPr lang="en"/>
              <a:t>Get the response from the server and print it</a:t>
            </a:r>
            <a:endParaRPr/>
          </a:p>
          <a:p>
            <a:pPr marL="457200" lvl="0" indent="0" algn="l" rtl="0">
              <a:lnSpc>
                <a:spcPct val="115000"/>
              </a:lnSpc>
              <a:spcBef>
                <a:spcPts val="0"/>
              </a:spcBef>
              <a:spcAft>
                <a:spcPts val="0"/>
              </a:spcAft>
              <a:buNone/>
            </a:pPr>
            <a:endParaRPr/>
          </a:p>
          <a:p>
            <a:pPr marL="457200" lvl="0" indent="-311150" algn="l" rtl="0">
              <a:lnSpc>
                <a:spcPct val="115000"/>
              </a:lnSpc>
              <a:spcBef>
                <a:spcPts val="0"/>
              </a:spcBef>
              <a:spcAft>
                <a:spcPts val="0"/>
              </a:spcAft>
              <a:buSzPts val="1300"/>
              <a:buChar char="●"/>
            </a:pPr>
            <a:r>
              <a:rPr lang="en"/>
              <a:t>Run both applications and verify the message is returned to the client</a:t>
            </a:r>
            <a:endParaRPr/>
          </a:p>
        </p:txBody>
      </p:sp>
      <p:sp>
        <p:nvSpPr>
          <p:cNvPr id="771" name="Google Shape;771;p7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40</a:t>
            </a:fld>
            <a:endParaRPr/>
          </a:p>
        </p:txBody>
      </p:sp>
      <p:sp>
        <p:nvSpPr>
          <p:cNvPr id="772" name="Google Shape;772;p71"/>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9.10</a:t>
            </a:r>
            <a:endParaRPr/>
          </a:p>
        </p:txBody>
      </p:sp>
      <p:pic>
        <p:nvPicPr>
          <p:cNvPr id="773" name="Google Shape;773;p71"/>
          <p:cNvPicPr preferRelativeResize="0"/>
          <p:nvPr/>
        </p:nvPicPr>
        <p:blipFill>
          <a:blip r:embed="rId3">
            <a:alphaModFix/>
          </a:blip>
          <a:stretch>
            <a:fillRect/>
          </a:stretch>
        </p:blipFill>
        <p:spPr>
          <a:xfrm>
            <a:off x="141604" y="1713650"/>
            <a:ext cx="3053800" cy="2138500"/>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777"/>
        <p:cNvGrpSpPr/>
        <p:nvPr/>
      </p:nvGrpSpPr>
      <p:grpSpPr>
        <a:xfrm>
          <a:off x="0" y="0"/>
          <a:ext cx="0" cy="0"/>
          <a:chOff x="0" y="0"/>
          <a:chExt cx="0" cy="0"/>
        </a:xfrm>
      </p:grpSpPr>
      <p:sp>
        <p:nvSpPr>
          <p:cNvPr id="778" name="Google Shape;778;p72"/>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If you happened to have used the </a:t>
            </a:r>
            <a:r>
              <a:rPr lang="en">
                <a:latin typeface="Courier New"/>
                <a:ea typeface="Courier New"/>
                <a:cs typeface="Courier New"/>
                <a:sym typeface="Courier New"/>
              </a:rPr>
              <a:t>lines()</a:t>
            </a:r>
            <a:r>
              <a:rPr lang="en"/>
              <a:t> method in the previous activities, you will have noticed the server stopped working. This is because </a:t>
            </a:r>
            <a:r>
              <a:rPr lang="en">
                <a:latin typeface="Courier New"/>
                <a:ea typeface="Courier New"/>
                <a:cs typeface="Courier New"/>
                <a:sym typeface="Courier New"/>
              </a:rPr>
              <a:t>lines()</a:t>
            </a:r>
            <a:r>
              <a:rPr lang="en"/>
              <a:t> only reads after the </a:t>
            </a:r>
            <a:r>
              <a:rPr lang="en">
                <a:latin typeface="Courier New"/>
                <a:ea typeface="Courier New"/>
                <a:cs typeface="Courier New"/>
                <a:sym typeface="Courier New"/>
              </a:rPr>
              <a:t>InputStream</a:t>
            </a:r>
            <a:r>
              <a:rPr lang="en"/>
              <a:t> has closed. In the previous activity we are waiting for a response before closing the socket.</a:t>
            </a:r>
            <a:endParaRPr/>
          </a:p>
        </p:txBody>
      </p:sp>
      <p:sp>
        <p:nvSpPr>
          <p:cNvPr id="779" name="Google Shape;779;p7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41</a:t>
            </a:fld>
            <a:endParaRPr/>
          </a:p>
        </p:txBody>
      </p:sp>
      <p:sp>
        <p:nvSpPr>
          <p:cNvPr id="780" name="Google Shape;780;p72"/>
          <p:cNvSpPr txBox="1">
            <a:spLocks noGrp="1"/>
          </p:cNvSpPr>
          <p:nvPr>
            <p:ph type="body" idx="2"/>
          </p:nvPr>
        </p:nvSpPr>
        <p:spPr>
          <a:xfrm>
            <a:off x="3802525" y="1751525"/>
            <a:ext cx="5138700" cy="27744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a:t>Your initial thought might be to </a:t>
            </a:r>
            <a:r>
              <a:rPr lang="en">
                <a:solidFill>
                  <a:srgbClr val="FF0000"/>
                </a:solidFill>
                <a:latin typeface="Courier New"/>
                <a:ea typeface="Courier New"/>
                <a:cs typeface="Courier New"/>
                <a:sym typeface="Courier New"/>
              </a:rPr>
              <a:t>close()</a:t>
            </a:r>
            <a:r>
              <a:rPr lang="en"/>
              <a:t> the client's </a:t>
            </a:r>
            <a:r>
              <a:rPr lang="en">
                <a:latin typeface="Courier New"/>
                <a:ea typeface="Courier New"/>
                <a:cs typeface="Courier New"/>
                <a:sym typeface="Courier New"/>
              </a:rPr>
              <a:t>OutputStream</a:t>
            </a:r>
            <a:r>
              <a:rPr lang="en"/>
              <a:t> once you've sent the message.</a:t>
            </a:r>
            <a:endParaRPr/>
          </a:p>
          <a:p>
            <a:pPr marL="914400" lvl="1" indent="-298450" algn="l" rtl="0">
              <a:spcBef>
                <a:spcPts val="0"/>
              </a:spcBef>
              <a:spcAft>
                <a:spcPts val="0"/>
              </a:spcAft>
              <a:buSzPts val="1100"/>
              <a:buChar char="○"/>
            </a:pPr>
            <a:r>
              <a:rPr lang="en"/>
              <a:t>Unfortunately this closes the entire socket so we won't be able to get the response.</a:t>
            </a:r>
            <a:endParaRPr/>
          </a:p>
          <a:p>
            <a:pPr marL="457200" lvl="0" indent="-311150" algn="l" rtl="0">
              <a:spcBef>
                <a:spcPts val="0"/>
              </a:spcBef>
              <a:spcAft>
                <a:spcPts val="0"/>
              </a:spcAft>
              <a:buSzPts val="1300"/>
              <a:buChar char="●"/>
            </a:pPr>
            <a:r>
              <a:rPr lang="en"/>
              <a:t>Instead we'll want to use </a:t>
            </a:r>
            <a:r>
              <a:rPr lang="en">
                <a:solidFill>
                  <a:srgbClr val="FF0000"/>
                </a:solidFill>
                <a:latin typeface="Courier New"/>
                <a:ea typeface="Courier New"/>
                <a:cs typeface="Courier New"/>
                <a:sym typeface="Courier New"/>
              </a:rPr>
              <a:t>socket.shutdownOutput()</a:t>
            </a:r>
            <a:r>
              <a:rPr lang="en"/>
              <a:t>.</a:t>
            </a:r>
            <a:endParaRPr/>
          </a:p>
          <a:p>
            <a:pPr marL="914400" lvl="1" indent="-298450" algn="l" rtl="0">
              <a:spcBef>
                <a:spcPts val="0"/>
              </a:spcBef>
              <a:spcAft>
                <a:spcPts val="0"/>
              </a:spcAft>
              <a:buSzPts val="1100"/>
              <a:buChar char="○"/>
            </a:pPr>
            <a:r>
              <a:rPr lang="en"/>
              <a:t>This will close only the </a:t>
            </a:r>
            <a:r>
              <a:rPr lang="en">
                <a:latin typeface="Courier New"/>
                <a:ea typeface="Courier New"/>
                <a:cs typeface="Courier New"/>
                <a:sym typeface="Courier New"/>
              </a:rPr>
              <a:t>OutputStream</a:t>
            </a:r>
            <a:r>
              <a:rPr lang="en"/>
              <a:t> and send the stream termination sequence to the server.</a:t>
            </a:r>
            <a:endParaRPr/>
          </a:p>
          <a:p>
            <a:pPr marL="457200" lvl="0" indent="-311150" algn="l" rtl="0">
              <a:spcBef>
                <a:spcPts val="0"/>
              </a:spcBef>
              <a:spcAft>
                <a:spcPts val="0"/>
              </a:spcAft>
              <a:buSzPts val="1300"/>
              <a:buChar char="●"/>
            </a:pPr>
            <a:r>
              <a:rPr lang="en"/>
              <a:t>Update your code to use </a:t>
            </a:r>
            <a:r>
              <a:rPr lang="en">
                <a:solidFill>
                  <a:srgbClr val="FF0000"/>
                </a:solidFill>
                <a:latin typeface="Courier New"/>
                <a:ea typeface="Courier New"/>
                <a:cs typeface="Courier New"/>
                <a:sym typeface="Courier New"/>
              </a:rPr>
              <a:t>lines()</a:t>
            </a:r>
            <a:r>
              <a:rPr lang="en"/>
              <a:t>, if you weren't already.</a:t>
            </a:r>
            <a:endParaRPr/>
          </a:p>
          <a:p>
            <a:pPr marL="457200" lvl="0" indent="-311150" algn="l" rtl="0">
              <a:spcBef>
                <a:spcPts val="0"/>
              </a:spcBef>
              <a:spcAft>
                <a:spcPts val="0"/>
              </a:spcAft>
              <a:buSzPts val="1300"/>
              <a:buChar char="●"/>
            </a:pPr>
            <a:r>
              <a:rPr lang="en"/>
              <a:t>After sending the message, use </a:t>
            </a:r>
            <a:r>
              <a:rPr lang="en">
                <a:latin typeface="Courier New"/>
                <a:ea typeface="Courier New"/>
                <a:cs typeface="Courier New"/>
                <a:sym typeface="Courier New"/>
              </a:rPr>
              <a:t>socket.shutdownOutput()</a:t>
            </a:r>
            <a:r>
              <a:rPr lang="en"/>
              <a:t>.</a:t>
            </a:r>
            <a:endParaRPr/>
          </a:p>
          <a:p>
            <a:pPr marL="457200" lvl="0" indent="-311150" algn="l" rtl="0">
              <a:spcBef>
                <a:spcPts val="0"/>
              </a:spcBef>
              <a:spcAft>
                <a:spcPts val="0"/>
              </a:spcAft>
              <a:buSzPts val="1300"/>
              <a:buChar char="●"/>
            </a:pPr>
            <a:r>
              <a:rPr lang="en"/>
              <a:t>Run the echo server, then your client to see the server now properly gets the message and sends it back.</a:t>
            </a:r>
            <a:endParaRPr/>
          </a:p>
        </p:txBody>
      </p:sp>
      <p:sp>
        <p:nvSpPr>
          <p:cNvPr id="781" name="Google Shape;781;p72"/>
          <p:cNvSpPr txBox="1">
            <a:spLocks noGrp="1"/>
          </p:cNvSpPr>
          <p:nvPr>
            <p:ph type="title"/>
          </p:nvPr>
        </p:nvSpPr>
        <p:spPr>
          <a:xfrm>
            <a:off x="1436850" y="12713"/>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Stream is Broken</a:t>
            </a:r>
            <a:endParaRPr/>
          </a:p>
        </p:txBody>
      </p:sp>
      <p:sp>
        <p:nvSpPr>
          <p:cNvPr id="782" name="Google Shape;782;p72"/>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9.11</a:t>
            </a:r>
            <a:endParaRPr/>
          </a:p>
        </p:txBody>
      </p:sp>
      <p:sp>
        <p:nvSpPr>
          <p:cNvPr id="783" name="Google Shape;783;p72"/>
          <p:cNvSpPr txBox="1">
            <a:spLocks noGrp="1"/>
          </p:cNvSpPr>
          <p:nvPr>
            <p:ph type="body" idx="4"/>
          </p:nvPr>
        </p:nvSpPr>
        <p:spPr>
          <a:xfrm>
            <a:off x="141600" y="3485699"/>
            <a:ext cx="3717600" cy="7389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a:t>Only shut down the </a:t>
            </a:r>
            <a:r>
              <a:rPr lang="en" b="1">
                <a:solidFill>
                  <a:srgbClr val="FF0000"/>
                </a:solidFill>
              </a:rPr>
              <a:t>output</a:t>
            </a:r>
            <a:r>
              <a:rPr lang="en"/>
              <a:t> stream after sending the message. This leave the input stream open for receiving the response.</a:t>
            </a:r>
            <a:endParaRPr/>
          </a:p>
        </p:txBody>
      </p:sp>
      <p:sp>
        <p:nvSpPr>
          <p:cNvPr id="784" name="Google Shape;784;p72"/>
          <p:cNvSpPr txBox="1"/>
          <p:nvPr/>
        </p:nvSpPr>
        <p:spPr>
          <a:xfrm>
            <a:off x="141600" y="1843525"/>
            <a:ext cx="3717600" cy="1503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35714"/>
              </a:lnSpc>
              <a:spcBef>
                <a:spcPts val="0"/>
              </a:spcBef>
              <a:spcAft>
                <a:spcPts val="0"/>
              </a:spcAft>
              <a:buNone/>
            </a:pPr>
            <a:r>
              <a:rPr lang="en" sz="1100">
                <a:solidFill>
                  <a:srgbClr val="267F99"/>
                </a:solidFill>
                <a:latin typeface="Consolas"/>
                <a:ea typeface="Consolas"/>
                <a:cs typeface="Consolas"/>
                <a:sym typeface="Consolas"/>
              </a:rPr>
              <a:t>Socket</a:t>
            </a:r>
            <a:r>
              <a:rPr lang="en" sz="1100">
                <a:latin typeface="Consolas"/>
                <a:ea typeface="Consolas"/>
                <a:cs typeface="Consolas"/>
                <a:sym typeface="Consolas"/>
              </a:rPr>
              <a:t> </a:t>
            </a:r>
            <a:r>
              <a:rPr lang="en" sz="1100">
                <a:solidFill>
                  <a:srgbClr val="001080"/>
                </a:solidFill>
                <a:latin typeface="Consolas"/>
                <a:ea typeface="Consolas"/>
                <a:cs typeface="Consolas"/>
                <a:sym typeface="Consolas"/>
              </a:rPr>
              <a:t>client</a:t>
            </a:r>
            <a:r>
              <a:rPr lang="en" sz="1100">
                <a:latin typeface="Consolas"/>
                <a:ea typeface="Consolas"/>
                <a:cs typeface="Consolas"/>
                <a:sym typeface="Consolas"/>
              </a:rPr>
              <a:t> = </a:t>
            </a:r>
            <a:r>
              <a:rPr lang="en" sz="1100">
                <a:solidFill>
                  <a:srgbClr val="AF00DB"/>
                </a:solidFill>
                <a:latin typeface="Consolas"/>
                <a:ea typeface="Consolas"/>
                <a:cs typeface="Consolas"/>
                <a:sym typeface="Consolas"/>
              </a:rPr>
              <a:t>new</a:t>
            </a:r>
            <a:r>
              <a:rPr lang="en" sz="1100">
                <a:latin typeface="Consolas"/>
                <a:ea typeface="Consolas"/>
                <a:cs typeface="Consolas"/>
                <a:sym typeface="Consolas"/>
              </a:rPr>
              <a:t> </a:t>
            </a:r>
            <a:r>
              <a:rPr lang="en" sz="1100">
                <a:solidFill>
                  <a:srgbClr val="795E26"/>
                </a:solidFill>
                <a:latin typeface="Consolas"/>
                <a:ea typeface="Consolas"/>
                <a:cs typeface="Consolas"/>
                <a:sym typeface="Consolas"/>
              </a:rPr>
              <a:t>Socket</a:t>
            </a:r>
            <a:r>
              <a:rPr lang="en" sz="1100">
                <a:latin typeface="Consolas"/>
                <a:ea typeface="Consolas"/>
                <a:cs typeface="Consolas"/>
                <a:sym typeface="Consolas"/>
              </a:rPr>
              <a:t>(</a:t>
            </a:r>
            <a:r>
              <a:rPr lang="en" sz="1100">
                <a:solidFill>
                  <a:srgbClr val="A31515"/>
                </a:solidFill>
                <a:latin typeface="Consolas"/>
                <a:ea typeface="Consolas"/>
                <a:cs typeface="Consolas"/>
                <a:sym typeface="Consolas"/>
              </a:rPr>
              <a:t>"somehost"</a:t>
            </a:r>
            <a:r>
              <a:rPr lang="en" sz="1100">
                <a:latin typeface="Consolas"/>
                <a:ea typeface="Consolas"/>
                <a:cs typeface="Consolas"/>
                <a:sym typeface="Consolas"/>
              </a:rPr>
              <a:t>, </a:t>
            </a:r>
            <a:r>
              <a:rPr lang="en" sz="1100">
                <a:solidFill>
                  <a:srgbClr val="098658"/>
                </a:solidFill>
                <a:latin typeface="Consolas"/>
                <a:ea typeface="Consolas"/>
                <a:cs typeface="Consolas"/>
                <a:sym typeface="Consolas"/>
              </a:rPr>
              <a:t>54321</a:t>
            </a:r>
            <a:r>
              <a:rPr lang="en" sz="1100">
                <a:latin typeface="Consolas"/>
                <a:ea typeface="Consolas"/>
                <a:cs typeface="Consolas"/>
                <a:sym typeface="Consolas"/>
              </a:rPr>
              <a:t>);</a:t>
            </a:r>
            <a:endParaRPr sz="1100">
              <a:latin typeface="Consolas"/>
              <a:ea typeface="Consolas"/>
              <a:cs typeface="Consolas"/>
              <a:sym typeface="Consolas"/>
            </a:endParaRPr>
          </a:p>
          <a:p>
            <a:pPr marL="0" lvl="0" indent="0" algn="l" rtl="0">
              <a:lnSpc>
                <a:spcPct val="135714"/>
              </a:lnSpc>
              <a:spcBef>
                <a:spcPts val="0"/>
              </a:spcBef>
              <a:spcAft>
                <a:spcPts val="0"/>
              </a:spcAft>
              <a:buNone/>
            </a:pPr>
            <a:r>
              <a:rPr lang="en" sz="1100">
                <a:solidFill>
                  <a:srgbClr val="267F99"/>
                </a:solidFill>
                <a:latin typeface="Consolas"/>
                <a:ea typeface="Consolas"/>
                <a:cs typeface="Consolas"/>
                <a:sym typeface="Consolas"/>
              </a:rPr>
              <a:t>OutputStream</a:t>
            </a:r>
            <a:r>
              <a:rPr lang="en" sz="1100">
                <a:latin typeface="Consolas"/>
                <a:ea typeface="Consolas"/>
                <a:cs typeface="Consolas"/>
                <a:sym typeface="Consolas"/>
              </a:rPr>
              <a:t> </a:t>
            </a:r>
            <a:r>
              <a:rPr lang="en" sz="1100">
                <a:solidFill>
                  <a:srgbClr val="001080"/>
                </a:solidFill>
                <a:latin typeface="Consolas"/>
                <a:ea typeface="Consolas"/>
                <a:cs typeface="Consolas"/>
                <a:sym typeface="Consolas"/>
              </a:rPr>
              <a:t>out</a:t>
            </a:r>
            <a:r>
              <a:rPr lang="en" sz="1100">
                <a:latin typeface="Consolas"/>
                <a:ea typeface="Consolas"/>
                <a:cs typeface="Consolas"/>
                <a:sym typeface="Consolas"/>
              </a:rPr>
              <a:t> = </a:t>
            </a:r>
            <a:r>
              <a:rPr lang="en" sz="1100">
                <a:solidFill>
                  <a:srgbClr val="001080"/>
                </a:solidFill>
                <a:latin typeface="Consolas"/>
                <a:ea typeface="Consolas"/>
                <a:cs typeface="Consolas"/>
                <a:sym typeface="Consolas"/>
              </a:rPr>
              <a:t>client</a:t>
            </a:r>
            <a:r>
              <a:rPr lang="en" sz="1100">
                <a:latin typeface="Consolas"/>
                <a:ea typeface="Consolas"/>
                <a:cs typeface="Consolas"/>
                <a:sym typeface="Consolas"/>
              </a:rPr>
              <a:t>.</a:t>
            </a:r>
            <a:r>
              <a:rPr lang="en" sz="1100">
                <a:solidFill>
                  <a:srgbClr val="795E26"/>
                </a:solidFill>
                <a:latin typeface="Consolas"/>
                <a:ea typeface="Consolas"/>
                <a:cs typeface="Consolas"/>
                <a:sym typeface="Consolas"/>
              </a:rPr>
              <a:t>getOutputStream</a:t>
            </a:r>
            <a:r>
              <a:rPr lang="en" sz="1100">
                <a:latin typeface="Consolas"/>
                <a:ea typeface="Consolas"/>
                <a:cs typeface="Consolas"/>
                <a:sym typeface="Consolas"/>
              </a:rPr>
              <a:t>();</a:t>
            </a:r>
            <a:endParaRPr sz="1100">
              <a:latin typeface="Consolas"/>
              <a:ea typeface="Consolas"/>
              <a:cs typeface="Consolas"/>
              <a:sym typeface="Consolas"/>
            </a:endParaRPr>
          </a:p>
          <a:p>
            <a:pPr marL="0" lvl="0" indent="0" algn="l" rtl="0">
              <a:lnSpc>
                <a:spcPct val="135714"/>
              </a:lnSpc>
              <a:spcBef>
                <a:spcPts val="0"/>
              </a:spcBef>
              <a:spcAft>
                <a:spcPts val="0"/>
              </a:spcAft>
              <a:buNone/>
            </a:pPr>
            <a:r>
              <a:rPr lang="en" sz="1100">
                <a:solidFill>
                  <a:srgbClr val="267F99"/>
                </a:solidFill>
                <a:latin typeface="Consolas"/>
                <a:ea typeface="Consolas"/>
                <a:cs typeface="Consolas"/>
                <a:sym typeface="Consolas"/>
              </a:rPr>
              <a:t>PrintWriter</a:t>
            </a:r>
            <a:r>
              <a:rPr lang="en" sz="1100">
                <a:latin typeface="Consolas"/>
                <a:ea typeface="Consolas"/>
                <a:cs typeface="Consolas"/>
                <a:sym typeface="Consolas"/>
              </a:rPr>
              <a:t> </a:t>
            </a:r>
            <a:r>
              <a:rPr lang="en" sz="1100">
                <a:solidFill>
                  <a:srgbClr val="001080"/>
                </a:solidFill>
                <a:latin typeface="Consolas"/>
                <a:ea typeface="Consolas"/>
                <a:cs typeface="Consolas"/>
                <a:sym typeface="Consolas"/>
              </a:rPr>
              <a:t>printer</a:t>
            </a:r>
            <a:r>
              <a:rPr lang="en" sz="1100">
                <a:latin typeface="Consolas"/>
                <a:ea typeface="Consolas"/>
                <a:cs typeface="Consolas"/>
                <a:sym typeface="Consolas"/>
              </a:rPr>
              <a:t> = </a:t>
            </a:r>
            <a:r>
              <a:rPr lang="en" sz="1100">
                <a:solidFill>
                  <a:srgbClr val="AF00DB"/>
                </a:solidFill>
                <a:latin typeface="Consolas"/>
                <a:ea typeface="Consolas"/>
                <a:cs typeface="Consolas"/>
                <a:sym typeface="Consolas"/>
              </a:rPr>
              <a:t>new</a:t>
            </a:r>
            <a:r>
              <a:rPr lang="en" sz="1100">
                <a:latin typeface="Consolas"/>
                <a:ea typeface="Consolas"/>
                <a:cs typeface="Consolas"/>
                <a:sym typeface="Consolas"/>
              </a:rPr>
              <a:t> </a:t>
            </a:r>
            <a:r>
              <a:rPr lang="en" sz="1100">
                <a:solidFill>
                  <a:srgbClr val="795E26"/>
                </a:solidFill>
                <a:latin typeface="Consolas"/>
                <a:ea typeface="Consolas"/>
                <a:cs typeface="Consolas"/>
                <a:sym typeface="Consolas"/>
              </a:rPr>
              <a:t>PrintWriter</a:t>
            </a:r>
            <a:r>
              <a:rPr lang="en" sz="1100">
                <a:latin typeface="Consolas"/>
                <a:ea typeface="Consolas"/>
                <a:cs typeface="Consolas"/>
                <a:sym typeface="Consolas"/>
              </a:rPr>
              <a:t>(</a:t>
            </a:r>
            <a:r>
              <a:rPr lang="en" sz="1100">
                <a:solidFill>
                  <a:srgbClr val="001080"/>
                </a:solidFill>
                <a:latin typeface="Consolas"/>
                <a:ea typeface="Consolas"/>
                <a:cs typeface="Consolas"/>
                <a:sym typeface="Consolas"/>
              </a:rPr>
              <a:t>out</a:t>
            </a:r>
            <a:r>
              <a:rPr lang="en" sz="1100">
                <a:latin typeface="Consolas"/>
                <a:ea typeface="Consolas"/>
                <a:cs typeface="Consolas"/>
                <a:sym typeface="Consolas"/>
              </a:rPr>
              <a:t>);</a:t>
            </a:r>
            <a:endParaRPr sz="1100">
              <a:latin typeface="Consolas"/>
              <a:ea typeface="Consolas"/>
              <a:cs typeface="Consolas"/>
              <a:sym typeface="Consolas"/>
            </a:endParaRPr>
          </a:p>
          <a:p>
            <a:pPr marL="0" lvl="0" indent="0" algn="l" rtl="0">
              <a:lnSpc>
                <a:spcPct val="135714"/>
              </a:lnSpc>
              <a:spcBef>
                <a:spcPts val="0"/>
              </a:spcBef>
              <a:spcAft>
                <a:spcPts val="0"/>
              </a:spcAft>
              <a:buNone/>
            </a:pPr>
            <a:r>
              <a:rPr lang="en" sz="1100">
                <a:solidFill>
                  <a:srgbClr val="001080"/>
                </a:solidFill>
                <a:latin typeface="Consolas"/>
                <a:ea typeface="Consolas"/>
                <a:cs typeface="Consolas"/>
                <a:sym typeface="Consolas"/>
              </a:rPr>
              <a:t>printer</a:t>
            </a:r>
            <a:r>
              <a:rPr lang="en" sz="1100">
                <a:latin typeface="Consolas"/>
                <a:ea typeface="Consolas"/>
                <a:cs typeface="Consolas"/>
                <a:sym typeface="Consolas"/>
              </a:rPr>
              <a:t>.</a:t>
            </a:r>
            <a:r>
              <a:rPr lang="en" sz="1100">
                <a:solidFill>
                  <a:srgbClr val="795E26"/>
                </a:solidFill>
                <a:latin typeface="Consolas"/>
                <a:ea typeface="Consolas"/>
                <a:cs typeface="Consolas"/>
                <a:sym typeface="Consolas"/>
              </a:rPr>
              <a:t>println</a:t>
            </a:r>
            <a:r>
              <a:rPr lang="en" sz="1100">
                <a:latin typeface="Consolas"/>
                <a:ea typeface="Consolas"/>
                <a:cs typeface="Consolas"/>
                <a:sym typeface="Consolas"/>
              </a:rPr>
              <a:t>(</a:t>
            </a:r>
            <a:r>
              <a:rPr lang="en" sz="1100">
                <a:solidFill>
                  <a:srgbClr val="A31515"/>
                </a:solidFill>
                <a:latin typeface="Consolas"/>
                <a:ea typeface="Consolas"/>
                <a:cs typeface="Consolas"/>
                <a:sym typeface="Consolas"/>
              </a:rPr>
              <a:t>"John Denver"</a:t>
            </a:r>
            <a:r>
              <a:rPr lang="en" sz="1100">
                <a:latin typeface="Consolas"/>
                <a:ea typeface="Consolas"/>
                <a:cs typeface="Consolas"/>
                <a:sym typeface="Consolas"/>
              </a:rPr>
              <a:t>);</a:t>
            </a:r>
            <a:endParaRPr sz="1100">
              <a:latin typeface="Consolas"/>
              <a:ea typeface="Consolas"/>
              <a:cs typeface="Consolas"/>
              <a:sym typeface="Consolas"/>
            </a:endParaRPr>
          </a:p>
          <a:p>
            <a:pPr marL="0" lvl="0" indent="0" algn="l" rtl="0">
              <a:lnSpc>
                <a:spcPct val="135714"/>
              </a:lnSpc>
              <a:spcBef>
                <a:spcPts val="0"/>
              </a:spcBef>
              <a:spcAft>
                <a:spcPts val="0"/>
              </a:spcAft>
              <a:buNone/>
            </a:pPr>
            <a:r>
              <a:rPr lang="en" sz="1100">
                <a:solidFill>
                  <a:srgbClr val="001080"/>
                </a:solidFill>
                <a:latin typeface="Consolas"/>
                <a:ea typeface="Consolas"/>
                <a:cs typeface="Consolas"/>
                <a:sym typeface="Consolas"/>
              </a:rPr>
              <a:t>printer</a:t>
            </a:r>
            <a:r>
              <a:rPr lang="en" sz="1100">
                <a:latin typeface="Consolas"/>
                <a:ea typeface="Consolas"/>
                <a:cs typeface="Consolas"/>
                <a:sym typeface="Consolas"/>
              </a:rPr>
              <a:t>.</a:t>
            </a:r>
            <a:r>
              <a:rPr lang="en" sz="1100">
                <a:solidFill>
                  <a:srgbClr val="795E26"/>
                </a:solidFill>
                <a:latin typeface="Consolas"/>
                <a:ea typeface="Consolas"/>
                <a:cs typeface="Consolas"/>
                <a:sym typeface="Consolas"/>
              </a:rPr>
              <a:t>flush</a:t>
            </a:r>
            <a:r>
              <a:rPr lang="en" sz="1100">
                <a:latin typeface="Consolas"/>
                <a:ea typeface="Consolas"/>
                <a:cs typeface="Consolas"/>
                <a:sym typeface="Consolas"/>
              </a:rPr>
              <a:t>();</a:t>
            </a:r>
            <a:endParaRPr sz="1100">
              <a:latin typeface="Consolas"/>
              <a:ea typeface="Consolas"/>
              <a:cs typeface="Consolas"/>
              <a:sym typeface="Consolas"/>
            </a:endParaRPr>
          </a:p>
          <a:p>
            <a:pPr marL="0" lvl="0" indent="0" algn="l" rtl="0">
              <a:lnSpc>
                <a:spcPct val="135714"/>
              </a:lnSpc>
              <a:spcBef>
                <a:spcPts val="0"/>
              </a:spcBef>
              <a:spcAft>
                <a:spcPts val="0"/>
              </a:spcAft>
              <a:buNone/>
            </a:pPr>
            <a:r>
              <a:rPr lang="en" sz="1100">
                <a:solidFill>
                  <a:srgbClr val="001080"/>
                </a:solidFill>
                <a:latin typeface="Consolas"/>
                <a:ea typeface="Consolas"/>
                <a:cs typeface="Consolas"/>
                <a:sym typeface="Consolas"/>
              </a:rPr>
              <a:t>client</a:t>
            </a:r>
            <a:r>
              <a:rPr lang="en" sz="1100">
                <a:latin typeface="Consolas"/>
                <a:ea typeface="Consolas"/>
                <a:cs typeface="Consolas"/>
                <a:sym typeface="Consolas"/>
              </a:rPr>
              <a:t>.</a:t>
            </a:r>
            <a:r>
              <a:rPr lang="en" sz="1100">
                <a:solidFill>
                  <a:srgbClr val="795E26"/>
                </a:solidFill>
                <a:latin typeface="Consolas"/>
                <a:ea typeface="Consolas"/>
                <a:cs typeface="Consolas"/>
                <a:sym typeface="Consolas"/>
              </a:rPr>
              <a:t>shutdownOutput</a:t>
            </a:r>
            <a:r>
              <a:rPr lang="en" sz="1100">
                <a:latin typeface="Consolas"/>
                <a:ea typeface="Consolas"/>
                <a:cs typeface="Consolas"/>
                <a:sym typeface="Consolas"/>
              </a:rPr>
              <a:t>();</a:t>
            </a:r>
            <a:endParaRPr sz="1100">
              <a:solidFill>
                <a:srgbClr val="267F99"/>
              </a:solidFill>
              <a:latin typeface="Consolas"/>
              <a:ea typeface="Consolas"/>
              <a:cs typeface="Consolas"/>
              <a:sym typeface="Consolas"/>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788"/>
        <p:cNvGrpSpPr/>
        <p:nvPr/>
      </p:nvGrpSpPr>
      <p:grpSpPr>
        <a:xfrm>
          <a:off x="0" y="0"/>
          <a:ext cx="0" cy="0"/>
          <a:chOff x="0" y="0"/>
          <a:chExt cx="0" cy="0"/>
        </a:xfrm>
      </p:grpSpPr>
      <p:sp>
        <p:nvSpPr>
          <p:cNvPr id="789" name="Google Shape;789;p73"/>
          <p:cNvSpPr txBox="1">
            <a:spLocks noGrp="1"/>
          </p:cNvSpPr>
          <p:nvPr>
            <p:ph type="title"/>
          </p:nvPr>
        </p:nvSpPr>
        <p:spPr>
          <a:xfrm>
            <a:off x="311725" y="196125"/>
            <a:ext cx="8520600" cy="623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3900"/>
              <a:t>Summary &amp; Reflection</a:t>
            </a:r>
            <a:endParaRPr sz="3900"/>
          </a:p>
        </p:txBody>
      </p:sp>
      <p:sp>
        <p:nvSpPr>
          <p:cNvPr id="790" name="Google Shape;790;p73"/>
          <p:cNvSpPr/>
          <p:nvPr/>
        </p:nvSpPr>
        <p:spPr>
          <a:xfrm>
            <a:off x="3934950" y="1656500"/>
            <a:ext cx="1905000" cy="1233000"/>
          </a:xfrm>
          <a:prstGeom prst="cloudCallout">
            <a:avLst>
              <a:gd name="adj1" fmla="val 60382"/>
              <a:gd name="adj2" fmla="val 60947"/>
            </a:avLst>
          </a:prstGeom>
          <a:solidFill>
            <a:srgbClr val="C9DAF8"/>
          </a:solid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t>What is one new thing that you learned today?</a:t>
            </a:r>
            <a:endParaRPr sz="1200"/>
          </a:p>
        </p:txBody>
      </p:sp>
      <p:pic>
        <p:nvPicPr>
          <p:cNvPr id="791" name="Google Shape;791;p73"/>
          <p:cNvPicPr preferRelativeResize="0"/>
          <p:nvPr/>
        </p:nvPicPr>
        <p:blipFill>
          <a:blip r:embed="rId3">
            <a:alphaModFix/>
          </a:blip>
          <a:stretch>
            <a:fillRect/>
          </a:stretch>
        </p:blipFill>
        <p:spPr>
          <a:xfrm>
            <a:off x="5651400" y="3077250"/>
            <a:ext cx="1504525" cy="1504525"/>
          </a:xfrm>
          <a:prstGeom prst="rect">
            <a:avLst/>
          </a:prstGeom>
          <a:noFill/>
          <a:ln>
            <a:noFill/>
          </a:ln>
        </p:spPr>
      </p:pic>
      <p:sp>
        <p:nvSpPr>
          <p:cNvPr id="792" name="Google Shape;792;p73"/>
          <p:cNvSpPr/>
          <p:nvPr/>
        </p:nvSpPr>
        <p:spPr>
          <a:xfrm>
            <a:off x="5992350" y="1351700"/>
            <a:ext cx="1905000" cy="1233000"/>
          </a:xfrm>
          <a:prstGeom prst="cloudCallout">
            <a:avLst>
              <a:gd name="adj1" fmla="val -15427"/>
              <a:gd name="adj2" fmla="val 82691"/>
            </a:avLst>
          </a:prstGeom>
          <a:solidFill>
            <a:srgbClr val="D9EAD3"/>
          </a:solid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t>What is one thing that you wish you knew more about as we move forward?</a:t>
            </a:r>
            <a:endParaRPr sz="1000"/>
          </a:p>
        </p:txBody>
      </p:sp>
      <p:sp>
        <p:nvSpPr>
          <p:cNvPr id="793" name="Google Shape;793;p73"/>
          <p:cNvSpPr/>
          <p:nvPr/>
        </p:nvSpPr>
        <p:spPr>
          <a:xfrm>
            <a:off x="7003525" y="2549050"/>
            <a:ext cx="1905000" cy="1233000"/>
          </a:xfrm>
          <a:prstGeom prst="cloudCallout">
            <a:avLst>
              <a:gd name="adj1" fmla="val -66241"/>
              <a:gd name="adj2" fmla="val 20639"/>
            </a:avLst>
          </a:prstGeom>
          <a:solidFill>
            <a:srgbClr val="FCE5CD"/>
          </a:solid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t>What one question do you have about today’s class?</a:t>
            </a:r>
            <a:endParaRPr sz="1200"/>
          </a:p>
        </p:txBody>
      </p:sp>
      <p:sp>
        <p:nvSpPr>
          <p:cNvPr id="794" name="Google Shape;794;p73"/>
          <p:cNvSpPr txBox="1"/>
          <p:nvPr/>
        </p:nvSpPr>
        <p:spPr>
          <a:xfrm>
            <a:off x="4107225" y="4689650"/>
            <a:ext cx="4667100" cy="2346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solidFill>
                  <a:schemeClr val="dk2"/>
                </a:solidFill>
                <a:latin typeface="Roboto"/>
                <a:ea typeface="Roboto"/>
                <a:cs typeface="Roboto"/>
                <a:sym typeface="Roboto"/>
              </a:rPr>
              <a:t>Please answer the questions above in your notes for today.</a:t>
            </a:r>
            <a:endParaRPr sz="1200">
              <a:solidFill>
                <a:schemeClr val="dk2"/>
              </a:solidFill>
              <a:latin typeface="Roboto"/>
              <a:ea typeface="Roboto"/>
              <a:cs typeface="Roboto"/>
              <a:sym typeface="Roboto"/>
            </a:endParaRPr>
          </a:p>
        </p:txBody>
      </p:sp>
      <p:pic>
        <p:nvPicPr>
          <p:cNvPr id="795" name="Google Shape;795;p73"/>
          <p:cNvPicPr preferRelativeResize="0"/>
          <p:nvPr/>
        </p:nvPicPr>
        <p:blipFill>
          <a:blip r:embed="rId4">
            <a:alphaModFix/>
          </a:blip>
          <a:stretch>
            <a:fillRect/>
          </a:stretch>
        </p:blipFill>
        <p:spPr>
          <a:xfrm rot="-1172163">
            <a:off x="798432" y="944685"/>
            <a:ext cx="2945835" cy="3808755"/>
          </a:xfrm>
          <a:prstGeom prst="rect">
            <a:avLst/>
          </a:prstGeom>
          <a:noFill/>
          <a:ln>
            <a:noFill/>
          </a:ln>
        </p:spPr>
      </p:pic>
      <p:sp>
        <p:nvSpPr>
          <p:cNvPr id="796" name="Google Shape;796;p73"/>
          <p:cNvSpPr txBox="1">
            <a:spLocks noGrp="1"/>
          </p:cNvSpPr>
          <p:nvPr>
            <p:ph type="body" idx="1"/>
          </p:nvPr>
        </p:nvSpPr>
        <p:spPr>
          <a:xfrm rot="-1168295">
            <a:off x="1011648" y="1531349"/>
            <a:ext cx="2569455" cy="2929916"/>
          </a:xfrm>
          <a:prstGeom prst="rect">
            <a:avLst/>
          </a:prstGeom>
        </p:spPr>
        <p:txBody>
          <a:bodyPr spcFirstLastPara="1" wrap="square" lIns="91425" tIns="91425" rIns="91425" bIns="91425" anchor="ctr" anchorCtr="0">
            <a:noAutofit/>
          </a:bodyPr>
          <a:lstStyle/>
          <a:p>
            <a:pPr marL="457200" lvl="0"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Networking</a:t>
            </a:r>
            <a:endParaRPr sz="1600">
              <a:solidFill>
                <a:srgbClr val="FF0000"/>
              </a:solidFill>
              <a:latin typeface="Shadows Into Light"/>
              <a:ea typeface="Shadows Into Light"/>
              <a:cs typeface="Shadows Into Light"/>
              <a:sym typeface="Shadows Into Light"/>
            </a:endParaRPr>
          </a:p>
          <a:p>
            <a:pPr marL="457200" lvl="0"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URLs &amp; URLConnection</a:t>
            </a:r>
            <a:endParaRPr sz="1600">
              <a:solidFill>
                <a:srgbClr val="FF0000"/>
              </a:solidFill>
              <a:latin typeface="Shadows Into Light"/>
              <a:ea typeface="Shadows Into Light"/>
              <a:cs typeface="Shadows Into Light"/>
              <a:sym typeface="Shadows Into Light"/>
            </a:endParaRPr>
          </a:p>
          <a:p>
            <a:pPr marL="457200" lvl="0"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TCP/IP Sockets</a:t>
            </a:r>
            <a:endParaRPr sz="1600">
              <a:solidFill>
                <a:srgbClr val="FF0000"/>
              </a:solidFill>
              <a:latin typeface="Shadows Into Light"/>
              <a:ea typeface="Shadows Into Light"/>
              <a:cs typeface="Shadows Into Light"/>
              <a:sym typeface="Shadows Into Light"/>
            </a:endParaRPr>
          </a:p>
          <a:p>
            <a:pPr marL="914400" lvl="1"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InputStream</a:t>
            </a:r>
            <a:endParaRPr sz="1600">
              <a:solidFill>
                <a:srgbClr val="FF0000"/>
              </a:solidFill>
              <a:latin typeface="Shadows Into Light"/>
              <a:ea typeface="Shadows Into Light"/>
              <a:cs typeface="Shadows Into Light"/>
              <a:sym typeface="Shadows Into Light"/>
            </a:endParaRPr>
          </a:p>
          <a:p>
            <a:pPr marL="914400" lvl="1"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OutputStream</a:t>
            </a:r>
            <a:endParaRPr sz="1600">
              <a:solidFill>
                <a:srgbClr val="FF0000"/>
              </a:solidFill>
              <a:latin typeface="Shadows Into Light"/>
              <a:ea typeface="Shadows Into Light"/>
              <a:cs typeface="Shadows Into Light"/>
              <a:sym typeface="Shadows Into Light"/>
            </a:endParaRPr>
          </a:p>
          <a:p>
            <a:pPr marL="457200" lvl="0"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UDP</a:t>
            </a:r>
            <a:endParaRPr sz="1600">
              <a:solidFill>
                <a:srgbClr val="FF0000"/>
              </a:solidFill>
              <a:latin typeface="Shadows Into Light"/>
              <a:ea typeface="Shadows Into Light"/>
              <a:cs typeface="Shadows Into Light"/>
              <a:sym typeface="Shadows Into Light"/>
            </a:endParaRPr>
          </a:p>
          <a:p>
            <a:pPr marL="914400" lvl="1"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DatagramPacket</a:t>
            </a:r>
            <a:endParaRPr sz="1600">
              <a:solidFill>
                <a:srgbClr val="FF0000"/>
              </a:solidFill>
              <a:latin typeface="Shadows Into Light"/>
              <a:ea typeface="Shadows Into Light"/>
              <a:cs typeface="Shadows Into Light"/>
              <a:sym typeface="Shadows Into Light"/>
            </a:endParaRPr>
          </a:p>
          <a:p>
            <a:pPr marL="914400" lvl="1"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DatagramSocket</a:t>
            </a:r>
            <a:endParaRPr sz="1600">
              <a:solidFill>
                <a:srgbClr val="FF0000"/>
              </a:solidFill>
              <a:latin typeface="Shadows Into Light"/>
              <a:ea typeface="Shadows Into Light"/>
              <a:cs typeface="Shadows Into Light"/>
              <a:sym typeface="Shadows Into Light"/>
            </a:endParaRPr>
          </a:p>
          <a:p>
            <a:pPr marL="457200" lvl="0"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Threads!</a:t>
            </a:r>
            <a:endParaRPr sz="1600">
              <a:solidFill>
                <a:srgbClr val="FF0000"/>
              </a:solidFill>
              <a:latin typeface="Shadows Into Light"/>
              <a:ea typeface="Shadows Into Light"/>
              <a:cs typeface="Shadows Into Light"/>
              <a:sym typeface="Shadows Into Light"/>
            </a:endParaRPr>
          </a:p>
          <a:p>
            <a:pPr marL="457200" lvl="0"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The Proxy Pattern</a:t>
            </a:r>
            <a:endParaRPr sz="1600">
              <a:solidFill>
                <a:srgbClr val="FF0000"/>
              </a:solidFill>
              <a:latin typeface="Shadows Into Light"/>
              <a:ea typeface="Shadows Into Light"/>
              <a:cs typeface="Shadows Into Light"/>
              <a:sym typeface="Shadows Into Light"/>
            </a:endParaRPr>
          </a:p>
        </p:txBody>
      </p:sp>
      <p:sp>
        <p:nvSpPr>
          <p:cNvPr id="797" name="Google Shape;797;p7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42</a:t>
            </a:fld>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801"/>
        <p:cNvGrpSpPr/>
        <p:nvPr/>
      </p:nvGrpSpPr>
      <p:grpSpPr>
        <a:xfrm>
          <a:off x="0" y="0"/>
          <a:ext cx="0" cy="0"/>
          <a:chOff x="0" y="0"/>
          <a:chExt cx="0" cy="0"/>
        </a:xfrm>
      </p:grpSpPr>
      <p:graphicFrame>
        <p:nvGraphicFramePr>
          <p:cNvPr id="802" name="Google Shape;802;p74"/>
          <p:cNvGraphicFramePr/>
          <p:nvPr/>
        </p:nvGraphicFramePr>
        <p:xfrm>
          <a:off x="-10" y="-9"/>
          <a:ext cx="3000000" cy="3000000"/>
        </p:xfrm>
        <a:graphic>
          <a:graphicData uri="http://schemas.openxmlformats.org/drawingml/2006/table">
            <a:tbl>
              <a:tblPr>
                <a:noFill/>
                <a:tableStyleId>{5FF9E02A-7BB1-4865-A130-EC70E85E6E22}</a:tableStyleId>
              </a:tblPr>
              <a:tblGrid>
                <a:gridCol w="389750">
                  <a:extLst>
                    <a:ext uri="{9D8B030D-6E8A-4147-A177-3AD203B41FA5}">
                      <a16:colId xmlns:a16="http://schemas.microsoft.com/office/drawing/2014/main" val="20000"/>
                    </a:ext>
                  </a:extLst>
                </a:gridCol>
                <a:gridCol w="2148200">
                  <a:extLst>
                    <a:ext uri="{9D8B030D-6E8A-4147-A177-3AD203B41FA5}">
                      <a16:colId xmlns:a16="http://schemas.microsoft.com/office/drawing/2014/main" val="20001"/>
                    </a:ext>
                  </a:extLst>
                </a:gridCol>
                <a:gridCol w="2034050">
                  <a:extLst>
                    <a:ext uri="{9D8B030D-6E8A-4147-A177-3AD203B41FA5}">
                      <a16:colId xmlns:a16="http://schemas.microsoft.com/office/drawing/2014/main" val="20002"/>
                    </a:ext>
                  </a:extLst>
                </a:gridCol>
                <a:gridCol w="4571975">
                  <a:extLst>
                    <a:ext uri="{9D8B030D-6E8A-4147-A177-3AD203B41FA5}">
                      <a16:colId xmlns:a16="http://schemas.microsoft.com/office/drawing/2014/main" val="20003"/>
                    </a:ext>
                  </a:extLst>
                </a:gridCol>
              </a:tblGrid>
              <a:tr h="1326025">
                <a:tc rowSpan="4">
                  <a:txBody>
                    <a:bodyPr/>
                    <a:lstStyle/>
                    <a:p>
                      <a:pPr marL="0" lvl="0" indent="0" algn="l" rtl="0">
                        <a:spcBef>
                          <a:spcPts val="0"/>
                        </a:spcBef>
                        <a:spcAft>
                          <a:spcPts val="0"/>
                        </a:spcAft>
                        <a:buNone/>
                      </a:pPr>
                      <a:endParaRPr sz="10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073763"/>
                    </a:solidFill>
                  </a:tcPr>
                </a:tc>
                <a:tc>
                  <a:txBody>
                    <a:bodyPr/>
                    <a:lstStyle/>
                    <a:p>
                      <a:pPr marL="0" lvl="0" indent="0" algn="l" rtl="0">
                        <a:spcBef>
                          <a:spcPts val="0"/>
                        </a:spcBef>
                        <a:spcAft>
                          <a:spcPts val="0"/>
                        </a:spcAft>
                        <a:buNone/>
                      </a:pPr>
                      <a:r>
                        <a:rPr lang="en" sz="1000" u="sng">
                          <a:solidFill>
                            <a:schemeClr val="hlink"/>
                          </a:solidFill>
                          <a:hlinkClick r:id="rId3"/>
                        </a:rPr>
                        <a:t>InetAddress</a:t>
                      </a:r>
                      <a:endParaRPr sz="1000"/>
                    </a:p>
                    <a:p>
                      <a:pPr marL="0" lvl="0" indent="0" algn="l" rtl="0">
                        <a:spcBef>
                          <a:spcPts val="0"/>
                        </a:spcBef>
                        <a:spcAft>
                          <a:spcPts val="0"/>
                        </a:spcAft>
                        <a:buNone/>
                      </a:pPr>
                      <a:r>
                        <a:rPr lang="en" sz="1000" b="1">
                          <a:latin typeface="Courier New"/>
                          <a:ea typeface="Courier New"/>
                          <a:cs typeface="Courier New"/>
                          <a:sym typeface="Courier New"/>
                        </a:rPr>
                        <a:t>java.net.InetAddress</a:t>
                      </a:r>
                      <a:endParaRPr sz="1000" b="1">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getByName(String host)</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getLocalHost()</a:t>
                      </a:r>
                      <a:endParaRPr sz="10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br>
                        <a:rPr lang="en" sz="1000"/>
                      </a:br>
                      <a:br>
                        <a:rPr lang="en" sz="1000">
                          <a:latin typeface="Courier New"/>
                          <a:ea typeface="Courier New"/>
                          <a:cs typeface="Courier New"/>
                          <a:sym typeface="Courier New"/>
                        </a:rPr>
                      </a:br>
                      <a:r>
                        <a:rPr lang="en" sz="1000">
                          <a:latin typeface="Courier New"/>
                          <a:ea typeface="Courier New"/>
                          <a:cs typeface="Courier New"/>
                          <a:sym typeface="Courier New"/>
                        </a:rPr>
                        <a:t>getHostAddress()</a:t>
                      </a:r>
                      <a:br>
                        <a:rPr lang="en" sz="1000">
                          <a:latin typeface="Courier New"/>
                          <a:ea typeface="Courier New"/>
                          <a:cs typeface="Courier New"/>
                          <a:sym typeface="Courier New"/>
                        </a:rPr>
                      </a:br>
                      <a:r>
                        <a:rPr lang="en" sz="1000">
                          <a:latin typeface="Courier New"/>
                          <a:ea typeface="Courier New"/>
                          <a:cs typeface="Courier New"/>
                          <a:sym typeface="Courier New"/>
                        </a:rPr>
                        <a:t>getHostname()</a:t>
                      </a:r>
                      <a:endParaRPr sz="1000">
                        <a:latin typeface="Courier New"/>
                        <a:ea typeface="Courier New"/>
                        <a:cs typeface="Courier New"/>
                        <a:sym typeface="Courier New"/>
                      </a:endParaRPr>
                    </a:p>
                  </a:txBody>
                  <a:tcPr marL="91425" marR="91425" marT="91425" marB="91425">
                    <a:lnL w="19050"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 sz="1000" u="sng">
                          <a:solidFill>
                            <a:schemeClr val="hlink"/>
                          </a:solidFill>
                          <a:hlinkClick r:id="rId4"/>
                        </a:rPr>
                        <a:t>URL &amp; URLConnection</a:t>
                      </a:r>
                      <a:endParaRPr sz="1000"/>
                    </a:p>
                    <a:p>
                      <a:pPr marL="0" lvl="0" indent="0" algn="l" rtl="0">
                        <a:spcBef>
                          <a:spcPts val="0"/>
                        </a:spcBef>
                        <a:spcAft>
                          <a:spcPts val="0"/>
                        </a:spcAft>
                        <a:buNone/>
                      </a:pPr>
                      <a:r>
                        <a:rPr lang="en" sz="1000" b="1">
                          <a:latin typeface="Courier New"/>
                          <a:ea typeface="Courier New"/>
                          <a:cs typeface="Courier New"/>
                          <a:sym typeface="Courier New"/>
                        </a:rPr>
                        <a:t>java.net.URL</a:t>
                      </a:r>
                      <a:br>
                        <a:rPr lang="en" sz="1000">
                          <a:latin typeface="Courier New"/>
                          <a:ea typeface="Courier New"/>
                          <a:cs typeface="Courier New"/>
                          <a:sym typeface="Courier New"/>
                        </a:rPr>
                      </a:br>
                      <a:r>
                        <a:rPr lang="en" sz="1000">
                          <a:latin typeface="Courier New"/>
                          <a:ea typeface="Courier New"/>
                          <a:cs typeface="Courier New"/>
                          <a:sym typeface="Courier New"/>
                        </a:rPr>
                        <a:t>URL u = new URL(“http://nasa.gov/”);</a:t>
                      </a:r>
                      <a:br>
                        <a:rPr lang="en" sz="1000"/>
                      </a:br>
                      <a:r>
                        <a:rPr lang="en" sz="1000">
                          <a:latin typeface="Courier New"/>
                          <a:ea typeface="Courier New"/>
                          <a:cs typeface="Courier New"/>
                          <a:sym typeface="Courier New"/>
                        </a:rPr>
                        <a:t>openConnection()             getInputStream()</a:t>
                      </a:r>
                      <a:br>
                        <a:rPr lang="en" sz="1000">
                          <a:latin typeface="Courier New"/>
                          <a:ea typeface="Courier New"/>
                          <a:cs typeface="Courier New"/>
                          <a:sym typeface="Courier New"/>
                        </a:rPr>
                      </a:br>
                      <a:r>
                        <a:rPr lang="en" sz="1000">
                          <a:latin typeface="Courier New"/>
                          <a:ea typeface="Courier New"/>
                          <a:cs typeface="Courier New"/>
                          <a:sym typeface="Courier New"/>
                        </a:rPr>
                        <a:t>connect()                    getOutputStream()</a:t>
                      </a:r>
                      <a:endParaRPr sz="10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1753775">
                <a:tc vMerge="1">
                  <a:txBody>
                    <a:bodyPr/>
                    <a:lstStyle/>
                    <a:p>
                      <a:endParaRPr lang="en-US"/>
                    </a:p>
                  </a:txBody>
                  <a:tcPr/>
                </a:tc>
                <a:tc gridSpan="2">
                  <a:txBody>
                    <a:bodyPr/>
                    <a:lstStyle/>
                    <a:p>
                      <a:pPr marL="0" lvl="0" indent="0" algn="l" rtl="0">
                        <a:spcBef>
                          <a:spcPts val="0"/>
                        </a:spcBef>
                        <a:spcAft>
                          <a:spcPts val="0"/>
                        </a:spcAft>
                        <a:buNone/>
                      </a:pPr>
                      <a:r>
                        <a:rPr lang="en" sz="1000" u="sng">
                          <a:solidFill>
                            <a:schemeClr val="hlink"/>
                          </a:solidFill>
                          <a:hlinkClick r:id="rId5"/>
                        </a:rPr>
                        <a:t>Sockets</a:t>
                      </a:r>
                      <a:endParaRPr sz="1000"/>
                    </a:p>
                    <a:p>
                      <a:pPr marL="0" lvl="0" indent="0" algn="l" rtl="0">
                        <a:spcBef>
                          <a:spcPts val="0"/>
                        </a:spcBef>
                        <a:spcAft>
                          <a:spcPts val="0"/>
                        </a:spcAft>
                        <a:buNone/>
                      </a:pPr>
                      <a:r>
                        <a:rPr lang="en" sz="1000" b="1">
                          <a:latin typeface="Courier New"/>
                          <a:ea typeface="Courier New"/>
                          <a:cs typeface="Courier New"/>
                          <a:sym typeface="Courier New"/>
                        </a:rPr>
                        <a:t>java.net.Socket</a:t>
                      </a:r>
                      <a:endParaRPr sz="1000" b="1">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Socket sock = new Socket(“localhost”, 1234);</a:t>
                      </a:r>
                      <a:endParaRPr sz="10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hMerge="1">
                  <a:txBody>
                    <a:bodyPr/>
                    <a:lstStyle/>
                    <a:p>
                      <a:endParaRPr lang="en-US"/>
                    </a:p>
                  </a:txBody>
                  <a:tcPr/>
                </a:tc>
                <a:tc>
                  <a:txBody>
                    <a:bodyPr/>
                    <a:lstStyle/>
                    <a:p>
                      <a:pPr marL="0" lvl="0" indent="0" algn="l" rtl="0">
                        <a:spcBef>
                          <a:spcPts val="0"/>
                        </a:spcBef>
                        <a:spcAft>
                          <a:spcPts val="0"/>
                        </a:spcAft>
                        <a:buNone/>
                      </a:pPr>
                      <a:r>
                        <a:rPr lang="en" sz="1000" u="sng">
                          <a:solidFill>
                            <a:schemeClr val="hlink"/>
                          </a:solidFill>
                          <a:hlinkClick r:id="rId6"/>
                        </a:rPr>
                        <a:t>OutputStream &amp; PrintWriter</a:t>
                      </a:r>
                      <a:endParaRPr sz="1000"/>
                    </a:p>
                    <a:p>
                      <a:pPr marL="0" lvl="0" indent="0" algn="l" rtl="0">
                        <a:spcBef>
                          <a:spcPts val="0"/>
                        </a:spcBef>
                        <a:spcAft>
                          <a:spcPts val="0"/>
                        </a:spcAft>
                        <a:buNone/>
                      </a:pPr>
                      <a:r>
                        <a:rPr lang="en" sz="1000" b="1">
                          <a:latin typeface="Courier New"/>
                          <a:ea typeface="Courier New"/>
                          <a:cs typeface="Courier New"/>
                          <a:sym typeface="Courier New"/>
                        </a:rPr>
                        <a:t>Socket::getOutputStream()</a:t>
                      </a:r>
                      <a:endParaRPr sz="1000" b="1">
                        <a:latin typeface="Courier New"/>
                        <a:ea typeface="Courier New"/>
                        <a:cs typeface="Courier New"/>
                        <a:sym typeface="Courier New"/>
                      </a:endParaRPr>
                    </a:p>
                    <a:p>
                      <a:pPr marL="0" lvl="0" indent="0" algn="l" rtl="0">
                        <a:spcBef>
                          <a:spcPts val="0"/>
                        </a:spcBef>
                        <a:spcAft>
                          <a:spcPts val="0"/>
                        </a:spcAft>
                        <a:buNone/>
                      </a:pPr>
                      <a:r>
                        <a:rPr lang="en" sz="1000" b="1">
                          <a:latin typeface="Courier New"/>
                          <a:ea typeface="Courier New"/>
                          <a:cs typeface="Courier New"/>
                          <a:sym typeface="Courier New"/>
                        </a:rPr>
                        <a:t>java.io.PrintWriter</a:t>
                      </a:r>
                      <a:endParaRPr sz="1000" b="1">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PrintWriter writer = new PrintWriter(stream);</a:t>
                      </a:r>
                      <a:endParaRPr sz="1000">
                        <a:latin typeface="Courier New"/>
                        <a:ea typeface="Courier New"/>
                        <a:cs typeface="Courier New"/>
                        <a:sym typeface="Courier New"/>
                      </a:endParaRPr>
                    </a:p>
                    <a:p>
                      <a:pPr marL="457200" lvl="0" indent="-292100" algn="l" rtl="0">
                        <a:spcBef>
                          <a:spcPts val="0"/>
                        </a:spcBef>
                        <a:spcAft>
                          <a:spcPts val="0"/>
                        </a:spcAft>
                        <a:buSzPts val="1000"/>
                        <a:buFont typeface="Courier New"/>
                        <a:buChar char="●"/>
                      </a:pPr>
                      <a:r>
                        <a:rPr lang="en" sz="1000">
                          <a:latin typeface="Courier New"/>
                          <a:ea typeface="Courier New"/>
                          <a:cs typeface="Courier New"/>
                          <a:sym typeface="Courier New"/>
                        </a:rPr>
                        <a:t>println(String)</a:t>
                      </a:r>
                      <a:endParaRPr sz="1000">
                        <a:latin typeface="Courier New"/>
                        <a:ea typeface="Courier New"/>
                        <a:cs typeface="Courier New"/>
                        <a:sym typeface="Courier New"/>
                      </a:endParaRPr>
                    </a:p>
                    <a:p>
                      <a:pPr marL="457200" lvl="0" indent="-292100" algn="l" rtl="0">
                        <a:spcBef>
                          <a:spcPts val="0"/>
                        </a:spcBef>
                        <a:spcAft>
                          <a:spcPts val="0"/>
                        </a:spcAft>
                        <a:buSzPts val="1000"/>
                        <a:buFont typeface="Courier New"/>
                        <a:buChar char="●"/>
                      </a:pPr>
                      <a:r>
                        <a:rPr lang="en" sz="1000">
                          <a:latin typeface="Courier New"/>
                          <a:ea typeface="Courier New"/>
                          <a:cs typeface="Courier New"/>
                          <a:sym typeface="Courier New"/>
                        </a:rPr>
                        <a:t>write(char[])</a:t>
                      </a:r>
                      <a:endParaRPr sz="1000">
                        <a:latin typeface="Courier New"/>
                        <a:ea typeface="Courier New"/>
                        <a:cs typeface="Courier New"/>
                        <a:sym typeface="Courier New"/>
                      </a:endParaRPr>
                    </a:p>
                    <a:p>
                      <a:pPr marL="457200" lvl="0" indent="-292100" algn="l" rtl="0">
                        <a:spcBef>
                          <a:spcPts val="0"/>
                        </a:spcBef>
                        <a:spcAft>
                          <a:spcPts val="0"/>
                        </a:spcAft>
                        <a:buSzPts val="1000"/>
                        <a:buFont typeface="Courier New"/>
                        <a:buChar char="●"/>
                      </a:pPr>
                      <a:r>
                        <a:rPr lang="en" sz="1000">
                          <a:latin typeface="Courier New"/>
                          <a:ea typeface="Courier New"/>
                          <a:cs typeface="Courier New"/>
                          <a:sym typeface="Courier New"/>
                        </a:rPr>
                        <a:t>flush()</a:t>
                      </a:r>
                      <a:endParaRPr sz="10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1112125">
                <a:tc vMerge="1">
                  <a:txBody>
                    <a:bodyPr/>
                    <a:lstStyle/>
                    <a:p>
                      <a:endParaRPr lang="en-US"/>
                    </a:p>
                  </a:txBody>
                  <a:tcPr/>
                </a:tc>
                <a:tc gridSpan="2">
                  <a:txBody>
                    <a:bodyPr/>
                    <a:lstStyle/>
                    <a:p>
                      <a:pPr marL="0" lvl="0" indent="0" algn="l" rtl="0">
                        <a:spcBef>
                          <a:spcPts val="0"/>
                        </a:spcBef>
                        <a:spcAft>
                          <a:spcPts val="0"/>
                        </a:spcAft>
                        <a:buNone/>
                      </a:pPr>
                      <a:r>
                        <a:rPr lang="en" sz="1000" u="sng">
                          <a:solidFill>
                            <a:schemeClr val="hlink"/>
                          </a:solidFill>
                          <a:hlinkClick r:id="rId7"/>
                        </a:rPr>
                        <a:t>InputStream &amp; Scanner</a:t>
                      </a:r>
                      <a:endParaRPr sz="1000"/>
                    </a:p>
                    <a:p>
                      <a:pPr marL="0" lvl="0" indent="0" algn="l" rtl="0">
                        <a:spcBef>
                          <a:spcPts val="0"/>
                        </a:spcBef>
                        <a:spcAft>
                          <a:spcPts val="0"/>
                        </a:spcAft>
                        <a:buNone/>
                      </a:pPr>
                      <a:r>
                        <a:rPr lang="en" sz="1000" b="1">
                          <a:latin typeface="Courier New"/>
                          <a:ea typeface="Courier New"/>
                          <a:cs typeface="Courier New"/>
                          <a:sym typeface="Courier New"/>
                        </a:rPr>
                        <a:t>Socket::getInputStream()</a:t>
                      </a:r>
                      <a:endParaRPr sz="1000" b="1">
                        <a:latin typeface="Courier New"/>
                        <a:ea typeface="Courier New"/>
                        <a:cs typeface="Courier New"/>
                        <a:sym typeface="Courier New"/>
                      </a:endParaRPr>
                    </a:p>
                    <a:p>
                      <a:pPr marL="0" lvl="0" indent="0" algn="l" rtl="0">
                        <a:spcBef>
                          <a:spcPts val="0"/>
                        </a:spcBef>
                        <a:spcAft>
                          <a:spcPts val="0"/>
                        </a:spcAft>
                        <a:buNone/>
                      </a:pPr>
                      <a:r>
                        <a:rPr lang="en" sz="1000" b="1">
                          <a:latin typeface="Courier New"/>
                          <a:ea typeface="Courier New"/>
                          <a:cs typeface="Courier New"/>
                          <a:sym typeface="Courier New"/>
                        </a:rPr>
                        <a:t>java.util.Scanner</a:t>
                      </a:r>
                      <a:endParaRPr sz="1000" b="1">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hMerge="1">
                  <a:txBody>
                    <a:bodyPr/>
                    <a:lstStyle/>
                    <a:p>
                      <a:endParaRPr lang="en-US"/>
                    </a:p>
                  </a:txBody>
                  <a:tcPr/>
                </a:tc>
                <a:tc>
                  <a:txBody>
                    <a:bodyPr/>
                    <a:lstStyle/>
                    <a:p>
                      <a:pPr marL="0" lvl="0" indent="0" algn="l" rtl="0">
                        <a:spcBef>
                          <a:spcPts val="0"/>
                        </a:spcBef>
                        <a:spcAft>
                          <a:spcPts val="0"/>
                        </a:spcAft>
                        <a:buNone/>
                      </a:pPr>
                      <a:r>
                        <a:rPr lang="en" sz="1000" u="sng">
                          <a:solidFill>
                            <a:schemeClr val="hlink"/>
                          </a:solidFill>
                          <a:hlinkClick r:id="rId8"/>
                        </a:rPr>
                        <a:t>ServerSocket</a:t>
                      </a:r>
                      <a:endParaRPr sz="1000"/>
                    </a:p>
                    <a:p>
                      <a:pPr marL="0" lvl="0" indent="0" algn="l" rtl="0">
                        <a:spcBef>
                          <a:spcPts val="0"/>
                        </a:spcBef>
                        <a:spcAft>
                          <a:spcPts val="0"/>
                        </a:spcAft>
                        <a:buNone/>
                      </a:pPr>
                      <a:r>
                        <a:rPr lang="en" sz="1000" b="1">
                          <a:latin typeface="Courier New"/>
                          <a:ea typeface="Courier New"/>
                          <a:cs typeface="Courier New"/>
                          <a:sym typeface="Courier New"/>
                        </a:rPr>
                        <a:t>java.net.ServerSocket</a:t>
                      </a:r>
                      <a:endParaRPr sz="1000" b="1">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ServerSocket s = new ServerSocket(1234);</a:t>
                      </a:r>
                      <a:endParaRPr sz="1000">
                        <a:latin typeface="Courier New"/>
                        <a:ea typeface="Courier New"/>
                        <a:cs typeface="Courier New"/>
                        <a:sym typeface="Courier New"/>
                      </a:endParaRPr>
                    </a:p>
                    <a:p>
                      <a:pPr marL="457200" lvl="0" indent="-292100" algn="l" rtl="0">
                        <a:spcBef>
                          <a:spcPts val="0"/>
                        </a:spcBef>
                        <a:spcAft>
                          <a:spcPts val="0"/>
                        </a:spcAft>
                        <a:buSzPts val="1000"/>
                        <a:buFont typeface="Courier New"/>
                        <a:buChar char="●"/>
                      </a:pPr>
                      <a:r>
                        <a:rPr lang="en" sz="1000">
                          <a:latin typeface="Courier New"/>
                          <a:ea typeface="Courier New"/>
                          <a:cs typeface="Courier New"/>
                          <a:sym typeface="Courier New"/>
                        </a:rPr>
                        <a:t>accept()</a:t>
                      </a:r>
                      <a:endParaRPr sz="10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959375">
                <a:tc vMerge="1">
                  <a:txBody>
                    <a:bodyPr/>
                    <a:lstStyle/>
                    <a:p>
                      <a:endParaRPr lang="en-US"/>
                    </a:p>
                  </a:txBody>
                  <a:tcPr/>
                </a:tc>
                <a:tc gridSpan="3">
                  <a:txBody>
                    <a:bodyPr/>
                    <a:lstStyle/>
                    <a:p>
                      <a:pPr marL="0" lvl="0" indent="0" algn="l" rtl="0">
                        <a:spcBef>
                          <a:spcPts val="0"/>
                        </a:spcBef>
                        <a:spcAft>
                          <a:spcPts val="0"/>
                        </a:spcAft>
                        <a:buNone/>
                      </a:pPr>
                      <a:r>
                        <a:rPr lang="en" sz="1000" u="sng">
                          <a:solidFill>
                            <a:schemeClr val="hlink"/>
                          </a:solidFill>
                          <a:hlinkClick r:id="rId9"/>
                        </a:rPr>
                        <a:t>DatagramPacket &amp; DatagramSocket</a:t>
                      </a:r>
                      <a:endParaRPr sz="1000"/>
                    </a:p>
                    <a:p>
                      <a:pPr marL="0" lvl="0" indent="0" algn="l" rtl="0">
                        <a:spcBef>
                          <a:spcPts val="0"/>
                        </a:spcBef>
                        <a:spcAft>
                          <a:spcPts val="0"/>
                        </a:spcAft>
                        <a:buNone/>
                      </a:pPr>
                      <a:r>
                        <a:rPr lang="en" sz="1000" b="1">
                          <a:latin typeface="Courier New"/>
                          <a:ea typeface="Courier New"/>
                          <a:cs typeface="Courier New"/>
                          <a:sym typeface="Courier New"/>
                        </a:rPr>
                        <a:t>java.net.DatagramPacket</a:t>
                      </a:r>
                      <a:endParaRPr sz="1000" b="1">
                        <a:latin typeface="Courier New"/>
                        <a:ea typeface="Courier New"/>
                        <a:cs typeface="Courier New"/>
                        <a:sym typeface="Courier New"/>
                      </a:endParaRPr>
                    </a:p>
                    <a:p>
                      <a:pPr marL="0" lvl="0" indent="0" algn="l" rtl="0">
                        <a:spcBef>
                          <a:spcPts val="0"/>
                        </a:spcBef>
                        <a:spcAft>
                          <a:spcPts val="0"/>
                        </a:spcAft>
                        <a:buNone/>
                      </a:pPr>
                      <a:r>
                        <a:rPr lang="en" sz="1000" b="1">
                          <a:latin typeface="Courier New"/>
                          <a:ea typeface="Courier New"/>
                          <a:cs typeface="Courier New"/>
                          <a:sym typeface="Courier New"/>
                        </a:rPr>
                        <a:t>java.net.DatagramSocket</a:t>
                      </a:r>
                      <a:endParaRPr sz="1000" b="1">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3"/>
                  </a:ext>
                </a:extLst>
              </a:tr>
            </a:tbl>
          </a:graphicData>
        </a:graphic>
      </p:graphicFrame>
      <p:sp>
        <p:nvSpPr>
          <p:cNvPr id="803" name="Google Shape;803;p74"/>
          <p:cNvSpPr txBox="1"/>
          <p:nvPr/>
        </p:nvSpPr>
        <p:spPr>
          <a:xfrm rot="-5400000">
            <a:off x="-2378350" y="2377688"/>
            <a:ext cx="5151300" cy="3849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300">
                <a:solidFill>
                  <a:schemeClr val="lt1"/>
                </a:solidFill>
                <a:latin typeface="Merriweather"/>
                <a:ea typeface="Merriweather"/>
                <a:cs typeface="Merriweather"/>
                <a:sym typeface="Merriweather"/>
              </a:rPr>
              <a:t>Unit 12: Networking </a:t>
            </a:r>
            <a:endParaRPr sz="1300">
              <a:solidFill>
                <a:schemeClr val="lt1"/>
              </a:solidFill>
              <a:latin typeface="Merriweather"/>
              <a:ea typeface="Merriweather"/>
              <a:cs typeface="Merriweather"/>
              <a:sym typeface="Merriweather"/>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Shape 807"/>
        <p:cNvGrpSpPr/>
        <p:nvPr/>
      </p:nvGrpSpPr>
      <p:grpSpPr>
        <a:xfrm>
          <a:off x="0" y="0"/>
          <a:ext cx="0" cy="0"/>
          <a:chOff x="0" y="0"/>
          <a:chExt cx="0" cy="0"/>
        </a:xfrm>
      </p:grpSpPr>
      <p:sp>
        <p:nvSpPr>
          <p:cNvPr id="808" name="Google Shape;808;p7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44</a:t>
            </a:fld>
            <a:endParaRPr/>
          </a:p>
        </p:txBody>
      </p:sp>
      <p:sp>
        <p:nvSpPr>
          <p:cNvPr id="809" name="Google Shape;809;p75"/>
          <p:cNvSpPr txBox="1">
            <a:spLocks noGrp="1"/>
          </p:cNvSpPr>
          <p:nvPr>
            <p:ph type="title"/>
          </p:nvPr>
        </p:nvSpPr>
        <p:spPr>
          <a:xfrm>
            <a:off x="311725" y="437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 Note About Running Multiple Programs</a:t>
            </a:r>
            <a:endParaRPr/>
          </a:p>
        </p:txBody>
      </p:sp>
      <p:sp>
        <p:nvSpPr>
          <p:cNvPr id="810" name="Google Shape;810;p75"/>
          <p:cNvSpPr txBox="1"/>
          <p:nvPr/>
        </p:nvSpPr>
        <p:spPr>
          <a:xfrm>
            <a:off x="3209850" y="1416875"/>
            <a:ext cx="2724300" cy="82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spcBef>
                <a:spcPts val="0"/>
              </a:spcBef>
              <a:spcAft>
                <a:spcPts val="0"/>
              </a:spcAft>
              <a:buNone/>
            </a:pPr>
            <a:r>
              <a:rPr lang="en" sz="1300">
                <a:solidFill>
                  <a:schemeClr val="dk1"/>
                </a:solidFill>
              </a:rPr>
              <a:t>When testing networking code you will often need to run multiple applications at the same time.</a:t>
            </a:r>
            <a:endParaRPr sz="1300">
              <a:solidFill>
                <a:schemeClr val="dk1"/>
              </a:solidFill>
              <a:latin typeface="Arial"/>
              <a:ea typeface="Arial"/>
              <a:cs typeface="Arial"/>
              <a:sym typeface="Arial"/>
            </a:endParaRPr>
          </a:p>
        </p:txBody>
      </p:sp>
      <p:sp>
        <p:nvSpPr>
          <p:cNvPr id="811" name="Google Shape;811;p75"/>
          <p:cNvSpPr txBox="1"/>
          <p:nvPr/>
        </p:nvSpPr>
        <p:spPr>
          <a:xfrm>
            <a:off x="3209850" y="2401550"/>
            <a:ext cx="2724300" cy="53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spcBef>
                <a:spcPts val="0"/>
              </a:spcBef>
              <a:spcAft>
                <a:spcPts val="0"/>
              </a:spcAft>
              <a:buNone/>
            </a:pPr>
            <a:r>
              <a:rPr lang="en" sz="1300">
                <a:solidFill>
                  <a:schemeClr val="dk1"/>
                </a:solidFill>
              </a:rPr>
              <a:t>You </a:t>
            </a:r>
            <a:r>
              <a:rPr lang="en" sz="1300" b="1" i="1">
                <a:solidFill>
                  <a:srgbClr val="FF0000"/>
                </a:solidFill>
              </a:rPr>
              <a:t>cannot</a:t>
            </a:r>
            <a:r>
              <a:rPr lang="en" sz="1300" i="1">
                <a:solidFill>
                  <a:srgbClr val="FF0000"/>
                </a:solidFill>
              </a:rPr>
              <a:t> </a:t>
            </a:r>
            <a:r>
              <a:rPr lang="en" sz="1300">
                <a:solidFill>
                  <a:schemeClr val="dk1"/>
                </a:solidFill>
              </a:rPr>
              <a:t>use the play button to do this in VS Code.</a:t>
            </a:r>
            <a:endParaRPr sz="1300">
              <a:solidFill>
                <a:schemeClr val="dk1"/>
              </a:solidFill>
              <a:latin typeface="Arial"/>
              <a:ea typeface="Arial"/>
              <a:cs typeface="Arial"/>
              <a:sym typeface="Arial"/>
            </a:endParaRPr>
          </a:p>
        </p:txBody>
      </p:sp>
      <p:sp>
        <p:nvSpPr>
          <p:cNvPr id="812" name="Google Shape;812;p75"/>
          <p:cNvSpPr txBox="1"/>
          <p:nvPr/>
        </p:nvSpPr>
        <p:spPr>
          <a:xfrm>
            <a:off x="3209850" y="3100325"/>
            <a:ext cx="2724300" cy="53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spcBef>
                <a:spcPts val="0"/>
              </a:spcBef>
              <a:spcAft>
                <a:spcPts val="0"/>
              </a:spcAft>
              <a:buNone/>
            </a:pPr>
            <a:r>
              <a:rPr lang="en" sz="1300">
                <a:solidFill>
                  <a:schemeClr val="dk1"/>
                </a:solidFill>
              </a:rPr>
              <a:t>Instead you can use the </a:t>
            </a:r>
            <a:r>
              <a:rPr lang="en" sz="1300">
                <a:solidFill>
                  <a:srgbClr val="FF0000"/>
                </a:solidFill>
                <a:latin typeface="Courier New"/>
                <a:ea typeface="Courier New"/>
                <a:cs typeface="Courier New"/>
                <a:sym typeface="Courier New"/>
              </a:rPr>
              <a:t>Run and Debug</a:t>
            </a:r>
            <a:r>
              <a:rPr lang="en" sz="1300">
                <a:solidFill>
                  <a:schemeClr val="dk1"/>
                </a:solidFill>
              </a:rPr>
              <a:t> activity (left bar).</a:t>
            </a:r>
            <a:endParaRPr sz="1300">
              <a:solidFill>
                <a:schemeClr val="dk1"/>
              </a:solidFill>
              <a:latin typeface="Arial"/>
              <a:ea typeface="Arial"/>
              <a:cs typeface="Arial"/>
              <a:sym typeface="Arial"/>
            </a:endParaRPr>
          </a:p>
        </p:txBody>
      </p:sp>
      <p:sp>
        <p:nvSpPr>
          <p:cNvPr id="813" name="Google Shape;813;p75"/>
          <p:cNvSpPr txBox="1"/>
          <p:nvPr/>
        </p:nvSpPr>
        <p:spPr>
          <a:xfrm>
            <a:off x="3209850" y="3799100"/>
            <a:ext cx="2724300" cy="53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spcBef>
                <a:spcPts val="0"/>
              </a:spcBef>
              <a:spcAft>
                <a:spcPts val="0"/>
              </a:spcAft>
              <a:buNone/>
            </a:pPr>
            <a:r>
              <a:rPr lang="en" sz="1300">
                <a:solidFill>
                  <a:schemeClr val="dk1"/>
                </a:solidFill>
              </a:rPr>
              <a:t>Alternatively, you can run </a:t>
            </a:r>
            <a:r>
              <a:rPr lang="en" sz="1300" b="1" i="1">
                <a:solidFill>
                  <a:srgbClr val="FF0000"/>
                </a:solidFill>
              </a:rPr>
              <a:t>multiple instances</a:t>
            </a:r>
            <a:r>
              <a:rPr lang="en" sz="1300">
                <a:solidFill>
                  <a:schemeClr val="dk1"/>
                </a:solidFill>
              </a:rPr>
              <a:t> of VS Code.</a:t>
            </a:r>
            <a:endParaRPr sz="1300">
              <a:solidFill>
                <a:schemeClr val="dk1"/>
              </a:solidFill>
              <a:latin typeface="Arial"/>
              <a:ea typeface="Arial"/>
              <a:cs typeface="Arial"/>
              <a:sym typeface="Arial"/>
            </a:endParaRPr>
          </a:p>
        </p:txBody>
      </p:sp>
    </p:spTree>
  </p:cSld>
  <p:clrMapOvr>
    <a:masterClrMapping/>
  </p:clrMapOvr>
</p:sld>
</file>

<file path=ppt/theme/theme1.xml><?xml version="1.0" encoding="utf-8"?>
<a:theme xmlns:a="http://schemas.openxmlformats.org/drawingml/2006/main" name="Paradigm">
  <a:themeElements>
    <a:clrScheme name="Paradigm">
      <a:dk1>
        <a:srgbClr val="31394D"/>
      </a:dk1>
      <a:lt1>
        <a:srgbClr val="FFFFFF"/>
      </a:lt1>
      <a:dk2>
        <a:srgbClr val="666666"/>
      </a:dk2>
      <a:lt2>
        <a:srgbClr val="626B73"/>
      </a:lt2>
      <a:accent1>
        <a:srgbClr val="002F4A"/>
      </a:accent1>
      <a:accent2>
        <a:srgbClr val="D9C4B1"/>
      </a:accent2>
      <a:accent3>
        <a:srgbClr val="EDE3DA"/>
      </a:accent3>
      <a:accent4>
        <a:srgbClr val="B85741"/>
      </a:accent4>
      <a:accent5>
        <a:srgbClr val="009384"/>
      </a:accent5>
      <a:accent6>
        <a:srgbClr val="D0F6FF"/>
      </a:accent6>
      <a:hlink>
        <a:srgbClr val="009384"/>
      </a:hlink>
      <a:folHlink>
        <a:srgbClr val="009384"/>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Paradigm">
  <a:themeElements>
    <a:clrScheme name="Paradigm">
      <a:dk1>
        <a:srgbClr val="31394D"/>
      </a:dk1>
      <a:lt1>
        <a:srgbClr val="FFFFFF"/>
      </a:lt1>
      <a:dk2>
        <a:srgbClr val="666666"/>
      </a:dk2>
      <a:lt2>
        <a:srgbClr val="626B73"/>
      </a:lt2>
      <a:accent1>
        <a:srgbClr val="002F4A"/>
      </a:accent1>
      <a:accent2>
        <a:srgbClr val="D9C4B1"/>
      </a:accent2>
      <a:accent3>
        <a:srgbClr val="EDE3DA"/>
      </a:accent3>
      <a:accent4>
        <a:srgbClr val="B85741"/>
      </a:accent4>
      <a:accent5>
        <a:srgbClr val="009384"/>
      </a:accent5>
      <a:accent6>
        <a:srgbClr val="D0F6FF"/>
      </a:accent6>
      <a:hlink>
        <a:srgbClr val="009384"/>
      </a:hlink>
      <a:folHlink>
        <a:srgbClr val="009384"/>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193</TotalTime>
  <Words>7218</Words>
  <Application>Microsoft Office PowerPoint</Application>
  <PresentationFormat>On-screen Show (16:9)</PresentationFormat>
  <Paragraphs>752</Paragraphs>
  <Slides>44</Slides>
  <Notes>44</Notes>
  <HiddenSlides>1</HiddenSlides>
  <MMClips>0</MMClips>
  <ScaleCrop>false</ScaleCrop>
  <HeadingPairs>
    <vt:vector size="6" baseType="variant">
      <vt:variant>
        <vt:lpstr>Fonts Used</vt:lpstr>
      </vt:variant>
      <vt:variant>
        <vt:i4>11</vt:i4>
      </vt:variant>
      <vt:variant>
        <vt:lpstr>Theme</vt:lpstr>
      </vt:variant>
      <vt:variant>
        <vt:i4>2</vt:i4>
      </vt:variant>
      <vt:variant>
        <vt:lpstr>Slide Titles</vt:lpstr>
      </vt:variant>
      <vt:variant>
        <vt:i4>44</vt:i4>
      </vt:variant>
    </vt:vector>
  </HeadingPairs>
  <TitlesOfParts>
    <vt:vector size="57" baseType="lpstr">
      <vt:lpstr>Arial</vt:lpstr>
      <vt:lpstr>Calibri</vt:lpstr>
      <vt:lpstr>Cambria Math</vt:lpstr>
      <vt:lpstr>Consolas</vt:lpstr>
      <vt:lpstr>Courier New</vt:lpstr>
      <vt:lpstr>Merriweather</vt:lpstr>
      <vt:lpstr>Noto Sans Symbols</vt:lpstr>
      <vt:lpstr>Playfair Display</vt:lpstr>
      <vt:lpstr>Roboto</vt:lpstr>
      <vt:lpstr>Shadows Into Light</vt:lpstr>
      <vt:lpstr>Wingdings</vt:lpstr>
      <vt:lpstr>Paradigm</vt:lpstr>
      <vt:lpstr>Paradigm</vt:lpstr>
      <vt:lpstr>GCIS-124 Software Development &amp; Problem Solving</vt:lpstr>
      <vt:lpstr>Networking I</vt:lpstr>
      <vt:lpstr>Exceptions, IO, and Threads</vt:lpstr>
      <vt:lpstr>Networking</vt:lpstr>
      <vt:lpstr>Protocol Layers</vt:lpstr>
      <vt:lpstr>Network Models at a Glance</vt:lpstr>
      <vt:lpstr>TCP/IP</vt:lpstr>
      <vt:lpstr>Internet Protocol Addresses</vt:lpstr>
      <vt:lpstr>Hostnames &amp; DNS</vt:lpstr>
      <vt:lpstr>InetAddress</vt:lpstr>
      <vt:lpstr>InetAddress</vt:lpstr>
      <vt:lpstr>(Some) Networking Vocabulary</vt:lpstr>
      <vt:lpstr>(Some) Networking Vocabulary</vt:lpstr>
      <vt:lpstr>The World Wide Web</vt:lpstr>
      <vt:lpstr>URLs</vt:lpstr>
      <vt:lpstr>URL &amp; URLConnection</vt:lpstr>
      <vt:lpstr>A Closer Look at URL &amp; URLConnection</vt:lpstr>
      <vt:lpstr>A Closer Look at URL &amp; URLConnection</vt:lpstr>
      <vt:lpstr>URLConnection</vt:lpstr>
      <vt:lpstr>TCP/IP Connections With Sockets</vt:lpstr>
      <vt:lpstr>Open a Socket</vt:lpstr>
      <vt:lpstr>Sending Data</vt:lpstr>
      <vt:lpstr>Using PrintWriter to Send Data</vt:lpstr>
      <vt:lpstr>Using PrintWriter to Send Data</vt:lpstr>
      <vt:lpstr>Sending Data</vt:lpstr>
      <vt:lpstr>Receiving Data</vt:lpstr>
      <vt:lpstr>Using BufferedReader to Read Data</vt:lpstr>
      <vt:lpstr>Using BufferedReader to Read Data</vt:lpstr>
      <vt:lpstr>Reading Multiple Lines With a Do While.</vt:lpstr>
      <vt:lpstr>What About Streams</vt:lpstr>
      <vt:lpstr>Receiving Data</vt:lpstr>
      <vt:lpstr>Review: TCP/IP With Sockets</vt:lpstr>
      <vt:lpstr>Listening for Connections</vt:lpstr>
      <vt:lpstr>Listening for Connections </vt:lpstr>
      <vt:lpstr>Review: Sending Data</vt:lpstr>
      <vt:lpstr>Sending Data</vt:lpstr>
      <vt:lpstr>Review: Receiving Data</vt:lpstr>
      <vt:lpstr>Echo?</vt:lpstr>
      <vt:lpstr>Review: A Typical Client &amp; Server</vt:lpstr>
      <vt:lpstr>Echo! Echo! Echo! …</vt:lpstr>
      <vt:lpstr>Stream is Broken</vt:lpstr>
      <vt:lpstr>Summary &amp; Reflection</vt:lpstr>
      <vt:lpstr>PowerPoint Presentation</vt:lpstr>
      <vt:lpstr>A Note About Running Multiple Programs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Tanweer Alam</cp:lastModifiedBy>
  <cp:revision>22</cp:revision>
  <dcterms:modified xsi:type="dcterms:W3CDTF">2026-03-17T20:12:00Z</dcterms:modified>
</cp:coreProperties>
</file>