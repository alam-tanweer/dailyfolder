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4.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721" r:id="rId1"/>
    <p:sldMasterId id="2147483722" r:id="rId2"/>
    <p:sldMasterId id="2147483723" r:id="rId3"/>
    <p:sldMasterId id="2147483724" r:id="rId4"/>
    <p:sldMasterId id="2147483725" r:id="rId5"/>
  </p:sldMasterIdLst>
  <p:notesMasterIdLst>
    <p:notesMasterId r:id="rId77"/>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CDE0EAC-EDFA-49A2-864E-461DE6BB09B6}">
  <a:tblStyle styleId="{8CDE0EAC-EDFA-49A2-864E-461DE6BB09B6}"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DA43B600-DA8F-4E08-BC77-38C480222EBA}"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6" d="100"/>
          <a:sy n="116" d="100"/>
        </p:scale>
        <p:origin x="114" y="14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viewProps" Target="viewProps.xml"/><Relationship Id="rId5" Type="http://schemas.openxmlformats.org/officeDocument/2006/relationships/slideMaster" Target="slideMasters/slideMaster5.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notesMaster" Target="notesMasters/notesMaster1.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slideMaster" Target="slideMasters/slideMaster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3" name="Google Shape;48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2" name="Google Shape;492;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1" name="Google Shape;50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1d361f69cb2_1_6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3" name="Google Shape;513;g1d361f69cb2_1_6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g1d361f69cb2_1_6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3" name="Google Shape;523;g1d361f69cb2_1_6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1d361f69cb2_1_6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2" name="Google Shape;542;g1d361f69cb2_1_6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g1d361f69cb2_1_6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0" name="Google Shape;560;g1d361f69cb2_1_6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g1d361f69cb2_1_6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6" name="Google Shape;576;g1d361f69cb2_1_6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
        <p:cNvGrpSpPr/>
        <p:nvPr/>
      </p:nvGrpSpPr>
      <p:grpSpPr>
        <a:xfrm>
          <a:off x="0" y="0"/>
          <a:ext cx="0" cy="0"/>
          <a:chOff x="0" y="0"/>
          <a:chExt cx="0" cy="0"/>
        </a:xfrm>
      </p:grpSpPr>
      <p:sp>
        <p:nvSpPr>
          <p:cNvPr id="586" name="Google Shape;586;g1d361f69cb2_1_6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7" name="Google Shape;587;g1d361f69cb2_1_6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g1d361f69cb2_1_69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8" name="Google Shape;598;g1d361f69cb2_1_6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7"/>
        <p:cNvGrpSpPr/>
        <p:nvPr/>
      </p:nvGrpSpPr>
      <p:grpSpPr>
        <a:xfrm>
          <a:off x="0" y="0"/>
          <a:ext cx="0" cy="0"/>
          <a:chOff x="0" y="0"/>
          <a:chExt cx="0" cy="0"/>
        </a:xfrm>
      </p:grpSpPr>
      <p:sp>
        <p:nvSpPr>
          <p:cNvPr id="608" name="Google Shape;608;g1fcac5a0e77_0_2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9" name="Google Shape;609;g1fcac5a0e77_0_2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g1d361f69cb2_1_7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1d361f69cb2_1_7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1"/>
        <p:cNvGrpSpPr/>
        <p:nvPr/>
      </p:nvGrpSpPr>
      <p:grpSpPr>
        <a:xfrm>
          <a:off x="0" y="0"/>
          <a:ext cx="0" cy="0"/>
          <a:chOff x="0" y="0"/>
          <a:chExt cx="0" cy="0"/>
        </a:xfrm>
      </p:grpSpPr>
      <p:sp>
        <p:nvSpPr>
          <p:cNvPr id="632" name="Google Shape;632;g1d361f69cb2_1_7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3" name="Google Shape;633;g1d361f69cb2_1_7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p:cNvGrpSpPr/>
        <p:nvPr/>
      </p:nvGrpSpPr>
      <p:grpSpPr>
        <a:xfrm>
          <a:off x="0" y="0"/>
          <a:ext cx="0" cy="0"/>
          <a:chOff x="0" y="0"/>
          <a:chExt cx="0" cy="0"/>
        </a:xfrm>
      </p:grpSpPr>
      <p:sp>
        <p:nvSpPr>
          <p:cNvPr id="647" name="Google Shape;647;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8" name="Google Shape;648;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g1d361f69cb2_1_7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1d361f69cb2_1_7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0"/>
        <p:cNvGrpSpPr/>
        <p:nvPr/>
      </p:nvGrpSpPr>
      <p:grpSpPr>
        <a:xfrm>
          <a:off x="0" y="0"/>
          <a:ext cx="0" cy="0"/>
          <a:chOff x="0" y="0"/>
          <a:chExt cx="0" cy="0"/>
        </a:xfrm>
      </p:grpSpPr>
      <p:sp>
        <p:nvSpPr>
          <p:cNvPr id="671" name="Google Shape;671;g1d361f69cb2_1_7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2" name="Google Shape;672;g1d361f69cb2_1_7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8"/>
        <p:cNvGrpSpPr/>
        <p:nvPr/>
      </p:nvGrpSpPr>
      <p:grpSpPr>
        <a:xfrm>
          <a:off x="0" y="0"/>
          <a:ext cx="0" cy="0"/>
          <a:chOff x="0" y="0"/>
          <a:chExt cx="0" cy="0"/>
        </a:xfrm>
      </p:grpSpPr>
      <p:sp>
        <p:nvSpPr>
          <p:cNvPr id="689" name="Google Shape;689;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0" name="Google Shape;690;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8"/>
        <p:cNvGrpSpPr/>
        <p:nvPr/>
      </p:nvGrpSpPr>
      <p:grpSpPr>
        <a:xfrm>
          <a:off x="0" y="0"/>
          <a:ext cx="0" cy="0"/>
          <a:chOff x="0" y="0"/>
          <a:chExt cx="0" cy="0"/>
        </a:xfrm>
      </p:grpSpPr>
      <p:sp>
        <p:nvSpPr>
          <p:cNvPr id="709" name="Google Shape;709;g1d361f69cb2_1_7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0" name="Google Shape;710;g1d361f69cb2_1_7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1"/>
        <p:cNvGrpSpPr/>
        <p:nvPr/>
      </p:nvGrpSpPr>
      <p:grpSpPr>
        <a:xfrm>
          <a:off x="0" y="0"/>
          <a:ext cx="0" cy="0"/>
          <a:chOff x="0" y="0"/>
          <a:chExt cx="0" cy="0"/>
        </a:xfrm>
      </p:grpSpPr>
      <p:sp>
        <p:nvSpPr>
          <p:cNvPr id="722" name="Google Shape;722;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23" name="Google Shape;723;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4"/>
        <p:cNvGrpSpPr/>
        <p:nvPr/>
      </p:nvGrpSpPr>
      <p:grpSpPr>
        <a:xfrm>
          <a:off x="0" y="0"/>
          <a:ext cx="0" cy="0"/>
          <a:chOff x="0" y="0"/>
          <a:chExt cx="0" cy="0"/>
        </a:xfrm>
      </p:grpSpPr>
      <p:sp>
        <p:nvSpPr>
          <p:cNvPr id="735" name="Google Shape;73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6" name="Google Shape;736;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
        <p:cNvGrpSpPr/>
        <p:nvPr/>
      </p:nvGrpSpPr>
      <p:grpSpPr>
        <a:xfrm>
          <a:off x="0" y="0"/>
          <a:ext cx="0" cy="0"/>
          <a:chOff x="0" y="0"/>
          <a:chExt cx="0" cy="0"/>
        </a:xfrm>
      </p:grpSpPr>
      <p:sp>
        <p:nvSpPr>
          <p:cNvPr id="757" name="Google Shape;757;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8" name="Google Shape;758;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The caveat regarding constructors is the a default or parameterless constructor in the parent will be automatically invoked if it exists and no other constructor is explicitly called by the child.</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5"/>
        <p:cNvGrpSpPr/>
        <p:nvPr/>
      </p:nvGrpSpPr>
      <p:grpSpPr>
        <a:xfrm>
          <a:off x="0" y="0"/>
          <a:ext cx="0" cy="0"/>
          <a:chOff x="0" y="0"/>
          <a:chExt cx="0" cy="0"/>
        </a:xfrm>
      </p:grpSpPr>
      <p:sp>
        <p:nvSpPr>
          <p:cNvPr id="766" name="Google Shape;766;g32764e6d500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67" name="Google Shape;767;g32764e6d500_0_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The caveat regarding constructors is the a default or parameterless constructor in the parent will be automatically invoked if it exists and no other constructor is explicitly called by the child.</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
        <p:cNvGrpSpPr/>
        <p:nvPr/>
      </p:nvGrpSpPr>
      <p:grpSpPr>
        <a:xfrm>
          <a:off x="0" y="0"/>
          <a:ext cx="0" cy="0"/>
          <a:chOff x="0" y="0"/>
          <a:chExt cx="0" cy="0"/>
        </a:xfrm>
      </p:grpSpPr>
      <p:sp>
        <p:nvSpPr>
          <p:cNvPr id="794" name="Google Shape;794;g1d361f69cb2_1_7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5" name="Google Shape;795;g1d361f69cb2_1_7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7"/>
        <p:cNvGrpSpPr/>
        <p:nvPr/>
      </p:nvGrpSpPr>
      <p:grpSpPr>
        <a:xfrm>
          <a:off x="0" y="0"/>
          <a:ext cx="0" cy="0"/>
          <a:chOff x="0" y="0"/>
          <a:chExt cx="0" cy="0"/>
        </a:xfrm>
      </p:grpSpPr>
      <p:sp>
        <p:nvSpPr>
          <p:cNvPr id="808" name="Google Shape;808;g2d811f9aaae_0_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9" name="Google Shape;809;g2d811f9aaae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3"/>
        <p:cNvGrpSpPr/>
        <p:nvPr/>
      </p:nvGrpSpPr>
      <p:grpSpPr>
        <a:xfrm>
          <a:off x="0" y="0"/>
          <a:ext cx="0" cy="0"/>
          <a:chOff x="0" y="0"/>
          <a:chExt cx="0" cy="0"/>
        </a:xfrm>
      </p:grpSpPr>
      <p:sp>
        <p:nvSpPr>
          <p:cNvPr id="834" name="Google Shape;834;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35" name="Google Shape;835;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1"/>
        <p:cNvGrpSpPr/>
        <p:nvPr/>
      </p:nvGrpSpPr>
      <p:grpSpPr>
        <a:xfrm>
          <a:off x="0" y="0"/>
          <a:ext cx="0" cy="0"/>
          <a:chOff x="0" y="0"/>
          <a:chExt cx="0" cy="0"/>
        </a:xfrm>
      </p:grpSpPr>
      <p:sp>
        <p:nvSpPr>
          <p:cNvPr id="852" name="Google Shape;852;g1d623b8ce9b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3" name="Google Shape;853;g1d623b8ce9b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5"/>
        <p:cNvGrpSpPr/>
        <p:nvPr/>
      </p:nvGrpSpPr>
      <p:grpSpPr>
        <a:xfrm>
          <a:off x="0" y="0"/>
          <a:ext cx="0" cy="0"/>
          <a:chOff x="0" y="0"/>
          <a:chExt cx="0" cy="0"/>
        </a:xfrm>
      </p:grpSpPr>
      <p:sp>
        <p:nvSpPr>
          <p:cNvPr id="866" name="Google Shape;866;g1d623b8ce9b_0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7" name="Google Shape;867;g1d623b8ce9b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8"/>
        <p:cNvGrpSpPr/>
        <p:nvPr/>
      </p:nvGrpSpPr>
      <p:grpSpPr>
        <a:xfrm>
          <a:off x="0" y="0"/>
          <a:ext cx="0" cy="0"/>
          <a:chOff x="0" y="0"/>
          <a:chExt cx="0" cy="0"/>
        </a:xfrm>
      </p:grpSpPr>
      <p:sp>
        <p:nvSpPr>
          <p:cNvPr id="879" name="Google Shape;879;g1d361f69cb2_0_3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0" name="Google Shape;880;g1d361f69cb2_0_3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It's worth pointing out that there are exceptions to every rule, and polymorphism/inheritance can be taken too far. For example: having flower and bicycle classes share a common parent because they both have a color...</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0"/>
        <p:cNvGrpSpPr/>
        <p:nvPr/>
      </p:nvGrpSpPr>
      <p:grpSpPr>
        <a:xfrm>
          <a:off x="0" y="0"/>
          <a:ext cx="0" cy="0"/>
          <a:chOff x="0" y="0"/>
          <a:chExt cx="0" cy="0"/>
        </a:xfrm>
      </p:grpSpPr>
      <p:sp>
        <p:nvSpPr>
          <p:cNvPr id="891" name="Google Shape;891;g1d623b8ce9b_0_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2" name="Google Shape;892;g1d623b8ce9b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2b0f774a3bf_0_1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5" name="Google Shape;905;g2b0f774a3bf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0"/>
        <p:cNvGrpSpPr/>
        <p:nvPr/>
      </p:nvGrpSpPr>
      <p:grpSpPr>
        <a:xfrm>
          <a:off x="0" y="0"/>
          <a:ext cx="0" cy="0"/>
          <a:chOff x="0" y="0"/>
          <a:chExt cx="0" cy="0"/>
        </a:xfrm>
      </p:grpSpPr>
      <p:sp>
        <p:nvSpPr>
          <p:cNvPr id="921" name="Google Shape;921;g2b0f774a3bf_0_1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2" name="Google Shape;922;g2b0f774a3bf_0_1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9"/>
        <p:cNvGrpSpPr/>
        <p:nvPr/>
      </p:nvGrpSpPr>
      <p:grpSpPr>
        <a:xfrm>
          <a:off x="0" y="0"/>
          <a:ext cx="0" cy="0"/>
          <a:chOff x="0" y="0"/>
          <a:chExt cx="0" cy="0"/>
        </a:xfrm>
      </p:grpSpPr>
      <p:sp>
        <p:nvSpPr>
          <p:cNvPr id="940" name="Google Shape;940;g1d623b8ce9b_0_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1" name="Google Shape;941;g1d623b8ce9b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2"/>
        <p:cNvGrpSpPr/>
        <p:nvPr/>
      </p:nvGrpSpPr>
      <p:grpSpPr>
        <a:xfrm>
          <a:off x="0" y="0"/>
          <a:ext cx="0" cy="0"/>
          <a:chOff x="0" y="0"/>
          <a:chExt cx="0" cy="0"/>
        </a:xfrm>
      </p:grpSpPr>
      <p:sp>
        <p:nvSpPr>
          <p:cNvPr id="953" name="Google Shape;953;g1d623b8ce9b_0_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4" name="Google Shape;954;g1d623b8ce9b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OK TO SKIP/SKIM</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4"/>
        <p:cNvGrpSpPr/>
        <p:nvPr/>
      </p:nvGrpSpPr>
      <p:grpSpPr>
        <a:xfrm>
          <a:off x="0" y="0"/>
          <a:ext cx="0" cy="0"/>
          <a:chOff x="0" y="0"/>
          <a:chExt cx="0" cy="0"/>
        </a:xfrm>
      </p:grpSpPr>
      <p:sp>
        <p:nvSpPr>
          <p:cNvPr id="965" name="Google Shape;965;g1d623b8ce9b_0_1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6" name="Google Shape;966;g1d623b8ce9b_0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OK TO SKIP/SKIM</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4"/>
        <p:cNvGrpSpPr/>
        <p:nvPr/>
      </p:nvGrpSpPr>
      <p:grpSpPr>
        <a:xfrm>
          <a:off x="0" y="0"/>
          <a:ext cx="0" cy="0"/>
          <a:chOff x="0" y="0"/>
          <a:chExt cx="0" cy="0"/>
        </a:xfrm>
      </p:grpSpPr>
      <p:sp>
        <p:nvSpPr>
          <p:cNvPr id="975" name="Google Shape;975;g1d623b8ce9b_0_2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6" name="Google Shape;976;g1d623b8ce9b_0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OK TO SKIP/SKIM</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1"/>
        <p:cNvGrpSpPr/>
        <p:nvPr/>
      </p:nvGrpSpPr>
      <p:grpSpPr>
        <a:xfrm>
          <a:off x="0" y="0"/>
          <a:ext cx="0" cy="0"/>
          <a:chOff x="0" y="0"/>
          <a:chExt cx="0" cy="0"/>
        </a:xfrm>
      </p:grpSpPr>
      <p:sp>
        <p:nvSpPr>
          <p:cNvPr id="992" name="Google Shape;992;g1d361f69cb2_0_4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3" name="Google Shape;993;g1d361f69cb2_0_4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8"/>
        <p:cNvGrpSpPr/>
        <p:nvPr/>
      </p:nvGrpSpPr>
      <p:grpSpPr>
        <a:xfrm>
          <a:off x="0" y="0"/>
          <a:ext cx="0" cy="0"/>
          <a:chOff x="0" y="0"/>
          <a:chExt cx="0" cy="0"/>
        </a:xfrm>
      </p:grpSpPr>
      <p:sp>
        <p:nvSpPr>
          <p:cNvPr id="1009" name="Google Shape;1009;g1fcac5a0e77_0_3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0" name="Google Shape;1010;g1fcac5a0e77_0_3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5"/>
        <p:cNvGrpSpPr/>
        <p:nvPr/>
      </p:nvGrpSpPr>
      <p:grpSpPr>
        <a:xfrm>
          <a:off x="0" y="0"/>
          <a:ext cx="0" cy="0"/>
          <a:chOff x="0" y="0"/>
          <a:chExt cx="0" cy="0"/>
        </a:xfrm>
      </p:grpSpPr>
      <p:sp>
        <p:nvSpPr>
          <p:cNvPr id="1016" name="Google Shape;1016;g1fcac5a0e77_0_4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7" name="Google Shape;1017;g1fcac5a0e77_0_4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3"/>
        <p:cNvGrpSpPr/>
        <p:nvPr/>
      </p:nvGrpSpPr>
      <p:grpSpPr>
        <a:xfrm>
          <a:off x="0" y="0"/>
          <a:ext cx="0" cy="0"/>
          <a:chOff x="0" y="0"/>
          <a:chExt cx="0" cy="0"/>
        </a:xfrm>
      </p:grpSpPr>
      <p:sp>
        <p:nvSpPr>
          <p:cNvPr id="1054" name="Google Shape;1054;g1fcac5a0e77_0_4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5" name="Google Shape;1055;g1fcac5a0e77_0_4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0"/>
        <p:cNvGrpSpPr/>
        <p:nvPr/>
      </p:nvGrpSpPr>
      <p:grpSpPr>
        <a:xfrm>
          <a:off x="0" y="0"/>
          <a:ext cx="0" cy="0"/>
          <a:chOff x="0" y="0"/>
          <a:chExt cx="0" cy="0"/>
        </a:xfrm>
      </p:grpSpPr>
      <p:sp>
        <p:nvSpPr>
          <p:cNvPr id="1061" name="Google Shape;1061;g1fcac5a0e77_0_50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2" name="Google Shape;1062;g1fcac5a0e77_0_5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5"/>
        <p:cNvGrpSpPr/>
        <p:nvPr/>
      </p:nvGrpSpPr>
      <p:grpSpPr>
        <a:xfrm>
          <a:off x="0" y="0"/>
          <a:ext cx="0" cy="0"/>
          <a:chOff x="0" y="0"/>
          <a:chExt cx="0" cy="0"/>
        </a:xfrm>
      </p:grpSpPr>
      <p:sp>
        <p:nvSpPr>
          <p:cNvPr id="1086" name="Google Shape;1086;g1fcac5a0e77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7" name="Google Shape;1087;g1fcac5a0e77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7"/>
        <p:cNvGrpSpPr/>
        <p:nvPr/>
      </p:nvGrpSpPr>
      <p:grpSpPr>
        <a:xfrm>
          <a:off x="0" y="0"/>
          <a:ext cx="0" cy="0"/>
          <a:chOff x="0" y="0"/>
          <a:chExt cx="0" cy="0"/>
        </a:xfrm>
      </p:grpSpPr>
      <p:sp>
        <p:nvSpPr>
          <p:cNvPr id="1098" name="Google Shape;1098;g1fcac5a0e77_0_6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9" name="Google Shape;1099;g1fcac5a0e77_0_6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4"/>
        <p:cNvGrpSpPr/>
        <p:nvPr/>
      </p:nvGrpSpPr>
      <p:grpSpPr>
        <a:xfrm>
          <a:off x="0" y="0"/>
          <a:ext cx="0" cy="0"/>
          <a:chOff x="0" y="0"/>
          <a:chExt cx="0" cy="0"/>
        </a:xfrm>
      </p:grpSpPr>
      <p:sp>
        <p:nvSpPr>
          <p:cNvPr id="1105" name="Google Shape;1105;g2b0f774a3bf_0_2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6" name="Google Shape;1106;g2b0f774a3bf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8"/>
        <p:cNvGrpSpPr/>
        <p:nvPr/>
      </p:nvGrpSpPr>
      <p:grpSpPr>
        <a:xfrm>
          <a:off x="0" y="0"/>
          <a:ext cx="0" cy="0"/>
          <a:chOff x="0" y="0"/>
          <a:chExt cx="0" cy="0"/>
        </a:xfrm>
      </p:grpSpPr>
      <p:sp>
        <p:nvSpPr>
          <p:cNvPr id="1129" name="Google Shape;1129;g1fcac5a0e77_0_5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0" name="Google Shape;1130;g1fcac5a0e77_0_5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8"/>
        <p:cNvGrpSpPr/>
        <p:nvPr/>
      </p:nvGrpSpPr>
      <p:grpSpPr>
        <a:xfrm>
          <a:off x="0" y="0"/>
          <a:ext cx="0" cy="0"/>
          <a:chOff x="0" y="0"/>
          <a:chExt cx="0" cy="0"/>
        </a:xfrm>
      </p:grpSpPr>
      <p:sp>
        <p:nvSpPr>
          <p:cNvPr id="1139" name="Google Shape;1139;g1d361f69cb2_0_7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0" name="Google Shape;1140;g1d361f69cb2_0_7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0"/>
        <p:cNvGrpSpPr/>
        <p:nvPr/>
      </p:nvGrpSpPr>
      <p:grpSpPr>
        <a:xfrm>
          <a:off x="0" y="0"/>
          <a:ext cx="0" cy="0"/>
          <a:chOff x="0" y="0"/>
          <a:chExt cx="0" cy="0"/>
        </a:xfrm>
      </p:grpSpPr>
      <p:sp>
        <p:nvSpPr>
          <p:cNvPr id="1151" name="Google Shape;1151;g1d361f69cb2_0_7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2" name="Google Shape;1152;g1d361f69cb2_0_7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9"/>
        <p:cNvGrpSpPr/>
        <p:nvPr/>
      </p:nvGrpSpPr>
      <p:grpSpPr>
        <a:xfrm>
          <a:off x="0" y="0"/>
          <a:ext cx="0" cy="0"/>
          <a:chOff x="0" y="0"/>
          <a:chExt cx="0" cy="0"/>
        </a:xfrm>
      </p:grpSpPr>
      <p:sp>
        <p:nvSpPr>
          <p:cNvPr id="1190" name="Google Shape;1190;g1ebeccc2898_0_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1" name="Google Shape;1191;g1ebeccc2898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9"/>
        <p:cNvGrpSpPr/>
        <p:nvPr/>
      </p:nvGrpSpPr>
      <p:grpSpPr>
        <a:xfrm>
          <a:off x="0" y="0"/>
          <a:ext cx="0" cy="0"/>
          <a:chOff x="0" y="0"/>
          <a:chExt cx="0" cy="0"/>
        </a:xfrm>
      </p:grpSpPr>
      <p:sp>
        <p:nvSpPr>
          <p:cNvPr id="1200" name="Google Shape;1200;g1ebeccc2898_0_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1" name="Google Shape;1201;g1ebeccc2898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6"/>
        <p:cNvGrpSpPr/>
        <p:nvPr/>
      </p:nvGrpSpPr>
      <p:grpSpPr>
        <a:xfrm>
          <a:off x="0" y="0"/>
          <a:ext cx="0" cy="0"/>
          <a:chOff x="0" y="0"/>
          <a:chExt cx="0" cy="0"/>
        </a:xfrm>
      </p:grpSpPr>
      <p:sp>
        <p:nvSpPr>
          <p:cNvPr id="1217" name="Google Shape;1217;g1ebeccc2898_0_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8" name="Google Shape;1218;g1ebeccc2898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5"/>
        <p:cNvGrpSpPr/>
        <p:nvPr/>
      </p:nvGrpSpPr>
      <p:grpSpPr>
        <a:xfrm>
          <a:off x="0" y="0"/>
          <a:ext cx="0" cy="0"/>
          <a:chOff x="0" y="0"/>
          <a:chExt cx="0" cy="0"/>
        </a:xfrm>
      </p:grpSpPr>
      <p:sp>
        <p:nvSpPr>
          <p:cNvPr id="1226" name="Google Shape;1226;g1ebeccc2898_0_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7" name="Google Shape;1227;g1ebeccc2898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9"/>
        <p:cNvGrpSpPr/>
        <p:nvPr/>
      </p:nvGrpSpPr>
      <p:grpSpPr>
        <a:xfrm>
          <a:off x="0" y="0"/>
          <a:ext cx="0" cy="0"/>
          <a:chOff x="0" y="0"/>
          <a:chExt cx="0" cy="0"/>
        </a:xfrm>
      </p:grpSpPr>
      <p:sp>
        <p:nvSpPr>
          <p:cNvPr id="1250" name="Google Shape;1250;g1d361f69cb2_0_8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1" name="Google Shape;1251;g1d361f69cb2_0_8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8"/>
        <p:cNvGrpSpPr/>
        <p:nvPr/>
      </p:nvGrpSpPr>
      <p:grpSpPr>
        <a:xfrm>
          <a:off x="0" y="0"/>
          <a:ext cx="0" cy="0"/>
          <a:chOff x="0" y="0"/>
          <a:chExt cx="0" cy="0"/>
        </a:xfrm>
      </p:grpSpPr>
      <p:sp>
        <p:nvSpPr>
          <p:cNvPr id="1259" name="Google Shape;1259;g1ebeccc2898_0_1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0" name="Google Shape;1260;g1ebeccc2898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0"/>
        <p:cNvGrpSpPr/>
        <p:nvPr/>
      </p:nvGrpSpPr>
      <p:grpSpPr>
        <a:xfrm>
          <a:off x="0" y="0"/>
          <a:ext cx="0" cy="0"/>
          <a:chOff x="0" y="0"/>
          <a:chExt cx="0" cy="0"/>
        </a:xfrm>
      </p:grpSpPr>
      <p:sp>
        <p:nvSpPr>
          <p:cNvPr id="1271" name="Google Shape;1271;g1ebeccc2898_0_1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2" name="Google Shape;1272;g1ebeccc2898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1"/>
        <p:cNvGrpSpPr/>
        <p:nvPr/>
      </p:nvGrpSpPr>
      <p:grpSpPr>
        <a:xfrm>
          <a:off x="0" y="0"/>
          <a:ext cx="0" cy="0"/>
          <a:chOff x="0" y="0"/>
          <a:chExt cx="0" cy="0"/>
        </a:xfrm>
      </p:grpSpPr>
      <p:sp>
        <p:nvSpPr>
          <p:cNvPr id="1282" name="Google Shape;1282;g1ebeccc2898_0_1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3" name="Google Shape;1283;g1ebeccc2898_0_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2"/>
        <p:cNvGrpSpPr/>
        <p:nvPr/>
      </p:nvGrpSpPr>
      <p:grpSpPr>
        <a:xfrm>
          <a:off x="0" y="0"/>
          <a:ext cx="0" cy="0"/>
          <a:chOff x="0" y="0"/>
          <a:chExt cx="0" cy="0"/>
        </a:xfrm>
      </p:grpSpPr>
      <p:sp>
        <p:nvSpPr>
          <p:cNvPr id="1293" name="Google Shape;1293;g1ebeccc2898_0_1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4" name="Google Shape;1294;g1ebeccc2898_0_1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7"/>
        <p:cNvGrpSpPr/>
        <p:nvPr/>
      </p:nvGrpSpPr>
      <p:grpSpPr>
        <a:xfrm>
          <a:off x="0" y="0"/>
          <a:ext cx="0" cy="0"/>
          <a:chOff x="0" y="0"/>
          <a:chExt cx="0" cy="0"/>
        </a:xfrm>
      </p:grpSpPr>
      <p:sp>
        <p:nvSpPr>
          <p:cNvPr id="1328" name="Google Shape;1328;g1d361f69cb2_0_8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9" name="Google Shape;1329;g1d361f69cb2_0_8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7"/>
        <p:cNvGrpSpPr/>
        <p:nvPr/>
      </p:nvGrpSpPr>
      <p:grpSpPr>
        <a:xfrm>
          <a:off x="0" y="0"/>
          <a:ext cx="0" cy="0"/>
          <a:chOff x="0" y="0"/>
          <a:chExt cx="0" cy="0"/>
        </a:xfrm>
      </p:grpSpPr>
      <p:sp>
        <p:nvSpPr>
          <p:cNvPr id="1348" name="Google Shape;1348;g1d361f69cb2_0_8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9" name="Google Shape;1349;g1d361f69cb2_0_8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3"/>
        <p:cNvGrpSpPr/>
        <p:nvPr/>
      </p:nvGrpSpPr>
      <p:grpSpPr>
        <a:xfrm>
          <a:off x="0" y="0"/>
          <a:ext cx="0" cy="0"/>
          <a:chOff x="0" y="0"/>
          <a:chExt cx="0" cy="0"/>
        </a:xfrm>
      </p:grpSpPr>
      <p:sp>
        <p:nvSpPr>
          <p:cNvPr id="1364" name="Google Shape;1364;g1d361f69cb2_0_8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5" name="Google Shape;1365;g1d361f69cb2_0_8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One of your students may have used default methods before. If they ask, just point out that we won't be covering them in this course because they muddy the water between abstract classes and interfaces too much for students that are just learning.</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2"/>
        <p:cNvGrpSpPr/>
        <p:nvPr/>
      </p:nvGrpSpPr>
      <p:grpSpPr>
        <a:xfrm>
          <a:off x="0" y="0"/>
          <a:ext cx="0" cy="0"/>
          <a:chOff x="0" y="0"/>
          <a:chExt cx="0" cy="0"/>
        </a:xfrm>
      </p:grpSpPr>
      <p:sp>
        <p:nvSpPr>
          <p:cNvPr id="1373" name="Google Shape;1373;g2d85c0caa14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4" name="Google Shape;1374;g2d85c0caa14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One of your students may have used default methods before. If they ask, just point out that we won't be covering them in this course because they muddy the water between abstract classes and interfaces too much for students that are just learning.</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9"/>
        <p:cNvGrpSpPr/>
        <p:nvPr/>
      </p:nvGrpSpPr>
      <p:grpSpPr>
        <a:xfrm>
          <a:off x="0" y="0"/>
          <a:ext cx="0" cy="0"/>
          <a:chOff x="0" y="0"/>
          <a:chExt cx="0" cy="0"/>
        </a:xfrm>
      </p:grpSpPr>
      <p:sp>
        <p:nvSpPr>
          <p:cNvPr id="1410" name="Google Shape;1410;g1ebeccc2898_0_1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1" name="Google Shape;1411;g1ebeccc2898_0_1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0"/>
        <p:cNvGrpSpPr/>
        <p:nvPr/>
      </p:nvGrpSpPr>
      <p:grpSpPr>
        <a:xfrm>
          <a:off x="0" y="0"/>
          <a:ext cx="0" cy="0"/>
          <a:chOff x="0" y="0"/>
          <a:chExt cx="0" cy="0"/>
        </a:xfrm>
      </p:grpSpPr>
      <p:sp>
        <p:nvSpPr>
          <p:cNvPr id="1421" name="Google Shape;1421;g1d361f69cb2_0_9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2" name="Google Shape;1422;g1d361f69cb2_0_9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may want to note that one interface may extend another.</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5"/>
        <p:cNvGrpSpPr/>
        <p:nvPr/>
      </p:nvGrpSpPr>
      <p:grpSpPr>
        <a:xfrm>
          <a:off x="0" y="0"/>
          <a:ext cx="0" cy="0"/>
          <a:chOff x="0" y="0"/>
          <a:chExt cx="0" cy="0"/>
        </a:xfrm>
      </p:grpSpPr>
      <p:sp>
        <p:nvSpPr>
          <p:cNvPr id="1436" name="Google Shape;1436;g1d361f69cb2_0_9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7" name="Google Shape;1437;g1d361f69cb2_0_9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2"/>
        <p:cNvGrpSpPr/>
        <p:nvPr/>
      </p:nvGrpSpPr>
      <p:grpSpPr>
        <a:xfrm>
          <a:off x="0" y="0"/>
          <a:ext cx="0" cy="0"/>
          <a:chOff x="0" y="0"/>
          <a:chExt cx="0" cy="0"/>
        </a:xfrm>
      </p:grpSpPr>
      <p:sp>
        <p:nvSpPr>
          <p:cNvPr id="1443" name="Google Shape;1443;g1d361f69cb2_0_9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4" name="Google Shape;1444;g1d361f69cb2_0_9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0"/>
        <p:cNvGrpSpPr/>
        <p:nvPr/>
      </p:nvGrpSpPr>
      <p:grpSpPr>
        <a:xfrm>
          <a:off x="0" y="0"/>
          <a:ext cx="0" cy="0"/>
          <a:chOff x="0" y="0"/>
          <a:chExt cx="0" cy="0"/>
        </a:xfrm>
      </p:grpSpPr>
      <p:sp>
        <p:nvSpPr>
          <p:cNvPr id="1461" name="Google Shape;1461;g3256ce43515_0_191:notes"/>
          <p:cNvSpPr txBox="1">
            <a:spLocks noGrp="1"/>
          </p:cNvSpPr>
          <p:nvPr>
            <p:ph type="body" idx="1"/>
          </p:nvPr>
        </p:nvSpPr>
        <p:spPr>
          <a:xfrm>
            <a:off x="686099" y="4401155"/>
            <a:ext cx="5485800" cy="3599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62" name="Google Shape;1462;g3256ce43515_0_191:notes"/>
          <p:cNvSpPr>
            <a:spLocks noGrp="1" noRot="1" noChangeAspect="1"/>
          </p:cNvSpPr>
          <p:nvPr>
            <p:ph type="sldImg" idx="2"/>
          </p:nvPr>
        </p:nvSpPr>
        <p:spPr>
          <a:xfrm>
            <a:off x="729258" y="1143000"/>
            <a:ext cx="5399400" cy="3085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9"/>
        <p:cNvGrpSpPr/>
        <p:nvPr/>
      </p:nvGrpSpPr>
      <p:grpSpPr>
        <a:xfrm>
          <a:off x="0" y="0"/>
          <a:ext cx="0" cy="0"/>
          <a:chOff x="0" y="0"/>
          <a:chExt cx="0" cy="0"/>
        </a:xfrm>
      </p:grpSpPr>
      <p:sp>
        <p:nvSpPr>
          <p:cNvPr id="1470" name="Google Shape;1470;g3256ce43515_0_199:notes"/>
          <p:cNvSpPr txBox="1">
            <a:spLocks noGrp="1"/>
          </p:cNvSpPr>
          <p:nvPr>
            <p:ph type="body" idx="1"/>
          </p:nvPr>
        </p:nvSpPr>
        <p:spPr>
          <a:xfrm>
            <a:off x="686099" y="4401155"/>
            <a:ext cx="5485800" cy="3599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71" name="Google Shape;1471;g3256ce43515_0_199:notes"/>
          <p:cNvSpPr>
            <a:spLocks noGrp="1" noRot="1" noChangeAspect="1"/>
          </p:cNvSpPr>
          <p:nvPr>
            <p:ph type="sldImg" idx="2"/>
          </p:nvPr>
        </p:nvSpPr>
        <p:spPr>
          <a:xfrm>
            <a:off x="729258" y="1143000"/>
            <a:ext cx="5399400" cy="3085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1"/>
        <p:cNvGrpSpPr/>
        <p:nvPr/>
      </p:nvGrpSpPr>
      <p:grpSpPr>
        <a:xfrm>
          <a:off x="0" y="0"/>
          <a:ext cx="0" cy="0"/>
          <a:chOff x="0" y="0"/>
          <a:chExt cx="0" cy="0"/>
        </a:xfrm>
      </p:grpSpPr>
      <p:sp>
        <p:nvSpPr>
          <p:cNvPr id="1482" name="Google Shape;1482;g3256ce43515_0_2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3" name="Google Shape;1483;g3256ce43515_0_2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9"/>
        <p:cNvGrpSpPr/>
        <p:nvPr/>
      </p:nvGrpSpPr>
      <p:grpSpPr>
        <a:xfrm>
          <a:off x="0" y="0"/>
          <a:ext cx="0" cy="0"/>
          <a:chOff x="0" y="0"/>
          <a:chExt cx="0" cy="0"/>
        </a:xfrm>
      </p:grpSpPr>
      <p:sp>
        <p:nvSpPr>
          <p:cNvPr id="1490" name="Google Shape;1490;g2d85c0caa14_1_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1" name="Google Shape;1491;g2d85c0caa14_1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8"/>
        <p:cNvGrpSpPr/>
        <p:nvPr/>
      </p:nvGrpSpPr>
      <p:grpSpPr>
        <a:xfrm>
          <a:off x="0" y="0"/>
          <a:ext cx="0" cy="0"/>
          <a:chOff x="0" y="0"/>
          <a:chExt cx="0" cy="0"/>
        </a:xfrm>
      </p:grpSpPr>
      <p:sp>
        <p:nvSpPr>
          <p:cNvPr id="1509" name="Google Shape;1509;g3256ce43515_0_3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0" name="Google Shape;1510;g3256ce43515_0_3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0"/>
        <p:cNvGrpSpPr/>
        <p:nvPr/>
      </p:nvGrpSpPr>
      <p:grpSpPr>
        <a:xfrm>
          <a:off x="0" y="0"/>
          <a:ext cx="0" cy="0"/>
          <a:chOff x="0" y="0"/>
          <a:chExt cx="0" cy="0"/>
        </a:xfrm>
      </p:grpSpPr>
      <p:sp>
        <p:nvSpPr>
          <p:cNvPr id="1521" name="Google Shape;1521;g32c918b0811_12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2" name="Google Shape;1522;g32c918b0811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8"/>
        <p:cNvGrpSpPr/>
        <p:nvPr/>
      </p:nvGrpSpPr>
      <p:grpSpPr>
        <a:xfrm>
          <a:off x="0" y="0"/>
          <a:ext cx="0" cy="0"/>
          <a:chOff x="0" y="0"/>
          <a:chExt cx="0" cy="0"/>
        </a:xfrm>
      </p:grpSpPr>
      <p:sp>
        <p:nvSpPr>
          <p:cNvPr id="1529" name="Google Shape;1529;g2d841decf41_0_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0" name="Google Shape;1530;g2d841decf41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5"/>
        <p:cNvGrpSpPr/>
        <p:nvPr/>
      </p:nvGrpSpPr>
      <p:grpSpPr>
        <a:xfrm>
          <a:off x="0" y="0"/>
          <a:ext cx="0" cy="0"/>
          <a:chOff x="0" y="0"/>
          <a:chExt cx="0" cy="0"/>
        </a:xfrm>
      </p:grpSpPr>
      <p:sp>
        <p:nvSpPr>
          <p:cNvPr id="1536" name="Google Shape;1536;g1d361f69cb2_0_9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7" name="Google Shape;1537;g1d361f69cb2_0_9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txBody>
          <a:bodyPr/>
          <a:lstStyle/>
          <a:p>
            <a:endParaRPr lang="en-US"/>
          </a:p>
        </p:txBody>
      </p:sp>
      <p:sp>
        <p:nvSpPr>
          <p:cNvPr id="11" name="Google Shape;11;p2"/>
          <p:cNvSpPr txBox="1">
            <a:spLocks noGrp="1"/>
          </p:cNvSpPr>
          <p:nvPr>
            <p:ph type="ctrTitle"/>
          </p:nvPr>
        </p:nvSpPr>
        <p:spPr>
          <a:xfrm>
            <a:off x="311700" y="539725"/>
            <a:ext cx="8520600" cy="12825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a:endParaRPr/>
          </a:p>
        </p:txBody>
      </p:sp>
      <p:sp>
        <p:nvSpPr>
          <p:cNvPr id="12" name="Google Shape;12;p2"/>
          <p:cNvSpPr txBox="1">
            <a:spLocks noGrp="1"/>
          </p:cNvSpPr>
          <p:nvPr>
            <p:ph type="subTitle" idx="1"/>
          </p:nvPr>
        </p:nvSpPr>
        <p:spPr>
          <a:xfrm>
            <a:off x="311700" y="1878560"/>
            <a:ext cx="4242600" cy="7383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2"/>
              </a:buClr>
              <a:buSzPts val="1600"/>
              <a:buNone/>
              <a:defRPr sz="1600">
                <a:solidFill>
                  <a:schemeClr val="lt2"/>
                </a:solidFill>
              </a:defRPr>
            </a:lvl1pPr>
            <a:lvl2pPr lvl="1" algn="l">
              <a:lnSpc>
                <a:spcPct val="100000"/>
              </a:lnSpc>
              <a:spcBef>
                <a:spcPts val="0"/>
              </a:spcBef>
              <a:spcAft>
                <a:spcPts val="0"/>
              </a:spcAft>
              <a:buClr>
                <a:schemeClr val="lt2"/>
              </a:buClr>
              <a:buSzPts val="1600"/>
              <a:buNone/>
              <a:defRPr sz="1600">
                <a:solidFill>
                  <a:schemeClr val="lt2"/>
                </a:solidFill>
              </a:defRPr>
            </a:lvl2pPr>
            <a:lvl3pPr lvl="2" algn="l">
              <a:lnSpc>
                <a:spcPct val="100000"/>
              </a:lnSpc>
              <a:spcBef>
                <a:spcPts val="0"/>
              </a:spcBef>
              <a:spcAft>
                <a:spcPts val="0"/>
              </a:spcAft>
              <a:buClr>
                <a:schemeClr val="lt2"/>
              </a:buClr>
              <a:buSzPts val="1600"/>
              <a:buNone/>
              <a:defRPr sz="1600">
                <a:solidFill>
                  <a:schemeClr val="lt2"/>
                </a:solidFill>
              </a:defRPr>
            </a:lvl3pPr>
            <a:lvl4pPr lvl="3" algn="l">
              <a:lnSpc>
                <a:spcPct val="100000"/>
              </a:lnSpc>
              <a:spcBef>
                <a:spcPts val="0"/>
              </a:spcBef>
              <a:spcAft>
                <a:spcPts val="0"/>
              </a:spcAft>
              <a:buClr>
                <a:schemeClr val="lt2"/>
              </a:buClr>
              <a:buSzPts val="1600"/>
              <a:buNone/>
              <a:defRPr sz="1600">
                <a:solidFill>
                  <a:schemeClr val="lt2"/>
                </a:solidFill>
              </a:defRPr>
            </a:lvl4pPr>
            <a:lvl5pPr lvl="4" algn="l">
              <a:lnSpc>
                <a:spcPct val="100000"/>
              </a:lnSpc>
              <a:spcBef>
                <a:spcPts val="0"/>
              </a:spcBef>
              <a:spcAft>
                <a:spcPts val="0"/>
              </a:spcAft>
              <a:buClr>
                <a:schemeClr val="lt2"/>
              </a:buClr>
              <a:buSzPts val="1600"/>
              <a:buNone/>
              <a:defRPr sz="1600">
                <a:solidFill>
                  <a:schemeClr val="lt2"/>
                </a:solidFill>
              </a:defRPr>
            </a:lvl5pPr>
            <a:lvl6pPr lvl="5" algn="l">
              <a:lnSpc>
                <a:spcPct val="100000"/>
              </a:lnSpc>
              <a:spcBef>
                <a:spcPts val="0"/>
              </a:spcBef>
              <a:spcAft>
                <a:spcPts val="0"/>
              </a:spcAft>
              <a:buClr>
                <a:schemeClr val="lt2"/>
              </a:buClr>
              <a:buSzPts val="1600"/>
              <a:buNone/>
              <a:defRPr sz="1600">
                <a:solidFill>
                  <a:schemeClr val="lt2"/>
                </a:solidFill>
              </a:defRPr>
            </a:lvl6pPr>
            <a:lvl7pPr lvl="6" algn="l">
              <a:lnSpc>
                <a:spcPct val="100000"/>
              </a:lnSpc>
              <a:spcBef>
                <a:spcPts val="0"/>
              </a:spcBef>
              <a:spcAft>
                <a:spcPts val="0"/>
              </a:spcAft>
              <a:buClr>
                <a:schemeClr val="lt2"/>
              </a:buClr>
              <a:buSzPts val="1600"/>
              <a:buNone/>
              <a:defRPr sz="1600">
                <a:solidFill>
                  <a:schemeClr val="lt2"/>
                </a:solidFill>
              </a:defRPr>
            </a:lvl7pPr>
            <a:lvl8pPr lvl="7" algn="l">
              <a:lnSpc>
                <a:spcPct val="100000"/>
              </a:lnSpc>
              <a:spcBef>
                <a:spcPts val="0"/>
              </a:spcBef>
              <a:spcAft>
                <a:spcPts val="0"/>
              </a:spcAft>
              <a:buClr>
                <a:schemeClr val="lt2"/>
              </a:buClr>
              <a:buSzPts val="1600"/>
              <a:buNone/>
              <a:defRPr sz="1600">
                <a:solidFill>
                  <a:schemeClr val="lt2"/>
                </a:solidFill>
              </a:defRPr>
            </a:lvl8pPr>
            <a:lvl9pPr lvl="8" algn="l">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
        <p:cNvGrpSpPr/>
        <p:nvPr/>
      </p:nvGrpSpPr>
      <p:grpSpPr>
        <a:xfrm>
          <a:off x="0" y="0"/>
          <a:ext cx="0" cy="0"/>
          <a:chOff x="0" y="0"/>
          <a:chExt cx="0" cy="0"/>
        </a:xfrm>
      </p:grpSpPr>
      <p:sp>
        <p:nvSpPr>
          <p:cNvPr id="15" name="Google Shape;15;p3"/>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16;p3"/>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endParaRPr/>
          </a:p>
        </p:txBody>
      </p:sp>
      <p:sp>
        <p:nvSpPr>
          <p:cNvPr id="17" name="Google Shape;17;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ustom layout 1">
  <p:cSld name="AUTOLAYOUT_1">
    <p:bg>
      <p:bgPr>
        <a:solidFill>
          <a:srgbClr val="FFFFFF"/>
        </a:solidFill>
        <a:effectLst/>
      </p:bgPr>
    </p:bg>
    <p:spTree>
      <p:nvGrpSpPr>
        <p:cNvPr id="1" name="Shape 18"/>
        <p:cNvGrpSpPr/>
        <p:nvPr/>
      </p:nvGrpSpPr>
      <p:grpSpPr>
        <a:xfrm>
          <a:off x="0" y="0"/>
          <a:ext cx="0" cy="0"/>
          <a:chOff x="0" y="0"/>
          <a:chExt cx="0" cy="0"/>
        </a:xfrm>
      </p:grpSpPr>
      <p:sp>
        <p:nvSpPr>
          <p:cNvPr id="19" name="Google Shape;19;p4"/>
          <p:cNvSpPr/>
          <p:nvPr/>
        </p:nvSpPr>
        <p:spPr>
          <a:xfrm>
            <a:off x="0" y="0"/>
            <a:ext cx="9144000" cy="5143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4"/>
          <p:cNvSpPr/>
          <p:nvPr/>
        </p:nvSpPr>
        <p:spPr>
          <a:xfrm rot="10800000" flipH="1">
            <a:off x="365425" y="659700"/>
            <a:ext cx="1063500" cy="685500"/>
          </a:xfrm>
          <a:prstGeom prst="rtTriangl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4"/>
          <p:cNvSpPr/>
          <p:nvPr/>
        </p:nvSpPr>
        <p:spPr>
          <a:xfrm rot="10800000">
            <a:off x="439525" y="659700"/>
            <a:ext cx="989400" cy="685500"/>
          </a:xfrm>
          <a:prstGeom prst="rtTriangl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4"/>
          <p:cNvSpPr/>
          <p:nvPr/>
        </p:nvSpPr>
        <p:spPr>
          <a:xfrm>
            <a:off x="365425" y="0"/>
            <a:ext cx="1063500" cy="8160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4"/>
          <p:cNvSpPr txBox="1">
            <a:spLocks noGrp="1"/>
          </p:cNvSpPr>
          <p:nvPr>
            <p:ph type="title"/>
          </p:nvPr>
        </p:nvSpPr>
        <p:spPr>
          <a:xfrm>
            <a:off x="2454975" y="72350"/>
            <a:ext cx="6486000" cy="8520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1"/>
              </a:buClr>
              <a:buSzPts val="3600"/>
              <a:buNone/>
              <a:defRPr sz="3600" b="1">
                <a:solidFill>
                  <a:schemeClr val="dk1"/>
                </a:solidFill>
              </a:defRPr>
            </a:lvl1pPr>
            <a:lvl2pPr lvl="1" algn="l">
              <a:lnSpc>
                <a:spcPct val="100000"/>
              </a:lnSpc>
              <a:spcBef>
                <a:spcPts val="0"/>
              </a:spcBef>
              <a:spcAft>
                <a:spcPts val="0"/>
              </a:spcAft>
              <a:buClr>
                <a:schemeClr val="dk1"/>
              </a:buClr>
              <a:buSzPts val="3600"/>
              <a:buNone/>
              <a:defRPr sz="3600" b="1">
                <a:solidFill>
                  <a:schemeClr val="dk1"/>
                </a:solidFill>
              </a:defRPr>
            </a:lvl2pPr>
            <a:lvl3pPr lvl="2" algn="l">
              <a:lnSpc>
                <a:spcPct val="100000"/>
              </a:lnSpc>
              <a:spcBef>
                <a:spcPts val="0"/>
              </a:spcBef>
              <a:spcAft>
                <a:spcPts val="0"/>
              </a:spcAft>
              <a:buClr>
                <a:schemeClr val="dk1"/>
              </a:buClr>
              <a:buSzPts val="3600"/>
              <a:buNone/>
              <a:defRPr sz="3600" b="1">
                <a:solidFill>
                  <a:schemeClr val="dk1"/>
                </a:solidFill>
              </a:defRPr>
            </a:lvl3pPr>
            <a:lvl4pPr lvl="3" algn="l">
              <a:lnSpc>
                <a:spcPct val="100000"/>
              </a:lnSpc>
              <a:spcBef>
                <a:spcPts val="0"/>
              </a:spcBef>
              <a:spcAft>
                <a:spcPts val="0"/>
              </a:spcAft>
              <a:buClr>
                <a:schemeClr val="dk1"/>
              </a:buClr>
              <a:buSzPts val="3600"/>
              <a:buNone/>
              <a:defRPr sz="3600" b="1">
                <a:solidFill>
                  <a:schemeClr val="dk1"/>
                </a:solidFill>
              </a:defRPr>
            </a:lvl4pPr>
            <a:lvl5pPr lvl="4" algn="l">
              <a:lnSpc>
                <a:spcPct val="100000"/>
              </a:lnSpc>
              <a:spcBef>
                <a:spcPts val="0"/>
              </a:spcBef>
              <a:spcAft>
                <a:spcPts val="0"/>
              </a:spcAft>
              <a:buClr>
                <a:schemeClr val="dk1"/>
              </a:buClr>
              <a:buSzPts val="3600"/>
              <a:buNone/>
              <a:defRPr sz="3600" b="1">
                <a:solidFill>
                  <a:schemeClr val="dk1"/>
                </a:solidFill>
              </a:defRPr>
            </a:lvl5pPr>
            <a:lvl6pPr lvl="5" algn="l">
              <a:lnSpc>
                <a:spcPct val="100000"/>
              </a:lnSpc>
              <a:spcBef>
                <a:spcPts val="0"/>
              </a:spcBef>
              <a:spcAft>
                <a:spcPts val="0"/>
              </a:spcAft>
              <a:buClr>
                <a:schemeClr val="dk1"/>
              </a:buClr>
              <a:buSzPts val="3600"/>
              <a:buNone/>
              <a:defRPr sz="3600" b="1">
                <a:solidFill>
                  <a:schemeClr val="dk1"/>
                </a:solidFill>
              </a:defRPr>
            </a:lvl6pPr>
            <a:lvl7pPr lvl="6" algn="l">
              <a:lnSpc>
                <a:spcPct val="100000"/>
              </a:lnSpc>
              <a:spcBef>
                <a:spcPts val="0"/>
              </a:spcBef>
              <a:spcAft>
                <a:spcPts val="0"/>
              </a:spcAft>
              <a:buClr>
                <a:schemeClr val="dk1"/>
              </a:buClr>
              <a:buSzPts val="3600"/>
              <a:buNone/>
              <a:defRPr sz="3600" b="1">
                <a:solidFill>
                  <a:schemeClr val="dk1"/>
                </a:solidFill>
              </a:defRPr>
            </a:lvl7pPr>
            <a:lvl8pPr lvl="7" algn="l">
              <a:lnSpc>
                <a:spcPct val="100000"/>
              </a:lnSpc>
              <a:spcBef>
                <a:spcPts val="0"/>
              </a:spcBef>
              <a:spcAft>
                <a:spcPts val="0"/>
              </a:spcAft>
              <a:buClr>
                <a:schemeClr val="dk1"/>
              </a:buClr>
              <a:buSzPts val="3600"/>
              <a:buNone/>
              <a:defRPr sz="3600" b="1">
                <a:solidFill>
                  <a:schemeClr val="dk1"/>
                </a:solidFill>
              </a:defRPr>
            </a:lvl8pPr>
            <a:lvl9pPr lvl="8" algn="l">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24" name="Google Shape;24;p4"/>
          <p:cNvSpPr txBox="1">
            <a:spLocks noGrp="1"/>
          </p:cNvSpPr>
          <p:nvPr>
            <p:ph type="body" idx="1"/>
          </p:nvPr>
        </p:nvSpPr>
        <p:spPr>
          <a:xfrm>
            <a:off x="2454975" y="924350"/>
            <a:ext cx="6486000" cy="1146600"/>
          </a:xfrm>
          <a:prstGeom prst="rect">
            <a:avLst/>
          </a:prstGeom>
          <a:noFill/>
          <a:ln>
            <a:noFill/>
          </a:ln>
        </p:spPr>
        <p:txBody>
          <a:bodyPr spcFirstLastPara="1" wrap="square" lIns="91425" tIns="91425" rIns="91425" bIns="91425" anchor="t" anchorCtr="0">
            <a:noAutofit/>
          </a:bodyPr>
          <a:lstStyle>
            <a:lvl1pPr marL="457200" lvl="0" indent="-330200" algn="l">
              <a:lnSpc>
                <a:spcPct val="115000"/>
              </a:lnSpc>
              <a:spcBef>
                <a:spcPts val="0"/>
              </a:spcBef>
              <a:spcAft>
                <a:spcPts val="0"/>
              </a:spcAft>
              <a:buClr>
                <a:schemeClr val="dk2"/>
              </a:buClr>
              <a:buSzPts val="1600"/>
              <a:buChar char="●"/>
              <a:defRPr sz="1600">
                <a:solidFill>
                  <a:schemeClr val="dk2"/>
                </a:solidFill>
              </a:defRPr>
            </a:lvl1pPr>
            <a:lvl2pPr marL="914400" lvl="1" indent="-298450" algn="l">
              <a:lnSpc>
                <a:spcPct val="115000"/>
              </a:lnSpc>
              <a:spcBef>
                <a:spcPts val="1600"/>
              </a:spcBef>
              <a:spcAft>
                <a:spcPts val="0"/>
              </a:spcAft>
              <a:buClr>
                <a:schemeClr val="dk2"/>
              </a:buClr>
              <a:buSzPts val="1100"/>
              <a:buChar char="○"/>
              <a:defRPr sz="1400">
                <a:solidFill>
                  <a:schemeClr val="dk2"/>
                </a:solidFill>
              </a:defRPr>
            </a:lvl2pPr>
            <a:lvl3pPr marL="1371600" lvl="2" indent="-298450" algn="l">
              <a:lnSpc>
                <a:spcPct val="115000"/>
              </a:lnSpc>
              <a:spcBef>
                <a:spcPts val="1600"/>
              </a:spcBef>
              <a:spcAft>
                <a:spcPts val="0"/>
              </a:spcAft>
              <a:buClr>
                <a:schemeClr val="dk2"/>
              </a:buClr>
              <a:buSzPts val="1100"/>
              <a:buChar char="■"/>
              <a:defRPr sz="1400">
                <a:solidFill>
                  <a:schemeClr val="dk2"/>
                </a:solidFill>
              </a:defRPr>
            </a:lvl3pPr>
            <a:lvl4pPr marL="1828800" lvl="3" indent="-298450" algn="l">
              <a:lnSpc>
                <a:spcPct val="115000"/>
              </a:lnSpc>
              <a:spcBef>
                <a:spcPts val="1600"/>
              </a:spcBef>
              <a:spcAft>
                <a:spcPts val="0"/>
              </a:spcAft>
              <a:buClr>
                <a:schemeClr val="dk2"/>
              </a:buClr>
              <a:buSzPts val="1100"/>
              <a:buChar char="●"/>
              <a:defRPr sz="1400">
                <a:solidFill>
                  <a:schemeClr val="dk2"/>
                </a:solidFill>
              </a:defRPr>
            </a:lvl4pPr>
            <a:lvl5pPr marL="2286000" lvl="4" indent="-298450" algn="l">
              <a:lnSpc>
                <a:spcPct val="115000"/>
              </a:lnSpc>
              <a:spcBef>
                <a:spcPts val="1600"/>
              </a:spcBef>
              <a:spcAft>
                <a:spcPts val="0"/>
              </a:spcAft>
              <a:buClr>
                <a:schemeClr val="dk2"/>
              </a:buClr>
              <a:buSzPts val="1100"/>
              <a:buChar char="○"/>
              <a:defRPr sz="1400">
                <a:solidFill>
                  <a:schemeClr val="dk2"/>
                </a:solidFill>
              </a:defRPr>
            </a:lvl5pPr>
            <a:lvl6pPr marL="2743200" lvl="5" indent="-298450" algn="l">
              <a:lnSpc>
                <a:spcPct val="115000"/>
              </a:lnSpc>
              <a:spcBef>
                <a:spcPts val="1600"/>
              </a:spcBef>
              <a:spcAft>
                <a:spcPts val="0"/>
              </a:spcAft>
              <a:buClr>
                <a:schemeClr val="dk2"/>
              </a:buClr>
              <a:buSzPts val="1100"/>
              <a:buChar char="■"/>
              <a:defRPr sz="1400">
                <a:solidFill>
                  <a:schemeClr val="dk2"/>
                </a:solidFill>
              </a:defRPr>
            </a:lvl6pPr>
            <a:lvl7pPr marL="3200400" lvl="6" indent="-298450" algn="l">
              <a:lnSpc>
                <a:spcPct val="115000"/>
              </a:lnSpc>
              <a:spcBef>
                <a:spcPts val="1600"/>
              </a:spcBef>
              <a:spcAft>
                <a:spcPts val="0"/>
              </a:spcAft>
              <a:buClr>
                <a:schemeClr val="dk2"/>
              </a:buClr>
              <a:buSzPts val="1100"/>
              <a:buChar char="●"/>
              <a:defRPr sz="1400">
                <a:solidFill>
                  <a:schemeClr val="dk2"/>
                </a:solidFill>
              </a:defRPr>
            </a:lvl7pPr>
            <a:lvl8pPr marL="3657600" lvl="7" indent="-298450" algn="l">
              <a:lnSpc>
                <a:spcPct val="115000"/>
              </a:lnSpc>
              <a:spcBef>
                <a:spcPts val="1600"/>
              </a:spcBef>
              <a:spcAft>
                <a:spcPts val="0"/>
              </a:spcAft>
              <a:buClr>
                <a:schemeClr val="dk2"/>
              </a:buClr>
              <a:buSzPts val="1100"/>
              <a:buChar char="○"/>
              <a:defRPr sz="1400">
                <a:solidFill>
                  <a:schemeClr val="dk2"/>
                </a:solidFill>
              </a:defRPr>
            </a:lvl8pPr>
            <a:lvl9pPr marL="4114800" lvl="8" indent="-298450" algn="l">
              <a:lnSpc>
                <a:spcPct val="115000"/>
              </a:lnSpc>
              <a:spcBef>
                <a:spcPts val="1600"/>
              </a:spcBef>
              <a:spcAft>
                <a:spcPts val="1600"/>
              </a:spcAft>
              <a:buClr>
                <a:schemeClr val="dk2"/>
              </a:buClr>
              <a:buSzPts val="1100"/>
              <a:buChar char="■"/>
              <a:defRPr sz="1400">
                <a:solidFill>
                  <a:schemeClr val="dk2"/>
                </a:solidFill>
              </a:defRPr>
            </a:lvl9pPr>
          </a:lstStyle>
          <a:p>
            <a:endParaRPr/>
          </a:p>
        </p:txBody>
      </p:sp>
      <p:sp>
        <p:nvSpPr>
          <p:cNvPr id="25" name="Google Shape;25;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26" name="Google Shape;26;p4"/>
          <p:cNvSpPr txBox="1">
            <a:spLocks noGrp="1"/>
          </p:cNvSpPr>
          <p:nvPr>
            <p:ph type="body" idx="2"/>
          </p:nvPr>
        </p:nvSpPr>
        <p:spPr>
          <a:xfrm>
            <a:off x="110475" y="1720575"/>
            <a:ext cx="2311200" cy="21765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27" name="Google Shape;27;p4"/>
          <p:cNvSpPr txBox="1">
            <a:spLocks noGrp="1"/>
          </p:cNvSpPr>
          <p:nvPr>
            <p:ph type="body" idx="3"/>
          </p:nvPr>
        </p:nvSpPr>
        <p:spPr>
          <a:xfrm>
            <a:off x="2454975" y="2013125"/>
            <a:ext cx="6486000" cy="28287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28" name="Google Shape;28;p4"/>
          <p:cNvSpPr txBox="1">
            <a:spLocks noGrp="1"/>
          </p:cNvSpPr>
          <p:nvPr>
            <p:ph type="title" idx="4"/>
          </p:nvPr>
        </p:nvSpPr>
        <p:spPr>
          <a:xfrm>
            <a:off x="427525" y="32875"/>
            <a:ext cx="933900" cy="7497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800"/>
              <a:buNone/>
              <a:defRPr sz="2400">
                <a:solidFill>
                  <a:srgbClr val="FFFFFF"/>
                </a:solidFill>
                <a:latin typeface="Roboto"/>
                <a:ea typeface="Roboto"/>
                <a:cs typeface="Roboto"/>
                <a:sym typeface="Roboto"/>
              </a:defRPr>
            </a:lvl1pPr>
            <a:lvl2pPr lvl="1" algn="l">
              <a:lnSpc>
                <a:spcPct val="100000"/>
              </a:lnSpc>
              <a:spcBef>
                <a:spcPts val="0"/>
              </a:spcBef>
              <a:spcAft>
                <a:spcPts val="0"/>
              </a:spcAft>
              <a:buSzPts val="2800"/>
              <a:buNone/>
              <a:defRPr>
                <a:latin typeface="Roboto"/>
                <a:ea typeface="Roboto"/>
                <a:cs typeface="Roboto"/>
                <a:sym typeface="Roboto"/>
              </a:defRPr>
            </a:lvl2pPr>
            <a:lvl3pPr lvl="2" algn="l">
              <a:lnSpc>
                <a:spcPct val="100000"/>
              </a:lnSpc>
              <a:spcBef>
                <a:spcPts val="0"/>
              </a:spcBef>
              <a:spcAft>
                <a:spcPts val="0"/>
              </a:spcAft>
              <a:buSzPts val="2800"/>
              <a:buNone/>
              <a:defRPr>
                <a:latin typeface="Roboto"/>
                <a:ea typeface="Roboto"/>
                <a:cs typeface="Roboto"/>
                <a:sym typeface="Roboto"/>
              </a:defRPr>
            </a:lvl3pPr>
            <a:lvl4pPr lvl="3" algn="l">
              <a:lnSpc>
                <a:spcPct val="100000"/>
              </a:lnSpc>
              <a:spcBef>
                <a:spcPts val="0"/>
              </a:spcBef>
              <a:spcAft>
                <a:spcPts val="0"/>
              </a:spcAft>
              <a:buSzPts val="2800"/>
              <a:buNone/>
              <a:defRPr>
                <a:latin typeface="Roboto"/>
                <a:ea typeface="Roboto"/>
                <a:cs typeface="Roboto"/>
                <a:sym typeface="Roboto"/>
              </a:defRPr>
            </a:lvl4pPr>
            <a:lvl5pPr lvl="4" algn="l">
              <a:lnSpc>
                <a:spcPct val="100000"/>
              </a:lnSpc>
              <a:spcBef>
                <a:spcPts val="0"/>
              </a:spcBef>
              <a:spcAft>
                <a:spcPts val="0"/>
              </a:spcAft>
              <a:buSzPts val="2800"/>
              <a:buNone/>
              <a:defRPr>
                <a:latin typeface="Roboto"/>
                <a:ea typeface="Roboto"/>
                <a:cs typeface="Roboto"/>
                <a:sym typeface="Roboto"/>
              </a:defRPr>
            </a:lvl5pPr>
            <a:lvl6pPr lvl="5" algn="l">
              <a:lnSpc>
                <a:spcPct val="100000"/>
              </a:lnSpc>
              <a:spcBef>
                <a:spcPts val="0"/>
              </a:spcBef>
              <a:spcAft>
                <a:spcPts val="0"/>
              </a:spcAft>
              <a:buSzPts val="2800"/>
              <a:buNone/>
              <a:defRPr>
                <a:latin typeface="Roboto"/>
                <a:ea typeface="Roboto"/>
                <a:cs typeface="Roboto"/>
                <a:sym typeface="Roboto"/>
              </a:defRPr>
            </a:lvl6pPr>
            <a:lvl7pPr lvl="6" algn="l">
              <a:lnSpc>
                <a:spcPct val="100000"/>
              </a:lnSpc>
              <a:spcBef>
                <a:spcPts val="0"/>
              </a:spcBef>
              <a:spcAft>
                <a:spcPts val="0"/>
              </a:spcAft>
              <a:buSzPts val="2800"/>
              <a:buNone/>
              <a:defRPr>
                <a:latin typeface="Roboto"/>
                <a:ea typeface="Roboto"/>
                <a:cs typeface="Roboto"/>
                <a:sym typeface="Roboto"/>
              </a:defRPr>
            </a:lvl7pPr>
            <a:lvl8pPr lvl="7" algn="l">
              <a:lnSpc>
                <a:spcPct val="100000"/>
              </a:lnSpc>
              <a:spcBef>
                <a:spcPts val="0"/>
              </a:spcBef>
              <a:spcAft>
                <a:spcPts val="0"/>
              </a:spcAft>
              <a:buSzPts val="2800"/>
              <a:buNone/>
              <a:defRPr>
                <a:latin typeface="Roboto"/>
                <a:ea typeface="Roboto"/>
                <a:cs typeface="Roboto"/>
                <a:sym typeface="Roboto"/>
              </a:defRPr>
            </a:lvl8pPr>
            <a:lvl9pPr lvl="8" algn="l">
              <a:lnSpc>
                <a:spcPct val="100000"/>
              </a:lnSpc>
              <a:spcBef>
                <a:spcPts val="0"/>
              </a:spcBef>
              <a:spcAft>
                <a:spcPts val="0"/>
              </a:spcAft>
              <a:buSzPts val="2800"/>
              <a:buNone/>
              <a:defRPr>
                <a:latin typeface="Roboto"/>
                <a:ea typeface="Roboto"/>
                <a:cs typeface="Roboto"/>
                <a:sym typeface="Roboto"/>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9"/>
        <p:cNvGrpSpPr/>
        <p:nvPr/>
      </p:nvGrpSpPr>
      <p:grpSpPr>
        <a:xfrm>
          <a:off x="0" y="0"/>
          <a:ext cx="0" cy="0"/>
          <a:chOff x="0" y="0"/>
          <a:chExt cx="0" cy="0"/>
        </a:xfrm>
      </p:grpSpPr>
      <p:sp>
        <p:nvSpPr>
          <p:cNvPr id="30" name="Google Shape;30;p5"/>
          <p:cNvSpPr/>
          <p:nvPr/>
        </p:nvSpPr>
        <p:spPr>
          <a:xfrm>
            <a:off x="-125"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31" name="Google Shape;31;p5"/>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 name="Google Shape;32;p5"/>
          <p:cNvSpPr txBox="1">
            <a:spLocks noGrp="1"/>
          </p:cNvSpPr>
          <p:nvPr>
            <p:ph type="title"/>
          </p:nvPr>
        </p:nvSpPr>
        <p:spPr>
          <a:xfrm>
            <a:off x="311725" y="500925"/>
            <a:ext cx="3706500" cy="6381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endParaRPr/>
          </a:p>
        </p:txBody>
      </p:sp>
      <p:sp>
        <p:nvSpPr>
          <p:cNvPr id="33" name="Google Shape;33;p5"/>
          <p:cNvSpPr txBox="1">
            <a:spLocks noGrp="1"/>
          </p:cNvSpPr>
          <p:nvPr>
            <p:ph type="body" idx="1"/>
          </p:nvPr>
        </p:nvSpPr>
        <p:spPr>
          <a:xfrm>
            <a:off x="4644675" y="500925"/>
            <a:ext cx="4166400" cy="44322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34" name="Google Shape;3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35" name="Google Shape;35;p5"/>
          <p:cNvSpPr txBox="1">
            <a:spLocks noGrp="1"/>
          </p:cNvSpPr>
          <p:nvPr>
            <p:ph type="body" idx="2"/>
          </p:nvPr>
        </p:nvSpPr>
        <p:spPr>
          <a:xfrm>
            <a:off x="315425" y="1286175"/>
            <a:ext cx="3706500" cy="26973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Clr>
                <a:srgbClr val="FFFFFF"/>
              </a:buClr>
              <a:buSzPts val="1300"/>
              <a:buChar char="●"/>
              <a:defRPr>
                <a:solidFill>
                  <a:srgbClr val="FFFFFF"/>
                </a:solidFill>
              </a:defRPr>
            </a:lvl1pPr>
            <a:lvl2pPr marL="914400" lvl="1" indent="-298450" algn="l">
              <a:lnSpc>
                <a:spcPct val="115000"/>
              </a:lnSpc>
              <a:spcBef>
                <a:spcPts val="1600"/>
              </a:spcBef>
              <a:spcAft>
                <a:spcPts val="0"/>
              </a:spcAft>
              <a:buClr>
                <a:srgbClr val="FFFFFF"/>
              </a:buClr>
              <a:buSzPts val="1100"/>
              <a:buChar char="○"/>
              <a:defRPr>
                <a:solidFill>
                  <a:srgbClr val="FFFFFF"/>
                </a:solidFill>
              </a:defRPr>
            </a:lvl2pPr>
            <a:lvl3pPr marL="1371600" lvl="2" indent="-298450" algn="l">
              <a:lnSpc>
                <a:spcPct val="115000"/>
              </a:lnSpc>
              <a:spcBef>
                <a:spcPts val="1600"/>
              </a:spcBef>
              <a:spcAft>
                <a:spcPts val="0"/>
              </a:spcAft>
              <a:buClr>
                <a:srgbClr val="FFFFFF"/>
              </a:buClr>
              <a:buSzPts val="1100"/>
              <a:buChar char="■"/>
              <a:defRPr>
                <a:solidFill>
                  <a:srgbClr val="FFFFFF"/>
                </a:solidFill>
              </a:defRPr>
            </a:lvl3pPr>
            <a:lvl4pPr marL="1828800" lvl="3" indent="-298450" algn="l">
              <a:lnSpc>
                <a:spcPct val="115000"/>
              </a:lnSpc>
              <a:spcBef>
                <a:spcPts val="1600"/>
              </a:spcBef>
              <a:spcAft>
                <a:spcPts val="0"/>
              </a:spcAft>
              <a:buClr>
                <a:srgbClr val="FFFFFF"/>
              </a:buClr>
              <a:buSzPts val="1100"/>
              <a:buChar char="●"/>
              <a:defRPr>
                <a:solidFill>
                  <a:srgbClr val="FFFFFF"/>
                </a:solidFill>
              </a:defRPr>
            </a:lvl4pPr>
            <a:lvl5pPr marL="2286000" lvl="4" indent="-298450" algn="l">
              <a:lnSpc>
                <a:spcPct val="115000"/>
              </a:lnSpc>
              <a:spcBef>
                <a:spcPts val="1600"/>
              </a:spcBef>
              <a:spcAft>
                <a:spcPts val="0"/>
              </a:spcAft>
              <a:buClr>
                <a:srgbClr val="FFFFFF"/>
              </a:buClr>
              <a:buSzPts val="1100"/>
              <a:buChar char="○"/>
              <a:defRPr>
                <a:solidFill>
                  <a:srgbClr val="FFFFFF"/>
                </a:solidFill>
              </a:defRPr>
            </a:lvl5pPr>
            <a:lvl6pPr marL="2743200" lvl="5" indent="-298450" algn="l">
              <a:lnSpc>
                <a:spcPct val="115000"/>
              </a:lnSpc>
              <a:spcBef>
                <a:spcPts val="1600"/>
              </a:spcBef>
              <a:spcAft>
                <a:spcPts val="0"/>
              </a:spcAft>
              <a:buClr>
                <a:srgbClr val="FFFFFF"/>
              </a:buClr>
              <a:buSzPts val="1100"/>
              <a:buChar char="■"/>
              <a:defRPr>
                <a:solidFill>
                  <a:srgbClr val="FFFFFF"/>
                </a:solidFill>
              </a:defRPr>
            </a:lvl6pPr>
            <a:lvl7pPr marL="3200400" lvl="6" indent="-298450" algn="l">
              <a:lnSpc>
                <a:spcPct val="115000"/>
              </a:lnSpc>
              <a:spcBef>
                <a:spcPts val="1600"/>
              </a:spcBef>
              <a:spcAft>
                <a:spcPts val="0"/>
              </a:spcAft>
              <a:buClr>
                <a:srgbClr val="FFFFFF"/>
              </a:buClr>
              <a:buSzPts val="1100"/>
              <a:buChar char="●"/>
              <a:defRPr>
                <a:solidFill>
                  <a:srgbClr val="FFFFFF"/>
                </a:solidFill>
              </a:defRPr>
            </a:lvl7pPr>
            <a:lvl8pPr marL="3657600" lvl="7" indent="-298450" algn="l">
              <a:lnSpc>
                <a:spcPct val="115000"/>
              </a:lnSpc>
              <a:spcBef>
                <a:spcPts val="1600"/>
              </a:spcBef>
              <a:spcAft>
                <a:spcPts val="0"/>
              </a:spcAft>
              <a:buClr>
                <a:srgbClr val="FFFFFF"/>
              </a:buClr>
              <a:buSzPts val="1100"/>
              <a:buChar char="○"/>
              <a:defRPr>
                <a:solidFill>
                  <a:srgbClr val="FFFFFF"/>
                </a:solidFill>
              </a:defRPr>
            </a:lvl8pPr>
            <a:lvl9pPr marL="4114800" lvl="8" indent="-298450" algn="l">
              <a:lnSpc>
                <a:spcPct val="115000"/>
              </a:lnSpc>
              <a:spcBef>
                <a:spcPts val="1600"/>
              </a:spcBef>
              <a:spcAft>
                <a:spcPts val="1600"/>
              </a:spcAft>
              <a:buClr>
                <a:srgbClr val="FFFFFF"/>
              </a:buClr>
              <a:buSzPts val="1100"/>
              <a:buChar char="■"/>
              <a:defRPr>
                <a:solidFill>
                  <a:srgbClr val="FFFFFF"/>
                </a:solidFill>
              </a:defRPr>
            </a:lvl9pPr>
          </a:lstStyle>
          <a:p>
            <a:endParaRPr/>
          </a:p>
        </p:txBody>
      </p:sp>
      <p:sp>
        <p:nvSpPr>
          <p:cNvPr id="36" name="Google Shape;36;p5"/>
          <p:cNvSpPr txBox="1">
            <a:spLocks noGrp="1"/>
          </p:cNvSpPr>
          <p:nvPr>
            <p:ph type="body" idx="3"/>
          </p:nvPr>
        </p:nvSpPr>
        <p:spPr>
          <a:xfrm>
            <a:off x="3154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11150" algn="l">
              <a:lnSpc>
                <a:spcPct val="115000"/>
              </a:lnSpc>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marL="914400" lvl="1"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7"/>
        <p:cNvGrpSpPr/>
        <p:nvPr/>
      </p:nvGrpSpPr>
      <p:grpSpPr>
        <a:xfrm>
          <a:off x="0" y="0"/>
          <a:ext cx="0" cy="0"/>
          <a:chOff x="0" y="0"/>
          <a:chExt cx="0" cy="0"/>
        </a:xfrm>
      </p:grpSpPr>
      <p:sp>
        <p:nvSpPr>
          <p:cNvPr id="38" name="Google Shape;38;p6"/>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6"/>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endParaRPr/>
          </a:p>
        </p:txBody>
      </p:sp>
      <p:sp>
        <p:nvSpPr>
          <p:cNvPr id="40" name="Google Shape;40;p6"/>
          <p:cNvSpPr txBox="1">
            <a:spLocks noGrp="1"/>
          </p:cNvSpPr>
          <p:nvPr>
            <p:ph type="body" idx="1"/>
          </p:nvPr>
        </p:nvSpPr>
        <p:spPr>
          <a:xfrm>
            <a:off x="311700" y="1505700"/>
            <a:ext cx="3999900" cy="30762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41" name="Google Shape;41;p6"/>
          <p:cNvSpPr txBox="1">
            <a:spLocks noGrp="1"/>
          </p:cNvSpPr>
          <p:nvPr>
            <p:ph type="body" idx="2"/>
          </p:nvPr>
        </p:nvSpPr>
        <p:spPr>
          <a:xfrm>
            <a:off x="4832400" y="1505700"/>
            <a:ext cx="3999900" cy="30762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42" name="Google Shape;42;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3"/>
        <p:cNvGrpSpPr/>
        <p:nvPr/>
      </p:nvGrpSpPr>
      <p:grpSpPr>
        <a:xfrm>
          <a:off x="0" y="0"/>
          <a:ext cx="0" cy="0"/>
          <a:chOff x="0" y="0"/>
          <a:chExt cx="0" cy="0"/>
        </a:xfrm>
      </p:grpSpPr>
      <p:sp>
        <p:nvSpPr>
          <p:cNvPr id="44" name="Google Shape;44;p7"/>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45;p7"/>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46" name="Google Shape;46;p7"/>
          <p:cNvSpPr txBox="1">
            <a:spLocks noGrp="1"/>
          </p:cNvSpPr>
          <p:nvPr>
            <p:ph type="sldNum" idx="12"/>
          </p:nvPr>
        </p:nvSpPr>
        <p:spPr>
          <a:xfrm>
            <a:off x="90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47" name="Google Shape;47;p7"/>
          <p:cNvSpPr txBox="1">
            <a:spLocks noGrp="1"/>
          </p:cNvSpPr>
          <p:nvPr>
            <p:ph type="title"/>
          </p:nvPr>
        </p:nvSpPr>
        <p:spPr>
          <a:xfrm>
            <a:off x="5264725" y="500925"/>
            <a:ext cx="3706500" cy="6381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endParaRPr/>
          </a:p>
        </p:txBody>
      </p:sp>
      <p:sp>
        <p:nvSpPr>
          <p:cNvPr id="48" name="Google Shape;48;p7"/>
          <p:cNvSpPr txBox="1">
            <a:spLocks noGrp="1"/>
          </p:cNvSpPr>
          <p:nvPr>
            <p:ph type="body" idx="1"/>
          </p:nvPr>
        </p:nvSpPr>
        <p:spPr>
          <a:xfrm>
            <a:off x="301275" y="500925"/>
            <a:ext cx="4166400" cy="44322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49" name="Google Shape;49;p7"/>
          <p:cNvSpPr txBox="1">
            <a:spLocks noGrp="1"/>
          </p:cNvSpPr>
          <p:nvPr>
            <p:ph type="body" idx="2"/>
          </p:nvPr>
        </p:nvSpPr>
        <p:spPr>
          <a:xfrm>
            <a:off x="5192225" y="1286175"/>
            <a:ext cx="3706500" cy="26973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Clr>
                <a:srgbClr val="FFFFFF"/>
              </a:buClr>
              <a:buSzPts val="1300"/>
              <a:buChar char="●"/>
              <a:defRPr>
                <a:solidFill>
                  <a:srgbClr val="FFFFFF"/>
                </a:solidFill>
              </a:defRPr>
            </a:lvl1pPr>
            <a:lvl2pPr marL="914400" lvl="1" indent="-298450" algn="l">
              <a:lnSpc>
                <a:spcPct val="115000"/>
              </a:lnSpc>
              <a:spcBef>
                <a:spcPts val="1600"/>
              </a:spcBef>
              <a:spcAft>
                <a:spcPts val="0"/>
              </a:spcAft>
              <a:buClr>
                <a:srgbClr val="FFFFFF"/>
              </a:buClr>
              <a:buSzPts val="1100"/>
              <a:buChar char="○"/>
              <a:defRPr>
                <a:solidFill>
                  <a:srgbClr val="FFFFFF"/>
                </a:solidFill>
              </a:defRPr>
            </a:lvl2pPr>
            <a:lvl3pPr marL="1371600" lvl="2" indent="-298450" algn="l">
              <a:lnSpc>
                <a:spcPct val="115000"/>
              </a:lnSpc>
              <a:spcBef>
                <a:spcPts val="1600"/>
              </a:spcBef>
              <a:spcAft>
                <a:spcPts val="0"/>
              </a:spcAft>
              <a:buClr>
                <a:srgbClr val="FFFFFF"/>
              </a:buClr>
              <a:buSzPts val="1100"/>
              <a:buChar char="■"/>
              <a:defRPr>
                <a:solidFill>
                  <a:srgbClr val="FFFFFF"/>
                </a:solidFill>
              </a:defRPr>
            </a:lvl3pPr>
            <a:lvl4pPr marL="1828800" lvl="3" indent="-298450" algn="l">
              <a:lnSpc>
                <a:spcPct val="115000"/>
              </a:lnSpc>
              <a:spcBef>
                <a:spcPts val="1600"/>
              </a:spcBef>
              <a:spcAft>
                <a:spcPts val="0"/>
              </a:spcAft>
              <a:buClr>
                <a:srgbClr val="FFFFFF"/>
              </a:buClr>
              <a:buSzPts val="1100"/>
              <a:buChar char="●"/>
              <a:defRPr>
                <a:solidFill>
                  <a:srgbClr val="FFFFFF"/>
                </a:solidFill>
              </a:defRPr>
            </a:lvl4pPr>
            <a:lvl5pPr marL="2286000" lvl="4" indent="-298450" algn="l">
              <a:lnSpc>
                <a:spcPct val="115000"/>
              </a:lnSpc>
              <a:spcBef>
                <a:spcPts val="1600"/>
              </a:spcBef>
              <a:spcAft>
                <a:spcPts val="0"/>
              </a:spcAft>
              <a:buClr>
                <a:srgbClr val="FFFFFF"/>
              </a:buClr>
              <a:buSzPts val="1100"/>
              <a:buChar char="○"/>
              <a:defRPr>
                <a:solidFill>
                  <a:srgbClr val="FFFFFF"/>
                </a:solidFill>
              </a:defRPr>
            </a:lvl5pPr>
            <a:lvl6pPr marL="2743200" lvl="5" indent="-298450" algn="l">
              <a:lnSpc>
                <a:spcPct val="115000"/>
              </a:lnSpc>
              <a:spcBef>
                <a:spcPts val="1600"/>
              </a:spcBef>
              <a:spcAft>
                <a:spcPts val="0"/>
              </a:spcAft>
              <a:buClr>
                <a:srgbClr val="FFFFFF"/>
              </a:buClr>
              <a:buSzPts val="1100"/>
              <a:buChar char="■"/>
              <a:defRPr>
                <a:solidFill>
                  <a:srgbClr val="FFFFFF"/>
                </a:solidFill>
              </a:defRPr>
            </a:lvl6pPr>
            <a:lvl7pPr marL="3200400" lvl="6" indent="-298450" algn="l">
              <a:lnSpc>
                <a:spcPct val="115000"/>
              </a:lnSpc>
              <a:spcBef>
                <a:spcPts val="1600"/>
              </a:spcBef>
              <a:spcAft>
                <a:spcPts val="0"/>
              </a:spcAft>
              <a:buClr>
                <a:srgbClr val="FFFFFF"/>
              </a:buClr>
              <a:buSzPts val="1100"/>
              <a:buChar char="●"/>
              <a:defRPr>
                <a:solidFill>
                  <a:srgbClr val="FFFFFF"/>
                </a:solidFill>
              </a:defRPr>
            </a:lvl7pPr>
            <a:lvl8pPr marL="3657600" lvl="7" indent="-298450" algn="l">
              <a:lnSpc>
                <a:spcPct val="115000"/>
              </a:lnSpc>
              <a:spcBef>
                <a:spcPts val="1600"/>
              </a:spcBef>
              <a:spcAft>
                <a:spcPts val="0"/>
              </a:spcAft>
              <a:buClr>
                <a:srgbClr val="FFFFFF"/>
              </a:buClr>
              <a:buSzPts val="1100"/>
              <a:buChar char="○"/>
              <a:defRPr>
                <a:solidFill>
                  <a:srgbClr val="FFFFFF"/>
                </a:solidFill>
              </a:defRPr>
            </a:lvl8pPr>
            <a:lvl9pPr marL="4114800" lvl="8" indent="-298450" algn="l">
              <a:lnSpc>
                <a:spcPct val="115000"/>
              </a:lnSpc>
              <a:spcBef>
                <a:spcPts val="1600"/>
              </a:spcBef>
              <a:spcAft>
                <a:spcPts val="1600"/>
              </a:spcAft>
              <a:buClr>
                <a:srgbClr val="FFFFFF"/>
              </a:buClr>
              <a:buSzPts val="1100"/>
              <a:buChar char="■"/>
              <a:defRPr>
                <a:solidFill>
                  <a:srgbClr val="FFFFFF"/>
                </a:solidFill>
              </a:defRPr>
            </a:lvl9pPr>
          </a:lstStyle>
          <a:p>
            <a:endParaRPr/>
          </a:p>
        </p:txBody>
      </p:sp>
      <p:sp>
        <p:nvSpPr>
          <p:cNvPr id="50" name="Google Shape;50;p7"/>
          <p:cNvSpPr txBox="1">
            <a:spLocks noGrp="1"/>
          </p:cNvSpPr>
          <p:nvPr>
            <p:ph type="body" idx="3"/>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11150" algn="l">
              <a:lnSpc>
                <a:spcPct val="115000"/>
              </a:lnSpc>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marL="914400" lvl="1"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51"/>
        <p:cNvGrpSpPr/>
        <p:nvPr/>
      </p:nvGrpSpPr>
      <p:grpSpPr>
        <a:xfrm>
          <a:off x="0" y="0"/>
          <a:ext cx="0" cy="0"/>
          <a:chOff x="0" y="0"/>
          <a:chExt cx="0" cy="0"/>
        </a:xfrm>
      </p:grpSpPr>
      <p:sp>
        <p:nvSpPr>
          <p:cNvPr id="52" name="Google Shape;52;p8"/>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53" name="Google Shape;53;p8"/>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54" name="Google Shape;54;p8"/>
          <p:cNvSpPr txBox="1">
            <a:spLocks noGrp="1"/>
          </p:cNvSpPr>
          <p:nvPr>
            <p:ph type="title"/>
          </p:nvPr>
        </p:nvSpPr>
        <p:spPr>
          <a:xfrm>
            <a:off x="311700" y="539725"/>
            <a:ext cx="8520600" cy="12825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a:endParaRPr/>
          </a:p>
        </p:txBody>
      </p:sp>
      <p:sp>
        <p:nvSpPr>
          <p:cNvPr id="55" name="Google Shape;55;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6"/>
        <p:cNvGrpSpPr/>
        <p:nvPr/>
      </p:nvGrpSpPr>
      <p:grpSpPr>
        <a:xfrm>
          <a:off x="0" y="0"/>
          <a:ext cx="0" cy="0"/>
          <a:chOff x="0" y="0"/>
          <a:chExt cx="0" cy="0"/>
        </a:xfrm>
      </p:grpSpPr>
      <p:sp>
        <p:nvSpPr>
          <p:cNvPr id="57" name="Google Shape;57;p9"/>
          <p:cNvSpPr txBox="1">
            <a:spLocks noGrp="1"/>
          </p:cNvSpPr>
          <p:nvPr>
            <p:ph type="title"/>
          </p:nvPr>
        </p:nvSpPr>
        <p:spPr>
          <a:xfrm>
            <a:off x="311675" y="798600"/>
            <a:ext cx="6247800" cy="3546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a:endParaRPr/>
          </a:p>
        </p:txBody>
      </p:sp>
      <p:sp>
        <p:nvSpPr>
          <p:cNvPr id="58" name="Google Shape;58;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9"/>
        <p:cNvGrpSpPr/>
        <p:nvPr/>
      </p:nvGrpSpPr>
      <p:grpSpPr>
        <a:xfrm>
          <a:off x="0" y="0"/>
          <a:ext cx="0" cy="0"/>
          <a:chOff x="0" y="0"/>
          <a:chExt cx="0" cy="0"/>
        </a:xfrm>
      </p:grpSpPr>
      <p:sp>
        <p:nvSpPr>
          <p:cNvPr id="60" name="Google Shape;60;p10"/>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p10"/>
          <p:cNvSpPr txBox="1">
            <a:spLocks noGrp="1"/>
          </p:cNvSpPr>
          <p:nvPr>
            <p:ph type="title"/>
          </p:nvPr>
        </p:nvSpPr>
        <p:spPr>
          <a:xfrm>
            <a:off x="311300" y="500925"/>
            <a:ext cx="3704400" cy="2049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endParaRPr/>
          </a:p>
        </p:txBody>
      </p:sp>
      <p:sp>
        <p:nvSpPr>
          <p:cNvPr id="62" name="Google Shape;62;p10"/>
          <p:cNvSpPr txBox="1">
            <a:spLocks noGrp="1"/>
          </p:cNvSpPr>
          <p:nvPr>
            <p:ph type="subTitle" idx="1"/>
          </p:nvPr>
        </p:nvSpPr>
        <p:spPr>
          <a:xfrm>
            <a:off x="304800" y="2626725"/>
            <a:ext cx="3704400" cy="926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accent2"/>
              </a:buClr>
              <a:buSzPts val="1600"/>
              <a:buNone/>
              <a:defRPr sz="1600">
                <a:solidFill>
                  <a:schemeClr val="accent2"/>
                </a:solidFill>
              </a:defRPr>
            </a:lvl1pPr>
            <a:lvl2pPr lvl="1" algn="l">
              <a:lnSpc>
                <a:spcPct val="100000"/>
              </a:lnSpc>
              <a:spcBef>
                <a:spcPts val="0"/>
              </a:spcBef>
              <a:spcAft>
                <a:spcPts val="0"/>
              </a:spcAft>
              <a:buClr>
                <a:schemeClr val="accent2"/>
              </a:buClr>
              <a:buSzPts val="1600"/>
              <a:buNone/>
              <a:defRPr sz="1600">
                <a:solidFill>
                  <a:schemeClr val="accent2"/>
                </a:solidFill>
              </a:defRPr>
            </a:lvl2pPr>
            <a:lvl3pPr lvl="2" algn="l">
              <a:lnSpc>
                <a:spcPct val="100000"/>
              </a:lnSpc>
              <a:spcBef>
                <a:spcPts val="0"/>
              </a:spcBef>
              <a:spcAft>
                <a:spcPts val="0"/>
              </a:spcAft>
              <a:buClr>
                <a:schemeClr val="accent2"/>
              </a:buClr>
              <a:buSzPts val="1600"/>
              <a:buNone/>
              <a:defRPr sz="1600">
                <a:solidFill>
                  <a:schemeClr val="accent2"/>
                </a:solidFill>
              </a:defRPr>
            </a:lvl3pPr>
            <a:lvl4pPr lvl="3" algn="l">
              <a:lnSpc>
                <a:spcPct val="100000"/>
              </a:lnSpc>
              <a:spcBef>
                <a:spcPts val="0"/>
              </a:spcBef>
              <a:spcAft>
                <a:spcPts val="0"/>
              </a:spcAft>
              <a:buClr>
                <a:schemeClr val="accent2"/>
              </a:buClr>
              <a:buSzPts val="1600"/>
              <a:buNone/>
              <a:defRPr sz="1600">
                <a:solidFill>
                  <a:schemeClr val="accent2"/>
                </a:solidFill>
              </a:defRPr>
            </a:lvl4pPr>
            <a:lvl5pPr lvl="4" algn="l">
              <a:lnSpc>
                <a:spcPct val="100000"/>
              </a:lnSpc>
              <a:spcBef>
                <a:spcPts val="0"/>
              </a:spcBef>
              <a:spcAft>
                <a:spcPts val="0"/>
              </a:spcAft>
              <a:buClr>
                <a:schemeClr val="accent2"/>
              </a:buClr>
              <a:buSzPts val="1600"/>
              <a:buNone/>
              <a:defRPr sz="1600">
                <a:solidFill>
                  <a:schemeClr val="accent2"/>
                </a:solidFill>
              </a:defRPr>
            </a:lvl5pPr>
            <a:lvl6pPr lvl="5" algn="l">
              <a:lnSpc>
                <a:spcPct val="100000"/>
              </a:lnSpc>
              <a:spcBef>
                <a:spcPts val="0"/>
              </a:spcBef>
              <a:spcAft>
                <a:spcPts val="0"/>
              </a:spcAft>
              <a:buClr>
                <a:schemeClr val="accent2"/>
              </a:buClr>
              <a:buSzPts val="1600"/>
              <a:buNone/>
              <a:defRPr sz="1600">
                <a:solidFill>
                  <a:schemeClr val="accent2"/>
                </a:solidFill>
              </a:defRPr>
            </a:lvl6pPr>
            <a:lvl7pPr lvl="6" algn="l">
              <a:lnSpc>
                <a:spcPct val="100000"/>
              </a:lnSpc>
              <a:spcBef>
                <a:spcPts val="0"/>
              </a:spcBef>
              <a:spcAft>
                <a:spcPts val="0"/>
              </a:spcAft>
              <a:buClr>
                <a:schemeClr val="accent2"/>
              </a:buClr>
              <a:buSzPts val="1600"/>
              <a:buNone/>
              <a:defRPr sz="1600">
                <a:solidFill>
                  <a:schemeClr val="accent2"/>
                </a:solidFill>
              </a:defRPr>
            </a:lvl7pPr>
            <a:lvl8pPr lvl="7" algn="l">
              <a:lnSpc>
                <a:spcPct val="100000"/>
              </a:lnSpc>
              <a:spcBef>
                <a:spcPts val="0"/>
              </a:spcBef>
              <a:spcAft>
                <a:spcPts val="0"/>
              </a:spcAft>
              <a:buClr>
                <a:schemeClr val="accent2"/>
              </a:buClr>
              <a:buSzPts val="1600"/>
              <a:buNone/>
              <a:defRPr sz="1600">
                <a:solidFill>
                  <a:schemeClr val="accent2"/>
                </a:solidFill>
              </a:defRPr>
            </a:lvl8pPr>
            <a:lvl9pPr lvl="8" algn="l">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63" name="Google Shape;63;p10"/>
          <p:cNvSpPr txBox="1">
            <a:spLocks noGrp="1"/>
          </p:cNvSpPr>
          <p:nvPr>
            <p:ph type="body" idx="2"/>
          </p:nvPr>
        </p:nvSpPr>
        <p:spPr>
          <a:xfrm>
            <a:off x="4879025" y="500925"/>
            <a:ext cx="3954000" cy="41115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64" name="Google Shape;64;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5"/>
        <p:cNvGrpSpPr/>
        <p:nvPr/>
      </p:nvGrpSpPr>
      <p:grpSpPr>
        <a:xfrm>
          <a:off x="0" y="0"/>
          <a:ext cx="0" cy="0"/>
          <a:chOff x="0" y="0"/>
          <a:chExt cx="0" cy="0"/>
        </a:xfrm>
      </p:grpSpPr>
      <p:sp>
        <p:nvSpPr>
          <p:cNvPr id="66" name="Google Shape;66;p11"/>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 name="Google Shape;67;p11"/>
          <p:cNvSpPr txBox="1">
            <a:spLocks noGrp="1"/>
          </p:cNvSpPr>
          <p:nvPr>
            <p:ph type="body" idx="1"/>
          </p:nvPr>
        </p:nvSpPr>
        <p:spPr>
          <a:xfrm>
            <a:off x="311700" y="4521400"/>
            <a:ext cx="7979400" cy="4605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68" name="Google Shape;68;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69"/>
        <p:cNvGrpSpPr/>
        <p:nvPr/>
      </p:nvGrpSpPr>
      <p:grpSpPr>
        <a:xfrm>
          <a:off x="0" y="0"/>
          <a:ext cx="0" cy="0"/>
          <a:chOff x="0" y="0"/>
          <a:chExt cx="0" cy="0"/>
        </a:xfrm>
      </p:grpSpPr>
      <p:sp>
        <p:nvSpPr>
          <p:cNvPr id="70" name="Google Shape;70;p12"/>
          <p:cNvSpPr txBox="1">
            <a:spLocks noGrp="1"/>
          </p:cNvSpPr>
          <p:nvPr>
            <p:ph type="title" hasCustomPrompt="1"/>
          </p:nvPr>
        </p:nvSpPr>
        <p:spPr>
          <a:xfrm>
            <a:off x="311750" y="831175"/>
            <a:ext cx="5334900" cy="1244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lt1"/>
              </a:buClr>
              <a:buSzPts val="10000"/>
              <a:buNone/>
              <a:defRPr sz="10000">
                <a:solidFill>
                  <a:schemeClr val="lt1"/>
                </a:solidFill>
              </a:defRPr>
            </a:lvl1pPr>
            <a:lvl2pPr lvl="1" algn="l">
              <a:lnSpc>
                <a:spcPct val="100000"/>
              </a:lnSpc>
              <a:spcBef>
                <a:spcPts val="0"/>
              </a:spcBef>
              <a:spcAft>
                <a:spcPts val="0"/>
              </a:spcAft>
              <a:buClr>
                <a:schemeClr val="lt1"/>
              </a:buClr>
              <a:buSzPts val="10000"/>
              <a:buNone/>
              <a:defRPr sz="10000">
                <a:solidFill>
                  <a:schemeClr val="lt1"/>
                </a:solidFill>
              </a:defRPr>
            </a:lvl2pPr>
            <a:lvl3pPr lvl="2" algn="l">
              <a:lnSpc>
                <a:spcPct val="100000"/>
              </a:lnSpc>
              <a:spcBef>
                <a:spcPts val="0"/>
              </a:spcBef>
              <a:spcAft>
                <a:spcPts val="0"/>
              </a:spcAft>
              <a:buClr>
                <a:schemeClr val="lt1"/>
              </a:buClr>
              <a:buSzPts val="10000"/>
              <a:buNone/>
              <a:defRPr sz="10000">
                <a:solidFill>
                  <a:schemeClr val="lt1"/>
                </a:solidFill>
              </a:defRPr>
            </a:lvl3pPr>
            <a:lvl4pPr lvl="3" algn="l">
              <a:lnSpc>
                <a:spcPct val="100000"/>
              </a:lnSpc>
              <a:spcBef>
                <a:spcPts val="0"/>
              </a:spcBef>
              <a:spcAft>
                <a:spcPts val="0"/>
              </a:spcAft>
              <a:buClr>
                <a:schemeClr val="lt1"/>
              </a:buClr>
              <a:buSzPts val="10000"/>
              <a:buNone/>
              <a:defRPr sz="10000">
                <a:solidFill>
                  <a:schemeClr val="lt1"/>
                </a:solidFill>
              </a:defRPr>
            </a:lvl4pPr>
            <a:lvl5pPr lvl="4" algn="l">
              <a:lnSpc>
                <a:spcPct val="100000"/>
              </a:lnSpc>
              <a:spcBef>
                <a:spcPts val="0"/>
              </a:spcBef>
              <a:spcAft>
                <a:spcPts val="0"/>
              </a:spcAft>
              <a:buClr>
                <a:schemeClr val="lt1"/>
              </a:buClr>
              <a:buSzPts val="10000"/>
              <a:buNone/>
              <a:defRPr sz="10000">
                <a:solidFill>
                  <a:schemeClr val="lt1"/>
                </a:solidFill>
              </a:defRPr>
            </a:lvl5pPr>
            <a:lvl6pPr lvl="5" algn="l">
              <a:lnSpc>
                <a:spcPct val="100000"/>
              </a:lnSpc>
              <a:spcBef>
                <a:spcPts val="0"/>
              </a:spcBef>
              <a:spcAft>
                <a:spcPts val="0"/>
              </a:spcAft>
              <a:buClr>
                <a:schemeClr val="lt1"/>
              </a:buClr>
              <a:buSzPts val="10000"/>
              <a:buNone/>
              <a:defRPr sz="10000">
                <a:solidFill>
                  <a:schemeClr val="lt1"/>
                </a:solidFill>
              </a:defRPr>
            </a:lvl6pPr>
            <a:lvl7pPr lvl="6" algn="l">
              <a:lnSpc>
                <a:spcPct val="100000"/>
              </a:lnSpc>
              <a:spcBef>
                <a:spcPts val="0"/>
              </a:spcBef>
              <a:spcAft>
                <a:spcPts val="0"/>
              </a:spcAft>
              <a:buClr>
                <a:schemeClr val="lt1"/>
              </a:buClr>
              <a:buSzPts val="10000"/>
              <a:buNone/>
              <a:defRPr sz="10000">
                <a:solidFill>
                  <a:schemeClr val="lt1"/>
                </a:solidFill>
              </a:defRPr>
            </a:lvl7pPr>
            <a:lvl8pPr lvl="7" algn="l">
              <a:lnSpc>
                <a:spcPct val="100000"/>
              </a:lnSpc>
              <a:spcBef>
                <a:spcPts val="0"/>
              </a:spcBef>
              <a:spcAft>
                <a:spcPts val="0"/>
              </a:spcAft>
              <a:buClr>
                <a:schemeClr val="lt1"/>
              </a:buClr>
              <a:buSzPts val="10000"/>
              <a:buNone/>
              <a:defRPr sz="10000">
                <a:solidFill>
                  <a:schemeClr val="lt1"/>
                </a:solidFill>
              </a:defRPr>
            </a:lvl8pPr>
            <a:lvl9pPr lvl="8" algn="l">
              <a:lnSpc>
                <a:spcPct val="100000"/>
              </a:lnSpc>
              <a:spcBef>
                <a:spcPts val="0"/>
              </a:spcBef>
              <a:spcAft>
                <a:spcPts val="0"/>
              </a:spcAft>
              <a:buClr>
                <a:schemeClr val="lt1"/>
              </a:buClr>
              <a:buSzPts val="10000"/>
              <a:buNone/>
              <a:defRPr sz="10000">
                <a:solidFill>
                  <a:schemeClr val="lt1"/>
                </a:solidFill>
              </a:defRPr>
            </a:lvl9pPr>
          </a:lstStyle>
          <a:p>
            <a:r>
              <a:t>xx%</a:t>
            </a:r>
          </a:p>
        </p:txBody>
      </p:sp>
      <p:sp>
        <p:nvSpPr>
          <p:cNvPr id="71" name="Google Shape;71;p12"/>
          <p:cNvSpPr txBox="1">
            <a:spLocks noGrp="1"/>
          </p:cNvSpPr>
          <p:nvPr>
            <p:ph type="body" idx="1"/>
          </p:nvPr>
        </p:nvSpPr>
        <p:spPr>
          <a:xfrm>
            <a:off x="311700" y="2121425"/>
            <a:ext cx="5334900" cy="9426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Clr>
                <a:schemeClr val="accent2"/>
              </a:buClr>
              <a:buSzPts val="1300"/>
              <a:buChar char="●"/>
              <a:defRPr>
                <a:solidFill>
                  <a:schemeClr val="accent2"/>
                </a:solidFill>
              </a:defRPr>
            </a:lvl1pPr>
            <a:lvl2pPr marL="914400" lvl="1" indent="-298450" algn="l">
              <a:lnSpc>
                <a:spcPct val="115000"/>
              </a:lnSpc>
              <a:spcBef>
                <a:spcPts val="1600"/>
              </a:spcBef>
              <a:spcAft>
                <a:spcPts val="0"/>
              </a:spcAft>
              <a:buClr>
                <a:schemeClr val="accent2"/>
              </a:buClr>
              <a:buSzPts val="1100"/>
              <a:buChar char="○"/>
              <a:defRPr>
                <a:solidFill>
                  <a:schemeClr val="accent2"/>
                </a:solidFill>
              </a:defRPr>
            </a:lvl2pPr>
            <a:lvl3pPr marL="1371600" lvl="2" indent="-298450" algn="l">
              <a:lnSpc>
                <a:spcPct val="115000"/>
              </a:lnSpc>
              <a:spcBef>
                <a:spcPts val="1600"/>
              </a:spcBef>
              <a:spcAft>
                <a:spcPts val="0"/>
              </a:spcAft>
              <a:buClr>
                <a:schemeClr val="accent2"/>
              </a:buClr>
              <a:buSzPts val="1100"/>
              <a:buChar char="■"/>
              <a:defRPr>
                <a:solidFill>
                  <a:schemeClr val="accent2"/>
                </a:solidFill>
              </a:defRPr>
            </a:lvl3pPr>
            <a:lvl4pPr marL="1828800" lvl="3" indent="-298450" algn="l">
              <a:lnSpc>
                <a:spcPct val="115000"/>
              </a:lnSpc>
              <a:spcBef>
                <a:spcPts val="1600"/>
              </a:spcBef>
              <a:spcAft>
                <a:spcPts val="0"/>
              </a:spcAft>
              <a:buClr>
                <a:schemeClr val="accent2"/>
              </a:buClr>
              <a:buSzPts val="1100"/>
              <a:buChar char="●"/>
              <a:defRPr>
                <a:solidFill>
                  <a:schemeClr val="accent2"/>
                </a:solidFill>
              </a:defRPr>
            </a:lvl4pPr>
            <a:lvl5pPr marL="2286000" lvl="4" indent="-298450" algn="l">
              <a:lnSpc>
                <a:spcPct val="115000"/>
              </a:lnSpc>
              <a:spcBef>
                <a:spcPts val="1600"/>
              </a:spcBef>
              <a:spcAft>
                <a:spcPts val="0"/>
              </a:spcAft>
              <a:buClr>
                <a:schemeClr val="accent2"/>
              </a:buClr>
              <a:buSzPts val="1100"/>
              <a:buChar char="○"/>
              <a:defRPr>
                <a:solidFill>
                  <a:schemeClr val="accent2"/>
                </a:solidFill>
              </a:defRPr>
            </a:lvl5pPr>
            <a:lvl6pPr marL="2743200" lvl="5" indent="-298450" algn="l">
              <a:lnSpc>
                <a:spcPct val="115000"/>
              </a:lnSpc>
              <a:spcBef>
                <a:spcPts val="1600"/>
              </a:spcBef>
              <a:spcAft>
                <a:spcPts val="0"/>
              </a:spcAft>
              <a:buClr>
                <a:schemeClr val="accent2"/>
              </a:buClr>
              <a:buSzPts val="1100"/>
              <a:buChar char="■"/>
              <a:defRPr>
                <a:solidFill>
                  <a:schemeClr val="accent2"/>
                </a:solidFill>
              </a:defRPr>
            </a:lvl6pPr>
            <a:lvl7pPr marL="3200400" lvl="6" indent="-298450" algn="l">
              <a:lnSpc>
                <a:spcPct val="115000"/>
              </a:lnSpc>
              <a:spcBef>
                <a:spcPts val="1600"/>
              </a:spcBef>
              <a:spcAft>
                <a:spcPts val="0"/>
              </a:spcAft>
              <a:buClr>
                <a:schemeClr val="accent2"/>
              </a:buClr>
              <a:buSzPts val="1100"/>
              <a:buChar char="●"/>
              <a:defRPr>
                <a:solidFill>
                  <a:schemeClr val="accent2"/>
                </a:solidFill>
              </a:defRPr>
            </a:lvl7pPr>
            <a:lvl8pPr marL="3657600" lvl="7" indent="-298450" algn="l">
              <a:lnSpc>
                <a:spcPct val="115000"/>
              </a:lnSpc>
              <a:spcBef>
                <a:spcPts val="1600"/>
              </a:spcBef>
              <a:spcAft>
                <a:spcPts val="0"/>
              </a:spcAft>
              <a:buClr>
                <a:schemeClr val="accent2"/>
              </a:buClr>
              <a:buSzPts val="1100"/>
              <a:buChar char="○"/>
              <a:defRPr>
                <a:solidFill>
                  <a:schemeClr val="accent2"/>
                </a:solidFill>
              </a:defRPr>
            </a:lvl8pPr>
            <a:lvl9pPr marL="4114800" lvl="8" indent="-298450" algn="l">
              <a:lnSpc>
                <a:spcPct val="115000"/>
              </a:lnSpc>
              <a:spcBef>
                <a:spcPts val="1600"/>
              </a:spcBef>
              <a:spcAft>
                <a:spcPts val="1600"/>
              </a:spcAft>
              <a:buClr>
                <a:schemeClr val="accent2"/>
              </a:buClr>
              <a:buSzPts val="1100"/>
              <a:buChar char="■"/>
              <a:defRPr>
                <a:solidFill>
                  <a:schemeClr val="accent2"/>
                </a:solidFill>
              </a:defRPr>
            </a:lvl9pPr>
          </a:lstStyle>
          <a:p>
            <a:endParaRPr/>
          </a:p>
        </p:txBody>
      </p:sp>
      <p:sp>
        <p:nvSpPr>
          <p:cNvPr id="72" name="Google Shape;72;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3"/>
        <p:cNvGrpSpPr/>
        <p:nvPr/>
      </p:nvGrpSpPr>
      <p:grpSpPr>
        <a:xfrm>
          <a:off x="0" y="0"/>
          <a:ext cx="0" cy="0"/>
          <a:chOff x="0" y="0"/>
          <a:chExt cx="0" cy="0"/>
        </a:xfrm>
      </p:grpSpPr>
      <p:sp>
        <p:nvSpPr>
          <p:cNvPr id="74" name="Google Shape;74;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75"/>
        <p:cNvGrpSpPr/>
        <p:nvPr/>
      </p:nvGrpSpPr>
      <p:grpSpPr>
        <a:xfrm>
          <a:off x="0" y="0"/>
          <a:ext cx="0" cy="0"/>
          <a:chOff x="0" y="0"/>
          <a:chExt cx="0" cy="0"/>
        </a:xfrm>
      </p:grpSpPr>
      <p:sp>
        <p:nvSpPr>
          <p:cNvPr id="76" name="Google Shape;76;p1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p14"/>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8" name="Google Shape;78;p14"/>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79" name="Google Shape;79;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2">
  <p:cSld name="TITLE_AND_BODY_2">
    <p:spTree>
      <p:nvGrpSpPr>
        <p:cNvPr id="1" name="Shape 80"/>
        <p:cNvGrpSpPr/>
        <p:nvPr/>
      </p:nvGrpSpPr>
      <p:grpSpPr>
        <a:xfrm>
          <a:off x="0" y="0"/>
          <a:ext cx="0" cy="0"/>
          <a:chOff x="0" y="0"/>
          <a:chExt cx="0" cy="0"/>
        </a:xfrm>
      </p:grpSpPr>
      <p:sp>
        <p:nvSpPr>
          <p:cNvPr id="81" name="Google Shape;81;p1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82" name="Google Shape;82;p1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83" name="Google Shape;83;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Activity">
  <p:cSld name="AUTOLAYOUT_1_1">
    <p:bg>
      <p:bgPr>
        <a:solidFill>
          <a:srgbClr val="FFFFFF"/>
        </a:solidFill>
        <a:effectLst/>
      </p:bgPr>
    </p:bg>
    <p:spTree>
      <p:nvGrpSpPr>
        <p:cNvPr id="1" name="Shape 84"/>
        <p:cNvGrpSpPr/>
        <p:nvPr/>
      </p:nvGrpSpPr>
      <p:grpSpPr>
        <a:xfrm>
          <a:off x="0" y="0"/>
          <a:ext cx="0" cy="0"/>
          <a:chOff x="0" y="0"/>
          <a:chExt cx="0" cy="0"/>
        </a:xfrm>
      </p:grpSpPr>
      <p:sp>
        <p:nvSpPr>
          <p:cNvPr id="85" name="Google Shape;85;p16"/>
          <p:cNvSpPr/>
          <p:nvPr/>
        </p:nvSpPr>
        <p:spPr>
          <a:xfrm>
            <a:off x="0" y="0"/>
            <a:ext cx="91440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6"/>
          <p:cNvSpPr txBox="1">
            <a:spLocks noGrp="1"/>
          </p:cNvSpPr>
          <p:nvPr>
            <p:ph type="body" idx="1"/>
          </p:nvPr>
        </p:nvSpPr>
        <p:spPr>
          <a:xfrm>
            <a:off x="65250" y="731625"/>
            <a:ext cx="8955900" cy="1146600"/>
          </a:xfrm>
          <a:prstGeom prst="rect">
            <a:avLst/>
          </a:prstGeom>
          <a:noFill/>
        </p:spPr>
        <p:txBody>
          <a:bodyPr spcFirstLastPara="1" wrap="square" lIns="91425" tIns="91425" rIns="91425" bIns="91425" anchor="t" anchorCtr="0">
            <a:spAutoFit/>
          </a:bodyPr>
          <a:lstStyle>
            <a:lvl1pPr marL="457200" lvl="0" indent="-330200" algn="l" rtl="0">
              <a:lnSpc>
                <a:spcPct val="115000"/>
              </a:lnSpc>
              <a:spcBef>
                <a:spcPts val="0"/>
              </a:spcBef>
              <a:spcAft>
                <a:spcPts val="0"/>
              </a:spcAft>
              <a:buClr>
                <a:schemeClr val="dk2"/>
              </a:buClr>
              <a:buSzPts val="1600"/>
              <a:buChar char="●"/>
              <a:defRPr sz="1600">
                <a:solidFill>
                  <a:schemeClr val="dk2"/>
                </a:solidFill>
              </a:defRPr>
            </a:lvl1pPr>
            <a:lvl2pPr marL="914400" lvl="1" indent="-298450" algn="l" rtl="0">
              <a:lnSpc>
                <a:spcPct val="115000"/>
              </a:lnSpc>
              <a:spcBef>
                <a:spcPts val="1600"/>
              </a:spcBef>
              <a:spcAft>
                <a:spcPts val="0"/>
              </a:spcAft>
              <a:buClr>
                <a:schemeClr val="dk2"/>
              </a:buClr>
              <a:buSzPts val="1100"/>
              <a:buChar char="○"/>
              <a:defRPr sz="1400">
                <a:solidFill>
                  <a:schemeClr val="dk2"/>
                </a:solidFill>
              </a:defRPr>
            </a:lvl2pPr>
            <a:lvl3pPr marL="1371600" lvl="2" indent="-298450" algn="l" rtl="0">
              <a:lnSpc>
                <a:spcPct val="115000"/>
              </a:lnSpc>
              <a:spcBef>
                <a:spcPts val="1600"/>
              </a:spcBef>
              <a:spcAft>
                <a:spcPts val="0"/>
              </a:spcAft>
              <a:buClr>
                <a:schemeClr val="dk2"/>
              </a:buClr>
              <a:buSzPts val="1100"/>
              <a:buChar char="■"/>
              <a:defRPr sz="1400">
                <a:solidFill>
                  <a:schemeClr val="dk2"/>
                </a:solidFill>
              </a:defRPr>
            </a:lvl3pPr>
            <a:lvl4pPr marL="1828800" lvl="3" indent="-298450" algn="l" rtl="0">
              <a:lnSpc>
                <a:spcPct val="115000"/>
              </a:lnSpc>
              <a:spcBef>
                <a:spcPts val="1600"/>
              </a:spcBef>
              <a:spcAft>
                <a:spcPts val="0"/>
              </a:spcAft>
              <a:buClr>
                <a:schemeClr val="dk2"/>
              </a:buClr>
              <a:buSzPts val="1100"/>
              <a:buChar char="●"/>
              <a:defRPr sz="1400">
                <a:solidFill>
                  <a:schemeClr val="dk2"/>
                </a:solidFill>
              </a:defRPr>
            </a:lvl4pPr>
            <a:lvl5pPr marL="2286000" lvl="4" indent="-298450" algn="l" rtl="0">
              <a:lnSpc>
                <a:spcPct val="115000"/>
              </a:lnSpc>
              <a:spcBef>
                <a:spcPts val="1600"/>
              </a:spcBef>
              <a:spcAft>
                <a:spcPts val="0"/>
              </a:spcAft>
              <a:buClr>
                <a:schemeClr val="dk2"/>
              </a:buClr>
              <a:buSzPts val="1100"/>
              <a:buChar char="○"/>
              <a:defRPr sz="1400">
                <a:solidFill>
                  <a:schemeClr val="dk2"/>
                </a:solidFill>
              </a:defRPr>
            </a:lvl5pPr>
            <a:lvl6pPr marL="2743200" lvl="5" indent="-298450" algn="l" rtl="0">
              <a:lnSpc>
                <a:spcPct val="115000"/>
              </a:lnSpc>
              <a:spcBef>
                <a:spcPts val="1600"/>
              </a:spcBef>
              <a:spcAft>
                <a:spcPts val="0"/>
              </a:spcAft>
              <a:buClr>
                <a:schemeClr val="dk2"/>
              </a:buClr>
              <a:buSzPts val="1100"/>
              <a:buChar char="■"/>
              <a:defRPr sz="1400">
                <a:solidFill>
                  <a:schemeClr val="dk2"/>
                </a:solidFill>
              </a:defRPr>
            </a:lvl6pPr>
            <a:lvl7pPr marL="3200400" lvl="6" indent="-298450" algn="l" rtl="0">
              <a:lnSpc>
                <a:spcPct val="115000"/>
              </a:lnSpc>
              <a:spcBef>
                <a:spcPts val="1600"/>
              </a:spcBef>
              <a:spcAft>
                <a:spcPts val="0"/>
              </a:spcAft>
              <a:buClr>
                <a:schemeClr val="dk2"/>
              </a:buClr>
              <a:buSzPts val="1100"/>
              <a:buChar char="●"/>
              <a:defRPr sz="1400">
                <a:solidFill>
                  <a:schemeClr val="dk2"/>
                </a:solidFill>
              </a:defRPr>
            </a:lvl7pPr>
            <a:lvl8pPr marL="3657600" lvl="7" indent="-298450" algn="l" rtl="0">
              <a:lnSpc>
                <a:spcPct val="115000"/>
              </a:lnSpc>
              <a:spcBef>
                <a:spcPts val="1600"/>
              </a:spcBef>
              <a:spcAft>
                <a:spcPts val="0"/>
              </a:spcAft>
              <a:buClr>
                <a:schemeClr val="dk2"/>
              </a:buClr>
              <a:buSzPts val="1100"/>
              <a:buChar char="○"/>
              <a:defRPr sz="1400">
                <a:solidFill>
                  <a:schemeClr val="dk2"/>
                </a:solidFill>
              </a:defRPr>
            </a:lvl8pPr>
            <a:lvl9pPr marL="4114800" lvl="8" indent="-298450" algn="l" rtl="0">
              <a:lnSpc>
                <a:spcPct val="115000"/>
              </a:lnSpc>
              <a:spcBef>
                <a:spcPts val="1600"/>
              </a:spcBef>
              <a:spcAft>
                <a:spcPts val="1600"/>
              </a:spcAft>
              <a:buClr>
                <a:schemeClr val="dk2"/>
              </a:buClr>
              <a:buSzPts val="1100"/>
              <a:buChar char="■"/>
              <a:defRPr sz="1400">
                <a:solidFill>
                  <a:schemeClr val="dk2"/>
                </a:solidFill>
              </a:defRPr>
            </a:lvl9pPr>
          </a:lstStyle>
          <a:p>
            <a:endParaRPr/>
          </a:p>
        </p:txBody>
      </p:sp>
      <p:sp>
        <p:nvSpPr>
          <p:cNvPr id="87" name="Google Shape;87;p16"/>
          <p:cNvSpPr txBox="1">
            <a:spLocks noGrp="1"/>
          </p:cNvSpPr>
          <p:nvPr>
            <p:ph type="sldNum" idx="12"/>
          </p:nvPr>
        </p:nvSpPr>
        <p:spPr>
          <a:xfrm>
            <a:off x="8472458" y="4663217"/>
            <a:ext cx="548700" cy="393600"/>
          </a:xfrm>
          <a:prstGeom prst="rect">
            <a:avLst/>
          </a:prstGeom>
          <a:noFill/>
        </p:spPr>
        <p:txBody>
          <a:bodyPr spcFirstLastPara="1" wrap="square" lIns="91425" tIns="91425" rIns="91425" bIns="91425" anchor="ctr" anchorCtr="0">
            <a:noAutofit/>
          </a:bodyPr>
          <a:lstStyle>
            <a:lvl1pPr lvl="0" algn="r" rtl="0">
              <a:lnSpc>
                <a:spcPct val="100000"/>
              </a:lnSpc>
              <a:spcAft>
                <a:spcPts val="0"/>
              </a:spcAft>
              <a:buNone/>
              <a:defRPr sz="1000">
                <a:solidFill>
                  <a:schemeClr val="dk2"/>
                </a:solidFill>
              </a:defRPr>
            </a:lvl1pPr>
            <a:lvl2pPr lvl="1" algn="r" rtl="0">
              <a:lnSpc>
                <a:spcPct val="100000"/>
              </a:lnSpc>
              <a:spcAft>
                <a:spcPts val="0"/>
              </a:spcAft>
              <a:buNone/>
              <a:defRPr sz="1000">
                <a:solidFill>
                  <a:schemeClr val="dk2"/>
                </a:solidFill>
              </a:defRPr>
            </a:lvl2pPr>
            <a:lvl3pPr lvl="2" algn="r" rtl="0">
              <a:lnSpc>
                <a:spcPct val="100000"/>
              </a:lnSpc>
              <a:spcAft>
                <a:spcPts val="0"/>
              </a:spcAft>
              <a:buNone/>
              <a:defRPr sz="1000">
                <a:solidFill>
                  <a:schemeClr val="dk2"/>
                </a:solidFill>
              </a:defRPr>
            </a:lvl3pPr>
            <a:lvl4pPr lvl="3" algn="r" rtl="0">
              <a:lnSpc>
                <a:spcPct val="100000"/>
              </a:lnSpc>
              <a:spcAft>
                <a:spcPts val="0"/>
              </a:spcAft>
              <a:buNone/>
              <a:defRPr sz="1000">
                <a:solidFill>
                  <a:schemeClr val="dk2"/>
                </a:solidFill>
              </a:defRPr>
            </a:lvl4pPr>
            <a:lvl5pPr lvl="4" algn="r" rtl="0">
              <a:lnSpc>
                <a:spcPct val="100000"/>
              </a:lnSpc>
              <a:spcAft>
                <a:spcPts val="0"/>
              </a:spcAft>
              <a:buNone/>
              <a:defRPr sz="1000">
                <a:solidFill>
                  <a:schemeClr val="dk2"/>
                </a:solidFill>
              </a:defRPr>
            </a:lvl5pPr>
            <a:lvl6pPr lvl="5" algn="r" rtl="0">
              <a:lnSpc>
                <a:spcPct val="100000"/>
              </a:lnSpc>
              <a:spcAft>
                <a:spcPts val="0"/>
              </a:spcAft>
              <a:buNone/>
              <a:defRPr sz="1000">
                <a:solidFill>
                  <a:schemeClr val="dk2"/>
                </a:solidFill>
              </a:defRPr>
            </a:lvl6pPr>
            <a:lvl7pPr lvl="6" algn="r" rtl="0">
              <a:lnSpc>
                <a:spcPct val="100000"/>
              </a:lnSpc>
              <a:spcAft>
                <a:spcPts val="0"/>
              </a:spcAft>
              <a:buNone/>
              <a:defRPr sz="1000">
                <a:solidFill>
                  <a:schemeClr val="dk2"/>
                </a:solidFill>
              </a:defRPr>
            </a:lvl7pPr>
            <a:lvl8pPr lvl="7" algn="r" rtl="0">
              <a:lnSpc>
                <a:spcPct val="100000"/>
              </a:lnSpc>
              <a:spcAft>
                <a:spcPts val="0"/>
              </a:spcAft>
              <a:buNone/>
              <a:defRPr sz="1000">
                <a:solidFill>
                  <a:schemeClr val="dk2"/>
                </a:solidFill>
              </a:defRPr>
            </a:lvl8pPr>
            <a:lvl9pPr lvl="8" algn="r" rtl="0">
              <a:lnSpc>
                <a:spcPct val="100000"/>
              </a:lnSpc>
              <a:spcAft>
                <a:spcPts val="0"/>
              </a:spcAft>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88" name="Google Shape;88;p16"/>
          <p:cNvSpPr txBox="1">
            <a:spLocks noGrp="1"/>
          </p:cNvSpPr>
          <p:nvPr>
            <p:ph type="body" idx="2"/>
          </p:nvPr>
        </p:nvSpPr>
        <p:spPr>
          <a:xfrm>
            <a:off x="4420400" y="2013125"/>
            <a:ext cx="4520700" cy="2828700"/>
          </a:xfrm>
          <a:prstGeom prst="rect">
            <a:avLst/>
          </a:prstGeom>
        </p:spPr>
        <p:txBody>
          <a:bodyPr spcFirstLastPara="1" wrap="square" lIns="91425" tIns="91425" rIns="91425" bIns="91425" anchor="t" anchorCtr="0">
            <a:sp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89" name="Google Shape;89;p16"/>
          <p:cNvSpPr/>
          <p:nvPr/>
        </p:nvSpPr>
        <p:spPr>
          <a:xfrm>
            <a:off x="1365175" y="0"/>
            <a:ext cx="7778700" cy="6456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6"/>
          <p:cNvSpPr txBox="1">
            <a:spLocks noGrp="1"/>
          </p:cNvSpPr>
          <p:nvPr>
            <p:ph type="title"/>
          </p:nvPr>
        </p:nvSpPr>
        <p:spPr>
          <a:xfrm>
            <a:off x="1436850" y="100"/>
            <a:ext cx="7642500" cy="596700"/>
          </a:xfrm>
          <a:prstGeom prst="rect">
            <a:avLst/>
          </a:prstGeom>
          <a:noFill/>
        </p:spPr>
        <p:txBody>
          <a:bodyPr spcFirstLastPara="1" wrap="square" lIns="91425" tIns="91425" rIns="91425" bIns="91425" anchor="ctr" anchorCtr="0">
            <a:spAutoFit/>
          </a:bodyPr>
          <a:lstStyle>
            <a:lvl1pPr lvl="0" algn="l" rtl="0">
              <a:lnSpc>
                <a:spcPct val="100000"/>
              </a:lnSpc>
              <a:spcBef>
                <a:spcPts val="0"/>
              </a:spcBef>
              <a:spcAft>
                <a:spcPts val="0"/>
              </a:spcAft>
              <a:buClr>
                <a:srgbClr val="FFFFFF"/>
              </a:buClr>
              <a:buSzPts val="3000"/>
              <a:buNone/>
              <a:defRPr sz="3000">
                <a:solidFill>
                  <a:srgbClr val="FFFFFF"/>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91" name="Google Shape;91;p16"/>
          <p:cNvSpPr/>
          <p:nvPr/>
        </p:nvSpPr>
        <p:spPr>
          <a:xfrm>
            <a:off x="0" y="0"/>
            <a:ext cx="1365300" cy="6456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16"/>
          <p:cNvSpPr txBox="1">
            <a:spLocks noGrp="1"/>
          </p:cNvSpPr>
          <p:nvPr>
            <p:ph type="title" idx="3"/>
          </p:nvPr>
        </p:nvSpPr>
        <p:spPr>
          <a:xfrm>
            <a:off x="65250" y="100"/>
            <a:ext cx="1253700" cy="596700"/>
          </a:xfrm>
          <a:prstGeom prst="rect">
            <a:avLst/>
          </a:prstGeom>
          <a:noFill/>
        </p:spPr>
        <p:txBody>
          <a:bodyPr spcFirstLastPara="1" wrap="square" lIns="91425" tIns="91425" rIns="91425" bIns="91425" anchor="ctr" anchorCtr="0">
            <a:spAutoFit/>
          </a:bodyPr>
          <a:lstStyle>
            <a:lvl1pPr lvl="0" algn="r" rtl="0">
              <a:lnSpc>
                <a:spcPct val="100000"/>
              </a:lnSpc>
              <a:spcBef>
                <a:spcPts val="0"/>
              </a:spcBef>
              <a:spcAft>
                <a:spcPts val="0"/>
              </a:spcAft>
              <a:buClr>
                <a:srgbClr val="FFFFFF"/>
              </a:buClr>
              <a:buSzPts val="3000"/>
              <a:buNone/>
              <a:defRPr sz="3000">
                <a:solidFill>
                  <a:srgbClr val="FFFFFF"/>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93" name="Google Shape;93;p16"/>
          <p:cNvSpPr txBox="1">
            <a:spLocks noGrp="1"/>
          </p:cNvSpPr>
          <p:nvPr>
            <p:ph type="body" idx="4"/>
          </p:nvPr>
        </p:nvSpPr>
        <p:spPr>
          <a:xfrm>
            <a:off x="141600" y="4156900"/>
            <a:ext cx="3023700" cy="478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lvl1pPr marL="457200" lvl="0"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gn="l" rtl="0">
              <a:lnSpc>
                <a:spcPct val="100000"/>
              </a:lnSpc>
              <a:spcBef>
                <a:spcPts val="160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gn="l" rtl="0">
              <a:lnSpc>
                <a:spcPct val="100000"/>
              </a:lnSpc>
              <a:spcBef>
                <a:spcPts val="160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gn="l" rtl="0">
              <a:lnSpc>
                <a:spcPct val="100000"/>
              </a:lnSpc>
              <a:spcBef>
                <a:spcPts val="160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gn="l" rtl="0">
              <a:lnSpc>
                <a:spcPct val="100000"/>
              </a:lnSpc>
              <a:spcBef>
                <a:spcPts val="160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gn="l" rtl="0">
              <a:lnSpc>
                <a:spcPct val="100000"/>
              </a:lnSpc>
              <a:spcBef>
                <a:spcPts val="160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gn="l" rtl="0">
              <a:lnSpc>
                <a:spcPct val="100000"/>
              </a:lnSpc>
              <a:spcBef>
                <a:spcPts val="160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gn="l" rtl="0">
              <a:lnSpc>
                <a:spcPct val="100000"/>
              </a:lnSpc>
              <a:spcBef>
                <a:spcPts val="160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gn="l" rtl="0">
              <a:lnSpc>
                <a:spcPct val="100000"/>
              </a:lnSpc>
              <a:spcBef>
                <a:spcPts val="160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8"/>
        <p:cNvGrpSpPr/>
        <p:nvPr/>
      </p:nvGrpSpPr>
      <p:grpSpPr>
        <a:xfrm>
          <a:off x="0" y="0"/>
          <a:ext cx="0" cy="0"/>
          <a:chOff x="0" y="0"/>
          <a:chExt cx="0" cy="0"/>
        </a:xfrm>
      </p:grpSpPr>
      <p:sp>
        <p:nvSpPr>
          <p:cNvPr id="99" name="Google Shape;99;p18"/>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00" name="Google Shape;100;p18"/>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01" name="Google Shape;101;p18"/>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2"/>
              </a:buClr>
              <a:buSzPts val="1600"/>
              <a:buNone/>
              <a:defRPr sz="1600">
                <a:solidFill>
                  <a:schemeClr val="lt2"/>
                </a:solidFill>
              </a:defRPr>
            </a:lvl1pPr>
            <a:lvl2pPr lvl="1" rtl="0">
              <a:lnSpc>
                <a:spcPct val="100000"/>
              </a:lnSpc>
              <a:spcBef>
                <a:spcPts val="0"/>
              </a:spcBef>
              <a:spcAft>
                <a:spcPts val="0"/>
              </a:spcAft>
              <a:buClr>
                <a:schemeClr val="lt2"/>
              </a:buClr>
              <a:buSzPts val="1600"/>
              <a:buNone/>
              <a:defRPr sz="1600">
                <a:solidFill>
                  <a:schemeClr val="lt2"/>
                </a:solidFill>
              </a:defRPr>
            </a:lvl2pPr>
            <a:lvl3pPr lvl="2" rtl="0">
              <a:lnSpc>
                <a:spcPct val="100000"/>
              </a:lnSpc>
              <a:spcBef>
                <a:spcPts val="0"/>
              </a:spcBef>
              <a:spcAft>
                <a:spcPts val="0"/>
              </a:spcAft>
              <a:buClr>
                <a:schemeClr val="lt2"/>
              </a:buClr>
              <a:buSzPts val="1600"/>
              <a:buNone/>
              <a:defRPr sz="1600">
                <a:solidFill>
                  <a:schemeClr val="lt2"/>
                </a:solidFill>
              </a:defRPr>
            </a:lvl3pPr>
            <a:lvl4pPr lvl="3" rtl="0">
              <a:lnSpc>
                <a:spcPct val="100000"/>
              </a:lnSpc>
              <a:spcBef>
                <a:spcPts val="0"/>
              </a:spcBef>
              <a:spcAft>
                <a:spcPts val="0"/>
              </a:spcAft>
              <a:buClr>
                <a:schemeClr val="lt2"/>
              </a:buClr>
              <a:buSzPts val="1600"/>
              <a:buNone/>
              <a:defRPr sz="1600">
                <a:solidFill>
                  <a:schemeClr val="lt2"/>
                </a:solidFill>
              </a:defRPr>
            </a:lvl4pPr>
            <a:lvl5pPr lvl="4" rtl="0">
              <a:lnSpc>
                <a:spcPct val="100000"/>
              </a:lnSpc>
              <a:spcBef>
                <a:spcPts val="0"/>
              </a:spcBef>
              <a:spcAft>
                <a:spcPts val="0"/>
              </a:spcAft>
              <a:buClr>
                <a:schemeClr val="lt2"/>
              </a:buClr>
              <a:buSzPts val="1600"/>
              <a:buNone/>
              <a:defRPr sz="1600">
                <a:solidFill>
                  <a:schemeClr val="lt2"/>
                </a:solidFill>
              </a:defRPr>
            </a:lvl5pPr>
            <a:lvl6pPr lvl="5" rtl="0">
              <a:lnSpc>
                <a:spcPct val="100000"/>
              </a:lnSpc>
              <a:spcBef>
                <a:spcPts val="0"/>
              </a:spcBef>
              <a:spcAft>
                <a:spcPts val="0"/>
              </a:spcAft>
              <a:buClr>
                <a:schemeClr val="lt2"/>
              </a:buClr>
              <a:buSzPts val="1600"/>
              <a:buNone/>
              <a:defRPr sz="1600">
                <a:solidFill>
                  <a:schemeClr val="lt2"/>
                </a:solidFill>
              </a:defRPr>
            </a:lvl6pPr>
            <a:lvl7pPr lvl="6" rtl="0">
              <a:lnSpc>
                <a:spcPct val="100000"/>
              </a:lnSpc>
              <a:spcBef>
                <a:spcPts val="0"/>
              </a:spcBef>
              <a:spcAft>
                <a:spcPts val="0"/>
              </a:spcAft>
              <a:buClr>
                <a:schemeClr val="lt2"/>
              </a:buClr>
              <a:buSzPts val="1600"/>
              <a:buNone/>
              <a:defRPr sz="1600">
                <a:solidFill>
                  <a:schemeClr val="lt2"/>
                </a:solidFill>
              </a:defRPr>
            </a:lvl7pPr>
            <a:lvl8pPr lvl="7" rtl="0">
              <a:lnSpc>
                <a:spcPct val="100000"/>
              </a:lnSpc>
              <a:spcBef>
                <a:spcPts val="0"/>
              </a:spcBef>
              <a:spcAft>
                <a:spcPts val="0"/>
              </a:spcAft>
              <a:buClr>
                <a:schemeClr val="lt2"/>
              </a:buClr>
              <a:buSzPts val="1600"/>
              <a:buNone/>
              <a:defRPr sz="1600">
                <a:solidFill>
                  <a:schemeClr val="lt2"/>
                </a:solidFill>
              </a:defRPr>
            </a:lvl8pPr>
            <a:lvl9pPr lvl="8" rtl="0">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02" name="Google Shape;102;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103"/>
        <p:cNvGrpSpPr/>
        <p:nvPr/>
      </p:nvGrpSpPr>
      <p:grpSpPr>
        <a:xfrm>
          <a:off x="0" y="0"/>
          <a:ext cx="0" cy="0"/>
          <a:chOff x="0" y="0"/>
          <a:chExt cx="0" cy="0"/>
        </a:xfrm>
      </p:grpSpPr>
      <p:sp>
        <p:nvSpPr>
          <p:cNvPr id="104" name="Google Shape;104;p19"/>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05" name="Google Shape;105;p19"/>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106" name="Google Shape;106;p19"/>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07" name="Google Shape;107;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8"/>
        <p:cNvGrpSpPr/>
        <p:nvPr/>
      </p:nvGrpSpPr>
      <p:grpSpPr>
        <a:xfrm>
          <a:off x="0" y="0"/>
          <a:ext cx="0" cy="0"/>
          <a:chOff x="0" y="0"/>
          <a:chExt cx="0" cy="0"/>
        </a:xfrm>
      </p:grpSpPr>
      <p:sp>
        <p:nvSpPr>
          <p:cNvPr id="109" name="Google Shape;109;p20"/>
          <p:cNvSpPr/>
          <p:nvPr/>
        </p:nvSpPr>
        <p:spPr>
          <a:xfrm>
            <a:off x="-125"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110" name="Google Shape;110;p20"/>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0"/>
          <p:cNvSpPr txBox="1">
            <a:spLocks noGrp="1"/>
          </p:cNvSpPr>
          <p:nvPr>
            <p:ph type="title"/>
          </p:nvPr>
        </p:nvSpPr>
        <p:spPr>
          <a:xfrm>
            <a:off x="311725" y="500925"/>
            <a:ext cx="3706500" cy="6381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12" name="Google Shape;112;p20"/>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13" name="Google Shape;113;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14" name="Google Shape;114;p20"/>
          <p:cNvSpPr txBox="1">
            <a:spLocks noGrp="1"/>
          </p:cNvSpPr>
          <p:nvPr>
            <p:ph type="body" idx="2"/>
          </p:nvPr>
        </p:nvSpPr>
        <p:spPr>
          <a:xfrm>
            <a:off x="315425" y="1286175"/>
            <a:ext cx="3706500" cy="26973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rgbClr val="FFFFFF"/>
              </a:buClr>
              <a:buSzPts val="1300"/>
              <a:buChar char="●"/>
              <a:defRPr>
                <a:solidFill>
                  <a:srgbClr val="FFFFFF"/>
                </a:solidFill>
              </a:defRPr>
            </a:lvl1pPr>
            <a:lvl2pPr marL="914400" lvl="1" indent="-298450" rtl="0">
              <a:spcBef>
                <a:spcPts val="1600"/>
              </a:spcBef>
              <a:spcAft>
                <a:spcPts val="0"/>
              </a:spcAft>
              <a:buClr>
                <a:srgbClr val="FFFFFF"/>
              </a:buClr>
              <a:buSzPts val="1100"/>
              <a:buChar char="○"/>
              <a:defRPr>
                <a:solidFill>
                  <a:srgbClr val="FFFFFF"/>
                </a:solidFill>
              </a:defRPr>
            </a:lvl2pPr>
            <a:lvl3pPr marL="1371600" lvl="2" indent="-298450" rtl="0">
              <a:spcBef>
                <a:spcPts val="1600"/>
              </a:spcBef>
              <a:spcAft>
                <a:spcPts val="0"/>
              </a:spcAft>
              <a:buClr>
                <a:srgbClr val="FFFFFF"/>
              </a:buClr>
              <a:buSzPts val="1100"/>
              <a:buChar char="■"/>
              <a:defRPr>
                <a:solidFill>
                  <a:srgbClr val="FFFFFF"/>
                </a:solidFill>
              </a:defRPr>
            </a:lvl3pPr>
            <a:lvl4pPr marL="1828800" lvl="3" indent="-298450" rtl="0">
              <a:spcBef>
                <a:spcPts val="1600"/>
              </a:spcBef>
              <a:spcAft>
                <a:spcPts val="0"/>
              </a:spcAft>
              <a:buClr>
                <a:srgbClr val="FFFFFF"/>
              </a:buClr>
              <a:buSzPts val="1100"/>
              <a:buChar char="●"/>
              <a:defRPr>
                <a:solidFill>
                  <a:srgbClr val="FFFFFF"/>
                </a:solidFill>
              </a:defRPr>
            </a:lvl4pPr>
            <a:lvl5pPr marL="2286000" lvl="4" indent="-298450" rtl="0">
              <a:spcBef>
                <a:spcPts val="1600"/>
              </a:spcBef>
              <a:spcAft>
                <a:spcPts val="0"/>
              </a:spcAft>
              <a:buClr>
                <a:srgbClr val="FFFFFF"/>
              </a:buClr>
              <a:buSzPts val="1100"/>
              <a:buChar char="○"/>
              <a:defRPr>
                <a:solidFill>
                  <a:srgbClr val="FFFFFF"/>
                </a:solidFill>
              </a:defRPr>
            </a:lvl5pPr>
            <a:lvl6pPr marL="2743200" lvl="5" indent="-298450" rtl="0">
              <a:spcBef>
                <a:spcPts val="1600"/>
              </a:spcBef>
              <a:spcAft>
                <a:spcPts val="0"/>
              </a:spcAft>
              <a:buClr>
                <a:srgbClr val="FFFFFF"/>
              </a:buClr>
              <a:buSzPts val="1100"/>
              <a:buChar char="■"/>
              <a:defRPr>
                <a:solidFill>
                  <a:srgbClr val="FFFFFF"/>
                </a:solidFill>
              </a:defRPr>
            </a:lvl6pPr>
            <a:lvl7pPr marL="3200400" lvl="6" indent="-298450" rtl="0">
              <a:spcBef>
                <a:spcPts val="1600"/>
              </a:spcBef>
              <a:spcAft>
                <a:spcPts val="0"/>
              </a:spcAft>
              <a:buClr>
                <a:srgbClr val="FFFFFF"/>
              </a:buClr>
              <a:buSzPts val="1100"/>
              <a:buChar char="●"/>
              <a:defRPr>
                <a:solidFill>
                  <a:srgbClr val="FFFFFF"/>
                </a:solidFill>
              </a:defRPr>
            </a:lvl7pPr>
            <a:lvl8pPr marL="3657600" lvl="7" indent="-298450" rtl="0">
              <a:spcBef>
                <a:spcPts val="1600"/>
              </a:spcBef>
              <a:spcAft>
                <a:spcPts val="0"/>
              </a:spcAft>
              <a:buClr>
                <a:srgbClr val="FFFFFF"/>
              </a:buClr>
              <a:buSzPts val="1100"/>
              <a:buChar char="○"/>
              <a:defRPr>
                <a:solidFill>
                  <a:srgbClr val="FFFFFF"/>
                </a:solidFill>
              </a:defRPr>
            </a:lvl8pPr>
            <a:lvl9pPr marL="4114800" lvl="8" indent="-298450" rtl="0">
              <a:spcBef>
                <a:spcPts val="1600"/>
              </a:spcBef>
              <a:spcAft>
                <a:spcPts val="1600"/>
              </a:spcAft>
              <a:buClr>
                <a:srgbClr val="FFFFFF"/>
              </a:buClr>
              <a:buSzPts val="1100"/>
              <a:buChar char="■"/>
              <a:defRPr>
                <a:solidFill>
                  <a:srgbClr val="FFFFFF"/>
                </a:solidFill>
              </a:defRPr>
            </a:lvl9pPr>
          </a:lstStyle>
          <a:p>
            <a:endParaRPr/>
          </a:p>
        </p:txBody>
      </p:sp>
      <p:sp>
        <p:nvSpPr>
          <p:cNvPr id="115" name="Google Shape;115;p20"/>
          <p:cNvSpPr txBox="1">
            <a:spLocks noGrp="1"/>
          </p:cNvSpPr>
          <p:nvPr>
            <p:ph type="body" idx="3"/>
          </p:nvPr>
        </p:nvSpPr>
        <p:spPr>
          <a:xfrm>
            <a:off x="3154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11150" rtl="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marL="914400" lvl="1"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16"/>
        <p:cNvGrpSpPr/>
        <p:nvPr/>
      </p:nvGrpSpPr>
      <p:grpSpPr>
        <a:xfrm>
          <a:off x="0" y="0"/>
          <a:ext cx="0" cy="0"/>
          <a:chOff x="0" y="0"/>
          <a:chExt cx="0" cy="0"/>
        </a:xfrm>
      </p:grpSpPr>
      <p:sp>
        <p:nvSpPr>
          <p:cNvPr id="117" name="Google Shape;117;p21"/>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1"/>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19" name="Google Shape;119;p21"/>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20" name="Google Shape;120;p21"/>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21" name="Google Shape;121;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2"/>
        <p:cNvGrpSpPr/>
        <p:nvPr/>
      </p:nvGrpSpPr>
      <p:grpSpPr>
        <a:xfrm>
          <a:off x="0" y="0"/>
          <a:ext cx="0" cy="0"/>
          <a:chOff x="0" y="0"/>
          <a:chExt cx="0" cy="0"/>
        </a:xfrm>
      </p:grpSpPr>
      <p:sp>
        <p:nvSpPr>
          <p:cNvPr id="123" name="Google Shape;123;p22"/>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22"/>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25" name="Google Shape;125;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26"/>
        <p:cNvGrpSpPr/>
        <p:nvPr/>
      </p:nvGrpSpPr>
      <p:grpSpPr>
        <a:xfrm>
          <a:off x="0" y="0"/>
          <a:ext cx="0" cy="0"/>
          <a:chOff x="0" y="0"/>
          <a:chExt cx="0" cy="0"/>
        </a:xfrm>
      </p:grpSpPr>
      <p:sp>
        <p:nvSpPr>
          <p:cNvPr id="127" name="Google Shape;127;p23"/>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3"/>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129" name="Google Shape;129;p23"/>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30" name="Google Shape;130;p23"/>
          <p:cNvSpPr txBox="1">
            <a:spLocks noGrp="1"/>
          </p:cNvSpPr>
          <p:nvPr>
            <p:ph type="title"/>
          </p:nvPr>
        </p:nvSpPr>
        <p:spPr>
          <a:xfrm>
            <a:off x="5264725" y="500925"/>
            <a:ext cx="3706500" cy="6381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31" name="Google Shape;131;p23"/>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32" name="Google Shape;132;p23"/>
          <p:cNvSpPr txBox="1">
            <a:spLocks noGrp="1"/>
          </p:cNvSpPr>
          <p:nvPr>
            <p:ph type="body" idx="2"/>
          </p:nvPr>
        </p:nvSpPr>
        <p:spPr>
          <a:xfrm>
            <a:off x="5192225" y="1286175"/>
            <a:ext cx="3706500" cy="26973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rgbClr val="FFFFFF"/>
              </a:buClr>
              <a:buSzPts val="1300"/>
              <a:buChar char="●"/>
              <a:defRPr>
                <a:solidFill>
                  <a:srgbClr val="FFFFFF"/>
                </a:solidFill>
              </a:defRPr>
            </a:lvl1pPr>
            <a:lvl2pPr marL="914400" lvl="1" indent="-298450" rtl="0">
              <a:spcBef>
                <a:spcPts val="1600"/>
              </a:spcBef>
              <a:spcAft>
                <a:spcPts val="0"/>
              </a:spcAft>
              <a:buClr>
                <a:srgbClr val="FFFFFF"/>
              </a:buClr>
              <a:buSzPts val="1100"/>
              <a:buChar char="○"/>
              <a:defRPr>
                <a:solidFill>
                  <a:srgbClr val="FFFFFF"/>
                </a:solidFill>
              </a:defRPr>
            </a:lvl2pPr>
            <a:lvl3pPr marL="1371600" lvl="2" indent="-298450" rtl="0">
              <a:spcBef>
                <a:spcPts val="1600"/>
              </a:spcBef>
              <a:spcAft>
                <a:spcPts val="0"/>
              </a:spcAft>
              <a:buClr>
                <a:srgbClr val="FFFFFF"/>
              </a:buClr>
              <a:buSzPts val="1100"/>
              <a:buChar char="■"/>
              <a:defRPr>
                <a:solidFill>
                  <a:srgbClr val="FFFFFF"/>
                </a:solidFill>
              </a:defRPr>
            </a:lvl3pPr>
            <a:lvl4pPr marL="1828800" lvl="3" indent="-298450" rtl="0">
              <a:spcBef>
                <a:spcPts val="1600"/>
              </a:spcBef>
              <a:spcAft>
                <a:spcPts val="0"/>
              </a:spcAft>
              <a:buClr>
                <a:srgbClr val="FFFFFF"/>
              </a:buClr>
              <a:buSzPts val="1100"/>
              <a:buChar char="●"/>
              <a:defRPr>
                <a:solidFill>
                  <a:srgbClr val="FFFFFF"/>
                </a:solidFill>
              </a:defRPr>
            </a:lvl4pPr>
            <a:lvl5pPr marL="2286000" lvl="4" indent="-298450" rtl="0">
              <a:spcBef>
                <a:spcPts val="1600"/>
              </a:spcBef>
              <a:spcAft>
                <a:spcPts val="0"/>
              </a:spcAft>
              <a:buClr>
                <a:srgbClr val="FFFFFF"/>
              </a:buClr>
              <a:buSzPts val="1100"/>
              <a:buChar char="○"/>
              <a:defRPr>
                <a:solidFill>
                  <a:srgbClr val="FFFFFF"/>
                </a:solidFill>
              </a:defRPr>
            </a:lvl5pPr>
            <a:lvl6pPr marL="2743200" lvl="5" indent="-298450" rtl="0">
              <a:spcBef>
                <a:spcPts val="1600"/>
              </a:spcBef>
              <a:spcAft>
                <a:spcPts val="0"/>
              </a:spcAft>
              <a:buClr>
                <a:srgbClr val="FFFFFF"/>
              </a:buClr>
              <a:buSzPts val="1100"/>
              <a:buChar char="■"/>
              <a:defRPr>
                <a:solidFill>
                  <a:srgbClr val="FFFFFF"/>
                </a:solidFill>
              </a:defRPr>
            </a:lvl6pPr>
            <a:lvl7pPr marL="3200400" lvl="6" indent="-298450" rtl="0">
              <a:spcBef>
                <a:spcPts val="1600"/>
              </a:spcBef>
              <a:spcAft>
                <a:spcPts val="0"/>
              </a:spcAft>
              <a:buClr>
                <a:srgbClr val="FFFFFF"/>
              </a:buClr>
              <a:buSzPts val="1100"/>
              <a:buChar char="●"/>
              <a:defRPr>
                <a:solidFill>
                  <a:srgbClr val="FFFFFF"/>
                </a:solidFill>
              </a:defRPr>
            </a:lvl7pPr>
            <a:lvl8pPr marL="3657600" lvl="7" indent="-298450" rtl="0">
              <a:spcBef>
                <a:spcPts val="1600"/>
              </a:spcBef>
              <a:spcAft>
                <a:spcPts val="0"/>
              </a:spcAft>
              <a:buClr>
                <a:srgbClr val="FFFFFF"/>
              </a:buClr>
              <a:buSzPts val="1100"/>
              <a:buChar char="○"/>
              <a:defRPr>
                <a:solidFill>
                  <a:srgbClr val="FFFFFF"/>
                </a:solidFill>
              </a:defRPr>
            </a:lvl8pPr>
            <a:lvl9pPr marL="4114800" lvl="8" indent="-298450" rtl="0">
              <a:spcBef>
                <a:spcPts val="1600"/>
              </a:spcBef>
              <a:spcAft>
                <a:spcPts val="1600"/>
              </a:spcAft>
              <a:buClr>
                <a:srgbClr val="FFFFFF"/>
              </a:buClr>
              <a:buSzPts val="1100"/>
              <a:buChar char="■"/>
              <a:defRPr>
                <a:solidFill>
                  <a:srgbClr val="FFFFFF"/>
                </a:solidFill>
              </a:defRPr>
            </a:lvl9pPr>
          </a:lstStyle>
          <a:p>
            <a:endParaRPr/>
          </a:p>
        </p:txBody>
      </p:sp>
      <p:sp>
        <p:nvSpPr>
          <p:cNvPr id="133" name="Google Shape;133;p23"/>
          <p:cNvSpPr txBox="1">
            <a:spLocks noGrp="1"/>
          </p:cNvSpPr>
          <p:nvPr>
            <p:ph type="body" idx="3"/>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11150" rtl="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marL="914400" lvl="1"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134"/>
        <p:cNvGrpSpPr/>
        <p:nvPr/>
      </p:nvGrpSpPr>
      <p:grpSpPr>
        <a:xfrm>
          <a:off x="0" y="0"/>
          <a:ext cx="0" cy="0"/>
          <a:chOff x="0" y="0"/>
          <a:chExt cx="0" cy="0"/>
        </a:xfrm>
      </p:grpSpPr>
      <p:sp>
        <p:nvSpPr>
          <p:cNvPr id="135" name="Google Shape;135;p24"/>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36" name="Google Shape;136;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37"/>
        <p:cNvGrpSpPr/>
        <p:nvPr/>
      </p:nvGrpSpPr>
      <p:grpSpPr>
        <a:xfrm>
          <a:off x="0" y="0"/>
          <a:ext cx="0" cy="0"/>
          <a:chOff x="0" y="0"/>
          <a:chExt cx="0" cy="0"/>
        </a:xfrm>
      </p:grpSpPr>
      <p:sp>
        <p:nvSpPr>
          <p:cNvPr id="138" name="Google Shape;138;p25"/>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25"/>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40" name="Google Shape;140;p25"/>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2"/>
              </a:buClr>
              <a:buSzPts val="1600"/>
              <a:buNone/>
              <a:defRPr sz="1600">
                <a:solidFill>
                  <a:schemeClr val="accent2"/>
                </a:solidFill>
              </a:defRPr>
            </a:lvl1pPr>
            <a:lvl2pPr lvl="1" rtl="0">
              <a:lnSpc>
                <a:spcPct val="100000"/>
              </a:lnSpc>
              <a:spcBef>
                <a:spcPts val="0"/>
              </a:spcBef>
              <a:spcAft>
                <a:spcPts val="0"/>
              </a:spcAft>
              <a:buClr>
                <a:schemeClr val="accent2"/>
              </a:buClr>
              <a:buSzPts val="1600"/>
              <a:buNone/>
              <a:defRPr sz="1600">
                <a:solidFill>
                  <a:schemeClr val="accent2"/>
                </a:solidFill>
              </a:defRPr>
            </a:lvl2pPr>
            <a:lvl3pPr lvl="2" rtl="0">
              <a:lnSpc>
                <a:spcPct val="100000"/>
              </a:lnSpc>
              <a:spcBef>
                <a:spcPts val="0"/>
              </a:spcBef>
              <a:spcAft>
                <a:spcPts val="0"/>
              </a:spcAft>
              <a:buClr>
                <a:schemeClr val="accent2"/>
              </a:buClr>
              <a:buSzPts val="1600"/>
              <a:buNone/>
              <a:defRPr sz="1600">
                <a:solidFill>
                  <a:schemeClr val="accent2"/>
                </a:solidFill>
              </a:defRPr>
            </a:lvl3pPr>
            <a:lvl4pPr lvl="3" rtl="0">
              <a:lnSpc>
                <a:spcPct val="100000"/>
              </a:lnSpc>
              <a:spcBef>
                <a:spcPts val="0"/>
              </a:spcBef>
              <a:spcAft>
                <a:spcPts val="0"/>
              </a:spcAft>
              <a:buClr>
                <a:schemeClr val="accent2"/>
              </a:buClr>
              <a:buSzPts val="1600"/>
              <a:buNone/>
              <a:defRPr sz="1600">
                <a:solidFill>
                  <a:schemeClr val="accent2"/>
                </a:solidFill>
              </a:defRPr>
            </a:lvl4pPr>
            <a:lvl5pPr lvl="4" rtl="0">
              <a:lnSpc>
                <a:spcPct val="100000"/>
              </a:lnSpc>
              <a:spcBef>
                <a:spcPts val="0"/>
              </a:spcBef>
              <a:spcAft>
                <a:spcPts val="0"/>
              </a:spcAft>
              <a:buClr>
                <a:schemeClr val="accent2"/>
              </a:buClr>
              <a:buSzPts val="1600"/>
              <a:buNone/>
              <a:defRPr sz="1600">
                <a:solidFill>
                  <a:schemeClr val="accent2"/>
                </a:solidFill>
              </a:defRPr>
            </a:lvl5pPr>
            <a:lvl6pPr lvl="5" rtl="0">
              <a:lnSpc>
                <a:spcPct val="100000"/>
              </a:lnSpc>
              <a:spcBef>
                <a:spcPts val="0"/>
              </a:spcBef>
              <a:spcAft>
                <a:spcPts val="0"/>
              </a:spcAft>
              <a:buClr>
                <a:schemeClr val="accent2"/>
              </a:buClr>
              <a:buSzPts val="1600"/>
              <a:buNone/>
              <a:defRPr sz="1600">
                <a:solidFill>
                  <a:schemeClr val="accent2"/>
                </a:solidFill>
              </a:defRPr>
            </a:lvl6pPr>
            <a:lvl7pPr lvl="6" rtl="0">
              <a:lnSpc>
                <a:spcPct val="100000"/>
              </a:lnSpc>
              <a:spcBef>
                <a:spcPts val="0"/>
              </a:spcBef>
              <a:spcAft>
                <a:spcPts val="0"/>
              </a:spcAft>
              <a:buClr>
                <a:schemeClr val="accent2"/>
              </a:buClr>
              <a:buSzPts val="1600"/>
              <a:buNone/>
              <a:defRPr sz="1600">
                <a:solidFill>
                  <a:schemeClr val="accent2"/>
                </a:solidFill>
              </a:defRPr>
            </a:lvl7pPr>
            <a:lvl8pPr lvl="7" rtl="0">
              <a:lnSpc>
                <a:spcPct val="100000"/>
              </a:lnSpc>
              <a:spcBef>
                <a:spcPts val="0"/>
              </a:spcBef>
              <a:spcAft>
                <a:spcPts val="0"/>
              </a:spcAft>
              <a:buClr>
                <a:schemeClr val="accent2"/>
              </a:buClr>
              <a:buSzPts val="1600"/>
              <a:buNone/>
              <a:defRPr sz="1600">
                <a:solidFill>
                  <a:schemeClr val="accent2"/>
                </a:solidFill>
              </a:defRPr>
            </a:lvl8pPr>
            <a:lvl9pPr lvl="8" rtl="0">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141" name="Google Shape;141;p25"/>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42" name="Google Shape;142;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43"/>
        <p:cNvGrpSpPr/>
        <p:nvPr/>
      </p:nvGrpSpPr>
      <p:grpSpPr>
        <a:xfrm>
          <a:off x="0" y="0"/>
          <a:ext cx="0" cy="0"/>
          <a:chOff x="0" y="0"/>
          <a:chExt cx="0" cy="0"/>
        </a:xfrm>
      </p:grpSpPr>
      <p:sp>
        <p:nvSpPr>
          <p:cNvPr id="144" name="Google Shape;144;p26"/>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26"/>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146" name="Google Shape;146;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147"/>
        <p:cNvGrpSpPr/>
        <p:nvPr/>
      </p:nvGrpSpPr>
      <p:grpSpPr>
        <a:xfrm>
          <a:off x="0" y="0"/>
          <a:ext cx="0" cy="0"/>
          <a:chOff x="0" y="0"/>
          <a:chExt cx="0" cy="0"/>
        </a:xfrm>
      </p:grpSpPr>
      <p:sp>
        <p:nvSpPr>
          <p:cNvPr id="148" name="Google Shape;148;p27"/>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10000"/>
              <a:buNone/>
              <a:defRPr sz="10000">
                <a:solidFill>
                  <a:schemeClr val="lt1"/>
                </a:solidFill>
              </a:defRPr>
            </a:lvl1pPr>
            <a:lvl2pPr lvl="1" rtl="0">
              <a:spcBef>
                <a:spcPts val="0"/>
              </a:spcBef>
              <a:spcAft>
                <a:spcPts val="0"/>
              </a:spcAft>
              <a:buClr>
                <a:schemeClr val="lt1"/>
              </a:buClr>
              <a:buSzPts val="10000"/>
              <a:buNone/>
              <a:defRPr sz="10000">
                <a:solidFill>
                  <a:schemeClr val="lt1"/>
                </a:solidFill>
              </a:defRPr>
            </a:lvl2pPr>
            <a:lvl3pPr lvl="2" rtl="0">
              <a:spcBef>
                <a:spcPts val="0"/>
              </a:spcBef>
              <a:spcAft>
                <a:spcPts val="0"/>
              </a:spcAft>
              <a:buClr>
                <a:schemeClr val="lt1"/>
              </a:buClr>
              <a:buSzPts val="10000"/>
              <a:buNone/>
              <a:defRPr sz="10000">
                <a:solidFill>
                  <a:schemeClr val="lt1"/>
                </a:solidFill>
              </a:defRPr>
            </a:lvl3pPr>
            <a:lvl4pPr lvl="3" rtl="0">
              <a:spcBef>
                <a:spcPts val="0"/>
              </a:spcBef>
              <a:spcAft>
                <a:spcPts val="0"/>
              </a:spcAft>
              <a:buClr>
                <a:schemeClr val="lt1"/>
              </a:buClr>
              <a:buSzPts val="10000"/>
              <a:buNone/>
              <a:defRPr sz="10000">
                <a:solidFill>
                  <a:schemeClr val="lt1"/>
                </a:solidFill>
              </a:defRPr>
            </a:lvl4pPr>
            <a:lvl5pPr lvl="4" rtl="0">
              <a:spcBef>
                <a:spcPts val="0"/>
              </a:spcBef>
              <a:spcAft>
                <a:spcPts val="0"/>
              </a:spcAft>
              <a:buClr>
                <a:schemeClr val="lt1"/>
              </a:buClr>
              <a:buSzPts val="10000"/>
              <a:buNone/>
              <a:defRPr sz="10000">
                <a:solidFill>
                  <a:schemeClr val="lt1"/>
                </a:solidFill>
              </a:defRPr>
            </a:lvl5pPr>
            <a:lvl6pPr lvl="5" rtl="0">
              <a:spcBef>
                <a:spcPts val="0"/>
              </a:spcBef>
              <a:spcAft>
                <a:spcPts val="0"/>
              </a:spcAft>
              <a:buClr>
                <a:schemeClr val="lt1"/>
              </a:buClr>
              <a:buSzPts val="10000"/>
              <a:buNone/>
              <a:defRPr sz="10000">
                <a:solidFill>
                  <a:schemeClr val="lt1"/>
                </a:solidFill>
              </a:defRPr>
            </a:lvl6pPr>
            <a:lvl7pPr lvl="6" rtl="0">
              <a:spcBef>
                <a:spcPts val="0"/>
              </a:spcBef>
              <a:spcAft>
                <a:spcPts val="0"/>
              </a:spcAft>
              <a:buClr>
                <a:schemeClr val="lt1"/>
              </a:buClr>
              <a:buSzPts val="10000"/>
              <a:buNone/>
              <a:defRPr sz="10000">
                <a:solidFill>
                  <a:schemeClr val="lt1"/>
                </a:solidFill>
              </a:defRPr>
            </a:lvl7pPr>
            <a:lvl8pPr lvl="7" rtl="0">
              <a:spcBef>
                <a:spcPts val="0"/>
              </a:spcBef>
              <a:spcAft>
                <a:spcPts val="0"/>
              </a:spcAft>
              <a:buClr>
                <a:schemeClr val="lt1"/>
              </a:buClr>
              <a:buSzPts val="10000"/>
              <a:buNone/>
              <a:defRPr sz="10000">
                <a:solidFill>
                  <a:schemeClr val="lt1"/>
                </a:solidFill>
              </a:defRPr>
            </a:lvl8pPr>
            <a:lvl9pPr lvl="8" rtl="0">
              <a:spcBef>
                <a:spcPts val="0"/>
              </a:spcBef>
              <a:spcAft>
                <a:spcPts val="0"/>
              </a:spcAft>
              <a:buClr>
                <a:schemeClr val="lt1"/>
              </a:buClr>
              <a:buSzPts val="10000"/>
              <a:buNone/>
              <a:defRPr sz="10000">
                <a:solidFill>
                  <a:schemeClr val="lt1"/>
                </a:solidFill>
              </a:defRPr>
            </a:lvl9pPr>
          </a:lstStyle>
          <a:p>
            <a:r>
              <a:t>xx%</a:t>
            </a:r>
          </a:p>
        </p:txBody>
      </p:sp>
      <p:sp>
        <p:nvSpPr>
          <p:cNvPr id="149" name="Google Shape;149;p27"/>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chemeClr val="accent2"/>
              </a:buClr>
              <a:buSzPts val="1300"/>
              <a:buChar char="●"/>
              <a:defRPr>
                <a:solidFill>
                  <a:schemeClr val="accent2"/>
                </a:solidFill>
              </a:defRPr>
            </a:lvl1pPr>
            <a:lvl2pPr marL="914400" lvl="1" indent="-298450" rtl="0">
              <a:spcBef>
                <a:spcPts val="1600"/>
              </a:spcBef>
              <a:spcAft>
                <a:spcPts val="0"/>
              </a:spcAft>
              <a:buClr>
                <a:schemeClr val="accent2"/>
              </a:buClr>
              <a:buSzPts val="1100"/>
              <a:buChar char="○"/>
              <a:defRPr>
                <a:solidFill>
                  <a:schemeClr val="accent2"/>
                </a:solidFill>
              </a:defRPr>
            </a:lvl2pPr>
            <a:lvl3pPr marL="1371600" lvl="2" indent="-298450" rtl="0">
              <a:spcBef>
                <a:spcPts val="1600"/>
              </a:spcBef>
              <a:spcAft>
                <a:spcPts val="0"/>
              </a:spcAft>
              <a:buClr>
                <a:schemeClr val="accent2"/>
              </a:buClr>
              <a:buSzPts val="1100"/>
              <a:buChar char="■"/>
              <a:defRPr>
                <a:solidFill>
                  <a:schemeClr val="accent2"/>
                </a:solidFill>
              </a:defRPr>
            </a:lvl3pPr>
            <a:lvl4pPr marL="1828800" lvl="3" indent="-298450" rtl="0">
              <a:spcBef>
                <a:spcPts val="1600"/>
              </a:spcBef>
              <a:spcAft>
                <a:spcPts val="0"/>
              </a:spcAft>
              <a:buClr>
                <a:schemeClr val="accent2"/>
              </a:buClr>
              <a:buSzPts val="1100"/>
              <a:buChar char="●"/>
              <a:defRPr>
                <a:solidFill>
                  <a:schemeClr val="accent2"/>
                </a:solidFill>
              </a:defRPr>
            </a:lvl4pPr>
            <a:lvl5pPr marL="2286000" lvl="4" indent="-298450" rtl="0">
              <a:spcBef>
                <a:spcPts val="1600"/>
              </a:spcBef>
              <a:spcAft>
                <a:spcPts val="0"/>
              </a:spcAft>
              <a:buClr>
                <a:schemeClr val="accent2"/>
              </a:buClr>
              <a:buSzPts val="1100"/>
              <a:buChar char="○"/>
              <a:defRPr>
                <a:solidFill>
                  <a:schemeClr val="accent2"/>
                </a:solidFill>
              </a:defRPr>
            </a:lvl5pPr>
            <a:lvl6pPr marL="2743200" lvl="5" indent="-298450" rtl="0">
              <a:spcBef>
                <a:spcPts val="1600"/>
              </a:spcBef>
              <a:spcAft>
                <a:spcPts val="0"/>
              </a:spcAft>
              <a:buClr>
                <a:schemeClr val="accent2"/>
              </a:buClr>
              <a:buSzPts val="1100"/>
              <a:buChar char="■"/>
              <a:defRPr>
                <a:solidFill>
                  <a:schemeClr val="accent2"/>
                </a:solidFill>
              </a:defRPr>
            </a:lvl6pPr>
            <a:lvl7pPr marL="3200400" lvl="6" indent="-298450" rtl="0">
              <a:spcBef>
                <a:spcPts val="1600"/>
              </a:spcBef>
              <a:spcAft>
                <a:spcPts val="0"/>
              </a:spcAft>
              <a:buClr>
                <a:schemeClr val="accent2"/>
              </a:buClr>
              <a:buSzPts val="1100"/>
              <a:buChar char="●"/>
              <a:defRPr>
                <a:solidFill>
                  <a:schemeClr val="accent2"/>
                </a:solidFill>
              </a:defRPr>
            </a:lvl7pPr>
            <a:lvl8pPr marL="3657600" lvl="7" indent="-298450" rtl="0">
              <a:spcBef>
                <a:spcPts val="1600"/>
              </a:spcBef>
              <a:spcAft>
                <a:spcPts val="0"/>
              </a:spcAft>
              <a:buClr>
                <a:schemeClr val="accent2"/>
              </a:buClr>
              <a:buSzPts val="1100"/>
              <a:buChar char="○"/>
              <a:defRPr>
                <a:solidFill>
                  <a:schemeClr val="accent2"/>
                </a:solidFill>
              </a:defRPr>
            </a:lvl8pPr>
            <a:lvl9pPr marL="4114800" lvl="8" indent="-298450" rtl="0">
              <a:spcBef>
                <a:spcPts val="1600"/>
              </a:spcBef>
              <a:spcAft>
                <a:spcPts val="1600"/>
              </a:spcAft>
              <a:buClr>
                <a:schemeClr val="accent2"/>
              </a:buClr>
              <a:buSzPts val="1100"/>
              <a:buChar char="■"/>
              <a:defRPr>
                <a:solidFill>
                  <a:schemeClr val="accent2"/>
                </a:solidFill>
              </a:defRPr>
            </a:lvl9pPr>
          </a:lstStyle>
          <a:p>
            <a:endParaRPr/>
          </a:p>
        </p:txBody>
      </p:sp>
      <p:sp>
        <p:nvSpPr>
          <p:cNvPr id="150" name="Google Shape;150;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1"/>
        <p:cNvGrpSpPr/>
        <p:nvPr/>
      </p:nvGrpSpPr>
      <p:grpSpPr>
        <a:xfrm>
          <a:off x="0" y="0"/>
          <a:ext cx="0" cy="0"/>
          <a:chOff x="0" y="0"/>
          <a:chExt cx="0" cy="0"/>
        </a:xfrm>
      </p:grpSpPr>
      <p:sp>
        <p:nvSpPr>
          <p:cNvPr id="152" name="Google Shape;152;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153"/>
        <p:cNvGrpSpPr/>
        <p:nvPr/>
      </p:nvGrpSpPr>
      <p:grpSpPr>
        <a:xfrm>
          <a:off x="0" y="0"/>
          <a:ext cx="0" cy="0"/>
          <a:chOff x="0" y="0"/>
          <a:chExt cx="0" cy="0"/>
        </a:xfrm>
      </p:grpSpPr>
      <p:cxnSp>
        <p:nvCxnSpPr>
          <p:cNvPr id="154" name="Google Shape;154;p29"/>
          <p:cNvCxnSpPr/>
          <p:nvPr/>
        </p:nvCxnSpPr>
        <p:spPr>
          <a:xfrm>
            <a:off x="2477724" y="415650"/>
            <a:ext cx="6244200" cy="0"/>
          </a:xfrm>
          <a:prstGeom prst="straightConnector1">
            <a:avLst/>
          </a:prstGeom>
          <a:noFill/>
          <a:ln w="38100" cap="flat" cmpd="sng">
            <a:solidFill>
              <a:schemeClr val="dk2"/>
            </a:solidFill>
            <a:prstDash val="solid"/>
            <a:round/>
            <a:headEnd type="none" w="sm" len="sm"/>
            <a:tailEnd type="none" w="sm" len="sm"/>
          </a:ln>
        </p:spPr>
      </p:cxnSp>
      <p:cxnSp>
        <p:nvCxnSpPr>
          <p:cNvPr id="155" name="Google Shape;155;p29"/>
          <p:cNvCxnSpPr/>
          <p:nvPr/>
        </p:nvCxnSpPr>
        <p:spPr>
          <a:xfrm>
            <a:off x="2477724" y="4740000"/>
            <a:ext cx="6244200" cy="0"/>
          </a:xfrm>
          <a:prstGeom prst="straightConnector1">
            <a:avLst/>
          </a:prstGeom>
          <a:noFill/>
          <a:ln w="19050" cap="flat" cmpd="sng">
            <a:solidFill>
              <a:schemeClr val="dk2"/>
            </a:solidFill>
            <a:prstDash val="solid"/>
            <a:round/>
            <a:headEnd type="none" w="sm" len="sm"/>
            <a:tailEnd type="none" w="sm" len="sm"/>
          </a:ln>
        </p:spPr>
      </p:cxnSp>
      <p:cxnSp>
        <p:nvCxnSpPr>
          <p:cNvPr id="156" name="Google Shape;156;p29"/>
          <p:cNvCxnSpPr/>
          <p:nvPr/>
        </p:nvCxnSpPr>
        <p:spPr>
          <a:xfrm>
            <a:off x="425198" y="415650"/>
            <a:ext cx="183300" cy="0"/>
          </a:xfrm>
          <a:prstGeom prst="straightConnector1">
            <a:avLst/>
          </a:prstGeom>
          <a:noFill/>
          <a:ln w="19050" cap="flat" cmpd="sng">
            <a:solidFill>
              <a:schemeClr val="dk2"/>
            </a:solidFill>
            <a:prstDash val="solid"/>
            <a:round/>
            <a:headEnd type="none" w="sm" len="sm"/>
            <a:tailEnd type="none" w="sm" len="sm"/>
          </a:ln>
        </p:spPr>
      </p:cxnSp>
      <p:sp>
        <p:nvSpPr>
          <p:cNvPr id="157" name="Google Shape;157;p29"/>
          <p:cNvSpPr txBox="1">
            <a:spLocks noGrp="1"/>
          </p:cNvSpPr>
          <p:nvPr>
            <p:ph type="title"/>
          </p:nvPr>
        </p:nvSpPr>
        <p:spPr>
          <a:xfrm>
            <a:off x="2400250" y="575950"/>
            <a:ext cx="6321600" cy="6354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58" name="Google Shape;158;p29"/>
          <p:cNvSpPr txBox="1">
            <a:spLocks noGrp="1"/>
          </p:cNvSpPr>
          <p:nvPr>
            <p:ph type="body" idx="1"/>
          </p:nvPr>
        </p:nvSpPr>
        <p:spPr>
          <a:xfrm>
            <a:off x="2410112" y="1595776"/>
            <a:ext cx="6321600" cy="30024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59" name="Google Shape;159;p29"/>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One column text 1">
  <p:cSld name="1_One column text">
    <p:spTree>
      <p:nvGrpSpPr>
        <p:cNvPr id="1" name="Shape 160"/>
        <p:cNvGrpSpPr/>
        <p:nvPr/>
      </p:nvGrpSpPr>
      <p:grpSpPr>
        <a:xfrm>
          <a:off x="0" y="0"/>
          <a:ext cx="0" cy="0"/>
          <a:chOff x="0" y="0"/>
          <a:chExt cx="0" cy="0"/>
        </a:xfrm>
      </p:grpSpPr>
      <p:sp>
        <p:nvSpPr>
          <p:cNvPr id="161" name="Google Shape;161;p30"/>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 name="Google Shape;162;p30"/>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163" name="Google Shape;163;p30"/>
          <p:cNvSpPr txBox="1">
            <a:spLocks noGrp="1"/>
          </p:cNvSpPr>
          <p:nvPr>
            <p:ph type="sldNum" idx="12"/>
          </p:nvPr>
        </p:nvSpPr>
        <p:spPr>
          <a:xfrm>
            <a:off x="90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164" name="Google Shape;164;p30"/>
          <p:cNvSpPr txBox="1">
            <a:spLocks noGrp="1"/>
          </p:cNvSpPr>
          <p:nvPr>
            <p:ph type="title"/>
          </p:nvPr>
        </p:nvSpPr>
        <p:spPr>
          <a:xfrm>
            <a:off x="5192225" y="500925"/>
            <a:ext cx="3706500" cy="6381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Clr>
                <a:schemeClr val="lt1"/>
              </a:buClr>
              <a:buSzPts val="2800"/>
              <a:buNone/>
              <a:defRPr>
                <a:solidFill>
                  <a:schemeClr val="lt1"/>
                </a:solidFill>
              </a:defRPr>
            </a:lvl1pPr>
            <a:lvl2pPr lvl="1" algn="l" rtl="0">
              <a:lnSpc>
                <a:spcPct val="100000"/>
              </a:lnSpc>
              <a:spcBef>
                <a:spcPts val="0"/>
              </a:spcBef>
              <a:spcAft>
                <a:spcPts val="0"/>
              </a:spcAft>
              <a:buClr>
                <a:schemeClr val="lt1"/>
              </a:buClr>
              <a:buSzPts val="2800"/>
              <a:buNone/>
              <a:defRPr>
                <a:solidFill>
                  <a:schemeClr val="lt1"/>
                </a:solidFill>
              </a:defRPr>
            </a:lvl2pPr>
            <a:lvl3pPr lvl="2" algn="l" rtl="0">
              <a:lnSpc>
                <a:spcPct val="100000"/>
              </a:lnSpc>
              <a:spcBef>
                <a:spcPts val="0"/>
              </a:spcBef>
              <a:spcAft>
                <a:spcPts val="0"/>
              </a:spcAft>
              <a:buClr>
                <a:schemeClr val="lt1"/>
              </a:buClr>
              <a:buSzPts val="2800"/>
              <a:buNone/>
              <a:defRPr>
                <a:solidFill>
                  <a:schemeClr val="lt1"/>
                </a:solidFill>
              </a:defRPr>
            </a:lvl3pPr>
            <a:lvl4pPr lvl="3" algn="l" rtl="0">
              <a:lnSpc>
                <a:spcPct val="100000"/>
              </a:lnSpc>
              <a:spcBef>
                <a:spcPts val="0"/>
              </a:spcBef>
              <a:spcAft>
                <a:spcPts val="0"/>
              </a:spcAft>
              <a:buClr>
                <a:schemeClr val="lt1"/>
              </a:buClr>
              <a:buSzPts val="2800"/>
              <a:buNone/>
              <a:defRPr>
                <a:solidFill>
                  <a:schemeClr val="lt1"/>
                </a:solidFill>
              </a:defRPr>
            </a:lvl4pPr>
            <a:lvl5pPr lvl="4" algn="l" rtl="0">
              <a:lnSpc>
                <a:spcPct val="100000"/>
              </a:lnSpc>
              <a:spcBef>
                <a:spcPts val="0"/>
              </a:spcBef>
              <a:spcAft>
                <a:spcPts val="0"/>
              </a:spcAft>
              <a:buClr>
                <a:schemeClr val="lt1"/>
              </a:buClr>
              <a:buSzPts val="2800"/>
              <a:buNone/>
              <a:defRPr>
                <a:solidFill>
                  <a:schemeClr val="lt1"/>
                </a:solidFill>
              </a:defRPr>
            </a:lvl5pPr>
            <a:lvl6pPr lvl="5" algn="l" rtl="0">
              <a:lnSpc>
                <a:spcPct val="100000"/>
              </a:lnSpc>
              <a:spcBef>
                <a:spcPts val="0"/>
              </a:spcBef>
              <a:spcAft>
                <a:spcPts val="0"/>
              </a:spcAft>
              <a:buClr>
                <a:schemeClr val="lt1"/>
              </a:buClr>
              <a:buSzPts val="2800"/>
              <a:buNone/>
              <a:defRPr>
                <a:solidFill>
                  <a:schemeClr val="lt1"/>
                </a:solidFill>
              </a:defRPr>
            </a:lvl6pPr>
            <a:lvl7pPr lvl="6" algn="l" rtl="0">
              <a:lnSpc>
                <a:spcPct val="100000"/>
              </a:lnSpc>
              <a:spcBef>
                <a:spcPts val="0"/>
              </a:spcBef>
              <a:spcAft>
                <a:spcPts val="0"/>
              </a:spcAft>
              <a:buClr>
                <a:schemeClr val="lt1"/>
              </a:buClr>
              <a:buSzPts val="2800"/>
              <a:buNone/>
              <a:defRPr>
                <a:solidFill>
                  <a:schemeClr val="lt1"/>
                </a:solidFill>
              </a:defRPr>
            </a:lvl7pPr>
            <a:lvl8pPr lvl="7" algn="l" rtl="0">
              <a:lnSpc>
                <a:spcPct val="100000"/>
              </a:lnSpc>
              <a:spcBef>
                <a:spcPts val="0"/>
              </a:spcBef>
              <a:spcAft>
                <a:spcPts val="0"/>
              </a:spcAft>
              <a:buClr>
                <a:schemeClr val="lt1"/>
              </a:buClr>
              <a:buSzPts val="2800"/>
              <a:buNone/>
              <a:defRPr>
                <a:solidFill>
                  <a:schemeClr val="lt1"/>
                </a:solidFill>
              </a:defRPr>
            </a:lvl8pPr>
            <a:lvl9pPr lvl="8" algn="l" rtl="0">
              <a:lnSpc>
                <a:spcPct val="100000"/>
              </a:lnSpc>
              <a:spcBef>
                <a:spcPts val="0"/>
              </a:spcBef>
              <a:spcAft>
                <a:spcPts val="0"/>
              </a:spcAft>
              <a:buClr>
                <a:schemeClr val="lt1"/>
              </a:buClr>
              <a:buSzPts val="2800"/>
              <a:buNone/>
              <a:defRPr>
                <a:solidFill>
                  <a:schemeClr val="lt1"/>
                </a:solidFill>
              </a:defRPr>
            </a:lvl9pPr>
          </a:lstStyle>
          <a:p>
            <a:endParaRPr/>
          </a:p>
        </p:txBody>
      </p:sp>
      <p:sp>
        <p:nvSpPr>
          <p:cNvPr id="165" name="Google Shape;165;p30"/>
          <p:cNvSpPr txBox="1">
            <a:spLocks noGrp="1"/>
          </p:cNvSpPr>
          <p:nvPr>
            <p:ph type="body" idx="1"/>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228600" algn="l" rtl="0">
              <a:lnSpc>
                <a:spcPct val="115000"/>
              </a:lnSpc>
              <a:spcBef>
                <a:spcPts val="0"/>
              </a:spcBef>
              <a:spcAft>
                <a:spcPts val="0"/>
              </a:spcAft>
              <a:buClr>
                <a:srgbClr val="000000"/>
              </a:buClr>
              <a:buSzPts val="1300"/>
              <a:buFont typeface="Arial"/>
              <a:buNone/>
              <a:defRPr>
                <a:solidFill>
                  <a:srgbClr val="000000"/>
                </a:solidFill>
                <a:latin typeface="Arial"/>
                <a:ea typeface="Arial"/>
                <a:cs typeface="Arial"/>
                <a:sym typeface="Arial"/>
              </a:defRPr>
            </a:lvl1pPr>
            <a:lvl2pPr marL="914400" lvl="1"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
        <p:nvSpPr>
          <p:cNvPr id="166" name="Google Shape;166;p30"/>
          <p:cNvSpPr txBox="1">
            <a:spLocks noGrp="1"/>
          </p:cNvSpPr>
          <p:nvPr>
            <p:ph type="body" idx="2"/>
          </p:nvPr>
        </p:nvSpPr>
        <p:spPr>
          <a:xfrm>
            <a:off x="301625" y="501650"/>
            <a:ext cx="4165500" cy="44307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SzPts val="1300"/>
              <a:buChar char="●"/>
              <a:defRPr/>
            </a:lvl1pPr>
            <a:lvl2pPr marL="914400" lvl="1" indent="-298450" algn="l" rtl="0">
              <a:lnSpc>
                <a:spcPct val="115000"/>
              </a:lnSpc>
              <a:spcBef>
                <a:spcPts val="0"/>
              </a:spcBef>
              <a:spcAft>
                <a:spcPts val="0"/>
              </a:spcAft>
              <a:buSzPts val="1100"/>
              <a:buChar char="○"/>
              <a:defRPr/>
            </a:lvl2pPr>
            <a:lvl3pPr marL="1371600" lvl="2" indent="-298450" algn="l" rtl="0">
              <a:lnSpc>
                <a:spcPct val="115000"/>
              </a:lnSpc>
              <a:spcBef>
                <a:spcPts val="0"/>
              </a:spcBef>
              <a:spcAft>
                <a:spcPts val="0"/>
              </a:spcAft>
              <a:buSzPts val="1100"/>
              <a:buChar char="■"/>
              <a:defRPr/>
            </a:lvl3pPr>
            <a:lvl4pPr marL="1828800" lvl="3" indent="-298450" algn="l" rtl="0">
              <a:lnSpc>
                <a:spcPct val="115000"/>
              </a:lnSpc>
              <a:spcBef>
                <a:spcPts val="0"/>
              </a:spcBef>
              <a:spcAft>
                <a:spcPts val="0"/>
              </a:spcAft>
              <a:buSzPts val="1100"/>
              <a:buChar char="●"/>
              <a:defRPr/>
            </a:lvl4pPr>
            <a:lvl5pPr marL="2286000" lvl="4" indent="-298450" algn="l" rtl="0">
              <a:lnSpc>
                <a:spcPct val="115000"/>
              </a:lnSpc>
              <a:spcBef>
                <a:spcPts val="0"/>
              </a:spcBef>
              <a:spcAft>
                <a:spcPts val="0"/>
              </a:spcAft>
              <a:buSzPts val="1100"/>
              <a:buChar char="○"/>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
        <p:nvSpPr>
          <p:cNvPr id="167" name="Google Shape;167;p30"/>
          <p:cNvSpPr txBox="1">
            <a:spLocks noGrp="1"/>
          </p:cNvSpPr>
          <p:nvPr>
            <p:ph type="body" idx="3"/>
          </p:nvPr>
        </p:nvSpPr>
        <p:spPr>
          <a:xfrm>
            <a:off x="5192226" y="1278143"/>
            <a:ext cx="3706500" cy="26769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Clr>
                <a:schemeClr val="lt1"/>
              </a:buClr>
              <a:buSzPts val="1300"/>
              <a:buChar char="●"/>
              <a:defRPr>
                <a:solidFill>
                  <a:schemeClr val="lt1"/>
                </a:solidFill>
              </a:defRPr>
            </a:lvl1pPr>
            <a:lvl2pPr marL="914400" lvl="1" indent="-298450" algn="l" rtl="0">
              <a:lnSpc>
                <a:spcPct val="115000"/>
              </a:lnSpc>
              <a:spcBef>
                <a:spcPts val="0"/>
              </a:spcBef>
              <a:spcAft>
                <a:spcPts val="0"/>
              </a:spcAft>
              <a:buClr>
                <a:schemeClr val="lt1"/>
              </a:buClr>
              <a:buSzPts val="1100"/>
              <a:buChar char="○"/>
              <a:defRPr>
                <a:solidFill>
                  <a:schemeClr val="lt1"/>
                </a:solidFill>
              </a:defRPr>
            </a:lvl2pPr>
            <a:lvl3pPr marL="1371600" lvl="2" indent="-298450" algn="l" rtl="0">
              <a:lnSpc>
                <a:spcPct val="115000"/>
              </a:lnSpc>
              <a:spcBef>
                <a:spcPts val="0"/>
              </a:spcBef>
              <a:spcAft>
                <a:spcPts val="0"/>
              </a:spcAft>
              <a:buClr>
                <a:schemeClr val="lt1"/>
              </a:buClr>
              <a:buSzPts val="1100"/>
              <a:buChar char="■"/>
              <a:defRPr>
                <a:solidFill>
                  <a:schemeClr val="lt1"/>
                </a:solidFill>
              </a:defRPr>
            </a:lvl3pPr>
            <a:lvl4pPr marL="1828800" lvl="3" indent="-298450" algn="l" rtl="0">
              <a:lnSpc>
                <a:spcPct val="115000"/>
              </a:lnSpc>
              <a:spcBef>
                <a:spcPts val="0"/>
              </a:spcBef>
              <a:spcAft>
                <a:spcPts val="0"/>
              </a:spcAft>
              <a:buClr>
                <a:schemeClr val="lt1"/>
              </a:buClr>
              <a:buSzPts val="1100"/>
              <a:buChar char="●"/>
              <a:defRPr>
                <a:solidFill>
                  <a:schemeClr val="lt1"/>
                </a:solidFill>
              </a:defRPr>
            </a:lvl4pPr>
            <a:lvl5pPr marL="2286000" lvl="4" indent="-298450" algn="l" rtl="0">
              <a:lnSpc>
                <a:spcPct val="115000"/>
              </a:lnSpc>
              <a:spcBef>
                <a:spcPts val="0"/>
              </a:spcBef>
              <a:spcAft>
                <a:spcPts val="0"/>
              </a:spcAft>
              <a:buClr>
                <a:schemeClr val="lt1"/>
              </a:buClr>
              <a:buSzPts val="1100"/>
              <a:buChar char="○"/>
              <a:defRPr>
                <a:solidFill>
                  <a:schemeClr val="lt1"/>
                </a:solidFill>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Custom layout">
  <p:cSld name="AUTOLAYOUT_2">
    <p:bg>
      <p:bgPr>
        <a:solidFill>
          <a:srgbClr val="FFFFFF"/>
        </a:solidFill>
        <a:effectLst/>
      </p:bgPr>
    </p:bg>
    <p:spTree>
      <p:nvGrpSpPr>
        <p:cNvPr id="1" name="Shape 168"/>
        <p:cNvGrpSpPr/>
        <p:nvPr/>
      </p:nvGrpSpPr>
      <p:grpSpPr>
        <a:xfrm>
          <a:off x="0" y="0"/>
          <a:ext cx="0" cy="0"/>
          <a:chOff x="0" y="0"/>
          <a:chExt cx="0" cy="0"/>
        </a:xfrm>
      </p:grpSpPr>
      <p:sp>
        <p:nvSpPr>
          <p:cNvPr id="169" name="Google Shape;169;p31"/>
          <p:cNvSpPr/>
          <p:nvPr/>
        </p:nvSpPr>
        <p:spPr>
          <a:xfrm>
            <a:off x="0" y="0"/>
            <a:ext cx="9144000" cy="5143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0" name="Google Shape;170;p31"/>
          <p:cNvSpPr/>
          <p:nvPr/>
        </p:nvSpPr>
        <p:spPr>
          <a:xfrm rot="10800000" flipH="1">
            <a:off x="365425" y="659700"/>
            <a:ext cx="1063500" cy="685500"/>
          </a:xfrm>
          <a:prstGeom prst="rtTriangl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 name="Google Shape;171;p31"/>
          <p:cNvSpPr/>
          <p:nvPr/>
        </p:nvSpPr>
        <p:spPr>
          <a:xfrm rot="10800000">
            <a:off x="439525" y="659700"/>
            <a:ext cx="989400" cy="685500"/>
          </a:xfrm>
          <a:prstGeom prst="rtTriangl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 name="Google Shape;172;p31"/>
          <p:cNvSpPr/>
          <p:nvPr/>
        </p:nvSpPr>
        <p:spPr>
          <a:xfrm>
            <a:off x="365425" y="0"/>
            <a:ext cx="1063500" cy="8160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 name="Google Shape;173;p31"/>
          <p:cNvSpPr txBox="1">
            <a:spLocks noGrp="1"/>
          </p:cNvSpPr>
          <p:nvPr>
            <p:ph type="title"/>
          </p:nvPr>
        </p:nvSpPr>
        <p:spPr>
          <a:xfrm>
            <a:off x="2454975" y="72350"/>
            <a:ext cx="6486000" cy="8520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Clr>
                <a:schemeClr val="dk1"/>
              </a:buClr>
              <a:buSzPts val="3600"/>
              <a:buNone/>
              <a:defRPr sz="3600" b="1">
                <a:solidFill>
                  <a:schemeClr val="dk1"/>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174" name="Google Shape;174;p31"/>
          <p:cNvSpPr txBox="1">
            <a:spLocks noGrp="1"/>
          </p:cNvSpPr>
          <p:nvPr>
            <p:ph type="body" idx="1"/>
          </p:nvPr>
        </p:nvSpPr>
        <p:spPr>
          <a:xfrm>
            <a:off x="2454975" y="924350"/>
            <a:ext cx="6486000" cy="1146600"/>
          </a:xfrm>
          <a:prstGeom prst="rect">
            <a:avLst/>
          </a:prstGeom>
          <a:noFill/>
          <a:ln>
            <a:noFill/>
          </a:ln>
        </p:spPr>
        <p:txBody>
          <a:bodyPr spcFirstLastPara="1" wrap="square" lIns="91425" tIns="91425" rIns="91425" bIns="91425" anchor="t" anchorCtr="0">
            <a:noAutofit/>
          </a:bodyPr>
          <a:lstStyle>
            <a:lvl1pPr marL="457200" lvl="0" indent="-330200" algn="l" rtl="0">
              <a:lnSpc>
                <a:spcPct val="115000"/>
              </a:lnSpc>
              <a:spcBef>
                <a:spcPts val="0"/>
              </a:spcBef>
              <a:spcAft>
                <a:spcPts val="0"/>
              </a:spcAft>
              <a:buClr>
                <a:schemeClr val="dk2"/>
              </a:buClr>
              <a:buSzPts val="1600"/>
              <a:buChar char="●"/>
              <a:defRPr sz="1600">
                <a:solidFill>
                  <a:schemeClr val="dk2"/>
                </a:solidFill>
              </a:defRPr>
            </a:lvl1pPr>
            <a:lvl2pPr marL="914400" lvl="1" indent="-298450" algn="l" rtl="0">
              <a:lnSpc>
                <a:spcPct val="115000"/>
              </a:lnSpc>
              <a:spcBef>
                <a:spcPts val="1600"/>
              </a:spcBef>
              <a:spcAft>
                <a:spcPts val="0"/>
              </a:spcAft>
              <a:buClr>
                <a:schemeClr val="dk2"/>
              </a:buClr>
              <a:buSzPts val="1100"/>
              <a:buChar char="○"/>
              <a:defRPr sz="1400">
                <a:solidFill>
                  <a:schemeClr val="dk2"/>
                </a:solidFill>
              </a:defRPr>
            </a:lvl2pPr>
            <a:lvl3pPr marL="1371600" lvl="2" indent="-298450" algn="l" rtl="0">
              <a:lnSpc>
                <a:spcPct val="115000"/>
              </a:lnSpc>
              <a:spcBef>
                <a:spcPts val="1600"/>
              </a:spcBef>
              <a:spcAft>
                <a:spcPts val="0"/>
              </a:spcAft>
              <a:buClr>
                <a:schemeClr val="dk2"/>
              </a:buClr>
              <a:buSzPts val="1100"/>
              <a:buChar char="■"/>
              <a:defRPr sz="1400">
                <a:solidFill>
                  <a:schemeClr val="dk2"/>
                </a:solidFill>
              </a:defRPr>
            </a:lvl3pPr>
            <a:lvl4pPr marL="1828800" lvl="3" indent="-298450" algn="l" rtl="0">
              <a:lnSpc>
                <a:spcPct val="115000"/>
              </a:lnSpc>
              <a:spcBef>
                <a:spcPts val="1600"/>
              </a:spcBef>
              <a:spcAft>
                <a:spcPts val="0"/>
              </a:spcAft>
              <a:buClr>
                <a:schemeClr val="dk2"/>
              </a:buClr>
              <a:buSzPts val="1100"/>
              <a:buChar char="●"/>
              <a:defRPr sz="1400">
                <a:solidFill>
                  <a:schemeClr val="dk2"/>
                </a:solidFill>
              </a:defRPr>
            </a:lvl4pPr>
            <a:lvl5pPr marL="2286000" lvl="4" indent="-298450" algn="l" rtl="0">
              <a:lnSpc>
                <a:spcPct val="115000"/>
              </a:lnSpc>
              <a:spcBef>
                <a:spcPts val="1600"/>
              </a:spcBef>
              <a:spcAft>
                <a:spcPts val="0"/>
              </a:spcAft>
              <a:buClr>
                <a:schemeClr val="dk2"/>
              </a:buClr>
              <a:buSzPts val="1100"/>
              <a:buChar char="○"/>
              <a:defRPr sz="1400">
                <a:solidFill>
                  <a:schemeClr val="dk2"/>
                </a:solidFill>
              </a:defRPr>
            </a:lvl5pPr>
            <a:lvl6pPr marL="2743200" lvl="5" indent="-298450" algn="l" rtl="0">
              <a:lnSpc>
                <a:spcPct val="115000"/>
              </a:lnSpc>
              <a:spcBef>
                <a:spcPts val="1600"/>
              </a:spcBef>
              <a:spcAft>
                <a:spcPts val="0"/>
              </a:spcAft>
              <a:buClr>
                <a:schemeClr val="dk2"/>
              </a:buClr>
              <a:buSzPts val="1100"/>
              <a:buChar char="■"/>
              <a:defRPr sz="1400">
                <a:solidFill>
                  <a:schemeClr val="dk2"/>
                </a:solidFill>
              </a:defRPr>
            </a:lvl6pPr>
            <a:lvl7pPr marL="3200400" lvl="6" indent="-298450" algn="l" rtl="0">
              <a:lnSpc>
                <a:spcPct val="115000"/>
              </a:lnSpc>
              <a:spcBef>
                <a:spcPts val="1600"/>
              </a:spcBef>
              <a:spcAft>
                <a:spcPts val="0"/>
              </a:spcAft>
              <a:buClr>
                <a:schemeClr val="dk2"/>
              </a:buClr>
              <a:buSzPts val="1100"/>
              <a:buChar char="●"/>
              <a:defRPr sz="1400">
                <a:solidFill>
                  <a:schemeClr val="dk2"/>
                </a:solidFill>
              </a:defRPr>
            </a:lvl7pPr>
            <a:lvl8pPr marL="3657600" lvl="7" indent="-298450" algn="l" rtl="0">
              <a:lnSpc>
                <a:spcPct val="115000"/>
              </a:lnSpc>
              <a:spcBef>
                <a:spcPts val="1600"/>
              </a:spcBef>
              <a:spcAft>
                <a:spcPts val="0"/>
              </a:spcAft>
              <a:buClr>
                <a:schemeClr val="dk2"/>
              </a:buClr>
              <a:buSzPts val="1100"/>
              <a:buChar char="○"/>
              <a:defRPr sz="1400">
                <a:solidFill>
                  <a:schemeClr val="dk2"/>
                </a:solidFill>
              </a:defRPr>
            </a:lvl8pPr>
            <a:lvl9pPr marL="4114800" lvl="8" indent="-298450" algn="l" rtl="0">
              <a:lnSpc>
                <a:spcPct val="115000"/>
              </a:lnSpc>
              <a:spcBef>
                <a:spcPts val="1600"/>
              </a:spcBef>
              <a:spcAft>
                <a:spcPts val="1600"/>
              </a:spcAft>
              <a:buClr>
                <a:schemeClr val="dk2"/>
              </a:buClr>
              <a:buSzPts val="1100"/>
              <a:buChar char="■"/>
              <a:defRPr sz="1400">
                <a:solidFill>
                  <a:schemeClr val="dk2"/>
                </a:solidFill>
              </a:defRPr>
            </a:lvl9pPr>
          </a:lstStyle>
          <a:p>
            <a:endParaRPr/>
          </a:p>
        </p:txBody>
      </p:sp>
      <p:sp>
        <p:nvSpPr>
          <p:cNvPr id="175" name="Google Shape;175;p3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176" name="Google Shape;176;p31"/>
          <p:cNvSpPr txBox="1">
            <a:spLocks noGrp="1"/>
          </p:cNvSpPr>
          <p:nvPr>
            <p:ph type="body" idx="2"/>
          </p:nvPr>
        </p:nvSpPr>
        <p:spPr>
          <a:xfrm>
            <a:off x="110475" y="1720575"/>
            <a:ext cx="2311200" cy="21765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SzPts val="1300"/>
              <a:buChar char="●"/>
              <a:defRPr/>
            </a:lvl1pPr>
            <a:lvl2pPr marL="914400" lvl="1" indent="-298450" algn="l" rtl="0">
              <a:lnSpc>
                <a:spcPct val="115000"/>
              </a:lnSpc>
              <a:spcBef>
                <a:spcPts val="1600"/>
              </a:spcBef>
              <a:spcAft>
                <a:spcPts val="0"/>
              </a:spcAft>
              <a:buSzPts val="1100"/>
              <a:buChar char="○"/>
              <a:defRPr/>
            </a:lvl2pPr>
            <a:lvl3pPr marL="1371600" lvl="2" indent="-298450" algn="l" rtl="0">
              <a:lnSpc>
                <a:spcPct val="115000"/>
              </a:lnSpc>
              <a:spcBef>
                <a:spcPts val="1600"/>
              </a:spcBef>
              <a:spcAft>
                <a:spcPts val="0"/>
              </a:spcAft>
              <a:buSzPts val="1100"/>
              <a:buChar char="■"/>
              <a:defRPr/>
            </a:lvl3pPr>
            <a:lvl4pPr marL="1828800" lvl="3" indent="-298450" algn="l" rtl="0">
              <a:lnSpc>
                <a:spcPct val="115000"/>
              </a:lnSpc>
              <a:spcBef>
                <a:spcPts val="1600"/>
              </a:spcBef>
              <a:spcAft>
                <a:spcPts val="0"/>
              </a:spcAft>
              <a:buSzPts val="1100"/>
              <a:buChar char="●"/>
              <a:defRPr/>
            </a:lvl4pPr>
            <a:lvl5pPr marL="2286000" lvl="4" indent="-298450" algn="l" rtl="0">
              <a:lnSpc>
                <a:spcPct val="115000"/>
              </a:lnSpc>
              <a:spcBef>
                <a:spcPts val="1600"/>
              </a:spcBef>
              <a:spcAft>
                <a:spcPts val="0"/>
              </a:spcAft>
              <a:buSzPts val="1100"/>
              <a:buChar char="○"/>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
        <p:nvSpPr>
          <p:cNvPr id="177" name="Google Shape;177;p31"/>
          <p:cNvSpPr txBox="1">
            <a:spLocks noGrp="1"/>
          </p:cNvSpPr>
          <p:nvPr>
            <p:ph type="body" idx="3"/>
          </p:nvPr>
        </p:nvSpPr>
        <p:spPr>
          <a:xfrm>
            <a:off x="2454975" y="2013125"/>
            <a:ext cx="6486000" cy="28287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SzPts val="1300"/>
              <a:buChar char="●"/>
              <a:defRPr/>
            </a:lvl1pPr>
            <a:lvl2pPr marL="914400" lvl="1" indent="-298450" algn="l" rtl="0">
              <a:lnSpc>
                <a:spcPct val="115000"/>
              </a:lnSpc>
              <a:spcBef>
                <a:spcPts val="1600"/>
              </a:spcBef>
              <a:spcAft>
                <a:spcPts val="0"/>
              </a:spcAft>
              <a:buSzPts val="1100"/>
              <a:buChar char="○"/>
              <a:defRPr/>
            </a:lvl2pPr>
            <a:lvl3pPr marL="1371600" lvl="2" indent="-298450" algn="l" rtl="0">
              <a:lnSpc>
                <a:spcPct val="115000"/>
              </a:lnSpc>
              <a:spcBef>
                <a:spcPts val="1600"/>
              </a:spcBef>
              <a:spcAft>
                <a:spcPts val="0"/>
              </a:spcAft>
              <a:buSzPts val="1100"/>
              <a:buChar char="■"/>
              <a:defRPr/>
            </a:lvl3pPr>
            <a:lvl4pPr marL="1828800" lvl="3" indent="-298450" algn="l" rtl="0">
              <a:lnSpc>
                <a:spcPct val="115000"/>
              </a:lnSpc>
              <a:spcBef>
                <a:spcPts val="1600"/>
              </a:spcBef>
              <a:spcAft>
                <a:spcPts val="0"/>
              </a:spcAft>
              <a:buSzPts val="1100"/>
              <a:buChar char="●"/>
              <a:defRPr/>
            </a:lvl4pPr>
            <a:lvl5pPr marL="2286000" lvl="4" indent="-298450" algn="l" rtl="0">
              <a:lnSpc>
                <a:spcPct val="115000"/>
              </a:lnSpc>
              <a:spcBef>
                <a:spcPts val="1600"/>
              </a:spcBef>
              <a:spcAft>
                <a:spcPts val="0"/>
              </a:spcAft>
              <a:buSzPts val="1100"/>
              <a:buChar char="○"/>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
        <p:nvSpPr>
          <p:cNvPr id="178" name="Google Shape;178;p31"/>
          <p:cNvSpPr txBox="1">
            <a:spLocks noGrp="1"/>
          </p:cNvSpPr>
          <p:nvPr>
            <p:ph type="title" idx="4"/>
          </p:nvPr>
        </p:nvSpPr>
        <p:spPr>
          <a:xfrm>
            <a:off x="365422" y="170425"/>
            <a:ext cx="1063500" cy="5394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2800"/>
              <a:buNone/>
              <a:defRPr i="1">
                <a:solidFill>
                  <a:srgbClr val="FFFFFF"/>
                </a:solidFill>
                <a:latin typeface="Arial"/>
                <a:ea typeface="Arial"/>
                <a:cs typeface="Arial"/>
                <a:sym typeface="Arial"/>
              </a:defRPr>
            </a:lvl1pPr>
            <a:lvl2pPr lvl="1" algn="l" rtl="0">
              <a:lnSpc>
                <a:spcPct val="100000"/>
              </a:lnSpc>
              <a:spcBef>
                <a:spcPts val="0"/>
              </a:spcBef>
              <a:spcAft>
                <a:spcPts val="0"/>
              </a:spcAft>
              <a:buSzPts val="2800"/>
              <a:buNone/>
              <a:defRPr>
                <a:latin typeface="Roboto"/>
                <a:ea typeface="Roboto"/>
                <a:cs typeface="Roboto"/>
                <a:sym typeface="Roboto"/>
              </a:defRPr>
            </a:lvl2pPr>
            <a:lvl3pPr lvl="2" algn="l" rtl="0">
              <a:lnSpc>
                <a:spcPct val="100000"/>
              </a:lnSpc>
              <a:spcBef>
                <a:spcPts val="0"/>
              </a:spcBef>
              <a:spcAft>
                <a:spcPts val="0"/>
              </a:spcAft>
              <a:buSzPts val="2800"/>
              <a:buNone/>
              <a:defRPr>
                <a:latin typeface="Roboto"/>
                <a:ea typeface="Roboto"/>
                <a:cs typeface="Roboto"/>
                <a:sym typeface="Roboto"/>
              </a:defRPr>
            </a:lvl3pPr>
            <a:lvl4pPr lvl="3" algn="l" rtl="0">
              <a:lnSpc>
                <a:spcPct val="100000"/>
              </a:lnSpc>
              <a:spcBef>
                <a:spcPts val="0"/>
              </a:spcBef>
              <a:spcAft>
                <a:spcPts val="0"/>
              </a:spcAft>
              <a:buSzPts val="2800"/>
              <a:buNone/>
              <a:defRPr>
                <a:latin typeface="Roboto"/>
                <a:ea typeface="Roboto"/>
                <a:cs typeface="Roboto"/>
                <a:sym typeface="Roboto"/>
              </a:defRPr>
            </a:lvl4pPr>
            <a:lvl5pPr lvl="4" algn="l" rtl="0">
              <a:lnSpc>
                <a:spcPct val="100000"/>
              </a:lnSpc>
              <a:spcBef>
                <a:spcPts val="0"/>
              </a:spcBef>
              <a:spcAft>
                <a:spcPts val="0"/>
              </a:spcAft>
              <a:buSzPts val="2800"/>
              <a:buNone/>
              <a:defRPr>
                <a:latin typeface="Roboto"/>
                <a:ea typeface="Roboto"/>
                <a:cs typeface="Roboto"/>
                <a:sym typeface="Roboto"/>
              </a:defRPr>
            </a:lvl5pPr>
            <a:lvl6pPr lvl="5" algn="l" rtl="0">
              <a:lnSpc>
                <a:spcPct val="100000"/>
              </a:lnSpc>
              <a:spcBef>
                <a:spcPts val="0"/>
              </a:spcBef>
              <a:spcAft>
                <a:spcPts val="0"/>
              </a:spcAft>
              <a:buSzPts val="2800"/>
              <a:buNone/>
              <a:defRPr>
                <a:latin typeface="Roboto"/>
                <a:ea typeface="Roboto"/>
                <a:cs typeface="Roboto"/>
                <a:sym typeface="Roboto"/>
              </a:defRPr>
            </a:lvl6pPr>
            <a:lvl7pPr lvl="6" algn="l" rtl="0">
              <a:lnSpc>
                <a:spcPct val="100000"/>
              </a:lnSpc>
              <a:spcBef>
                <a:spcPts val="0"/>
              </a:spcBef>
              <a:spcAft>
                <a:spcPts val="0"/>
              </a:spcAft>
              <a:buSzPts val="2800"/>
              <a:buNone/>
              <a:defRPr>
                <a:latin typeface="Roboto"/>
                <a:ea typeface="Roboto"/>
                <a:cs typeface="Roboto"/>
                <a:sym typeface="Roboto"/>
              </a:defRPr>
            </a:lvl7pPr>
            <a:lvl8pPr lvl="7" algn="l" rtl="0">
              <a:lnSpc>
                <a:spcPct val="100000"/>
              </a:lnSpc>
              <a:spcBef>
                <a:spcPts val="0"/>
              </a:spcBef>
              <a:spcAft>
                <a:spcPts val="0"/>
              </a:spcAft>
              <a:buSzPts val="2800"/>
              <a:buNone/>
              <a:defRPr>
                <a:latin typeface="Roboto"/>
                <a:ea typeface="Roboto"/>
                <a:cs typeface="Roboto"/>
                <a:sym typeface="Roboto"/>
              </a:defRPr>
            </a:lvl8pPr>
            <a:lvl9pPr lvl="8" algn="l" rtl="0">
              <a:lnSpc>
                <a:spcPct val="100000"/>
              </a:lnSpc>
              <a:spcBef>
                <a:spcPts val="0"/>
              </a:spcBef>
              <a:spcAft>
                <a:spcPts val="0"/>
              </a:spcAft>
              <a:buSzPts val="2800"/>
              <a:buNone/>
              <a:defRPr>
                <a:latin typeface="Roboto"/>
                <a:ea typeface="Roboto"/>
                <a:cs typeface="Roboto"/>
                <a:sym typeface="Roboto"/>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183"/>
        <p:cNvGrpSpPr/>
        <p:nvPr/>
      </p:nvGrpSpPr>
      <p:grpSpPr>
        <a:xfrm>
          <a:off x="0" y="0"/>
          <a:ext cx="0" cy="0"/>
          <a:chOff x="0" y="0"/>
          <a:chExt cx="0" cy="0"/>
        </a:xfrm>
      </p:grpSpPr>
      <p:sp>
        <p:nvSpPr>
          <p:cNvPr id="184" name="Google Shape;184;p33"/>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85" name="Google Shape;185;p33"/>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86" name="Google Shape;186;p33"/>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87" name="Google Shape;187;p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188"/>
        <p:cNvGrpSpPr/>
        <p:nvPr/>
      </p:nvGrpSpPr>
      <p:grpSpPr>
        <a:xfrm>
          <a:off x="0" y="0"/>
          <a:ext cx="0" cy="0"/>
          <a:chOff x="0" y="0"/>
          <a:chExt cx="0" cy="0"/>
        </a:xfrm>
      </p:grpSpPr>
      <p:sp>
        <p:nvSpPr>
          <p:cNvPr id="189" name="Google Shape;189;p34"/>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90" name="Google Shape;190;p34"/>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191" name="Google Shape;191;p34"/>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92" name="Google Shape;192;p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3"/>
        <p:cNvGrpSpPr/>
        <p:nvPr/>
      </p:nvGrpSpPr>
      <p:grpSpPr>
        <a:xfrm>
          <a:off x="0" y="0"/>
          <a:ext cx="0" cy="0"/>
          <a:chOff x="0" y="0"/>
          <a:chExt cx="0" cy="0"/>
        </a:xfrm>
      </p:grpSpPr>
      <p:sp>
        <p:nvSpPr>
          <p:cNvPr id="194" name="Google Shape;194;p35"/>
          <p:cNvSpPr/>
          <p:nvPr/>
        </p:nvSpPr>
        <p:spPr>
          <a:xfrm>
            <a:off x="-125"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195" name="Google Shape;195;p35"/>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35"/>
          <p:cNvSpPr txBox="1">
            <a:spLocks noGrp="1"/>
          </p:cNvSpPr>
          <p:nvPr>
            <p:ph type="title"/>
          </p:nvPr>
        </p:nvSpPr>
        <p:spPr>
          <a:xfrm>
            <a:off x="311725" y="500925"/>
            <a:ext cx="3706500" cy="6381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197" name="Google Shape;197;p35"/>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98" name="Google Shape;198;p3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99" name="Google Shape;199;p35"/>
          <p:cNvSpPr txBox="1">
            <a:spLocks noGrp="1"/>
          </p:cNvSpPr>
          <p:nvPr>
            <p:ph type="body" idx="2"/>
          </p:nvPr>
        </p:nvSpPr>
        <p:spPr>
          <a:xfrm>
            <a:off x="315425" y="1286175"/>
            <a:ext cx="3706500" cy="26973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Clr>
                <a:srgbClr val="FFFFFF"/>
              </a:buClr>
              <a:buSzPts val="1300"/>
              <a:buChar char="●"/>
              <a:defRPr>
                <a:solidFill>
                  <a:srgbClr val="FFFFFF"/>
                </a:solidFill>
              </a:defRPr>
            </a:lvl1pPr>
            <a:lvl2pPr marL="914400" lvl="1" indent="-298450">
              <a:spcBef>
                <a:spcPts val="1600"/>
              </a:spcBef>
              <a:spcAft>
                <a:spcPts val="0"/>
              </a:spcAft>
              <a:buClr>
                <a:srgbClr val="FFFFFF"/>
              </a:buClr>
              <a:buSzPts val="1100"/>
              <a:buChar char="○"/>
              <a:defRPr>
                <a:solidFill>
                  <a:srgbClr val="FFFFFF"/>
                </a:solidFill>
              </a:defRPr>
            </a:lvl2pPr>
            <a:lvl3pPr marL="1371600" lvl="2" indent="-298450">
              <a:spcBef>
                <a:spcPts val="1600"/>
              </a:spcBef>
              <a:spcAft>
                <a:spcPts val="0"/>
              </a:spcAft>
              <a:buClr>
                <a:srgbClr val="FFFFFF"/>
              </a:buClr>
              <a:buSzPts val="1100"/>
              <a:buChar char="■"/>
              <a:defRPr>
                <a:solidFill>
                  <a:srgbClr val="FFFFFF"/>
                </a:solidFill>
              </a:defRPr>
            </a:lvl3pPr>
            <a:lvl4pPr marL="1828800" lvl="3" indent="-298450">
              <a:spcBef>
                <a:spcPts val="1600"/>
              </a:spcBef>
              <a:spcAft>
                <a:spcPts val="0"/>
              </a:spcAft>
              <a:buClr>
                <a:srgbClr val="FFFFFF"/>
              </a:buClr>
              <a:buSzPts val="1100"/>
              <a:buChar char="●"/>
              <a:defRPr>
                <a:solidFill>
                  <a:srgbClr val="FFFFFF"/>
                </a:solidFill>
              </a:defRPr>
            </a:lvl4pPr>
            <a:lvl5pPr marL="2286000" lvl="4" indent="-298450">
              <a:spcBef>
                <a:spcPts val="1600"/>
              </a:spcBef>
              <a:spcAft>
                <a:spcPts val="0"/>
              </a:spcAft>
              <a:buClr>
                <a:srgbClr val="FFFFFF"/>
              </a:buClr>
              <a:buSzPts val="1100"/>
              <a:buChar char="○"/>
              <a:defRPr>
                <a:solidFill>
                  <a:srgbClr val="FFFFFF"/>
                </a:solidFill>
              </a:defRPr>
            </a:lvl5pPr>
            <a:lvl6pPr marL="2743200" lvl="5" indent="-298450">
              <a:spcBef>
                <a:spcPts val="1600"/>
              </a:spcBef>
              <a:spcAft>
                <a:spcPts val="0"/>
              </a:spcAft>
              <a:buClr>
                <a:srgbClr val="FFFFFF"/>
              </a:buClr>
              <a:buSzPts val="1100"/>
              <a:buChar char="■"/>
              <a:defRPr>
                <a:solidFill>
                  <a:srgbClr val="FFFFFF"/>
                </a:solidFill>
              </a:defRPr>
            </a:lvl6pPr>
            <a:lvl7pPr marL="3200400" lvl="6" indent="-298450">
              <a:spcBef>
                <a:spcPts val="1600"/>
              </a:spcBef>
              <a:spcAft>
                <a:spcPts val="0"/>
              </a:spcAft>
              <a:buClr>
                <a:srgbClr val="FFFFFF"/>
              </a:buClr>
              <a:buSzPts val="1100"/>
              <a:buChar char="●"/>
              <a:defRPr>
                <a:solidFill>
                  <a:srgbClr val="FFFFFF"/>
                </a:solidFill>
              </a:defRPr>
            </a:lvl7pPr>
            <a:lvl8pPr marL="3657600" lvl="7" indent="-298450">
              <a:spcBef>
                <a:spcPts val="1600"/>
              </a:spcBef>
              <a:spcAft>
                <a:spcPts val="0"/>
              </a:spcAft>
              <a:buClr>
                <a:srgbClr val="FFFFFF"/>
              </a:buClr>
              <a:buSzPts val="1100"/>
              <a:buChar char="○"/>
              <a:defRPr>
                <a:solidFill>
                  <a:srgbClr val="FFFFFF"/>
                </a:solidFill>
              </a:defRPr>
            </a:lvl8pPr>
            <a:lvl9pPr marL="4114800" lvl="8" indent="-298450">
              <a:spcBef>
                <a:spcPts val="1600"/>
              </a:spcBef>
              <a:spcAft>
                <a:spcPts val="1600"/>
              </a:spcAft>
              <a:buClr>
                <a:srgbClr val="FFFFFF"/>
              </a:buClr>
              <a:buSzPts val="1100"/>
              <a:buChar char="■"/>
              <a:defRPr>
                <a:solidFill>
                  <a:srgbClr val="FFFFFF"/>
                </a:solidFill>
              </a:defRPr>
            </a:lvl9pPr>
          </a:lstStyle>
          <a:p>
            <a:endParaRPr/>
          </a:p>
        </p:txBody>
      </p:sp>
      <p:sp>
        <p:nvSpPr>
          <p:cNvPr id="200" name="Google Shape;200;p35"/>
          <p:cNvSpPr txBox="1">
            <a:spLocks noGrp="1"/>
          </p:cNvSpPr>
          <p:nvPr>
            <p:ph type="body" idx="3"/>
          </p:nvPr>
        </p:nvSpPr>
        <p:spPr>
          <a:xfrm>
            <a:off x="3154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1115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marL="914400" lvl="1" indent="-29845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1"/>
        <p:cNvGrpSpPr/>
        <p:nvPr/>
      </p:nvGrpSpPr>
      <p:grpSpPr>
        <a:xfrm>
          <a:off x="0" y="0"/>
          <a:ext cx="0" cy="0"/>
          <a:chOff x="0" y="0"/>
          <a:chExt cx="0" cy="0"/>
        </a:xfrm>
      </p:grpSpPr>
      <p:sp>
        <p:nvSpPr>
          <p:cNvPr id="202" name="Google Shape;202;p36"/>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3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04" name="Google Shape;204;p36"/>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05" name="Google Shape;205;p36"/>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06" name="Google Shape;206;p3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07"/>
        <p:cNvGrpSpPr/>
        <p:nvPr/>
      </p:nvGrpSpPr>
      <p:grpSpPr>
        <a:xfrm>
          <a:off x="0" y="0"/>
          <a:ext cx="0" cy="0"/>
          <a:chOff x="0" y="0"/>
          <a:chExt cx="0" cy="0"/>
        </a:xfrm>
      </p:grpSpPr>
      <p:sp>
        <p:nvSpPr>
          <p:cNvPr id="208" name="Google Shape;208;p37"/>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37"/>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10" name="Google Shape;210;p3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11"/>
        <p:cNvGrpSpPr/>
        <p:nvPr/>
      </p:nvGrpSpPr>
      <p:grpSpPr>
        <a:xfrm>
          <a:off x="0" y="0"/>
          <a:ext cx="0" cy="0"/>
          <a:chOff x="0" y="0"/>
          <a:chExt cx="0" cy="0"/>
        </a:xfrm>
      </p:grpSpPr>
      <p:sp>
        <p:nvSpPr>
          <p:cNvPr id="212" name="Google Shape;212;p38"/>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38"/>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214" name="Google Shape;214;p38"/>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15" name="Google Shape;215;p38"/>
          <p:cNvSpPr txBox="1">
            <a:spLocks noGrp="1"/>
          </p:cNvSpPr>
          <p:nvPr>
            <p:ph type="title"/>
          </p:nvPr>
        </p:nvSpPr>
        <p:spPr>
          <a:xfrm>
            <a:off x="5264725" y="500925"/>
            <a:ext cx="3706500" cy="6381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16" name="Google Shape;216;p38"/>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17" name="Google Shape;217;p38"/>
          <p:cNvSpPr txBox="1">
            <a:spLocks noGrp="1"/>
          </p:cNvSpPr>
          <p:nvPr>
            <p:ph type="body" idx="2"/>
          </p:nvPr>
        </p:nvSpPr>
        <p:spPr>
          <a:xfrm>
            <a:off x="5192225" y="1286175"/>
            <a:ext cx="3706500" cy="26973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Clr>
                <a:srgbClr val="FFFFFF"/>
              </a:buClr>
              <a:buSzPts val="1300"/>
              <a:buChar char="●"/>
              <a:defRPr>
                <a:solidFill>
                  <a:srgbClr val="FFFFFF"/>
                </a:solidFill>
              </a:defRPr>
            </a:lvl1pPr>
            <a:lvl2pPr marL="914400" lvl="1" indent="-298450">
              <a:spcBef>
                <a:spcPts val="1600"/>
              </a:spcBef>
              <a:spcAft>
                <a:spcPts val="0"/>
              </a:spcAft>
              <a:buClr>
                <a:srgbClr val="FFFFFF"/>
              </a:buClr>
              <a:buSzPts val="1100"/>
              <a:buChar char="○"/>
              <a:defRPr>
                <a:solidFill>
                  <a:srgbClr val="FFFFFF"/>
                </a:solidFill>
              </a:defRPr>
            </a:lvl2pPr>
            <a:lvl3pPr marL="1371600" lvl="2" indent="-298450">
              <a:spcBef>
                <a:spcPts val="1600"/>
              </a:spcBef>
              <a:spcAft>
                <a:spcPts val="0"/>
              </a:spcAft>
              <a:buClr>
                <a:srgbClr val="FFFFFF"/>
              </a:buClr>
              <a:buSzPts val="1100"/>
              <a:buChar char="■"/>
              <a:defRPr>
                <a:solidFill>
                  <a:srgbClr val="FFFFFF"/>
                </a:solidFill>
              </a:defRPr>
            </a:lvl3pPr>
            <a:lvl4pPr marL="1828800" lvl="3" indent="-298450">
              <a:spcBef>
                <a:spcPts val="1600"/>
              </a:spcBef>
              <a:spcAft>
                <a:spcPts val="0"/>
              </a:spcAft>
              <a:buClr>
                <a:srgbClr val="FFFFFF"/>
              </a:buClr>
              <a:buSzPts val="1100"/>
              <a:buChar char="●"/>
              <a:defRPr>
                <a:solidFill>
                  <a:srgbClr val="FFFFFF"/>
                </a:solidFill>
              </a:defRPr>
            </a:lvl4pPr>
            <a:lvl5pPr marL="2286000" lvl="4" indent="-298450">
              <a:spcBef>
                <a:spcPts val="1600"/>
              </a:spcBef>
              <a:spcAft>
                <a:spcPts val="0"/>
              </a:spcAft>
              <a:buClr>
                <a:srgbClr val="FFFFFF"/>
              </a:buClr>
              <a:buSzPts val="1100"/>
              <a:buChar char="○"/>
              <a:defRPr>
                <a:solidFill>
                  <a:srgbClr val="FFFFFF"/>
                </a:solidFill>
              </a:defRPr>
            </a:lvl5pPr>
            <a:lvl6pPr marL="2743200" lvl="5" indent="-298450">
              <a:spcBef>
                <a:spcPts val="1600"/>
              </a:spcBef>
              <a:spcAft>
                <a:spcPts val="0"/>
              </a:spcAft>
              <a:buClr>
                <a:srgbClr val="FFFFFF"/>
              </a:buClr>
              <a:buSzPts val="1100"/>
              <a:buChar char="■"/>
              <a:defRPr>
                <a:solidFill>
                  <a:srgbClr val="FFFFFF"/>
                </a:solidFill>
              </a:defRPr>
            </a:lvl6pPr>
            <a:lvl7pPr marL="3200400" lvl="6" indent="-298450">
              <a:spcBef>
                <a:spcPts val="1600"/>
              </a:spcBef>
              <a:spcAft>
                <a:spcPts val="0"/>
              </a:spcAft>
              <a:buClr>
                <a:srgbClr val="FFFFFF"/>
              </a:buClr>
              <a:buSzPts val="1100"/>
              <a:buChar char="●"/>
              <a:defRPr>
                <a:solidFill>
                  <a:srgbClr val="FFFFFF"/>
                </a:solidFill>
              </a:defRPr>
            </a:lvl7pPr>
            <a:lvl8pPr marL="3657600" lvl="7" indent="-298450">
              <a:spcBef>
                <a:spcPts val="1600"/>
              </a:spcBef>
              <a:spcAft>
                <a:spcPts val="0"/>
              </a:spcAft>
              <a:buClr>
                <a:srgbClr val="FFFFFF"/>
              </a:buClr>
              <a:buSzPts val="1100"/>
              <a:buChar char="○"/>
              <a:defRPr>
                <a:solidFill>
                  <a:srgbClr val="FFFFFF"/>
                </a:solidFill>
              </a:defRPr>
            </a:lvl8pPr>
            <a:lvl9pPr marL="4114800" lvl="8" indent="-298450">
              <a:spcBef>
                <a:spcPts val="1600"/>
              </a:spcBef>
              <a:spcAft>
                <a:spcPts val="1600"/>
              </a:spcAft>
              <a:buClr>
                <a:srgbClr val="FFFFFF"/>
              </a:buClr>
              <a:buSzPts val="1100"/>
              <a:buChar char="■"/>
              <a:defRPr>
                <a:solidFill>
                  <a:srgbClr val="FFFFFF"/>
                </a:solidFill>
              </a:defRPr>
            </a:lvl9pPr>
          </a:lstStyle>
          <a:p>
            <a:endParaRPr/>
          </a:p>
        </p:txBody>
      </p:sp>
      <p:sp>
        <p:nvSpPr>
          <p:cNvPr id="218" name="Google Shape;218;p38"/>
          <p:cNvSpPr txBox="1">
            <a:spLocks noGrp="1"/>
          </p:cNvSpPr>
          <p:nvPr>
            <p:ph type="body" idx="3"/>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1115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marL="914400" lvl="1" indent="-29845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219"/>
        <p:cNvGrpSpPr/>
        <p:nvPr/>
      </p:nvGrpSpPr>
      <p:grpSpPr>
        <a:xfrm>
          <a:off x="0" y="0"/>
          <a:ext cx="0" cy="0"/>
          <a:chOff x="0" y="0"/>
          <a:chExt cx="0" cy="0"/>
        </a:xfrm>
      </p:grpSpPr>
      <p:sp>
        <p:nvSpPr>
          <p:cNvPr id="220" name="Google Shape;220;p39"/>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221" name="Google Shape;221;p3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22"/>
        <p:cNvGrpSpPr/>
        <p:nvPr/>
      </p:nvGrpSpPr>
      <p:grpSpPr>
        <a:xfrm>
          <a:off x="0" y="0"/>
          <a:ext cx="0" cy="0"/>
          <a:chOff x="0" y="0"/>
          <a:chExt cx="0" cy="0"/>
        </a:xfrm>
      </p:grpSpPr>
      <p:sp>
        <p:nvSpPr>
          <p:cNvPr id="223" name="Google Shape;223;p40"/>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0"/>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25" name="Google Shape;225;p40"/>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226" name="Google Shape;226;p40"/>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27" name="Google Shape;227;p4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28"/>
        <p:cNvGrpSpPr/>
        <p:nvPr/>
      </p:nvGrpSpPr>
      <p:grpSpPr>
        <a:xfrm>
          <a:off x="0" y="0"/>
          <a:ext cx="0" cy="0"/>
          <a:chOff x="0" y="0"/>
          <a:chExt cx="0" cy="0"/>
        </a:xfrm>
      </p:grpSpPr>
      <p:sp>
        <p:nvSpPr>
          <p:cNvPr id="229" name="Google Shape;229;p41"/>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41"/>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231" name="Google Shape;231;p4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232"/>
        <p:cNvGrpSpPr/>
        <p:nvPr/>
      </p:nvGrpSpPr>
      <p:grpSpPr>
        <a:xfrm>
          <a:off x="0" y="0"/>
          <a:ext cx="0" cy="0"/>
          <a:chOff x="0" y="0"/>
          <a:chExt cx="0" cy="0"/>
        </a:xfrm>
      </p:grpSpPr>
      <p:sp>
        <p:nvSpPr>
          <p:cNvPr id="233" name="Google Shape;233;p42"/>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234" name="Google Shape;234;p42"/>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1600"/>
              </a:spcBef>
              <a:spcAft>
                <a:spcPts val="0"/>
              </a:spcAft>
              <a:buClr>
                <a:schemeClr val="accent2"/>
              </a:buClr>
              <a:buSzPts val="1100"/>
              <a:buChar char="○"/>
              <a:defRPr>
                <a:solidFill>
                  <a:schemeClr val="accent2"/>
                </a:solidFill>
              </a:defRPr>
            </a:lvl2pPr>
            <a:lvl3pPr marL="1371600" lvl="2" indent="-298450">
              <a:spcBef>
                <a:spcPts val="1600"/>
              </a:spcBef>
              <a:spcAft>
                <a:spcPts val="0"/>
              </a:spcAft>
              <a:buClr>
                <a:schemeClr val="accent2"/>
              </a:buClr>
              <a:buSzPts val="1100"/>
              <a:buChar char="■"/>
              <a:defRPr>
                <a:solidFill>
                  <a:schemeClr val="accent2"/>
                </a:solidFill>
              </a:defRPr>
            </a:lvl3pPr>
            <a:lvl4pPr marL="1828800" lvl="3" indent="-298450">
              <a:spcBef>
                <a:spcPts val="1600"/>
              </a:spcBef>
              <a:spcAft>
                <a:spcPts val="0"/>
              </a:spcAft>
              <a:buClr>
                <a:schemeClr val="accent2"/>
              </a:buClr>
              <a:buSzPts val="1100"/>
              <a:buChar char="●"/>
              <a:defRPr>
                <a:solidFill>
                  <a:schemeClr val="accent2"/>
                </a:solidFill>
              </a:defRPr>
            </a:lvl4pPr>
            <a:lvl5pPr marL="2286000" lvl="4" indent="-298450">
              <a:spcBef>
                <a:spcPts val="1600"/>
              </a:spcBef>
              <a:spcAft>
                <a:spcPts val="0"/>
              </a:spcAft>
              <a:buClr>
                <a:schemeClr val="accent2"/>
              </a:buClr>
              <a:buSzPts val="1100"/>
              <a:buChar char="○"/>
              <a:defRPr>
                <a:solidFill>
                  <a:schemeClr val="accent2"/>
                </a:solidFill>
              </a:defRPr>
            </a:lvl5pPr>
            <a:lvl6pPr marL="2743200" lvl="5" indent="-298450">
              <a:spcBef>
                <a:spcPts val="1600"/>
              </a:spcBef>
              <a:spcAft>
                <a:spcPts val="0"/>
              </a:spcAft>
              <a:buClr>
                <a:schemeClr val="accent2"/>
              </a:buClr>
              <a:buSzPts val="1100"/>
              <a:buChar char="■"/>
              <a:defRPr>
                <a:solidFill>
                  <a:schemeClr val="accent2"/>
                </a:solidFill>
              </a:defRPr>
            </a:lvl6pPr>
            <a:lvl7pPr marL="3200400" lvl="6" indent="-298450">
              <a:spcBef>
                <a:spcPts val="1600"/>
              </a:spcBef>
              <a:spcAft>
                <a:spcPts val="0"/>
              </a:spcAft>
              <a:buClr>
                <a:schemeClr val="accent2"/>
              </a:buClr>
              <a:buSzPts val="1100"/>
              <a:buChar char="●"/>
              <a:defRPr>
                <a:solidFill>
                  <a:schemeClr val="accent2"/>
                </a:solidFill>
              </a:defRPr>
            </a:lvl7pPr>
            <a:lvl8pPr marL="3657600" lvl="7" indent="-298450">
              <a:spcBef>
                <a:spcPts val="1600"/>
              </a:spcBef>
              <a:spcAft>
                <a:spcPts val="0"/>
              </a:spcAft>
              <a:buClr>
                <a:schemeClr val="accent2"/>
              </a:buClr>
              <a:buSzPts val="1100"/>
              <a:buChar char="○"/>
              <a:defRPr>
                <a:solidFill>
                  <a:schemeClr val="accent2"/>
                </a:solidFill>
              </a:defRPr>
            </a:lvl8pPr>
            <a:lvl9pPr marL="4114800" lvl="8" indent="-298450">
              <a:spcBef>
                <a:spcPts val="1600"/>
              </a:spcBef>
              <a:spcAft>
                <a:spcPts val="1600"/>
              </a:spcAft>
              <a:buClr>
                <a:schemeClr val="accent2"/>
              </a:buClr>
              <a:buSzPts val="1100"/>
              <a:buChar char="■"/>
              <a:defRPr>
                <a:solidFill>
                  <a:schemeClr val="accent2"/>
                </a:solidFill>
              </a:defRPr>
            </a:lvl9pPr>
          </a:lstStyle>
          <a:p>
            <a:endParaRPr/>
          </a:p>
        </p:txBody>
      </p:sp>
      <p:sp>
        <p:nvSpPr>
          <p:cNvPr id="235" name="Google Shape;235;p4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36"/>
        <p:cNvGrpSpPr/>
        <p:nvPr/>
      </p:nvGrpSpPr>
      <p:grpSpPr>
        <a:xfrm>
          <a:off x="0" y="0"/>
          <a:ext cx="0" cy="0"/>
          <a:chOff x="0" y="0"/>
          <a:chExt cx="0" cy="0"/>
        </a:xfrm>
      </p:grpSpPr>
      <p:sp>
        <p:nvSpPr>
          <p:cNvPr id="237" name="Google Shape;237;p4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238"/>
        <p:cNvGrpSpPr/>
        <p:nvPr/>
      </p:nvGrpSpPr>
      <p:grpSpPr>
        <a:xfrm>
          <a:off x="0" y="0"/>
          <a:ext cx="0" cy="0"/>
          <a:chOff x="0" y="0"/>
          <a:chExt cx="0" cy="0"/>
        </a:xfrm>
      </p:grpSpPr>
      <p:sp>
        <p:nvSpPr>
          <p:cNvPr id="239" name="Google Shape;239;p4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44"/>
          <p:cNvSpPr txBox="1">
            <a:spLocks noGrp="1"/>
          </p:cNvSpPr>
          <p:nvPr>
            <p:ph type="title"/>
          </p:nvPr>
        </p:nvSpPr>
        <p:spPr>
          <a:xfrm>
            <a:off x="311700" y="315925"/>
            <a:ext cx="8520600" cy="8313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41" name="Google Shape;241;p44"/>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42" name="Google Shape;242;p4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and body 2">
  <p:cSld name="TITLE_AND_BODY_2">
    <p:spTree>
      <p:nvGrpSpPr>
        <p:cNvPr id="1" name="Shape 243"/>
        <p:cNvGrpSpPr/>
        <p:nvPr/>
      </p:nvGrpSpPr>
      <p:grpSpPr>
        <a:xfrm>
          <a:off x="0" y="0"/>
          <a:ext cx="0" cy="0"/>
          <a:chOff x="0" y="0"/>
          <a:chExt cx="0" cy="0"/>
        </a:xfrm>
      </p:grpSpPr>
      <p:sp>
        <p:nvSpPr>
          <p:cNvPr id="244" name="Google Shape;244;p4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45" name="Google Shape;245;p4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46" name="Google Shape;246;p4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One column text 1">
  <p:cSld name="1_One column text">
    <p:spTree>
      <p:nvGrpSpPr>
        <p:cNvPr id="1" name="Shape 247"/>
        <p:cNvGrpSpPr/>
        <p:nvPr/>
      </p:nvGrpSpPr>
      <p:grpSpPr>
        <a:xfrm>
          <a:off x="0" y="0"/>
          <a:ext cx="0" cy="0"/>
          <a:chOff x="0" y="0"/>
          <a:chExt cx="0" cy="0"/>
        </a:xfrm>
      </p:grpSpPr>
      <p:sp>
        <p:nvSpPr>
          <p:cNvPr id="248" name="Google Shape;248;p46"/>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 name="Google Shape;249;p46"/>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250" name="Google Shape;250;p46"/>
          <p:cNvSpPr txBox="1">
            <a:spLocks noGrp="1"/>
          </p:cNvSpPr>
          <p:nvPr>
            <p:ph type="sldNum" idx="12"/>
          </p:nvPr>
        </p:nvSpPr>
        <p:spPr>
          <a:xfrm>
            <a:off x="0" y="4946700"/>
            <a:ext cx="422100" cy="196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251" name="Google Shape;251;p46"/>
          <p:cNvSpPr txBox="1">
            <a:spLocks noGrp="1"/>
          </p:cNvSpPr>
          <p:nvPr>
            <p:ph type="title"/>
          </p:nvPr>
        </p:nvSpPr>
        <p:spPr>
          <a:xfrm>
            <a:off x="5192225" y="500925"/>
            <a:ext cx="3706500" cy="6381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endParaRPr/>
          </a:p>
        </p:txBody>
      </p:sp>
      <p:sp>
        <p:nvSpPr>
          <p:cNvPr id="252" name="Google Shape;252;p46"/>
          <p:cNvSpPr txBox="1">
            <a:spLocks noGrp="1"/>
          </p:cNvSpPr>
          <p:nvPr>
            <p:ph type="body" idx="1"/>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228600" algn="l">
              <a:lnSpc>
                <a:spcPct val="115000"/>
              </a:lnSpc>
              <a:spcBef>
                <a:spcPts val="0"/>
              </a:spcBef>
              <a:spcAft>
                <a:spcPts val="0"/>
              </a:spcAft>
              <a:buClr>
                <a:srgbClr val="000000"/>
              </a:buClr>
              <a:buSzPts val="1300"/>
              <a:buFont typeface="Arial"/>
              <a:buNone/>
              <a:defRPr>
                <a:solidFill>
                  <a:srgbClr val="000000"/>
                </a:solidFill>
                <a:latin typeface="Arial"/>
                <a:ea typeface="Arial"/>
                <a:cs typeface="Arial"/>
                <a:sym typeface="Arial"/>
              </a:defRPr>
            </a:lvl1pPr>
            <a:lvl2pPr marL="914400" lvl="1"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
        <p:nvSpPr>
          <p:cNvPr id="253" name="Google Shape;253;p46"/>
          <p:cNvSpPr txBox="1">
            <a:spLocks noGrp="1"/>
          </p:cNvSpPr>
          <p:nvPr>
            <p:ph type="body" idx="2"/>
          </p:nvPr>
        </p:nvSpPr>
        <p:spPr>
          <a:xfrm>
            <a:off x="301625" y="501650"/>
            <a:ext cx="4165500" cy="44307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600"/>
              </a:spcBef>
              <a:spcAft>
                <a:spcPts val="0"/>
              </a:spcAft>
              <a:buSzPts val="1100"/>
              <a:buChar char="○"/>
              <a:defRPr sz="1200"/>
            </a:lvl2pPr>
            <a:lvl3pPr marL="1371600" lvl="2" indent="-298450" algn="l">
              <a:lnSpc>
                <a:spcPct val="115000"/>
              </a:lnSpc>
              <a:spcBef>
                <a:spcPts val="600"/>
              </a:spcBef>
              <a:spcAft>
                <a:spcPts val="0"/>
              </a:spcAft>
              <a:buSzPts val="1100"/>
              <a:buChar char="■"/>
              <a:defRPr/>
            </a:lvl3pPr>
            <a:lvl4pPr marL="1828800" lvl="3" indent="-298450" algn="l">
              <a:lnSpc>
                <a:spcPct val="115000"/>
              </a:lnSpc>
              <a:spcBef>
                <a:spcPts val="600"/>
              </a:spcBef>
              <a:spcAft>
                <a:spcPts val="0"/>
              </a:spcAft>
              <a:buSzPts val="1100"/>
              <a:buChar char="●"/>
              <a:defRPr/>
            </a:lvl4pPr>
            <a:lvl5pPr marL="2286000" lvl="4" indent="-298450" algn="l">
              <a:lnSpc>
                <a:spcPct val="115000"/>
              </a:lnSpc>
              <a:spcBef>
                <a:spcPts val="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254" name="Google Shape;254;p46"/>
          <p:cNvSpPr txBox="1">
            <a:spLocks noGrp="1"/>
          </p:cNvSpPr>
          <p:nvPr>
            <p:ph type="body" idx="3"/>
          </p:nvPr>
        </p:nvSpPr>
        <p:spPr>
          <a:xfrm>
            <a:off x="5192226" y="1278143"/>
            <a:ext cx="3706500" cy="26769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Clr>
                <a:schemeClr val="lt1"/>
              </a:buClr>
              <a:buSzPts val="1300"/>
              <a:buChar char="●"/>
              <a:defRPr>
                <a:solidFill>
                  <a:schemeClr val="lt1"/>
                </a:solidFill>
              </a:defRPr>
            </a:lvl1pPr>
            <a:lvl2pPr marL="914400" lvl="1" indent="-298450" algn="l">
              <a:lnSpc>
                <a:spcPct val="115000"/>
              </a:lnSpc>
              <a:spcBef>
                <a:spcPts val="0"/>
              </a:spcBef>
              <a:spcAft>
                <a:spcPts val="0"/>
              </a:spcAft>
              <a:buClr>
                <a:schemeClr val="lt1"/>
              </a:buClr>
              <a:buSzPts val="1100"/>
              <a:buChar char="○"/>
              <a:defRPr sz="1200">
                <a:solidFill>
                  <a:schemeClr val="lt1"/>
                </a:solidFill>
              </a:defRPr>
            </a:lvl2pPr>
            <a:lvl3pPr marL="1371600" lvl="2" indent="-298450" algn="l">
              <a:lnSpc>
                <a:spcPct val="115000"/>
              </a:lnSpc>
              <a:spcBef>
                <a:spcPts val="0"/>
              </a:spcBef>
              <a:spcAft>
                <a:spcPts val="0"/>
              </a:spcAft>
              <a:buClr>
                <a:schemeClr val="lt1"/>
              </a:buClr>
              <a:buSzPts val="1100"/>
              <a:buChar char="■"/>
              <a:defRPr>
                <a:solidFill>
                  <a:schemeClr val="lt1"/>
                </a:solidFill>
              </a:defRPr>
            </a:lvl3pPr>
            <a:lvl4pPr marL="1828800" lvl="3" indent="-298450" algn="l">
              <a:lnSpc>
                <a:spcPct val="115000"/>
              </a:lnSpc>
              <a:spcBef>
                <a:spcPts val="0"/>
              </a:spcBef>
              <a:spcAft>
                <a:spcPts val="0"/>
              </a:spcAft>
              <a:buClr>
                <a:schemeClr val="lt1"/>
              </a:buClr>
              <a:buSzPts val="1100"/>
              <a:buChar char="●"/>
              <a:defRPr>
                <a:solidFill>
                  <a:schemeClr val="lt1"/>
                </a:solidFill>
              </a:defRPr>
            </a:lvl4pPr>
            <a:lvl5pPr marL="2286000" lvl="4" indent="-298450" algn="l">
              <a:lnSpc>
                <a:spcPct val="115000"/>
              </a:lnSpc>
              <a:spcBef>
                <a:spcPts val="0"/>
              </a:spcBef>
              <a:spcAft>
                <a:spcPts val="0"/>
              </a:spcAft>
              <a:buClr>
                <a:schemeClr val="lt1"/>
              </a:buClr>
              <a:buSzPts val="1100"/>
              <a:buChar char="○"/>
              <a:defRPr>
                <a:solidFill>
                  <a:schemeClr val="lt1"/>
                </a:solidFill>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Custom layout">
  <p:cSld name="Activity">
    <p:bg>
      <p:bgPr>
        <a:solidFill>
          <a:srgbClr val="FFFFFF"/>
        </a:solidFill>
        <a:effectLst/>
      </p:bgPr>
    </p:bg>
    <p:spTree>
      <p:nvGrpSpPr>
        <p:cNvPr id="1" name="Shape 255"/>
        <p:cNvGrpSpPr/>
        <p:nvPr/>
      </p:nvGrpSpPr>
      <p:grpSpPr>
        <a:xfrm>
          <a:off x="0" y="0"/>
          <a:ext cx="0" cy="0"/>
          <a:chOff x="0" y="0"/>
          <a:chExt cx="0" cy="0"/>
        </a:xfrm>
      </p:grpSpPr>
      <p:sp>
        <p:nvSpPr>
          <p:cNvPr id="256" name="Google Shape;256;p47"/>
          <p:cNvSpPr/>
          <p:nvPr/>
        </p:nvSpPr>
        <p:spPr>
          <a:xfrm>
            <a:off x="0" y="0"/>
            <a:ext cx="9144000" cy="5143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 name="Google Shape;257;p47"/>
          <p:cNvSpPr/>
          <p:nvPr/>
        </p:nvSpPr>
        <p:spPr>
          <a:xfrm rot="10800000" flipH="1">
            <a:off x="365425" y="659700"/>
            <a:ext cx="1063500" cy="685500"/>
          </a:xfrm>
          <a:prstGeom prst="rtTriangl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 name="Google Shape;258;p47"/>
          <p:cNvSpPr/>
          <p:nvPr/>
        </p:nvSpPr>
        <p:spPr>
          <a:xfrm rot="10800000">
            <a:off x="439525" y="659700"/>
            <a:ext cx="989400" cy="685500"/>
          </a:xfrm>
          <a:prstGeom prst="rtTriangl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 name="Google Shape;259;p47"/>
          <p:cNvSpPr/>
          <p:nvPr/>
        </p:nvSpPr>
        <p:spPr>
          <a:xfrm>
            <a:off x="365425" y="0"/>
            <a:ext cx="1063500" cy="8160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0" name="Google Shape;260;p47"/>
          <p:cNvSpPr txBox="1">
            <a:spLocks noGrp="1"/>
          </p:cNvSpPr>
          <p:nvPr>
            <p:ph type="title"/>
          </p:nvPr>
        </p:nvSpPr>
        <p:spPr>
          <a:xfrm>
            <a:off x="2454975" y="72350"/>
            <a:ext cx="6486000" cy="8520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1"/>
              </a:buClr>
              <a:buSzPts val="3600"/>
              <a:buNone/>
              <a:defRPr sz="3600" b="1">
                <a:solidFill>
                  <a:schemeClr val="dk1"/>
                </a:solidFill>
              </a:defRPr>
            </a:lvl1pPr>
            <a:lvl2pPr lvl="1" algn="l">
              <a:lnSpc>
                <a:spcPct val="100000"/>
              </a:lnSpc>
              <a:spcBef>
                <a:spcPts val="0"/>
              </a:spcBef>
              <a:spcAft>
                <a:spcPts val="0"/>
              </a:spcAft>
              <a:buClr>
                <a:schemeClr val="dk1"/>
              </a:buClr>
              <a:buSzPts val="3600"/>
              <a:buNone/>
              <a:defRPr sz="3600" b="1">
                <a:solidFill>
                  <a:schemeClr val="dk1"/>
                </a:solidFill>
              </a:defRPr>
            </a:lvl2pPr>
            <a:lvl3pPr lvl="2" algn="l">
              <a:lnSpc>
                <a:spcPct val="100000"/>
              </a:lnSpc>
              <a:spcBef>
                <a:spcPts val="0"/>
              </a:spcBef>
              <a:spcAft>
                <a:spcPts val="0"/>
              </a:spcAft>
              <a:buClr>
                <a:schemeClr val="dk1"/>
              </a:buClr>
              <a:buSzPts val="3600"/>
              <a:buNone/>
              <a:defRPr sz="3600" b="1">
                <a:solidFill>
                  <a:schemeClr val="dk1"/>
                </a:solidFill>
              </a:defRPr>
            </a:lvl3pPr>
            <a:lvl4pPr lvl="3" algn="l">
              <a:lnSpc>
                <a:spcPct val="100000"/>
              </a:lnSpc>
              <a:spcBef>
                <a:spcPts val="0"/>
              </a:spcBef>
              <a:spcAft>
                <a:spcPts val="0"/>
              </a:spcAft>
              <a:buClr>
                <a:schemeClr val="dk1"/>
              </a:buClr>
              <a:buSzPts val="3600"/>
              <a:buNone/>
              <a:defRPr sz="3600" b="1">
                <a:solidFill>
                  <a:schemeClr val="dk1"/>
                </a:solidFill>
              </a:defRPr>
            </a:lvl4pPr>
            <a:lvl5pPr lvl="4" algn="l">
              <a:lnSpc>
                <a:spcPct val="100000"/>
              </a:lnSpc>
              <a:spcBef>
                <a:spcPts val="0"/>
              </a:spcBef>
              <a:spcAft>
                <a:spcPts val="0"/>
              </a:spcAft>
              <a:buClr>
                <a:schemeClr val="dk1"/>
              </a:buClr>
              <a:buSzPts val="3600"/>
              <a:buNone/>
              <a:defRPr sz="3600" b="1">
                <a:solidFill>
                  <a:schemeClr val="dk1"/>
                </a:solidFill>
              </a:defRPr>
            </a:lvl5pPr>
            <a:lvl6pPr lvl="5" algn="l">
              <a:lnSpc>
                <a:spcPct val="100000"/>
              </a:lnSpc>
              <a:spcBef>
                <a:spcPts val="0"/>
              </a:spcBef>
              <a:spcAft>
                <a:spcPts val="0"/>
              </a:spcAft>
              <a:buClr>
                <a:schemeClr val="dk1"/>
              </a:buClr>
              <a:buSzPts val="3600"/>
              <a:buNone/>
              <a:defRPr sz="3600" b="1">
                <a:solidFill>
                  <a:schemeClr val="dk1"/>
                </a:solidFill>
              </a:defRPr>
            </a:lvl6pPr>
            <a:lvl7pPr lvl="6" algn="l">
              <a:lnSpc>
                <a:spcPct val="100000"/>
              </a:lnSpc>
              <a:spcBef>
                <a:spcPts val="0"/>
              </a:spcBef>
              <a:spcAft>
                <a:spcPts val="0"/>
              </a:spcAft>
              <a:buClr>
                <a:schemeClr val="dk1"/>
              </a:buClr>
              <a:buSzPts val="3600"/>
              <a:buNone/>
              <a:defRPr sz="3600" b="1">
                <a:solidFill>
                  <a:schemeClr val="dk1"/>
                </a:solidFill>
              </a:defRPr>
            </a:lvl7pPr>
            <a:lvl8pPr lvl="7" algn="l">
              <a:lnSpc>
                <a:spcPct val="100000"/>
              </a:lnSpc>
              <a:spcBef>
                <a:spcPts val="0"/>
              </a:spcBef>
              <a:spcAft>
                <a:spcPts val="0"/>
              </a:spcAft>
              <a:buClr>
                <a:schemeClr val="dk1"/>
              </a:buClr>
              <a:buSzPts val="3600"/>
              <a:buNone/>
              <a:defRPr sz="3600" b="1">
                <a:solidFill>
                  <a:schemeClr val="dk1"/>
                </a:solidFill>
              </a:defRPr>
            </a:lvl8pPr>
            <a:lvl9pPr lvl="8" algn="l">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261" name="Google Shape;261;p47"/>
          <p:cNvSpPr txBox="1">
            <a:spLocks noGrp="1"/>
          </p:cNvSpPr>
          <p:nvPr>
            <p:ph type="body" idx="1"/>
          </p:nvPr>
        </p:nvSpPr>
        <p:spPr>
          <a:xfrm>
            <a:off x="2454975" y="924350"/>
            <a:ext cx="6486000" cy="1146600"/>
          </a:xfrm>
          <a:prstGeom prst="rect">
            <a:avLst/>
          </a:prstGeom>
          <a:noFill/>
          <a:ln>
            <a:noFill/>
          </a:ln>
        </p:spPr>
        <p:txBody>
          <a:bodyPr spcFirstLastPara="1" wrap="square" lIns="91425" tIns="91425" rIns="91425" bIns="91425" anchor="t" anchorCtr="0">
            <a:noAutofit/>
          </a:bodyPr>
          <a:lstStyle>
            <a:lvl1pPr marL="457200" lvl="0" indent="-330200" algn="l">
              <a:lnSpc>
                <a:spcPct val="115000"/>
              </a:lnSpc>
              <a:spcBef>
                <a:spcPts val="0"/>
              </a:spcBef>
              <a:spcAft>
                <a:spcPts val="0"/>
              </a:spcAft>
              <a:buClr>
                <a:schemeClr val="dk2"/>
              </a:buClr>
              <a:buSzPts val="1600"/>
              <a:buChar char="●"/>
              <a:defRPr sz="1600">
                <a:solidFill>
                  <a:schemeClr val="dk2"/>
                </a:solidFill>
              </a:defRPr>
            </a:lvl1pPr>
            <a:lvl2pPr marL="914400" lvl="1" indent="-298450" algn="l">
              <a:lnSpc>
                <a:spcPct val="115000"/>
              </a:lnSpc>
              <a:spcBef>
                <a:spcPts val="1600"/>
              </a:spcBef>
              <a:spcAft>
                <a:spcPts val="0"/>
              </a:spcAft>
              <a:buClr>
                <a:schemeClr val="dk2"/>
              </a:buClr>
              <a:buSzPts val="1100"/>
              <a:buChar char="○"/>
              <a:defRPr sz="1400">
                <a:solidFill>
                  <a:schemeClr val="dk2"/>
                </a:solidFill>
              </a:defRPr>
            </a:lvl2pPr>
            <a:lvl3pPr marL="1371600" lvl="2" indent="-298450" algn="l">
              <a:lnSpc>
                <a:spcPct val="115000"/>
              </a:lnSpc>
              <a:spcBef>
                <a:spcPts val="1600"/>
              </a:spcBef>
              <a:spcAft>
                <a:spcPts val="0"/>
              </a:spcAft>
              <a:buClr>
                <a:schemeClr val="dk2"/>
              </a:buClr>
              <a:buSzPts val="1100"/>
              <a:buChar char="■"/>
              <a:defRPr sz="1400">
                <a:solidFill>
                  <a:schemeClr val="dk2"/>
                </a:solidFill>
              </a:defRPr>
            </a:lvl3pPr>
            <a:lvl4pPr marL="1828800" lvl="3" indent="-298450" algn="l">
              <a:lnSpc>
                <a:spcPct val="115000"/>
              </a:lnSpc>
              <a:spcBef>
                <a:spcPts val="1600"/>
              </a:spcBef>
              <a:spcAft>
                <a:spcPts val="0"/>
              </a:spcAft>
              <a:buClr>
                <a:schemeClr val="dk2"/>
              </a:buClr>
              <a:buSzPts val="1100"/>
              <a:buChar char="●"/>
              <a:defRPr sz="1400">
                <a:solidFill>
                  <a:schemeClr val="dk2"/>
                </a:solidFill>
              </a:defRPr>
            </a:lvl4pPr>
            <a:lvl5pPr marL="2286000" lvl="4" indent="-298450" algn="l">
              <a:lnSpc>
                <a:spcPct val="115000"/>
              </a:lnSpc>
              <a:spcBef>
                <a:spcPts val="1600"/>
              </a:spcBef>
              <a:spcAft>
                <a:spcPts val="0"/>
              </a:spcAft>
              <a:buClr>
                <a:schemeClr val="dk2"/>
              </a:buClr>
              <a:buSzPts val="1100"/>
              <a:buChar char="○"/>
              <a:defRPr sz="1400">
                <a:solidFill>
                  <a:schemeClr val="dk2"/>
                </a:solidFill>
              </a:defRPr>
            </a:lvl5pPr>
            <a:lvl6pPr marL="2743200" lvl="5" indent="-298450" algn="l">
              <a:lnSpc>
                <a:spcPct val="115000"/>
              </a:lnSpc>
              <a:spcBef>
                <a:spcPts val="1600"/>
              </a:spcBef>
              <a:spcAft>
                <a:spcPts val="0"/>
              </a:spcAft>
              <a:buClr>
                <a:schemeClr val="dk2"/>
              </a:buClr>
              <a:buSzPts val="1100"/>
              <a:buChar char="■"/>
              <a:defRPr sz="1400">
                <a:solidFill>
                  <a:schemeClr val="dk2"/>
                </a:solidFill>
              </a:defRPr>
            </a:lvl6pPr>
            <a:lvl7pPr marL="3200400" lvl="6" indent="-298450" algn="l">
              <a:lnSpc>
                <a:spcPct val="115000"/>
              </a:lnSpc>
              <a:spcBef>
                <a:spcPts val="1600"/>
              </a:spcBef>
              <a:spcAft>
                <a:spcPts val="0"/>
              </a:spcAft>
              <a:buClr>
                <a:schemeClr val="dk2"/>
              </a:buClr>
              <a:buSzPts val="1100"/>
              <a:buChar char="●"/>
              <a:defRPr sz="1400">
                <a:solidFill>
                  <a:schemeClr val="dk2"/>
                </a:solidFill>
              </a:defRPr>
            </a:lvl7pPr>
            <a:lvl8pPr marL="3657600" lvl="7" indent="-298450" algn="l">
              <a:lnSpc>
                <a:spcPct val="115000"/>
              </a:lnSpc>
              <a:spcBef>
                <a:spcPts val="1600"/>
              </a:spcBef>
              <a:spcAft>
                <a:spcPts val="0"/>
              </a:spcAft>
              <a:buClr>
                <a:schemeClr val="dk2"/>
              </a:buClr>
              <a:buSzPts val="1100"/>
              <a:buChar char="○"/>
              <a:defRPr sz="1400">
                <a:solidFill>
                  <a:schemeClr val="dk2"/>
                </a:solidFill>
              </a:defRPr>
            </a:lvl8pPr>
            <a:lvl9pPr marL="4114800" lvl="8" indent="-298450" algn="l">
              <a:lnSpc>
                <a:spcPct val="115000"/>
              </a:lnSpc>
              <a:spcBef>
                <a:spcPts val="1600"/>
              </a:spcBef>
              <a:spcAft>
                <a:spcPts val="1600"/>
              </a:spcAft>
              <a:buClr>
                <a:schemeClr val="dk2"/>
              </a:buClr>
              <a:buSzPts val="1100"/>
              <a:buChar char="■"/>
              <a:defRPr sz="1400">
                <a:solidFill>
                  <a:schemeClr val="dk2"/>
                </a:solidFill>
              </a:defRPr>
            </a:lvl9pPr>
          </a:lstStyle>
          <a:p>
            <a:endParaRPr/>
          </a:p>
        </p:txBody>
      </p:sp>
      <p:sp>
        <p:nvSpPr>
          <p:cNvPr id="262" name="Google Shape;262;p4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263" name="Google Shape;263;p47"/>
          <p:cNvSpPr txBox="1">
            <a:spLocks noGrp="1"/>
          </p:cNvSpPr>
          <p:nvPr>
            <p:ph type="body" idx="2"/>
          </p:nvPr>
        </p:nvSpPr>
        <p:spPr>
          <a:xfrm>
            <a:off x="110475" y="1720575"/>
            <a:ext cx="2311200" cy="21765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264" name="Google Shape;264;p47"/>
          <p:cNvSpPr txBox="1">
            <a:spLocks noGrp="1"/>
          </p:cNvSpPr>
          <p:nvPr>
            <p:ph type="body" idx="3"/>
          </p:nvPr>
        </p:nvSpPr>
        <p:spPr>
          <a:xfrm>
            <a:off x="2454975" y="2013125"/>
            <a:ext cx="6486000" cy="28287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265" name="Google Shape;265;p47"/>
          <p:cNvSpPr txBox="1">
            <a:spLocks noGrp="1"/>
          </p:cNvSpPr>
          <p:nvPr>
            <p:ph type="title" idx="4"/>
          </p:nvPr>
        </p:nvSpPr>
        <p:spPr>
          <a:xfrm>
            <a:off x="365422" y="170425"/>
            <a:ext cx="1063500" cy="539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800"/>
              <a:buNone/>
              <a:defRPr i="1">
                <a:solidFill>
                  <a:srgbClr val="FFFFFF"/>
                </a:solidFill>
                <a:latin typeface="Arial"/>
                <a:ea typeface="Arial"/>
                <a:cs typeface="Arial"/>
                <a:sym typeface="Arial"/>
              </a:defRPr>
            </a:lvl1pPr>
            <a:lvl2pPr lvl="1" algn="l">
              <a:lnSpc>
                <a:spcPct val="100000"/>
              </a:lnSpc>
              <a:spcBef>
                <a:spcPts val="0"/>
              </a:spcBef>
              <a:spcAft>
                <a:spcPts val="0"/>
              </a:spcAft>
              <a:buSzPts val="2800"/>
              <a:buNone/>
              <a:defRPr>
                <a:latin typeface="Roboto"/>
                <a:ea typeface="Roboto"/>
                <a:cs typeface="Roboto"/>
                <a:sym typeface="Roboto"/>
              </a:defRPr>
            </a:lvl2pPr>
            <a:lvl3pPr lvl="2" algn="l">
              <a:lnSpc>
                <a:spcPct val="100000"/>
              </a:lnSpc>
              <a:spcBef>
                <a:spcPts val="0"/>
              </a:spcBef>
              <a:spcAft>
                <a:spcPts val="0"/>
              </a:spcAft>
              <a:buSzPts val="2800"/>
              <a:buNone/>
              <a:defRPr>
                <a:latin typeface="Roboto"/>
                <a:ea typeface="Roboto"/>
                <a:cs typeface="Roboto"/>
                <a:sym typeface="Roboto"/>
              </a:defRPr>
            </a:lvl3pPr>
            <a:lvl4pPr lvl="3" algn="l">
              <a:lnSpc>
                <a:spcPct val="100000"/>
              </a:lnSpc>
              <a:spcBef>
                <a:spcPts val="0"/>
              </a:spcBef>
              <a:spcAft>
                <a:spcPts val="0"/>
              </a:spcAft>
              <a:buSzPts val="2800"/>
              <a:buNone/>
              <a:defRPr>
                <a:latin typeface="Roboto"/>
                <a:ea typeface="Roboto"/>
                <a:cs typeface="Roboto"/>
                <a:sym typeface="Roboto"/>
              </a:defRPr>
            </a:lvl4pPr>
            <a:lvl5pPr lvl="4" algn="l">
              <a:lnSpc>
                <a:spcPct val="100000"/>
              </a:lnSpc>
              <a:spcBef>
                <a:spcPts val="0"/>
              </a:spcBef>
              <a:spcAft>
                <a:spcPts val="0"/>
              </a:spcAft>
              <a:buSzPts val="2800"/>
              <a:buNone/>
              <a:defRPr>
                <a:latin typeface="Roboto"/>
                <a:ea typeface="Roboto"/>
                <a:cs typeface="Roboto"/>
                <a:sym typeface="Roboto"/>
              </a:defRPr>
            </a:lvl5pPr>
            <a:lvl6pPr lvl="5" algn="l">
              <a:lnSpc>
                <a:spcPct val="100000"/>
              </a:lnSpc>
              <a:spcBef>
                <a:spcPts val="0"/>
              </a:spcBef>
              <a:spcAft>
                <a:spcPts val="0"/>
              </a:spcAft>
              <a:buSzPts val="2800"/>
              <a:buNone/>
              <a:defRPr>
                <a:latin typeface="Roboto"/>
                <a:ea typeface="Roboto"/>
                <a:cs typeface="Roboto"/>
                <a:sym typeface="Roboto"/>
              </a:defRPr>
            </a:lvl6pPr>
            <a:lvl7pPr lvl="6" algn="l">
              <a:lnSpc>
                <a:spcPct val="100000"/>
              </a:lnSpc>
              <a:spcBef>
                <a:spcPts val="0"/>
              </a:spcBef>
              <a:spcAft>
                <a:spcPts val="0"/>
              </a:spcAft>
              <a:buSzPts val="2800"/>
              <a:buNone/>
              <a:defRPr>
                <a:latin typeface="Roboto"/>
                <a:ea typeface="Roboto"/>
                <a:cs typeface="Roboto"/>
                <a:sym typeface="Roboto"/>
              </a:defRPr>
            </a:lvl7pPr>
            <a:lvl8pPr lvl="7" algn="l">
              <a:lnSpc>
                <a:spcPct val="100000"/>
              </a:lnSpc>
              <a:spcBef>
                <a:spcPts val="0"/>
              </a:spcBef>
              <a:spcAft>
                <a:spcPts val="0"/>
              </a:spcAft>
              <a:buSzPts val="2800"/>
              <a:buNone/>
              <a:defRPr>
                <a:latin typeface="Roboto"/>
                <a:ea typeface="Roboto"/>
                <a:cs typeface="Roboto"/>
                <a:sym typeface="Roboto"/>
              </a:defRPr>
            </a:lvl8pPr>
            <a:lvl9pPr lvl="8" algn="l">
              <a:lnSpc>
                <a:spcPct val="100000"/>
              </a:lnSpc>
              <a:spcBef>
                <a:spcPts val="0"/>
              </a:spcBef>
              <a:spcAft>
                <a:spcPts val="0"/>
              </a:spcAft>
              <a:buSzPts val="2800"/>
              <a:buNone/>
              <a:defRPr>
                <a:latin typeface="Roboto"/>
                <a:ea typeface="Roboto"/>
                <a:cs typeface="Roboto"/>
                <a:sym typeface="Roboto"/>
              </a:defRPr>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only 1">
  <p:cSld name="Tow Collumns">
    <p:spTree>
      <p:nvGrpSpPr>
        <p:cNvPr id="1" name="Shape 266"/>
        <p:cNvGrpSpPr/>
        <p:nvPr/>
      </p:nvGrpSpPr>
      <p:grpSpPr>
        <a:xfrm>
          <a:off x="0" y="0"/>
          <a:ext cx="0" cy="0"/>
          <a:chOff x="0" y="0"/>
          <a:chExt cx="0" cy="0"/>
        </a:xfrm>
      </p:grpSpPr>
      <p:sp>
        <p:nvSpPr>
          <p:cNvPr id="267" name="Google Shape;267;p48"/>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 name="Google Shape;268;p48"/>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endParaRPr/>
          </a:p>
        </p:txBody>
      </p:sp>
      <p:sp>
        <p:nvSpPr>
          <p:cNvPr id="269" name="Google Shape;269;p48"/>
          <p:cNvSpPr txBox="1">
            <a:spLocks noGrp="1"/>
          </p:cNvSpPr>
          <p:nvPr>
            <p:ph type="sldNum" idx="12"/>
          </p:nvPr>
        </p:nvSpPr>
        <p:spPr>
          <a:xfrm>
            <a:off x="8622145" y="4922423"/>
            <a:ext cx="486900" cy="207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270" name="Google Shape;270;p48"/>
          <p:cNvSpPr txBox="1">
            <a:spLocks noGrp="1"/>
          </p:cNvSpPr>
          <p:nvPr>
            <p:ph type="body" idx="1"/>
          </p:nvPr>
        </p:nvSpPr>
        <p:spPr>
          <a:xfrm>
            <a:off x="311675" y="1316038"/>
            <a:ext cx="4141800" cy="36624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271" name="Google Shape;271;p48"/>
          <p:cNvSpPr txBox="1">
            <a:spLocks noGrp="1"/>
          </p:cNvSpPr>
          <p:nvPr>
            <p:ph type="body" idx="2"/>
          </p:nvPr>
        </p:nvSpPr>
        <p:spPr>
          <a:xfrm>
            <a:off x="4690538" y="1320512"/>
            <a:ext cx="4141800" cy="36624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276"/>
        <p:cNvGrpSpPr/>
        <p:nvPr/>
      </p:nvGrpSpPr>
      <p:grpSpPr>
        <a:xfrm>
          <a:off x="0" y="0"/>
          <a:ext cx="0" cy="0"/>
          <a:chOff x="0" y="0"/>
          <a:chExt cx="0" cy="0"/>
        </a:xfrm>
      </p:grpSpPr>
      <p:sp>
        <p:nvSpPr>
          <p:cNvPr id="277" name="Google Shape;277;p50"/>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278" name="Google Shape;278;p50"/>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279" name="Google Shape;279;p50"/>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280" name="Google Shape;280;p5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281"/>
        <p:cNvGrpSpPr/>
        <p:nvPr/>
      </p:nvGrpSpPr>
      <p:grpSpPr>
        <a:xfrm>
          <a:off x="0" y="0"/>
          <a:ext cx="0" cy="0"/>
          <a:chOff x="0" y="0"/>
          <a:chExt cx="0" cy="0"/>
        </a:xfrm>
      </p:grpSpPr>
      <p:sp>
        <p:nvSpPr>
          <p:cNvPr id="282" name="Google Shape;282;p51"/>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283" name="Google Shape;283;p51"/>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284" name="Google Shape;284;p51"/>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285" name="Google Shape;285;p5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86"/>
        <p:cNvGrpSpPr/>
        <p:nvPr/>
      </p:nvGrpSpPr>
      <p:grpSpPr>
        <a:xfrm>
          <a:off x="0" y="0"/>
          <a:ext cx="0" cy="0"/>
          <a:chOff x="0" y="0"/>
          <a:chExt cx="0" cy="0"/>
        </a:xfrm>
      </p:grpSpPr>
      <p:sp>
        <p:nvSpPr>
          <p:cNvPr id="287" name="Google Shape;287;p52"/>
          <p:cNvSpPr/>
          <p:nvPr/>
        </p:nvSpPr>
        <p:spPr>
          <a:xfrm>
            <a:off x="-125"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288" name="Google Shape;288;p52"/>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52"/>
          <p:cNvSpPr txBox="1">
            <a:spLocks noGrp="1"/>
          </p:cNvSpPr>
          <p:nvPr>
            <p:ph type="title"/>
          </p:nvPr>
        </p:nvSpPr>
        <p:spPr>
          <a:xfrm>
            <a:off x="311725" y="500925"/>
            <a:ext cx="3706500" cy="6381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90" name="Google Shape;290;p52"/>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91" name="Google Shape;291;p5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92" name="Google Shape;292;p52"/>
          <p:cNvSpPr txBox="1">
            <a:spLocks noGrp="1"/>
          </p:cNvSpPr>
          <p:nvPr>
            <p:ph type="body" idx="2"/>
          </p:nvPr>
        </p:nvSpPr>
        <p:spPr>
          <a:xfrm>
            <a:off x="315425" y="1286175"/>
            <a:ext cx="3706500" cy="26973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Clr>
                <a:srgbClr val="FFFFFF"/>
              </a:buClr>
              <a:buSzPts val="1300"/>
              <a:buChar char="●"/>
              <a:defRPr>
                <a:solidFill>
                  <a:srgbClr val="FFFFFF"/>
                </a:solidFill>
              </a:defRPr>
            </a:lvl1pPr>
            <a:lvl2pPr marL="914400" lvl="1" indent="-298450">
              <a:spcBef>
                <a:spcPts val="1600"/>
              </a:spcBef>
              <a:spcAft>
                <a:spcPts val="0"/>
              </a:spcAft>
              <a:buClr>
                <a:srgbClr val="FFFFFF"/>
              </a:buClr>
              <a:buSzPts val="1100"/>
              <a:buChar char="○"/>
              <a:defRPr>
                <a:solidFill>
                  <a:srgbClr val="FFFFFF"/>
                </a:solidFill>
              </a:defRPr>
            </a:lvl2pPr>
            <a:lvl3pPr marL="1371600" lvl="2" indent="-298450">
              <a:spcBef>
                <a:spcPts val="1600"/>
              </a:spcBef>
              <a:spcAft>
                <a:spcPts val="0"/>
              </a:spcAft>
              <a:buClr>
                <a:srgbClr val="FFFFFF"/>
              </a:buClr>
              <a:buSzPts val="1100"/>
              <a:buChar char="■"/>
              <a:defRPr>
                <a:solidFill>
                  <a:srgbClr val="FFFFFF"/>
                </a:solidFill>
              </a:defRPr>
            </a:lvl3pPr>
            <a:lvl4pPr marL="1828800" lvl="3" indent="-298450">
              <a:spcBef>
                <a:spcPts val="1600"/>
              </a:spcBef>
              <a:spcAft>
                <a:spcPts val="0"/>
              </a:spcAft>
              <a:buClr>
                <a:srgbClr val="FFFFFF"/>
              </a:buClr>
              <a:buSzPts val="1100"/>
              <a:buChar char="●"/>
              <a:defRPr>
                <a:solidFill>
                  <a:srgbClr val="FFFFFF"/>
                </a:solidFill>
              </a:defRPr>
            </a:lvl4pPr>
            <a:lvl5pPr marL="2286000" lvl="4" indent="-298450">
              <a:spcBef>
                <a:spcPts val="1600"/>
              </a:spcBef>
              <a:spcAft>
                <a:spcPts val="0"/>
              </a:spcAft>
              <a:buClr>
                <a:srgbClr val="FFFFFF"/>
              </a:buClr>
              <a:buSzPts val="1100"/>
              <a:buChar char="○"/>
              <a:defRPr>
                <a:solidFill>
                  <a:srgbClr val="FFFFFF"/>
                </a:solidFill>
              </a:defRPr>
            </a:lvl5pPr>
            <a:lvl6pPr marL="2743200" lvl="5" indent="-298450">
              <a:spcBef>
                <a:spcPts val="1600"/>
              </a:spcBef>
              <a:spcAft>
                <a:spcPts val="0"/>
              </a:spcAft>
              <a:buClr>
                <a:srgbClr val="FFFFFF"/>
              </a:buClr>
              <a:buSzPts val="1100"/>
              <a:buChar char="■"/>
              <a:defRPr>
                <a:solidFill>
                  <a:srgbClr val="FFFFFF"/>
                </a:solidFill>
              </a:defRPr>
            </a:lvl6pPr>
            <a:lvl7pPr marL="3200400" lvl="6" indent="-298450">
              <a:spcBef>
                <a:spcPts val="1600"/>
              </a:spcBef>
              <a:spcAft>
                <a:spcPts val="0"/>
              </a:spcAft>
              <a:buClr>
                <a:srgbClr val="FFFFFF"/>
              </a:buClr>
              <a:buSzPts val="1100"/>
              <a:buChar char="●"/>
              <a:defRPr>
                <a:solidFill>
                  <a:srgbClr val="FFFFFF"/>
                </a:solidFill>
              </a:defRPr>
            </a:lvl7pPr>
            <a:lvl8pPr marL="3657600" lvl="7" indent="-298450">
              <a:spcBef>
                <a:spcPts val="1600"/>
              </a:spcBef>
              <a:spcAft>
                <a:spcPts val="0"/>
              </a:spcAft>
              <a:buClr>
                <a:srgbClr val="FFFFFF"/>
              </a:buClr>
              <a:buSzPts val="1100"/>
              <a:buChar char="○"/>
              <a:defRPr>
                <a:solidFill>
                  <a:srgbClr val="FFFFFF"/>
                </a:solidFill>
              </a:defRPr>
            </a:lvl8pPr>
            <a:lvl9pPr marL="4114800" lvl="8" indent="-298450">
              <a:spcBef>
                <a:spcPts val="1600"/>
              </a:spcBef>
              <a:spcAft>
                <a:spcPts val="1600"/>
              </a:spcAft>
              <a:buClr>
                <a:srgbClr val="FFFFFF"/>
              </a:buClr>
              <a:buSzPts val="1100"/>
              <a:buChar char="■"/>
              <a:defRPr>
                <a:solidFill>
                  <a:srgbClr val="FFFFFF"/>
                </a:solidFill>
              </a:defRPr>
            </a:lvl9pPr>
          </a:lstStyle>
          <a:p>
            <a:endParaRPr/>
          </a:p>
        </p:txBody>
      </p:sp>
      <p:sp>
        <p:nvSpPr>
          <p:cNvPr id="293" name="Google Shape;293;p52"/>
          <p:cNvSpPr txBox="1">
            <a:spLocks noGrp="1"/>
          </p:cNvSpPr>
          <p:nvPr>
            <p:ph type="body" idx="3"/>
          </p:nvPr>
        </p:nvSpPr>
        <p:spPr>
          <a:xfrm>
            <a:off x="3154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94"/>
        <p:cNvGrpSpPr/>
        <p:nvPr/>
      </p:nvGrpSpPr>
      <p:grpSpPr>
        <a:xfrm>
          <a:off x="0" y="0"/>
          <a:ext cx="0" cy="0"/>
          <a:chOff x="0" y="0"/>
          <a:chExt cx="0" cy="0"/>
        </a:xfrm>
      </p:grpSpPr>
      <p:sp>
        <p:nvSpPr>
          <p:cNvPr id="295" name="Google Shape;295;p53"/>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53"/>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97" name="Google Shape;297;p53"/>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98" name="Google Shape;298;p53"/>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99" name="Google Shape;299;p5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0"/>
        <p:cNvGrpSpPr/>
        <p:nvPr/>
      </p:nvGrpSpPr>
      <p:grpSpPr>
        <a:xfrm>
          <a:off x="0" y="0"/>
          <a:ext cx="0" cy="0"/>
          <a:chOff x="0" y="0"/>
          <a:chExt cx="0" cy="0"/>
        </a:xfrm>
      </p:grpSpPr>
      <p:sp>
        <p:nvSpPr>
          <p:cNvPr id="301" name="Google Shape;301;p54"/>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54"/>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03" name="Google Shape;303;p5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4"/>
        <p:cNvGrpSpPr/>
        <p:nvPr/>
      </p:nvGrpSpPr>
      <p:grpSpPr>
        <a:xfrm>
          <a:off x="0" y="0"/>
          <a:ext cx="0" cy="0"/>
          <a:chOff x="0" y="0"/>
          <a:chExt cx="0" cy="0"/>
        </a:xfrm>
      </p:grpSpPr>
      <p:sp>
        <p:nvSpPr>
          <p:cNvPr id="305" name="Google Shape;305;p55"/>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55"/>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307" name="Google Shape;307;p55"/>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308" name="Google Shape;308;p55"/>
          <p:cNvSpPr txBox="1">
            <a:spLocks noGrp="1"/>
          </p:cNvSpPr>
          <p:nvPr>
            <p:ph type="title"/>
          </p:nvPr>
        </p:nvSpPr>
        <p:spPr>
          <a:xfrm>
            <a:off x="5264725" y="500925"/>
            <a:ext cx="3706500" cy="6381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09" name="Google Shape;309;p55"/>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10" name="Google Shape;310;p55"/>
          <p:cNvSpPr txBox="1">
            <a:spLocks noGrp="1"/>
          </p:cNvSpPr>
          <p:nvPr>
            <p:ph type="body" idx="2"/>
          </p:nvPr>
        </p:nvSpPr>
        <p:spPr>
          <a:xfrm>
            <a:off x="5192225" y="1286175"/>
            <a:ext cx="3706500" cy="26973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Clr>
                <a:srgbClr val="FFFFFF"/>
              </a:buClr>
              <a:buSzPts val="1300"/>
              <a:buChar char="●"/>
              <a:defRPr>
                <a:solidFill>
                  <a:srgbClr val="FFFFFF"/>
                </a:solidFill>
              </a:defRPr>
            </a:lvl1pPr>
            <a:lvl2pPr marL="914400" lvl="1" indent="-298450">
              <a:spcBef>
                <a:spcPts val="1600"/>
              </a:spcBef>
              <a:spcAft>
                <a:spcPts val="0"/>
              </a:spcAft>
              <a:buClr>
                <a:srgbClr val="FFFFFF"/>
              </a:buClr>
              <a:buSzPts val="1100"/>
              <a:buChar char="○"/>
              <a:defRPr>
                <a:solidFill>
                  <a:srgbClr val="FFFFFF"/>
                </a:solidFill>
              </a:defRPr>
            </a:lvl2pPr>
            <a:lvl3pPr marL="1371600" lvl="2" indent="-298450">
              <a:spcBef>
                <a:spcPts val="1600"/>
              </a:spcBef>
              <a:spcAft>
                <a:spcPts val="0"/>
              </a:spcAft>
              <a:buClr>
                <a:srgbClr val="FFFFFF"/>
              </a:buClr>
              <a:buSzPts val="1100"/>
              <a:buChar char="■"/>
              <a:defRPr>
                <a:solidFill>
                  <a:srgbClr val="FFFFFF"/>
                </a:solidFill>
              </a:defRPr>
            </a:lvl3pPr>
            <a:lvl4pPr marL="1828800" lvl="3" indent="-298450">
              <a:spcBef>
                <a:spcPts val="1600"/>
              </a:spcBef>
              <a:spcAft>
                <a:spcPts val="0"/>
              </a:spcAft>
              <a:buClr>
                <a:srgbClr val="FFFFFF"/>
              </a:buClr>
              <a:buSzPts val="1100"/>
              <a:buChar char="●"/>
              <a:defRPr>
                <a:solidFill>
                  <a:srgbClr val="FFFFFF"/>
                </a:solidFill>
              </a:defRPr>
            </a:lvl4pPr>
            <a:lvl5pPr marL="2286000" lvl="4" indent="-298450">
              <a:spcBef>
                <a:spcPts val="1600"/>
              </a:spcBef>
              <a:spcAft>
                <a:spcPts val="0"/>
              </a:spcAft>
              <a:buClr>
                <a:srgbClr val="FFFFFF"/>
              </a:buClr>
              <a:buSzPts val="1100"/>
              <a:buChar char="○"/>
              <a:defRPr>
                <a:solidFill>
                  <a:srgbClr val="FFFFFF"/>
                </a:solidFill>
              </a:defRPr>
            </a:lvl5pPr>
            <a:lvl6pPr marL="2743200" lvl="5" indent="-298450">
              <a:spcBef>
                <a:spcPts val="1600"/>
              </a:spcBef>
              <a:spcAft>
                <a:spcPts val="0"/>
              </a:spcAft>
              <a:buClr>
                <a:srgbClr val="FFFFFF"/>
              </a:buClr>
              <a:buSzPts val="1100"/>
              <a:buChar char="■"/>
              <a:defRPr>
                <a:solidFill>
                  <a:srgbClr val="FFFFFF"/>
                </a:solidFill>
              </a:defRPr>
            </a:lvl6pPr>
            <a:lvl7pPr marL="3200400" lvl="6" indent="-298450">
              <a:spcBef>
                <a:spcPts val="1600"/>
              </a:spcBef>
              <a:spcAft>
                <a:spcPts val="0"/>
              </a:spcAft>
              <a:buClr>
                <a:srgbClr val="FFFFFF"/>
              </a:buClr>
              <a:buSzPts val="1100"/>
              <a:buChar char="●"/>
              <a:defRPr>
                <a:solidFill>
                  <a:srgbClr val="FFFFFF"/>
                </a:solidFill>
              </a:defRPr>
            </a:lvl7pPr>
            <a:lvl8pPr marL="3657600" lvl="7" indent="-298450">
              <a:spcBef>
                <a:spcPts val="1600"/>
              </a:spcBef>
              <a:spcAft>
                <a:spcPts val="0"/>
              </a:spcAft>
              <a:buClr>
                <a:srgbClr val="FFFFFF"/>
              </a:buClr>
              <a:buSzPts val="1100"/>
              <a:buChar char="○"/>
              <a:defRPr>
                <a:solidFill>
                  <a:srgbClr val="FFFFFF"/>
                </a:solidFill>
              </a:defRPr>
            </a:lvl8pPr>
            <a:lvl9pPr marL="4114800" lvl="8" indent="-298450">
              <a:spcBef>
                <a:spcPts val="1600"/>
              </a:spcBef>
              <a:spcAft>
                <a:spcPts val="1600"/>
              </a:spcAft>
              <a:buClr>
                <a:srgbClr val="FFFFFF"/>
              </a:buClr>
              <a:buSzPts val="1100"/>
              <a:buChar char="■"/>
              <a:defRPr>
                <a:solidFill>
                  <a:srgbClr val="FFFFFF"/>
                </a:solidFill>
              </a:defRPr>
            </a:lvl9pPr>
          </a:lstStyle>
          <a:p>
            <a:endParaRPr/>
          </a:p>
        </p:txBody>
      </p:sp>
      <p:sp>
        <p:nvSpPr>
          <p:cNvPr id="311" name="Google Shape;311;p55"/>
          <p:cNvSpPr txBox="1">
            <a:spLocks noGrp="1"/>
          </p:cNvSpPr>
          <p:nvPr>
            <p:ph type="body" idx="3"/>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312"/>
        <p:cNvGrpSpPr/>
        <p:nvPr/>
      </p:nvGrpSpPr>
      <p:grpSpPr>
        <a:xfrm>
          <a:off x="0" y="0"/>
          <a:ext cx="0" cy="0"/>
          <a:chOff x="0" y="0"/>
          <a:chExt cx="0" cy="0"/>
        </a:xfrm>
      </p:grpSpPr>
      <p:sp>
        <p:nvSpPr>
          <p:cNvPr id="313" name="Google Shape;313;p56"/>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314" name="Google Shape;314;p5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15"/>
        <p:cNvGrpSpPr/>
        <p:nvPr/>
      </p:nvGrpSpPr>
      <p:grpSpPr>
        <a:xfrm>
          <a:off x="0" y="0"/>
          <a:ext cx="0" cy="0"/>
          <a:chOff x="0" y="0"/>
          <a:chExt cx="0" cy="0"/>
        </a:xfrm>
      </p:grpSpPr>
      <p:sp>
        <p:nvSpPr>
          <p:cNvPr id="316" name="Google Shape;316;p57"/>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57"/>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18" name="Google Shape;318;p57"/>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319" name="Google Shape;319;p57"/>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20" name="Google Shape;320;p5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21"/>
        <p:cNvGrpSpPr/>
        <p:nvPr/>
      </p:nvGrpSpPr>
      <p:grpSpPr>
        <a:xfrm>
          <a:off x="0" y="0"/>
          <a:ext cx="0" cy="0"/>
          <a:chOff x="0" y="0"/>
          <a:chExt cx="0" cy="0"/>
        </a:xfrm>
      </p:grpSpPr>
      <p:sp>
        <p:nvSpPr>
          <p:cNvPr id="322" name="Google Shape;322;p58"/>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58"/>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324" name="Google Shape;324;p5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325"/>
        <p:cNvGrpSpPr/>
        <p:nvPr/>
      </p:nvGrpSpPr>
      <p:grpSpPr>
        <a:xfrm>
          <a:off x="0" y="0"/>
          <a:ext cx="0" cy="0"/>
          <a:chOff x="0" y="0"/>
          <a:chExt cx="0" cy="0"/>
        </a:xfrm>
      </p:grpSpPr>
      <p:sp>
        <p:nvSpPr>
          <p:cNvPr id="326" name="Google Shape;326;p59"/>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327" name="Google Shape;327;p59"/>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1600"/>
              </a:spcBef>
              <a:spcAft>
                <a:spcPts val="0"/>
              </a:spcAft>
              <a:buClr>
                <a:schemeClr val="accent2"/>
              </a:buClr>
              <a:buSzPts val="1100"/>
              <a:buChar char="○"/>
              <a:defRPr>
                <a:solidFill>
                  <a:schemeClr val="accent2"/>
                </a:solidFill>
              </a:defRPr>
            </a:lvl2pPr>
            <a:lvl3pPr marL="1371600" lvl="2" indent="-298450">
              <a:spcBef>
                <a:spcPts val="1600"/>
              </a:spcBef>
              <a:spcAft>
                <a:spcPts val="0"/>
              </a:spcAft>
              <a:buClr>
                <a:schemeClr val="accent2"/>
              </a:buClr>
              <a:buSzPts val="1100"/>
              <a:buChar char="■"/>
              <a:defRPr>
                <a:solidFill>
                  <a:schemeClr val="accent2"/>
                </a:solidFill>
              </a:defRPr>
            </a:lvl3pPr>
            <a:lvl4pPr marL="1828800" lvl="3" indent="-298450">
              <a:spcBef>
                <a:spcPts val="1600"/>
              </a:spcBef>
              <a:spcAft>
                <a:spcPts val="0"/>
              </a:spcAft>
              <a:buClr>
                <a:schemeClr val="accent2"/>
              </a:buClr>
              <a:buSzPts val="1100"/>
              <a:buChar char="●"/>
              <a:defRPr>
                <a:solidFill>
                  <a:schemeClr val="accent2"/>
                </a:solidFill>
              </a:defRPr>
            </a:lvl4pPr>
            <a:lvl5pPr marL="2286000" lvl="4" indent="-298450">
              <a:spcBef>
                <a:spcPts val="1600"/>
              </a:spcBef>
              <a:spcAft>
                <a:spcPts val="0"/>
              </a:spcAft>
              <a:buClr>
                <a:schemeClr val="accent2"/>
              </a:buClr>
              <a:buSzPts val="1100"/>
              <a:buChar char="○"/>
              <a:defRPr>
                <a:solidFill>
                  <a:schemeClr val="accent2"/>
                </a:solidFill>
              </a:defRPr>
            </a:lvl5pPr>
            <a:lvl6pPr marL="2743200" lvl="5" indent="-298450">
              <a:spcBef>
                <a:spcPts val="1600"/>
              </a:spcBef>
              <a:spcAft>
                <a:spcPts val="0"/>
              </a:spcAft>
              <a:buClr>
                <a:schemeClr val="accent2"/>
              </a:buClr>
              <a:buSzPts val="1100"/>
              <a:buChar char="■"/>
              <a:defRPr>
                <a:solidFill>
                  <a:schemeClr val="accent2"/>
                </a:solidFill>
              </a:defRPr>
            </a:lvl6pPr>
            <a:lvl7pPr marL="3200400" lvl="6" indent="-298450">
              <a:spcBef>
                <a:spcPts val="1600"/>
              </a:spcBef>
              <a:spcAft>
                <a:spcPts val="0"/>
              </a:spcAft>
              <a:buClr>
                <a:schemeClr val="accent2"/>
              </a:buClr>
              <a:buSzPts val="1100"/>
              <a:buChar char="●"/>
              <a:defRPr>
                <a:solidFill>
                  <a:schemeClr val="accent2"/>
                </a:solidFill>
              </a:defRPr>
            </a:lvl7pPr>
            <a:lvl8pPr marL="3657600" lvl="7" indent="-298450">
              <a:spcBef>
                <a:spcPts val="1600"/>
              </a:spcBef>
              <a:spcAft>
                <a:spcPts val="0"/>
              </a:spcAft>
              <a:buClr>
                <a:schemeClr val="accent2"/>
              </a:buClr>
              <a:buSzPts val="1100"/>
              <a:buChar char="○"/>
              <a:defRPr>
                <a:solidFill>
                  <a:schemeClr val="accent2"/>
                </a:solidFill>
              </a:defRPr>
            </a:lvl8pPr>
            <a:lvl9pPr marL="4114800" lvl="8" indent="-298450">
              <a:spcBef>
                <a:spcPts val="1600"/>
              </a:spcBef>
              <a:spcAft>
                <a:spcPts val="1600"/>
              </a:spcAft>
              <a:buClr>
                <a:schemeClr val="accent2"/>
              </a:buClr>
              <a:buSzPts val="1100"/>
              <a:buChar char="■"/>
              <a:defRPr>
                <a:solidFill>
                  <a:schemeClr val="accent2"/>
                </a:solidFill>
              </a:defRPr>
            </a:lvl9pPr>
          </a:lstStyle>
          <a:p>
            <a:endParaRPr/>
          </a:p>
        </p:txBody>
      </p:sp>
      <p:sp>
        <p:nvSpPr>
          <p:cNvPr id="328" name="Google Shape;328;p5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29"/>
        <p:cNvGrpSpPr/>
        <p:nvPr/>
      </p:nvGrpSpPr>
      <p:grpSpPr>
        <a:xfrm>
          <a:off x="0" y="0"/>
          <a:ext cx="0" cy="0"/>
          <a:chOff x="0" y="0"/>
          <a:chExt cx="0" cy="0"/>
        </a:xfrm>
      </p:grpSpPr>
      <p:sp>
        <p:nvSpPr>
          <p:cNvPr id="330" name="Google Shape;330;p6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331"/>
        <p:cNvGrpSpPr/>
        <p:nvPr/>
      </p:nvGrpSpPr>
      <p:grpSpPr>
        <a:xfrm>
          <a:off x="0" y="0"/>
          <a:ext cx="0" cy="0"/>
          <a:chOff x="0" y="0"/>
          <a:chExt cx="0" cy="0"/>
        </a:xfrm>
      </p:grpSpPr>
      <p:sp>
        <p:nvSpPr>
          <p:cNvPr id="332" name="Google Shape;332;p61"/>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61"/>
          <p:cNvSpPr txBox="1">
            <a:spLocks noGrp="1"/>
          </p:cNvSpPr>
          <p:nvPr>
            <p:ph type="title"/>
          </p:nvPr>
        </p:nvSpPr>
        <p:spPr>
          <a:xfrm>
            <a:off x="311700" y="315925"/>
            <a:ext cx="8520600" cy="8313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34" name="Google Shape;334;p61"/>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35" name="Google Shape;335;p6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itle and body 2">
  <p:cSld name="TITLE_AND_BODY_2">
    <p:spTree>
      <p:nvGrpSpPr>
        <p:cNvPr id="1" name="Shape 336"/>
        <p:cNvGrpSpPr/>
        <p:nvPr/>
      </p:nvGrpSpPr>
      <p:grpSpPr>
        <a:xfrm>
          <a:off x="0" y="0"/>
          <a:ext cx="0" cy="0"/>
          <a:chOff x="0" y="0"/>
          <a:chExt cx="0" cy="0"/>
        </a:xfrm>
      </p:grpSpPr>
      <p:sp>
        <p:nvSpPr>
          <p:cNvPr id="337" name="Google Shape;337;p6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38" name="Google Shape;338;p6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39" name="Google Shape;339;p6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itle and Content">
  <p:cSld name="Title and Content">
    <p:bg>
      <p:bgPr>
        <a:solidFill>
          <a:srgbClr val="FFFFFF"/>
        </a:solidFill>
        <a:effectLst/>
      </p:bgPr>
    </p:bg>
    <p:spTree>
      <p:nvGrpSpPr>
        <p:cNvPr id="1" name="Shape 340"/>
        <p:cNvGrpSpPr/>
        <p:nvPr/>
      </p:nvGrpSpPr>
      <p:grpSpPr>
        <a:xfrm>
          <a:off x="0" y="0"/>
          <a:ext cx="0" cy="0"/>
          <a:chOff x="0" y="0"/>
          <a:chExt cx="0" cy="0"/>
        </a:xfrm>
      </p:grpSpPr>
      <p:sp>
        <p:nvSpPr>
          <p:cNvPr id="341" name="Google Shape;341;p63"/>
          <p:cNvSpPr txBox="1">
            <a:spLocks noGrp="1"/>
          </p:cNvSpPr>
          <p:nvPr>
            <p:ph type="title"/>
          </p:nvPr>
        </p:nvSpPr>
        <p:spPr>
          <a:xfrm>
            <a:off x="340660" y="30698"/>
            <a:ext cx="8449200" cy="6360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2"/>
              </a:buClr>
              <a:buSzPts val="3300"/>
              <a:buFont typeface="Calibri"/>
              <a:buNone/>
              <a:defRPr b="1">
                <a:solidFill>
                  <a:schemeClr val="dk2"/>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42" name="Google Shape;342;p63"/>
          <p:cNvSpPr txBox="1">
            <a:spLocks noGrp="1"/>
          </p:cNvSpPr>
          <p:nvPr>
            <p:ph type="body" idx="1"/>
          </p:nvPr>
        </p:nvSpPr>
        <p:spPr>
          <a:xfrm>
            <a:off x="340660" y="884286"/>
            <a:ext cx="8449200" cy="4156800"/>
          </a:xfrm>
          <a:prstGeom prst="rect">
            <a:avLst/>
          </a:prstGeom>
          <a:noFill/>
          <a:ln>
            <a:noFill/>
          </a:ln>
        </p:spPr>
        <p:txBody>
          <a:bodyPr spcFirstLastPara="1" wrap="square" lIns="68575" tIns="34275" rIns="68575" bIns="34275" anchor="t" anchorCtr="0">
            <a:normAutofit/>
          </a:bodyPr>
          <a:lstStyle>
            <a:lvl1pPr marL="457200" lvl="0" indent="-349250" algn="l">
              <a:lnSpc>
                <a:spcPct val="90000"/>
              </a:lnSpc>
              <a:spcBef>
                <a:spcPts val="800"/>
              </a:spcBef>
              <a:spcAft>
                <a:spcPts val="0"/>
              </a:spcAft>
              <a:buClr>
                <a:schemeClr val="dk1"/>
              </a:buClr>
              <a:buSzPts val="1900"/>
              <a:buFont typeface="Calibri"/>
              <a:buChar char="●"/>
              <a:defRPr sz="2100"/>
            </a:lvl1pPr>
            <a:lvl2pPr marL="914400" lvl="1" indent="-330200" algn="l">
              <a:lnSpc>
                <a:spcPct val="90000"/>
              </a:lnSpc>
              <a:spcBef>
                <a:spcPts val="1600"/>
              </a:spcBef>
              <a:spcAft>
                <a:spcPts val="0"/>
              </a:spcAft>
              <a:buClr>
                <a:schemeClr val="dk1"/>
              </a:buClr>
              <a:buSzPts val="1600"/>
              <a:buFont typeface="Courier New"/>
              <a:buChar char="o"/>
              <a:defRPr sz="1800"/>
            </a:lvl2pPr>
            <a:lvl3pPr marL="1371600" lvl="2" indent="-323850" algn="l">
              <a:lnSpc>
                <a:spcPct val="90000"/>
              </a:lnSpc>
              <a:spcBef>
                <a:spcPts val="1600"/>
              </a:spcBef>
              <a:spcAft>
                <a:spcPts val="0"/>
              </a:spcAft>
              <a:buClr>
                <a:schemeClr val="dk1"/>
              </a:buClr>
              <a:buSzPts val="1500"/>
              <a:buFont typeface="Noto Sans Symbols"/>
              <a:buChar char="▪"/>
              <a:defRPr sz="1500"/>
            </a:lvl3pPr>
            <a:lvl4pPr marL="1828800" lvl="3" indent="-317500" algn="l">
              <a:lnSpc>
                <a:spcPct val="90000"/>
              </a:lnSpc>
              <a:spcBef>
                <a:spcPts val="1600"/>
              </a:spcBef>
              <a:spcAft>
                <a:spcPts val="0"/>
              </a:spcAft>
              <a:buClr>
                <a:schemeClr val="dk1"/>
              </a:buClr>
              <a:buSzPts val="1400"/>
              <a:buFont typeface="Calibri"/>
              <a:buChar char="▫"/>
              <a:defRPr sz="1400"/>
            </a:lvl4pPr>
            <a:lvl5pPr marL="2286000" lvl="4" indent="-298450" algn="l">
              <a:lnSpc>
                <a:spcPct val="90000"/>
              </a:lnSpc>
              <a:spcBef>
                <a:spcPts val="1600"/>
              </a:spcBef>
              <a:spcAft>
                <a:spcPts val="0"/>
              </a:spcAft>
              <a:buClr>
                <a:schemeClr val="dk1"/>
              </a:buClr>
              <a:buSzPts val="1100"/>
              <a:buChar char="○"/>
              <a:defRPr sz="1100"/>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cxnSp>
        <p:nvCxnSpPr>
          <p:cNvPr id="343" name="Google Shape;343;p63"/>
          <p:cNvCxnSpPr/>
          <p:nvPr/>
        </p:nvCxnSpPr>
        <p:spPr>
          <a:xfrm>
            <a:off x="340660" y="690167"/>
            <a:ext cx="8449200" cy="0"/>
          </a:xfrm>
          <a:prstGeom prst="straightConnector1">
            <a:avLst/>
          </a:prstGeom>
          <a:noFill/>
          <a:ln w="63500" cap="flat" cmpd="thickThin">
            <a:solidFill>
              <a:schemeClr val="lt2"/>
            </a:solidFill>
            <a:prstDash val="solid"/>
            <a:miter lim="800000"/>
            <a:headEnd type="none" w="sm" len="sm"/>
            <a:tailEnd type="none" w="sm" len="sm"/>
          </a:ln>
        </p:spPr>
      </p:cxnSp>
      <p:sp>
        <p:nvSpPr>
          <p:cNvPr id="344" name="Google Shape;344;p63"/>
          <p:cNvSpPr txBox="1">
            <a:spLocks noGrp="1"/>
          </p:cNvSpPr>
          <p:nvPr>
            <p:ph type="body" idx="2"/>
          </p:nvPr>
        </p:nvSpPr>
        <p:spPr>
          <a:xfrm>
            <a:off x="9155430" y="1501"/>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345" name="Google Shape;345;p63"/>
          <p:cNvSpPr txBox="1">
            <a:spLocks noGrp="1"/>
          </p:cNvSpPr>
          <p:nvPr>
            <p:ph type="body" idx="3"/>
          </p:nvPr>
        </p:nvSpPr>
        <p:spPr>
          <a:xfrm>
            <a:off x="9155430" y="218981"/>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346" name="Google Shape;346;p63"/>
          <p:cNvSpPr txBox="1">
            <a:spLocks noGrp="1"/>
          </p:cNvSpPr>
          <p:nvPr>
            <p:ph type="body" idx="4"/>
          </p:nvPr>
        </p:nvSpPr>
        <p:spPr>
          <a:xfrm>
            <a:off x="9155430" y="443452"/>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347" name="Google Shape;347;p63"/>
          <p:cNvSpPr txBox="1">
            <a:spLocks noGrp="1"/>
          </p:cNvSpPr>
          <p:nvPr>
            <p:ph type="body" idx="5"/>
          </p:nvPr>
        </p:nvSpPr>
        <p:spPr>
          <a:xfrm>
            <a:off x="9155430" y="666804"/>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348" name="Google Shape;348;p63"/>
          <p:cNvSpPr txBox="1">
            <a:spLocks noGrp="1"/>
          </p:cNvSpPr>
          <p:nvPr>
            <p:ph type="body" idx="6"/>
          </p:nvPr>
        </p:nvSpPr>
        <p:spPr>
          <a:xfrm>
            <a:off x="9155430" y="884285"/>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349" name="Google Shape;349;p63"/>
          <p:cNvSpPr txBox="1">
            <a:spLocks noGrp="1"/>
          </p:cNvSpPr>
          <p:nvPr>
            <p:ph type="body" idx="7"/>
          </p:nvPr>
        </p:nvSpPr>
        <p:spPr>
          <a:xfrm>
            <a:off x="9155430" y="1128365"/>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350" name="Google Shape;350;p63"/>
          <p:cNvSpPr txBox="1">
            <a:spLocks noGrp="1"/>
          </p:cNvSpPr>
          <p:nvPr>
            <p:ph type="body" idx="8"/>
          </p:nvPr>
        </p:nvSpPr>
        <p:spPr>
          <a:xfrm>
            <a:off x="9155430" y="1366143"/>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351" name="Google Shape;351;p63"/>
          <p:cNvSpPr txBox="1">
            <a:spLocks noGrp="1"/>
          </p:cNvSpPr>
          <p:nvPr>
            <p:ph type="body" idx="9"/>
          </p:nvPr>
        </p:nvSpPr>
        <p:spPr>
          <a:xfrm>
            <a:off x="9155430" y="1603799"/>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352" name="Google Shape;352;p63"/>
          <p:cNvSpPr txBox="1">
            <a:spLocks noGrp="1"/>
          </p:cNvSpPr>
          <p:nvPr>
            <p:ph type="body" idx="13"/>
          </p:nvPr>
        </p:nvSpPr>
        <p:spPr>
          <a:xfrm>
            <a:off x="9155430" y="1841577"/>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353" name="Google Shape;353;p63"/>
          <p:cNvSpPr txBox="1">
            <a:spLocks noGrp="1"/>
          </p:cNvSpPr>
          <p:nvPr>
            <p:ph type="body" idx="14"/>
          </p:nvPr>
        </p:nvSpPr>
        <p:spPr>
          <a:xfrm>
            <a:off x="9155430" y="2072525"/>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354" name="Google Shape;354;p63"/>
          <p:cNvSpPr txBox="1">
            <a:spLocks noGrp="1"/>
          </p:cNvSpPr>
          <p:nvPr>
            <p:ph type="body" idx="15"/>
          </p:nvPr>
        </p:nvSpPr>
        <p:spPr>
          <a:xfrm>
            <a:off x="9155430" y="2308768"/>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355" name="Google Shape;355;p63"/>
          <p:cNvSpPr txBox="1">
            <a:spLocks noGrp="1"/>
          </p:cNvSpPr>
          <p:nvPr>
            <p:ph type="body" idx="16"/>
          </p:nvPr>
        </p:nvSpPr>
        <p:spPr>
          <a:xfrm>
            <a:off x="9155430" y="2534440"/>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356" name="Google Shape;356;p63"/>
          <p:cNvSpPr txBox="1">
            <a:spLocks noGrp="1"/>
          </p:cNvSpPr>
          <p:nvPr>
            <p:ph type="body" idx="17"/>
          </p:nvPr>
        </p:nvSpPr>
        <p:spPr>
          <a:xfrm>
            <a:off x="9155430" y="2758777"/>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357" name="Google Shape;357;p63"/>
          <p:cNvSpPr txBox="1">
            <a:spLocks noGrp="1"/>
          </p:cNvSpPr>
          <p:nvPr>
            <p:ph type="body" idx="18"/>
          </p:nvPr>
        </p:nvSpPr>
        <p:spPr>
          <a:xfrm>
            <a:off x="9155430" y="2981791"/>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358" name="Google Shape;358;p63"/>
          <p:cNvSpPr txBox="1">
            <a:spLocks noGrp="1"/>
          </p:cNvSpPr>
          <p:nvPr>
            <p:ph type="body" idx="19"/>
          </p:nvPr>
        </p:nvSpPr>
        <p:spPr>
          <a:xfrm>
            <a:off x="9155430" y="3212404"/>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359" name="Google Shape;359;p63"/>
          <p:cNvSpPr txBox="1">
            <a:spLocks noGrp="1"/>
          </p:cNvSpPr>
          <p:nvPr>
            <p:ph type="body" idx="20"/>
          </p:nvPr>
        </p:nvSpPr>
        <p:spPr>
          <a:xfrm>
            <a:off x="9155430" y="3436741"/>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360" name="Google Shape;360;p63"/>
          <p:cNvSpPr txBox="1">
            <a:spLocks noGrp="1"/>
          </p:cNvSpPr>
          <p:nvPr>
            <p:ph type="body" idx="21"/>
          </p:nvPr>
        </p:nvSpPr>
        <p:spPr>
          <a:xfrm>
            <a:off x="9155430" y="3667958"/>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361" name="Google Shape;361;p63"/>
          <p:cNvSpPr txBox="1">
            <a:spLocks noGrp="1"/>
          </p:cNvSpPr>
          <p:nvPr>
            <p:ph type="body" idx="22"/>
          </p:nvPr>
        </p:nvSpPr>
        <p:spPr>
          <a:xfrm>
            <a:off x="9155430" y="3911729"/>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362" name="Google Shape;362;p63"/>
          <p:cNvSpPr txBox="1">
            <a:spLocks noGrp="1"/>
          </p:cNvSpPr>
          <p:nvPr>
            <p:ph type="body" idx="23"/>
          </p:nvPr>
        </p:nvSpPr>
        <p:spPr>
          <a:xfrm>
            <a:off x="9155430" y="4148591"/>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363" name="Google Shape;363;p63"/>
          <p:cNvSpPr txBox="1">
            <a:spLocks noGrp="1"/>
          </p:cNvSpPr>
          <p:nvPr>
            <p:ph type="body" idx="24"/>
          </p:nvPr>
        </p:nvSpPr>
        <p:spPr>
          <a:xfrm>
            <a:off x="9155430" y="4372928"/>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364" name="Google Shape;364;p63"/>
          <p:cNvSpPr txBox="1">
            <a:spLocks noGrp="1"/>
          </p:cNvSpPr>
          <p:nvPr>
            <p:ph type="body" idx="25"/>
          </p:nvPr>
        </p:nvSpPr>
        <p:spPr>
          <a:xfrm>
            <a:off x="9155430" y="4591789"/>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365" name="Google Shape;365;p63"/>
          <p:cNvSpPr txBox="1">
            <a:spLocks noGrp="1"/>
          </p:cNvSpPr>
          <p:nvPr>
            <p:ph type="body" idx="26"/>
          </p:nvPr>
        </p:nvSpPr>
        <p:spPr>
          <a:xfrm>
            <a:off x="-2811780" y="1501"/>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80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366" name="Google Shape;366;p63"/>
          <p:cNvSpPr txBox="1">
            <a:spLocks noGrp="1"/>
          </p:cNvSpPr>
          <p:nvPr>
            <p:ph type="body" idx="27"/>
          </p:nvPr>
        </p:nvSpPr>
        <p:spPr>
          <a:xfrm>
            <a:off x="-2811780" y="218981"/>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80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367" name="Google Shape;367;p63"/>
          <p:cNvSpPr txBox="1">
            <a:spLocks noGrp="1"/>
          </p:cNvSpPr>
          <p:nvPr>
            <p:ph type="body" idx="28"/>
          </p:nvPr>
        </p:nvSpPr>
        <p:spPr>
          <a:xfrm>
            <a:off x="-2811780" y="443452"/>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80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368" name="Google Shape;368;p63"/>
          <p:cNvSpPr txBox="1">
            <a:spLocks noGrp="1"/>
          </p:cNvSpPr>
          <p:nvPr>
            <p:ph type="body" idx="29"/>
          </p:nvPr>
        </p:nvSpPr>
        <p:spPr>
          <a:xfrm>
            <a:off x="-2811780" y="666804"/>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80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369" name="Google Shape;369;p63"/>
          <p:cNvSpPr txBox="1">
            <a:spLocks noGrp="1"/>
          </p:cNvSpPr>
          <p:nvPr>
            <p:ph type="body" idx="30"/>
          </p:nvPr>
        </p:nvSpPr>
        <p:spPr>
          <a:xfrm>
            <a:off x="-2811780" y="884285"/>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80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370" name="Google Shape;370;p63"/>
          <p:cNvSpPr txBox="1">
            <a:spLocks noGrp="1"/>
          </p:cNvSpPr>
          <p:nvPr>
            <p:ph type="body" idx="31"/>
          </p:nvPr>
        </p:nvSpPr>
        <p:spPr>
          <a:xfrm>
            <a:off x="-2811780" y="1128365"/>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80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371" name="Google Shape;371;p63"/>
          <p:cNvSpPr txBox="1">
            <a:spLocks noGrp="1"/>
          </p:cNvSpPr>
          <p:nvPr>
            <p:ph type="body" idx="32"/>
          </p:nvPr>
        </p:nvSpPr>
        <p:spPr>
          <a:xfrm>
            <a:off x="-2811780" y="1366143"/>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80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372" name="Google Shape;372;p63"/>
          <p:cNvSpPr txBox="1">
            <a:spLocks noGrp="1"/>
          </p:cNvSpPr>
          <p:nvPr>
            <p:ph type="body" idx="33"/>
          </p:nvPr>
        </p:nvSpPr>
        <p:spPr>
          <a:xfrm>
            <a:off x="-2811780" y="1603799"/>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373" name="Google Shape;373;p63"/>
          <p:cNvSpPr txBox="1">
            <a:spLocks noGrp="1"/>
          </p:cNvSpPr>
          <p:nvPr>
            <p:ph type="body" idx="34"/>
          </p:nvPr>
        </p:nvSpPr>
        <p:spPr>
          <a:xfrm>
            <a:off x="-2811780" y="1841577"/>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374" name="Google Shape;374;p63"/>
          <p:cNvSpPr txBox="1">
            <a:spLocks noGrp="1"/>
          </p:cNvSpPr>
          <p:nvPr>
            <p:ph type="body" idx="35"/>
          </p:nvPr>
        </p:nvSpPr>
        <p:spPr>
          <a:xfrm>
            <a:off x="-2811780" y="2072525"/>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375" name="Google Shape;375;p63"/>
          <p:cNvSpPr txBox="1">
            <a:spLocks noGrp="1"/>
          </p:cNvSpPr>
          <p:nvPr>
            <p:ph type="body" idx="36"/>
          </p:nvPr>
        </p:nvSpPr>
        <p:spPr>
          <a:xfrm>
            <a:off x="-2811780" y="2308768"/>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376" name="Google Shape;376;p63"/>
          <p:cNvSpPr txBox="1">
            <a:spLocks noGrp="1"/>
          </p:cNvSpPr>
          <p:nvPr>
            <p:ph type="body" idx="37"/>
          </p:nvPr>
        </p:nvSpPr>
        <p:spPr>
          <a:xfrm>
            <a:off x="-2811780" y="2534440"/>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377" name="Google Shape;377;p63"/>
          <p:cNvSpPr txBox="1">
            <a:spLocks noGrp="1"/>
          </p:cNvSpPr>
          <p:nvPr>
            <p:ph type="body" idx="38"/>
          </p:nvPr>
        </p:nvSpPr>
        <p:spPr>
          <a:xfrm>
            <a:off x="-2811780" y="2758777"/>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378" name="Google Shape;378;p63"/>
          <p:cNvSpPr txBox="1">
            <a:spLocks noGrp="1"/>
          </p:cNvSpPr>
          <p:nvPr>
            <p:ph type="body" idx="39"/>
          </p:nvPr>
        </p:nvSpPr>
        <p:spPr>
          <a:xfrm>
            <a:off x="-2811780" y="2981791"/>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379" name="Google Shape;379;p63"/>
          <p:cNvSpPr txBox="1">
            <a:spLocks noGrp="1"/>
          </p:cNvSpPr>
          <p:nvPr>
            <p:ph type="body" idx="40"/>
          </p:nvPr>
        </p:nvSpPr>
        <p:spPr>
          <a:xfrm>
            <a:off x="-2811780" y="3212404"/>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380" name="Google Shape;380;p63"/>
          <p:cNvSpPr txBox="1">
            <a:spLocks noGrp="1"/>
          </p:cNvSpPr>
          <p:nvPr>
            <p:ph type="body" idx="41"/>
          </p:nvPr>
        </p:nvSpPr>
        <p:spPr>
          <a:xfrm>
            <a:off x="-2811780" y="3436741"/>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381" name="Google Shape;381;p63"/>
          <p:cNvSpPr txBox="1">
            <a:spLocks noGrp="1"/>
          </p:cNvSpPr>
          <p:nvPr>
            <p:ph type="body" idx="42"/>
          </p:nvPr>
        </p:nvSpPr>
        <p:spPr>
          <a:xfrm>
            <a:off x="-2811780" y="3667958"/>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382" name="Google Shape;382;p63"/>
          <p:cNvSpPr txBox="1">
            <a:spLocks noGrp="1"/>
          </p:cNvSpPr>
          <p:nvPr>
            <p:ph type="body" idx="43"/>
          </p:nvPr>
        </p:nvSpPr>
        <p:spPr>
          <a:xfrm>
            <a:off x="-2811780" y="3911729"/>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383" name="Google Shape;383;p63"/>
          <p:cNvSpPr txBox="1">
            <a:spLocks noGrp="1"/>
          </p:cNvSpPr>
          <p:nvPr>
            <p:ph type="body" idx="44"/>
          </p:nvPr>
        </p:nvSpPr>
        <p:spPr>
          <a:xfrm>
            <a:off x="-2811780" y="4148591"/>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384" name="Google Shape;384;p63"/>
          <p:cNvSpPr txBox="1">
            <a:spLocks noGrp="1"/>
          </p:cNvSpPr>
          <p:nvPr>
            <p:ph type="body" idx="45"/>
          </p:nvPr>
        </p:nvSpPr>
        <p:spPr>
          <a:xfrm>
            <a:off x="-2811780" y="4372928"/>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385" name="Google Shape;385;p63"/>
          <p:cNvSpPr txBox="1">
            <a:spLocks noGrp="1"/>
          </p:cNvSpPr>
          <p:nvPr>
            <p:ph type="body" idx="46"/>
          </p:nvPr>
        </p:nvSpPr>
        <p:spPr>
          <a:xfrm>
            <a:off x="-2811780" y="4591789"/>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4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4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4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4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4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4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45">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45">
                                            <p:txEl>
                                              <p:pRg st="1" end="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45">
                                            <p:txEl>
                                              <p:pRg st="2" end="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45">
                                            <p:txEl>
                                              <p:pRg st="3" end="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45">
                                            <p:txEl>
                                              <p:pRg st="4" end="4"/>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45">
                                            <p:txEl>
                                              <p:pRg st="5" end="5"/>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45">
                                            <p:txEl>
                                              <p:pRg st="6" end="6"/>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345">
                                            <p:txEl>
                                              <p:pRg st="7" end="7"/>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345">
                                            <p:txEl>
                                              <p:pRg st="8" end="8"/>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346">
                                            <p:txEl>
                                              <p:pRg st="0" end="0"/>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346">
                                            <p:txEl>
                                              <p:pRg st="1" end="1"/>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346">
                                            <p:txEl>
                                              <p:pRg st="2" end="2"/>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346">
                                            <p:txEl>
                                              <p:pRg st="3" end="3"/>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346">
                                            <p:txEl>
                                              <p:pRg st="4" end="4"/>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346">
                                            <p:txEl>
                                              <p:pRg st="5" end="5"/>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346">
                                            <p:txEl>
                                              <p:pRg st="6" end="6"/>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346">
                                            <p:txEl>
                                              <p:pRg st="7" end="7"/>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346">
                                            <p:txEl>
                                              <p:pRg st="8" end="8"/>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347">
                                            <p:txEl>
                                              <p:pRg st="0" end="0"/>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347">
                                            <p:txEl>
                                              <p:pRg st="1" end="1"/>
                                            </p:txEl>
                                          </p:spTgt>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347">
                                            <p:txEl>
                                              <p:pRg st="2" end="2"/>
                                            </p:txEl>
                                          </p:spTgt>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347">
                                            <p:txEl>
                                              <p:pRg st="3" end="3"/>
                                            </p:txEl>
                                          </p:spTgt>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347">
                                            <p:txEl>
                                              <p:pRg st="4" end="4"/>
                                            </p:txEl>
                                          </p:spTgt>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347">
                                            <p:txEl>
                                              <p:pRg st="5" end="5"/>
                                            </p:txEl>
                                          </p:spTgt>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347">
                                            <p:txEl>
                                              <p:pRg st="6" end="6"/>
                                            </p:txEl>
                                          </p:spTgt>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347">
                                            <p:txEl>
                                              <p:pRg st="7" end="7"/>
                                            </p:txEl>
                                          </p:spTgt>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347">
                                            <p:txEl>
                                              <p:pRg st="8" end="8"/>
                                            </p:txEl>
                                          </p:spTgt>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nodeType="clickEffect">
                                  <p:stCondLst>
                                    <p:cond delay="0"/>
                                  </p:stCondLst>
                                  <p:childTnLst>
                                    <p:set>
                                      <p:cBhvr>
                                        <p:cTn id="150" dur="1" fill="hold">
                                          <p:stCondLst>
                                            <p:cond delay="0"/>
                                          </p:stCondLst>
                                        </p:cTn>
                                        <p:tgtEl>
                                          <p:spTgt spid="348">
                                            <p:txEl>
                                              <p:pRg st="0" end="0"/>
                                            </p:txEl>
                                          </p:spTgt>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nodeType="clickEffect">
                                  <p:stCondLst>
                                    <p:cond delay="0"/>
                                  </p:stCondLst>
                                  <p:childTnLst>
                                    <p:set>
                                      <p:cBhvr>
                                        <p:cTn id="154" dur="1" fill="hold">
                                          <p:stCondLst>
                                            <p:cond delay="0"/>
                                          </p:stCondLst>
                                        </p:cTn>
                                        <p:tgtEl>
                                          <p:spTgt spid="348">
                                            <p:txEl>
                                              <p:pRg st="1" end="1"/>
                                            </p:txEl>
                                          </p:spTgt>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348">
                                            <p:txEl>
                                              <p:pRg st="2" end="2"/>
                                            </p:txEl>
                                          </p:spTgt>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nodeType="clickEffect">
                                  <p:stCondLst>
                                    <p:cond delay="0"/>
                                  </p:stCondLst>
                                  <p:childTnLst>
                                    <p:set>
                                      <p:cBhvr>
                                        <p:cTn id="162" dur="1" fill="hold">
                                          <p:stCondLst>
                                            <p:cond delay="0"/>
                                          </p:stCondLst>
                                        </p:cTn>
                                        <p:tgtEl>
                                          <p:spTgt spid="348">
                                            <p:txEl>
                                              <p:pRg st="3" end="3"/>
                                            </p:txEl>
                                          </p:spTgt>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nodeType="clickEffect">
                                  <p:stCondLst>
                                    <p:cond delay="0"/>
                                  </p:stCondLst>
                                  <p:childTnLst>
                                    <p:set>
                                      <p:cBhvr>
                                        <p:cTn id="166" dur="1" fill="hold">
                                          <p:stCondLst>
                                            <p:cond delay="0"/>
                                          </p:stCondLst>
                                        </p:cTn>
                                        <p:tgtEl>
                                          <p:spTgt spid="348">
                                            <p:txEl>
                                              <p:pRg st="4" end="4"/>
                                            </p:txEl>
                                          </p:spTgt>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nodeType="clickEffect">
                                  <p:stCondLst>
                                    <p:cond delay="0"/>
                                  </p:stCondLst>
                                  <p:childTnLst>
                                    <p:set>
                                      <p:cBhvr>
                                        <p:cTn id="170" dur="1" fill="hold">
                                          <p:stCondLst>
                                            <p:cond delay="0"/>
                                          </p:stCondLst>
                                        </p:cTn>
                                        <p:tgtEl>
                                          <p:spTgt spid="348">
                                            <p:txEl>
                                              <p:pRg st="5" end="5"/>
                                            </p:txEl>
                                          </p:spTgt>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nodeType="clickEffect">
                                  <p:stCondLst>
                                    <p:cond delay="0"/>
                                  </p:stCondLst>
                                  <p:childTnLst>
                                    <p:set>
                                      <p:cBhvr>
                                        <p:cTn id="174" dur="1" fill="hold">
                                          <p:stCondLst>
                                            <p:cond delay="0"/>
                                          </p:stCondLst>
                                        </p:cTn>
                                        <p:tgtEl>
                                          <p:spTgt spid="348">
                                            <p:txEl>
                                              <p:pRg st="6" end="6"/>
                                            </p:txEl>
                                          </p:spTgt>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nodeType="clickEffect">
                                  <p:stCondLst>
                                    <p:cond delay="0"/>
                                  </p:stCondLst>
                                  <p:childTnLst>
                                    <p:set>
                                      <p:cBhvr>
                                        <p:cTn id="178" dur="1" fill="hold">
                                          <p:stCondLst>
                                            <p:cond delay="0"/>
                                          </p:stCondLst>
                                        </p:cTn>
                                        <p:tgtEl>
                                          <p:spTgt spid="348">
                                            <p:txEl>
                                              <p:pRg st="7" end="7"/>
                                            </p:txEl>
                                          </p:spTgt>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nodeType="clickEffect">
                                  <p:stCondLst>
                                    <p:cond delay="0"/>
                                  </p:stCondLst>
                                  <p:childTnLst>
                                    <p:set>
                                      <p:cBhvr>
                                        <p:cTn id="182" dur="1" fill="hold">
                                          <p:stCondLst>
                                            <p:cond delay="0"/>
                                          </p:stCondLst>
                                        </p:cTn>
                                        <p:tgtEl>
                                          <p:spTgt spid="348">
                                            <p:txEl>
                                              <p:pRg st="8" end="8"/>
                                            </p:txEl>
                                          </p:spTgt>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nodeType="clickEffect">
                                  <p:stCondLst>
                                    <p:cond delay="0"/>
                                  </p:stCondLst>
                                  <p:childTnLst>
                                    <p:set>
                                      <p:cBhvr>
                                        <p:cTn id="186" dur="1" fill="hold">
                                          <p:stCondLst>
                                            <p:cond delay="0"/>
                                          </p:stCondLst>
                                        </p:cTn>
                                        <p:tgtEl>
                                          <p:spTgt spid="349">
                                            <p:txEl>
                                              <p:pRg st="0" end="0"/>
                                            </p:txEl>
                                          </p:spTgt>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nodeType="clickEffect">
                                  <p:stCondLst>
                                    <p:cond delay="0"/>
                                  </p:stCondLst>
                                  <p:childTnLst>
                                    <p:set>
                                      <p:cBhvr>
                                        <p:cTn id="190" dur="1" fill="hold">
                                          <p:stCondLst>
                                            <p:cond delay="0"/>
                                          </p:stCondLst>
                                        </p:cTn>
                                        <p:tgtEl>
                                          <p:spTgt spid="349">
                                            <p:txEl>
                                              <p:pRg st="1" end="1"/>
                                            </p:txEl>
                                          </p:spTgt>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nodeType="clickEffect">
                                  <p:stCondLst>
                                    <p:cond delay="0"/>
                                  </p:stCondLst>
                                  <p:childTnLst>
                                    <p:set>
                                      <p:cBhvr>
                                        <p:cTn id="194" dur="1" fill="hold">
                                          <p:stCondLst>
                                            <p:cond delay="0"/>
                                          </p:stCondLst>
                                        </p:cTn>
                                        <p:tgtEl>
                                          <p:spTgt spid="349">
                                            <p:txEl>
                                              <p:pRg st="2" end="2"/>
                                            </p:txEl>
                                          </p:spTgt>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nodeType="clickEffect">
                                  <p:stCondLst>
                                    <p:cond delay="0"/>
                                  </p:stCondLst>
                                  <p:childTnLst>
                                    <p:set>
                                      <p:cBhvr>
                                        <p:cTn id="198" dur="1" fill="hold">
                                          <p:stCondLst>
                                            <p:cond delay="0"/>
                                          </p:stCondLst>
                                        </p:cTn>
                                        <p:tgtEl>
                                          <p:spTgt spid="349">
                                            <p:txEl>
                                              <p:pRg st="3" end="3"/>
                                            </p:txEl>
                                          </p:spTgt>
                                        </p:tgtEl>
                                        <p:attrNameLst>
                                          <p:attrName>style.visibility</p:attrName>
                                        </p:attrNameLst>
                                      </p:cBhvr>
                                      <p:to>
                                        <p:strVal val="visible"/>
                                      </p:to>
                                    </p:set>
                                  </p:childTnLst>
                                </p:cTn>
                              </p:par>
                            </p:childTnLst>
                          </p:cTn>
                        </p:par>
                      </p:childTnLst>
                    </p:cTn>
                  </p:par>
                  <p:par>
                    <p:cTn id="199" fill="hold">
                      <p:stCondLst>
                        <p:cond delay="indefinite"/>
                      </p:stCondLst>
                      <p:childTnLst>
                        <p:par>
                          <p:cTn id="200" fill="hold">
                            <p:stCondLst>
                              <p:cond delay="0"/>
                            </p:stCondLst>
                            <p:childTnLst>
                              <p:par>
                                <p:cTn id="201" presetID="1" presetClass="entr" presetSubtype="0" fill="hold" nodeType="clickEffect">
                                  <p:stCondLst>
                                    <p:cond delay="0"/>
                                  </p:stCondLst>
                                  <p:childTnLst>
                                    <p:set>
                                      <p:cBhvr>
                                        <p:cTn id="202" dur="1" fill="hold">
                                          <p:stCondLst>
                                            <p:cond delay="0"/>
                                          </p:stCondLst>
                                        </p:cTn>
                                        <p:tgtEl>
                                          <p:spTgt spid="349">
                                            <p:txEl>
                                              <p:pRg st="4" end="4"/>
                                            </p:txEl>
                                          </p:spTgt>
                                        </p:tgtEl>
                                        <p:attrNameLst>
                                          <p:attrName>style.visibility</p:attrName>
                                        </p:attrNameLst>
                                      </p:cBhvr>
                                      <p:to>
                                        <p:strVal val="visible"/>
                                      </p:to>
                                    </p:set>
                                  </p:childTnLst>
                                </p:cTn>
                              </p:par>
                            </p:childTnLst>
                          </p:cTn>
                        </p:par>
                      </p:childTnLst>
                    </p:cTn>
                  </p:par>
                  <p:par>
                    <p:cTn id="203" fill="hold">
                      <p:stCondLst>
                        <p:cond delay="indefinite"/>
                      </p:stCondLst>
                      <p:childTnLst>
                        <p:par>
                          <p:cTn id="204" fill="hold">
                            <p:stCondLst>
                              <p:cond delay="0"/>
                            </p:stCondLst>
                            <p:childTnLst>
                              <p:par>
                                <p:cTn id="205" presetID="1" presetClass="entr" presetSubtype="0" fill="hold" nodeType="clickEffect">
                                  <p:stCondLst>
                                    <p:cond delay="0"/>
                                  </p:stCondLst>
                                  <p:childTnLst>
                                    <p:set>
                                      <p:cBhvr>
                                        <p:cTn id="206" dur="1" fill="hold">
                                          <p:stCondLst>
                                            <p:cond delay="0"/>
                                          </p:stCondLst>
                                        </p:cTn>
                                        <p:tgtEl>
                                          <p:spTgt spid="349">
                                            <p:txEl>
                                              <p:pRg st="5" end="5"/>
                                            </p:txEl>
                                          </p:spTgt>
                                        </p:tgtEl>
                                        <p:attrNameLst>
                                          <p:attrName>style.visibility</p:attrName>
                                        </p:attrNameLst>
                                      </p:cBhvr>
                                      <p:to>
                                        <p:strVal val="visible"/>
                                      </p:to>
                                    </p:set>
                                  </p:childTnLst>
                                </p:cTn>
                              </p:par>
                            </p:childTnLst>
                          </p:cTn>
                        </p:par>
                      </p:childTnLst>
                    </p:cTn>
                  </p:par>
                  <p:par>
                    <p:cTn id="207" fill="hold">
                      <p:stCondLst>
                        <p:cond delay="indefinite"/>
                      </p:stCondLst>
                      <p:childTnLst>
                        <p:par>
                          <p:cTn id="208" fill="hold">
                            <p:stCondLst>
                              <p:cond delay="0"/>
                            </p:stCondLst>
                            <p:childTnLst>
                              <p:par>
                                <p:cTn id="209" presetID="1" presetClass="entr" presetSubtype="0" fill="hold" nodeType="clickEffect">
                                  <p:stCondLst>
                                    <p:cond delay="0"/>
                                  </p:stCondLst>
                                  <p:childTnLst>
                                    <p:set>
                                      <p:cBhvr>
                                        <p:cTn id="210" dur="1" fill="hold">
                                          <p:stCondLst>
                                            <p:cond delay="0"/>
                                          </p:stCondLst>
                                        </p:cTn>
                                        <p:tgtEl>
                                          <p:spTgt spid="349">
                                            <p:txEl>
                                              <p:pRg st="6" end="6"/>
                                            </p:txEl>
                                          </p:spTgt>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presetID="1" presetClass="entr" presetSubtype="0" fill="hold" nodeType="clickEffect">
                                  <p:stCondLst>
                                    <p:cond delay="0"/>
                                  </p:stCondLst>
                                  <p:childTnLst>
                                    <p:set>
                                      <p:cBhvr>
                                        <p:cTn id="214" dur="1" fill="hold">
                                          <p:stCondLst>
                                            <p:cond delay="0"/>
                                          </p:stCondLst>
                                        </p:cTn>
                                        <p:tgtEl>
                                          <p:spTgt spid="349">
                                            <p:txEl>
                                              <p:pRg st="7" end="7"/>
                                            </p:txEl>
                                          </p:spTgt>
                                        </p:tgtEl>
                                        <p:attrNameLst>
                                          <p:attrName>style.visibility</p:attrName>
                                        </p:attrNameLst>
                                      </p:cBhvr>
                                      <p:to>
                                        <p:strVal val="visible"/>
                                      </p:to>
                                    </p:set>
                                  </p:childTnLst>
                                </p:cTn>
                              </p:par>
                            </p:childTnLst>
                          </p:cTn>
                        </p:par>
                      </p:childTnLst>
                    </p:cTn>
                  </p:par>
                  <p:par>
                    <p:cTn id="215" fill="hold">
                      <p:stCondLst>
                        <p:cond delay="indefinite"/>
                      </p:stCondLst>
                      <p:childTnLst>
                        <p:par>
                          <p:cTn id="216" fill="hold">
                            <p:stCondLst>
                              <p:cond delay="0"/>
                            </p:stCondLst>
                            <p:childTnLst>
                              <p:par>
                                <p:cTn id="217" presetID="1" presetClass="entr" presetSubtype="0" fill="hold" nodeType="clickEffect">
                                  <p:stCondLst>
                                    <p:cond delay="0"/>
                                  </p:stCondLst>
                                  <p:childTnLst>
                                    <p:set>
                                      <p:cBhvr>
                                        <p:cTn id="218" dur="1" fill="hold">
                                          <p:stCondLst>
                                            <p:cond delay="0"/>
                                          </p:stCondLst>
                                        </p:cTn>
                                        <p:tgtEl>
                                          <p:spTgt spid="349">
                                            <p:txEl>
                                              <p:pRg st="8" end="8"/>
                                            </p:txEl>
                                          </p:spTgt>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nodeType="clickEffect">
                                  <p:stCondLst>
                                    <p:cond delay="0"/>
                                  </p:stCondLst>
                                  <p:childTnLst>
                                    <p:set>
                                      <p:cBhvr>
                                        <p:cTn id="222" dur="1" fill="hold">
                                          <p:stCondLst>
                                            <p:cond delay="0"/>
                                          </p:stCondLst>
                                        </p:cTn>
                                        <p:tgtEl>
                                          <p:spTgt spid="350">
                                            <p:txEl>
                                              <p:pRg st="0" end="0"/>
                                            </p:txEl>
                                          </p:spTgt>
                                        </p:tgtEl>
                                        <p:attrNameLst>
                                          <p:attrName>style.visibility</p:attrName>
                                        </p:attrNameLst>
                                      </p:cBhvr>
                                      <p:to>
                                        <p:strVal val="visible"/>
                                      </p:to>
                                    </p:set>
                                  </p:childTnLst>
                                </p:cTn>
                              </p:par>
                            </p:childTnLst>
                          </p:cTn>
                        </p:par>
                      </p:childTnLst>
                    </p:cTn>
                  </p:par>
                  <p:par>
                    <p:cTn id="223" fill="hold">
                      <p:stCondLst>
                        <p:cond delay="indefinite"/>
                      </p:stCondLst>
                      <p:childTnLst>
                        <p:par>
                          <p:cTn id="224" fill="hold">
                            <p:stCondLst>
                              <p:cond delay="0"/>
                            </p:stCondLst>
                            <p:childTnLst>
                              <p:par>
                                <p:cTn id="225" presetID="1" presetClass="entr" presetSubtype="0" fill="hold" nodeType="clickEffect">
                                  <p:stCondLst>
                                    <p:cond delay="0"/>
                                  </p:stCondLst>
                                  <p:childTnLst>
                                    <p:set>
                                      <p:cBhvr>
                                        <p:cTn id="226" dur="1" fill="hold">
                                          <p:stCondLst>
                                            <p:cond delay="0"/>
                                          </p:stCondLst>
                                        </p:cTn>
                                        <p:tgtEl>
                                          <p:spTgt spid="350">
                                            <p:txEl>
                                              <p:pRg st="1" end="1"/>
                                            </p:txEl>
                                          </p:spTgt>
                                        </p:tgtEl>
                                        <p:attrNameLst>
                                          <p:attrName>style.visibility</p:attrName>
                                        </p:attrNameLst>
                                      </p:cBhvr>
                                      <p:to>
                                        <p:strVal val="visible"/>
                                      </p:to>
                                    </p:set>
                                  </p:childTnLst>
                                </p:cTn>
                              </p:par>
                            </p:childTnLst>
                          </p:cTn>
                        </p:par>
                      </p:childTnLst>
                    </p:cTn>
                  </p:par>
                  <p:par>
                    <p:cTn id="227" fill="hold">
                      <p:stCondLst>
                        <p:cond delay="indefinite"/>
                      </p:stCondLst>
                      <p:childTnLst>
                        <p:par>
                          <p:cTn id="228" fill="hold">
                            <p:stCondLst>
                              <p:cond delay="0"/>
                            </p:stCondLst>
                            <p:childTnLst>
                              <p:par>
                                <p:cTn id="229" presetID="1" presetClass="entr" presetSubtype="0" fill="hold" nodeType="clickEffect">
                                  <p:stCondLst>
                                    <p:cond delay="0"/>
                                  </p:stCondLst>
                                  <p:childTnLst>
                                    <p:set>
                                      <p:cBhvr>
                                        <p:cTn id="230" dur="1" fill="hold">
                                          <p:stCondLst>
                                            <p:cond delay="0"/>
                                          </p:stCondLst>
                                        </p:cTn>
                                        <p:tgtEl>
                                          <p:spTgt spid="350">
                                            <p:txEl>
                                              <p:pRg st="2" end="2"/>
                                            </p:txEl>
                                          </p:spTgt>
                                        </p:tgtEl>
                                        <p:attrNameLst>
                                          <p:attrName>style.visibility</p:attrName>
                                        </p:attrNameLst>
                                      </p:cBhvr>
                                      <p:to>
                                        <p:strVal val="visible"/>
                                      </p:to>
                                    </p:set>
                                  </p:childTnLst>
                                </p:cTn>
                              </p:par>
                            </p:childTnLst>
                          </p:cTn>
                        </p:par>
                      </p:childTnLst>
                    </p:cTn>
                  </p:par>
                  <p:par>
                    <p:cTn id="231" fill="hold">
                      <p:stCondLst>
                        <p:cond delay="indefinite"/>
                      </p:stCondLst>
                      <p:childTnLst>
                        <p:par>
                          <p:cTn id="232" fill="hold">
                            <p:stCondLst>
                              <p:cond delay="0"/>
                            </p:stCondLst>
                            <p:childTnLst>
                              <p:par>
                                <p:cTn id="233" presetID="1" presetClass="entr" presetSubtype="0" fill="hold" nodeType="clickEffect">
                                  <p:stCondLst>
                                    <p:cond delay="0"/>
                                  </p:stCondLst>
                                  <p:childTnLst>
                                    <p:set>
                                      <p:cBhvr>
                                        <p:cTn id="234" dur="1" fill="hold">
                                          <p:stCondLst>
                                            <p:cond delay="0"/>
                                          </p:stCondLst>
                                        </p:cTn>
                                        <p:tgtEl>
                                          <p:spTgt spid="350">
                                            <p:txEl>
                                              <p:pRg st="3" end="3"/>
                                            </p:txEl>
                                          </p:spTgt>
                                        </p:tgtEl>
                                        <p:attrNameLst>
                                          <p:attrName>style.visibility</p:attrName>
                                        </p:attrNameLst>
                                      </p:cBhvr>
                                      <p:to>
                                        <p:strVal val="visible"/>
                                      </p:to>
                                    </p:set>
                                  </p:childTnLst>
                                </p:cTn>
                              </p:par>
                            </p:childTnLst>
                          </p:cTn>
                        </p:par>
                      </p:childTnLst>
                    </p:cTn>
                  </p:par>
                  <p:par>
                    <p:cTn id="235" fill="hold">
                      <p:stCondLst>
                        <p:cond delay="indefinite"/>
                      </p:stCondLst>
                      <p:childTnLst>
                        <p:par>
                          <p:cTn id="236" fill="hold">
                            <p:stCondLst>
                              <p:cond delay="0"/>
                            </p:stCondLst>
                            <p:childTnLst>
                              <p:par>
                                <p:cTn id="237" presetID="1" presetClass="entr" presetSubtype="0" fill="hold" nodeType="clickEffect">
                                  <p:stCondLst>
                                    <p:cond delay="0"/>
                                  </p:stCondLst>
                                  <p:childTnLst>
                                    <p:set>
                                      <p:cBhvr>
                                        <p:cTn id="238" dur="1" fill="hold">
                                          <p:stCondLst>
                                            <p:cond delay="0"/>
                                          </p:stCondLst>
                                        </p:cTn>
                                        <p:tgtEl>
                                          <p:spTgt spid="350">
                                            <p:txEl>
                                              <p:pRg st="4" end="4"/>
                                            </p:txEl>
                                          </p:spTgt>
                                        </p:tgtEl>
                                        <p:attrNameLst>
                                          <p:attrName>style.visibility</p:attrName>
                                        </p:attrNameLst>
                                      </p:cBhvr>
                                      <p:to>
                                        <p:strVal val="visible"/>
                                      </p:to>
                                    </p:set>
                                  </p:childTnLst>
                                </p:cTn>
                              </p:par>
                            </p:childTnLst>
                          </p:cTn>
                        </p:par>
                      </p:childTnLst>
                    </p:cTn>
                  </p:par>
                  <p:par>
                    <p:cTn id="239" fill="hold">
                      <p:stCondLst>
                        <p:cond delay="indefinite"/>
                      </p:stCondLst>
                      <p:childTnLst>
                        <p:par>
                          <p:cTn id="240" fill="hold">
                            <p:stCondLst>
                              <p:cond delay="0"/>
                            </p:stCondLst>
                            <p:childTnLst>
                              <p:par>
                                <p:cTn id="241" presetID="1" presetClass="entr" presetSubtype="0" fill="hold" nodeType="clickEffect">
                                  <p:stCondLst>
                                    <p:cond delay="0"/>
                                  </p:stCondLst>
                                  <p:childTnLst>
                                    <p:set>
                                      <p:cBhvr>
                                        <p:cTn id="242" dur="1" fill="hold">
                                          <p:stCondLst>
                                            <p:cond delay="0"/>
                                          </p:stCondLst>
                                        </p:cTn>
                                        <p:tgtEl>
                                          <p:spTgt spid="350">
                                            <p:txEl>
                                              <p:pRg st="5" end="5"/>
                                            </p:txEl>
                                          </p:spTgt>
                                        </p:tgtEl>
                                        <p:attrNameLst>
                                          <p:attrName>style.visibility</p:attrName>
                                        </p:attrNameLst>
                                      </p:cBhvr>
                                      <p:to>
                                        <p:strVal val="visible"/>
                                      </p:to>
                                    </p:set>
                                  </p:childTnLst>
                                </p:cTn>
                              </p:par>
                            </p:childTnLst>
                          </p:cTn>
                        </p:par>
                      </p:childTnLst>
                    </p:cTn>
                  </p:par>
                  <p:par>
                    <p:cTn id="243" fill="hold">
                      <p:stCondLst>
                        <p:cond delay="indefinite"/>
                      </p:stCondLst>
                      <p:childTnLst>
                        <p:par>
                          <p:cTn id="244" fill="hold">
                            <p:stCondLst>
                              <p:cond delay="0"/>
                            </p:stCondLst>
                            <p:childTnLst>
                              <p:par>
                                <p:cTn id="245" presetID="1" presetClass="entr" presetSubtype="0" fill="hold" nodeType="clickEffect">
                                  <p:stCondLst>
                                    <p:cond delay="0"/>
                                  </p:stCondLst>
                                  <p:childTnLst>
                                    <p:set>
                                      <p:cBhvr>
                                        <p:cTn id="246" dur="1" fill="hold">
                                          <p:stCondLst>
                                            <p:cond delay="0"/>
                                          </p:stCondLst>
                                        </p:cTn>
                                        <p:tgtEl>
                                          <p:spTgt spid="350">
                                            <p:txEl>
                                              <p:pRg st="6" end="6"/>
                                            </p:txEl>
                                          </p:spTgt>
                                        </p:tgtEl>
                                        <p:attrNameLst>
                                          <p:attrName>style.visibility</p:attrName>
                                        </p:attrNameLst>
                                      </p:cBhvr>
                                      <p:to>
                                        <p:strVal val="visible"/>
                                      </p:to>
                                    </p:set>
                                  </p:childTnLst>
                                </p:cTn>
                              </p:par>
                            </p:childTnLst>
                          </p:cTn>
                        </p:par>
                      </p:childTnLst>
                    </p:cTn>
                  </p:par>
                  <p:par>
                    <p:cTn id="247" fill="hold">
                      <p:stCondLst>
                        <p:cond delay="indefinite"/>
                      </p:stCondLst>
                      <p:childTnLst>
                        <p:par>
                          <p:cTn id="248" fill="hold">
                            <p:stCondLst>
                              <p:cond delay="0"/>
                            </p:stCondLst>
                            <p:childTnLst>
                              <p:par>
                                <p:cTn id="249" presetID="1" presetClass="entr" presetSubtype="0" fill="hold" nodeType="clickEffect">
                                  <p:stCondLst>
                                    <p:cond delay="0"/>
                                  </p:stCondLst>
                                  <p:childTnLst>
                                    <p:set>
                                      <p:cBhvr>
                                        <p:cTn id="250" dur="1" fill="hold">
                                          <p:stCondLst>
                                            <p:cond delay="0"/>
                                          </p:stCondLst>
                                        </p:cTn>
                                        <p:tgtEl>
                                          <p:spTgt spid="350">
                                            <p:txEl>
                                              <p:pRg st="7" end="7"/>
                                            </p:txEl>
                                          </p:spTgt>
                                        </p:tgtEl>
                                        <p:attrNameLst>
                                          <p:attrName>style.visibility</p:attrName>
                                        </p:attrNameLst>
                                      </p:cBhvr>
                                      <p:to>
                                        <p:strVal val="visible"/>
                                      </p:to>
                                    </p:set>
                                  </p:childTnLst>
                                </p:cTn>
                              </p:par>
                            </p:childTnLst>
                          </p:cTn>
                        </p:par>
                      </p:childTnLst>
                    </p:cTn>
                  </p:par>
                  <p:par>
                    <p:cTn id="251" fill="hold">
                      <p:stCondLst>
                        <p:cond delay="indefinite"/>
                      </p:stCondLst>
                      <p:childTnLst>
                        <p:par>
                          <p:cTn id="252" fill="hold">
                            <p:stCondLst>
                              <p:cond delay="0"/>
                            </p:stCondLst>
                            <p:childTnLst>
                              <p:par>
                                <p:cTn id="253" presetID="1" presetClass="entr" presetSubtype="0" fill="hold" nodeType="clickEffect">
                                  <p:stCondLst>
                                    <p:cond delay="0"/>
                                  </p:stCondLst>
                                  <p:childTnLst>
                                    <p:set>
                                      <p:cBhvr>
                                        <p:cTn id="254" dur="1" fill="hold">
                                          <p:stCondLst>
                                            <p:cond delay="0"/>
                                          </p:stCondLst>
                                        </p:cTn>
                                        <p:tgtEl>
                                          <p:spTgt spid="350">
                                            <p:txEl>
                                              <p:pRg st="8" end="8"/>
                                            </p:txEl>
                                          </p:spTgt>
                                        </p:tgtEl>
                                        <p:attrNameLst>
                                          <p:attrName>style.visibility</p:attrName>
                                        </p:attrNameLst>
                                      </p:cBhvr>
                                      <p:to>
                                        <p:strVal val="visible"/>
                                      </p:to>
                                    </p:set>
                                  </p:childTnLst>
                                </p:cTn>
                              </p:par>
                            </p:childTnLst>
                          </p:cTn>
                        </p:par>
                      </p:childTnLst>
                    </p:cTn>
                  </p:par>
                  <p:par>
                    <p:cTn id="255" fill="hold">
                      <p:stCondLst>
                        <p:cond delay="indefinite"/>
                      </p:stCondLst>
                      <p:childTnLst>
                        <p:par>
                          <p:cTn id="256" fill="hold">
                            <p:stCondLst>
                              <p:cond delay="0"/>
                            </p:stCondLst>
                            <p:childTnLst>
                              <p:par>
                                <p:cTn id="257" presetID="1" presetClass="entr" presetSubtype="0" fill="hold" nodeType="clickEffect">
                                  <p:stCondLst>
                                    <p:cond delay="0"/>
                                  </p:stCondLst>
                                  <p:childTnLst>
                                    <p:set>
                                      <p:cBhvr>
                                        <p:cTn id="258" dur="1" fill="hold">
                                          <p:stCondLst>
                                            <p:cond delay="0"/>
                                          </p:stCondLst>
                                        </p:cTn>
                                        <p:tgtEl>
                                          <p:spTgt spid="351">
                                            <p:txEl>
                                              <p:pRg st="0" end="0"/>
                                            </p:txEl>
                                          </p:spTgt>
                                        </p:tgtEl>
                                        <p:attrNameLst>
                                          <p:attrName>style.visibility</p:attrName>
                                        </p:attrNameLst>
                                      </p:cBhvr>
                                      <p:to>
                                        <p:strVal val="visible"/>
                                      </p:to>
                                    </p:set>
                                  </p:childTnLst>
                                </p:cTn>
                              </p:par>
                            </p:childTnLst>
                          </p:cTn>
                        </p:par>
                      </p:childTnLst>
                    </p:cTn>
                  </p:par>
                  <p:par>
                    <p:cTn id="259" fill="hold">
                      <p:stCondLst>
                        <p:cond delay="indefinite"/>
                      </p:stCondLst>
                      <p:childTnLst>
                        <p:par>
                          <p:cTn id="260" fill="hold">
                            <p:stCondLst>
                              <p:cond delay="0"/>
                            </p:stCondLst>
                            <p:childTnLst>
                              <p:par>
                                <p:cTn id="261" presetID="1" presetClass="entr" presetSubtype="0" fill="hold" nodeType="clickEffect">
                                  <p:stCondLst>
                                    <p:cond delay="0"/>
                                  </p:stCondLst>
                                  <p:childTnLst>
                                    <p:set>
                                      <p:cBhvr>
                                        <p:cTn id="262" dur="1" fill="hold">
                                          <p:stCondLst>
                                            <p:cond delay="0"/>
                                          </p:stCondLst>
                                        </p:cTn>
                                        <p:tgtEl>
                                          <p:spTgt spid="351">
                                            <p:txEl>
                                              <p:pRg st="1" end="1"/>
                                            </p:txEl>
                                          </p:spTgt>
                                        </p:tgtEl>
                                        <p:attrNameLst>
                                          <p:attrName>style.visibility</p:attrName>
                                        </p:attrNameLst>
                                      </p:cBhvr>
                                      <p:to>
                                        <p:strVal val="visible"/>
                                      </p:to>
                                    </p:set>
                                  </p:childTnLst>
                                </p:cTn>
                              </p:par>
                            </p:childTnLst>
                          </p:cTn>
                        </p:par>
                      </p:childTnLst>
                    </p:cTn>
                  </p:par>
                  <p:par>
                    <p:cTn id="263" fill="hold">
                      <p:stCondLst>
                        <p:cond delay="indefinite"/>
                      </p:stCondLst>
                      <p:childTnLst>
                        <p:par>
                          <p:cTn id="264" fill="hold">
                            <p:stCondLst>
                              <p:cond delay="0"/>
                            </p:stCondLst>
                            <p:childTnLst>
                              <p:par>
                                <p:cTn id="265" presetID="1" presetClass="entr" presetSubtype="0" fill="hold" nodeType="clickEffect">
                                  <p:stCondLst>
                                    <p:cond delay="0"/>
                                  </p:stCondLst>
                                  <p:childTnLst>
                                    <p:set>
                                      <p:cBhvr>
                                        <p:cTn id="266" dur="1" fill="hold">
                                          <p:stCondLst>
                                            <p:cond delay="0"/>
                                          </p:stCondLst>
                                        </p:cTn>
                                        <p:tgtEl>
                                          <p:spTgt spid="351">
                                            <p:txEl>
                                              <p:pRg st="2" end="2"/>
                                            </p:txEl>
                                          </p:spTgt>
                                        </p:tgtEl>
                                        <p:attrNameLst>
                                          <p:attrName>style.visibility</p:attrName>
                                        </p:attrNameLst>
                                      </p:cBhvr>
                                      <p:to>
                                        <p:strVal val="visible"/>
                                      </p:to>
                                    </p:set>
                                  </p:childTnLst>
                                </p:cTn>
                              </p:par>
                            </p:childTnLst>
                          </p:cTn>
                        </p:par>
                      </p:childTnLst>
                    </p:cTn>
                  </p:par>
                  <p:par>
                    <p:cTn id="267" fill="hold">
                      <p:stCondLst>
                        <p:cond delay="indefinite"/>
                      </p:stCondLst>
                      <p:childTnLst>
                        <p:par>
                          <p:cTn id="268" fill="hold">
                            <p:stCondLst>
                              <p:cond delay="0"/>
                            </p:stCondLst>
                            <p:childTnLst>
                              <p:par>
                                <p:cTn id="269" presetID="1" presetClass="entr" presetSubtype="0" fill="hold" nodeType="clickEffect">
                                  <p:stCondLst>
                                    <p:cond delay="0"/>
                                  </p:stCondLst>
                                  <p:childTnLst>
                                    <p:set>
                                      <p:cBhvr>
                                        <p:cTn id="270" dur="1" fill="hold">
                                          <p:stCondLst>
                                            <p:cond delay="0"/>
                                          </p:stCondLst>
                                        </p:cTn>
                                        <p:tgtEl>
                                          <p:spTgt spid="351">
                                            <p:txEl>
                                              <p:pRg st="3" end="3"/>
                                            </p:txEl>
                                          </p:spTgt>
                                        </p:tgtEl>
                                        <p:attrNameLst>
                                          <p:attrName>style.visibility</p:attrName>
                                        </p:attrNameLst>
                                      </p:cBhvr>
                                      <p:to>
                                        <p:strVal val="visible"/>
                                      </p:to>
                                    </p:set>
                                  </p:childTnLst>
                                </p:cTn>
                              </p:par>
                            </p:childTnLst>
                          </p:cTn>
                        </p:par>
                      </p:childTnLst>
                    </p:cTn>
                  </p:par>
                  <p:par>
                    <p:cTn id="271" fill="hold">
                      <p:stCondLst>
                        <p:cond delay="indefinite"/>
                      </p:stCondLst>
                      <p:childTnLst>
                        <p:par>
                          <p:cTn id="272" fill="hold">
                            <p:stCondLst>
                              <p:cond delay="0"/>
                            </p:stCondLst>
                            <p:childTnLst>
                              <p:par>
                                <p:cTn id="273" presetID="1" presetClass="entr" presetSubtype="0" fill="hold" nodeType="clickEffect">
                                  <p:stCondLst>
                                    <p:cond delay="0"/>
                                  </p:stCondLst>
                                  <p:childTnLst>
                                    <p:set>
                                      <p:cBhvr>
                                        <p:cTn id="274" dur="1" fill="hold">
                                          <p:stCondLst>
                                            <p:cond delay="0"/>
                                          </p:stCondLst>
                                        </p:cTn>
                                        <p:tgtEl>
                                          <p:spTgt spid="351">
                                            <p:txEl>
                                              <p:pRg st="4" end="4"/>
                                            </p:txEl>
                                          </p:spTgt>
                                        </p:tgtEl>
                                        <p:attrNameLst>
                                          <p:attrName>style.visibility</p:attrName>
                                        </p:attrNameLst>
                                      </p:cBhvr>
                                      <p:to>
                                        <p:strVal val="visible"/>
                                      </p:to>
                                    </p:set>
                                  </p:childTnLst>
                                </p:cTn>
                              </p:par>
                            </p:childTnLst>
                          </p:cTn>
                        </p:par>
                      </p:childTnLst>
                    </p:cTn>
                  </p:par>
                  <p:par>
                    <p:cTn id="275" fill="hold">
                      <p:stCondLst>
                        <p:cond delay="indefinite"/>
                      </p:stCondLst>
                      <p:childTnLst>
                        <p:par>
                          <p:cTn id="276" fill="hold">
                            <p:stCondLst>
                              <p:cond delay="0"/>
                            </p:stCondLst>
                            <p:childTnLst>
                              <p:par>
                                <p:cTn id="277" presetID="1" presetClass="entr" presetSubtype="0" fill="hold" nodeType="clickEffect">
                                  <p:stCondLst>
                                    <p:cond delay="0"/>
                                  </p:stCondLst>
                                  <p:childTnLst>
                                    <p:set>
                                      <p:cBhvr>
                                        <p:cTn id="278" dur="1" fill="hold">
                                          <p:stCondLst>
                                            <p:cond delay="0"/>
                                          </p:stCondLst>
                                        </p:cTn>
                                        <p:tgtEl>
                                          <p:spTgt spid="351">
                                            <p:txEl>
                                              <p:pRg st="5" end="5"/>
                                            </p:txEl>
                                          </p:spTgt>
                                        </p:tgtEl>
                                        <p:attrNameLst>
                                          <p:attrName>style.visibility</p:attrName>
                                        </p:attrNameLst>
                                      </p:cBhvr>
                                      <p:to>
                                        <p:strVal val="visible"/>
                                      </p:to>
                                    </p:set>
                                  </p:childTnLst>
                                </p:cTn>
                              </p:par>
                            </p:childTnLst>
                          </p:cTn>
                        </p:par>
                      </p:childTnLst>
                    </p:cTn>
                  </p:par>
                  <p:par>
                    <p:cTn id="279" fill="hold">
                      <p:stCondLst>
                        <p:cond delay="indefinite"/>
                      </p:stCondLst>
                      <p:childTnLst>
                        <p:par>
                          <p:cTn id="280" fill="hold">
                            <p:stCondLst>
                              <p:cond delay="0"/>
                            </p:stCondLst>
                            <p:childTnLst>
                              <p:par>
                                <p:cTn id="281" presetID="1" presetClass="entr" presetSubtype="0" fill="hold" nodeType="clickEffect">
                                  <p:stCondLst>
                                    <p:cond delay="0"/>
                                  </p:stCondLst>
                                  <p:childTnLst>
                                    <p:set>
                                      <p:cBhvr>
                                        <p:cTn id="282" dur="1" fill="hold">
                                          <p:stCondLst>
                                            <p:cond delay="0"/>
                                          </p:stCondLst>
                                        </p:cTn>
                                        <p:tgtEl>
                                          <p:spTgt spid="351">
                                            <p:txEl>
                                              <p:pRg st="6" end="6"/>
                                            </p:txEl>
                                          </p:spTgt>
                                        </p:tgtEl>
                                        <p:attrNameLst>
                                          <p:attrName>style.visibility</p:attrName>
                                        </p:attrNameLst>
                                      </p:cBhvr>
                                      <p:to>
                                        <p:strVal val="visible"/>
                                      </p:to>
                                    </p:set>
                                  </p:childTnLst>
                                </p:cTn>
                              </p:par>
                            </p:childTnLst>
                          </p:cTn>
                        </p:par>
                      </p:childTnLst>
                    </p:cTn>
                  </p:par>
                  <p:par>
                    <p:cTn id="283" fill="hold">
                      <p:stCondLst>
                        <p:cond delay="indefinite"/>
                      </p:stCondLst>
                      <p:childTnLst>
                        <p:par>
                          <p:cTn id="284" fill="hold">
                            <p:stCondLst>
                              <p:cond delay="0"/>
                            </p:stCondLst>
                            <p:childTnLst>
                              <p:par>
                                <p:cTn id="285" presetID="1" presetClass="entr" presetSubtype="0" fill="hold" nodeType="clickEffect">
                                  <p:stCondLst>
                                    <p:cond delay="0"/>
                                  </p:stCondLst>
                                  <p:childTnLst>
                                    <p:set>
                                      <p:cBhvr>
                                        <p:cTn id="286" dur="1" fill="hold">
                                          <p:stCondLst>
                                            <p:cond delay="0"/>
                                          </p:stCondLst>
                                        </p:cTn>
                                        <p:tgtEl>
                                          <p:spTgt spid="351">
                                            <p:txEl>
                                              <p:pRg st="7" end="7"/>
                                            </p:txEl>
                                          </p:spTgt>
                                        </p:tgtEl>
                                        <p:attrNameLst>
                                          <p:attrName>style.visibility</p:attrName>
                                        </p:attrNameLst>
                                      </p:cBhvr>
                                      <p:to>
                                        <p:strVal val="visible"/>
                                      </p:to>
                                    </p:set>
                                  </p:childTnLst>
                                </p:cTn>
                              </p:par>
                            </p:childTnLst>
                          </p:cTn>
                        </p:par>
                      </p:childTnLst>
                    </p:cTn>
                  </p:par>
                  <p:par>
                    <p:cTn id="287" fill="hold">
                      <p:stCondLst>
                        <p:cond delay="indefinite"/>
                      </p:stCondLst>
                      <p:childTnLst>
                        <p:par>
                          <p:cTn id="288" fill="hold">
                            <p:stCondLst>
                              <p:cond delay="0"/>
                            </p:stCondLst>
                            <p:childTnLst>
                              <p:par>
                                <p:cTn id="289" presetID="1" presetClass="entr" presetSubtype="0" fill="hold" nodeType="clickEffect">
                                  <p:stCondLst>
                                    <p:cond delay="0"/>
                                  </p:stCondLst>
                                  <p:childTnLst>
                                    <p:set>
                                      <p:cBhvr>
                                        <p:cTn id="290" dur="1" fill="hold">
                                          <p:stCondLst>
                                            <p:cond delay="0"/>
                                          </p:stCondLst>
                                        </p:cTn>
                                        <p:tgtEl>
                                          <p:spTgt spid="351">
                                            <p:txEl>
                                              <p:pRg st="8" end="8"/>
                                            </p:txEl>
                                          </p:spTgt>
                                        </p:tgtEl>
                                        <p:attrNameLst>
                                          <p:attrName>style.visibility</p:attrName>
                                        </p:attrNameLst>
                                      </p:cBhvr>
                                      <p:to>
                                        <p:strVal val="visible"/>
                                      </p:to>
                                    </p:set>
                                  </p:childTnLst>
                                </p:cTn>
                              </p:par>
                            </p:childTnLst>
                          </p:cTn>
                        </p:par>
                      </p:childTnLst>
                    </p:cTn>
                  </p:par>
                  <p:par>
                    <p:cTn id="291" fill="hold">
                      <p:stCondLst>
                        <p:cond delay="indefinite"/>
                      </p:stCondLst>
                      <p:childTnLst>
                        <p:par>
                          <p:cTn id="292" fill="hold">
                            <p:stCondLst>
                              <p:cond delay="0"/>
                            </p:stCondLst>
                            <p:childTnLst>
                              <p:par>
                                <p:cTn id="293" presetID="1" presetClass="entr" presetSubtype="0" fill="hold" nodeType="clickEffect">
                                  <p:stCondLst>
                                    <p:cond delay="0"/>
                                  </p:stCondLst>
                                  <p:childTnLst>
                                    <p:set>
                                      <p:cBhvr>
                                        <p:cTn id="294" dur="1" fill="hold">
                                          <p:stCondLst>
                                            <p:cond delay="0"/>
                                          </p:stCondLst>
                                        </p:cTn>
                                        <p:tgtEl>
                                          <p:spTgt spid="352">
                                            <p:txEl>
                                              <p:pRg st="0" end="0"/>
                                            </p:txEl>
                                          </p:spTgt>
                                        </p:tgtEl>
                                        <p:attrNameLst>
                                          <p:attrName>style.visibility</p:attrName>
                                        </p:attrNameLst>
                                      </p:cBhvr>
                                      <p:to>
                                        <p:strVal val="visible"/>
                                      </p:to>
                                    </p:set>
                                  </p:childTnLst>
                                </p:cTn>
                              </p:par>
                            </p:childTnLst>
                          </p:cTn>
                        </p:par>
                      </p:childTnLst>
                    </p:cTn>
                  </p:par>
                  <p:par>
                    <p:cTn id="295" fill="hold">
                      <p:stCondLst>
                        <p:cond delay="indefinite"/>
                      </p:stCondLst>
                      <p:childTnLst>
                        <p:par>
                          <p:cTn id="296" fill="hold">
                            <p:stCondLst>
                              <p:cond delay="0"/>
                            </p:stCondLst>
                            <p:childTnLst>
                              <p:par>
                                <p:cTn id="297" presetID="1" presetClass="entr" presetSubtype="0" fill="hold" nodeType="clickEffect">
                                  <p:stCondLst>
                                    <p:cond delay="0"/>
                                  </p:stCondLst>
                                  <p:childTnLst>
                                    <p:set>
                                      <p:cBhvr>
                                        <p:cTn id="298" dur="1" fill="hold">
                                          <p:stCondLst>
                                            <p:cond delay="0"/>
                                          </p:stCondLst>
                                        </p:cTn>
                                        <p:tgtEl>
                                          <p:spTgt spid="352">
                                            <p:txEl>
                                              <p:pRg st="1" end="1"/>
                                            </p:txEl>
                                          </p:spTgt>
                                        </p:tgtEl>
                                        <p:attrNameLst>
                                          <p:attrName>style.visibility</p:attrName>
                                        </p:attrNameLst>
                                      </p:cBhvr>
                                      <p:to>
                                        <p:strVal val="visible"/>
                                      </p:to>
                                    </p:set>
                                  </p:childTnLst>
                                </p:cTn>
                              </p:par>
                            </p:childTnLst>
                          </p:cTn>
                        </p:par>
                      </p:childTnLst>
                    </p:cTn>
                  </p:par>
                  <p:par>
                    <p:cTn id="299" fill="hold">
                      <p:stCondLst>
                        <p:cond delay="indefinite"/>
                      </p:stCondLst>
                      <p:childTnLst>
                        <p:par>
                          <p:cTn id="300" fill="hold">
                            <p:stCondLst>
                              <p:cond delay="0"/>
                            </p:stCondLst>
                            <p:childTnLst>
                              <p:par>
                                <p:cTn id="301" presetID="1" presetClass="entr" presetSubtype="0" fill="hold" nodeType="clickEffect">
                                  <p:stCondLst>
                                    <p:cond delay="0"/>
                                  </p:stCondLst>
                                  <p:childTnLst>
                                    <p:set>
                                      <p:cBhvr>
                                        <p:cTn id="302" dur="1" fill="hold">
                                          <p:stCondLst>
                                            <p:cond delay="0"/>
                                          </p:stCondLst>
                                        </p:cTn>
                                        <p:tgtEl>
                                          <p:spTgt spid="352">
                                            <p:txEl>
                                              <p:pRg st="2" end="2"/>
                                            </p:txEl>
                                          </p:spTgt>
                                        </p:tgtEl>
                                        <p:attrNameLst>
                                          <p:attrName>style.visibility</p:attrName>
                                        </p:attrNameLst>
                                      </p:cBhvr>
                                      <p:to>
                                        <p:strVal val="visible"/>
                                      </p:to>
                                    </p:set>
                                  </p:childTnLst>
                                </p:cTn>
                              </p:par>
                            </p:childTnLst>
                          </p:cTn>
                        </p:par>
                      </p:childTnLst>
                    </p:cTn>
                  </p:par>
                  <p:par>
                    <p:cTn id="303" fill="hold">
                      <p:stCondLst>
                        <p:cond delay="indefinite"/>
                      </p:stCondLst>
                      <p:childTnLst>
                        <p:par>
                          <p:cTn id="304" fill="hold">
                            <p:stCondLst>
                              <p:cond delay="0"/>
                            </p:stCondLst>
                            <p:childTnLst>
                              <p:par>
                                <p:cTn id="305" presetID="1" presetClass="entr" presetSubtype="0" fill="hold" nodeType="clickEffect">
                                  <p:stCondLst>
                                    <p:cond delay="0"/>
                                  </p:stCondLst>
                                  <p:childTnLst>
                                    <p:set>
                                      <p:cBhvr>
                                        <p:cTn id="306" dur="1" fill="hold">
                                          <p:stCondLst>
                                            <p:cond delay="0"/>
                                          </p:stCondLst>
                                        </p:cTn>
                                        <p:tgtEl>
                                          <p:spTgt spid="352">
                                            <p:txEl>
                                              <p:pRg st="3" end="3"/>
                                            </p:txEl>
                                          </p:spTgt>
                                        </p:tgtEl>
                                        <p:attrNameLst>
                                          <p:attrName>style.visibility</p:attrName>
                                        </p:attrNameLst>
                                      </p:cBhvr>
                                      <p:to>
                                        <p:strVal val="visible"/>
                                      </p:to>
                                    </p:set>
                                  </p:childTnLst>
                                </p:cTn>
                              </p:par>
                            </p:childTnLst>
                          </p:cTn>
                        </p:par>
                      </p:childTnLst>
                    </p:cTn>
                  </p:par>
                  <p:par>
                    <p:cTn id="307" fill="hold">
                      <p:stCondLst>
                        <p:cond delay="indefinite"/>
                      </p:stCondLst>
                      <p:childTnLst>
                        <p:par>
                          <p:cTn id="308" fill="hold">
                            <p:stCondLst>
                              <p:cond delay="0"/>
                            </p:stCondLst>
                            <p:childTnLst>
                              <p:par>
                                <p:cTn id="309" presetID="1" presetClass="entr" presetSubtype="0" fill="hold" nodeType="clickEffect">
                                  <p:stCondLst>
                                    <p:cond delay="0"/>
                                  </p:stCondLst>
                                  <p:childTnLst>
                                    <p:set>
                                      <p:cBhvr>
                                        <p:cTn id="310" dur="1" fill="hold">
                                          <p:stCondLst>
                                            <p:cond delay="0"/>
                                          </p:stCondLst>
                                        </p:cTn>
                                        <p:tgtEl>
                                          <p:spTgt spid="352">
                                            <p:txEl>
                                              <p:pRg st="4" end="4"/>
                                            </p:txEl>
                                          </p:spTgt>
                                        </p:tgtEl>
                                        <p:attrNameLst>
                                          <p:attrName>style.visibility</p:attrName>
                                        </p:attrNameLst>
                                      </p:cBhvr>
                                      <p:to>
                                        <p:strVal val="visible"/>
                                      </p:to>
                                    </p:set>
                                  </p:childTnLst>
                                </p:cTn>
                              </p:par>
                            </p:childTnLst>
                          </p:cTn>
                        </p:par>
                      </p:childTnLst>
                    </p:cTn>
                  </p:par>
                  <p:par>
                    <p:cTn id="311" fill="hold">
                      <p:stCondLst>
                        <p:cond delay="indefinite"/>
                      </p:stCondLst>
                      <p:childTnLst>
                        <p:par>
                          <p:cTn id="312" fill="hold">
                            <p:stCondLst>
                              <p:cond delay="0"/>
                            </p:stCondLst>
                            <p:childTnLst>
                              <p:par>
                                <p:cTn id="313" presetID="1" presetClass="entr" presetSubtype="0" fill="hold" nodeType="clickEffect">
                                  <p:stCondLst>
                                    <p:cond delay="0"/>
                                  </p:stCondLst>
                                  <p:childTnLst>
                                    <p:set>
                                      <p:cBhvr>
                                        <p:cTn id="314" dur="1" fill="hold">
                                          <p:stCondLst>
                                            <p:cond delay="0"/>
                                          </p:stCondLst>
                                        </p:cTn>
                                        <p:tgtEl>
                                          <p:spTgt spid="352">
                                            <p:txEl>
                                              <p:pRg st="5" end="5"/>
                                            </p:txEl>
                                          </p:spTgt>
                                        </p:tgtEl>
                                        <p:attrNameLst>
                                          <p:attrName>style.visibility</p:attrName>
                                        </p:attrNameLst>
                                      </p:cBhvr>
                                      <p:to>
                                        <p:strVal val="visible"/>
                                      </p:to>
                                    </p:set>
                                  </p:childTnLst>
                                </p:cTn>
                              </p:par>
                            </p:childTnLst>
                          </p:cTn>
                        </p:par>
                      </p:childTnLst>
                    </p:cTn>
                  </p:par>
                  <p:par>
                    <p:cTn id="315" fill="hold">
                      <p:stCondLst>
                        <p:cond delay="indefinite"/>
                      </p:stCondLst>
                      <p:childTnLst>
                        <p:par>
                          <p:cTn id="316" fill="hold">
                            <p:stCondLst>
                              <p:cond delay="0"/>
                            </p:stCondLst>
                            <p:childTnLst>
                              <p:par>
                                <p:cTn id="317" presetID="1" presetClass="entr" presetSubtype="0" fill="hold" nodeType="clickEffect">
                                  <p:stCondLst>
                                    <p:cond delay="0"/>
                                  </p:stCondLst>
                                  <p:childTnLst>
                                    <p:set>
                                      <p:cBhvr>
                                        <p:cTn id="318" dur="1" fill="hold">
                                          <p:stCondLst>
                                            <p:cond delay="0"/>
                                          </p:stCondLst>
                                        </p:cTn>
                                        <p:tgtEl>
                                          <p:spTgt spid="352">
                                            <p:txEl>
                                              <p:pRg st="6" end="6"/>
                                            </p:txEl>
                                          </p:spTgt>
                                        </p:tgtEl>
                                        <p:attrNameLst>
                                          <p:attrName>style.visibility</p:attrName>
                                        </p:attrNameLst>
                                      </p:cBhvr>
                                      <p:to>
                                        <p:strVal val="visible"/>
                                      </p:to>
                                    </p:set>
                                  </p:childTnLst>
                                </p:cTn>
                              </p:par>
                            </p:childTnLst>
                          </p:cTn>
                        </p:par>
                      </p:childTnLst>
                    </p:cTn>
                  </p:par>
                  <p:par>
                    <p:cTn id="319" fill="hold">
                      <p:stCondLst>
                        <p:cond delay="indefinite"/>
                      </p:stCondLst>
                      <p:childTnLst>
                        <p:par>
                          <p:cTn id="320" fill="hold">
                            <p:stCondLst>
                              <p:cond delay="0"/>
                            </p:stCondLst>
                            <p:childTnLst>
                              <p:par>
                                <p:cTn id="321" presetID="1" presetClass="entr" presetSubtype="0" fill="hold" nodeType="clickEffect">
                                  <p:stCondLst>
                                    <p:cond delay="0"/>
                                  </p:stCondLst>
                                  <p:childTnLst>
                                    <p:set>
                                      <p:cBhvr>
                                        <p:cTn id="322" dur="1" fill="hold">
                                          <p:stCondLst>
                                            <p:cond delay="0"/>
                                          </p:stCondLst>
                                        </p:cTn>
                                        <p:tgtEl>
                                          <p:spTgt spid="352">
                                            <p:txEl>
                                              <p:pRg st="7" end="7"/>
                                            </p:txEl>
                                          </p:spTgt>
                                        </p:tgtEl>
                                        <p:attrNameLst>
                                          <p:attrName>style.visibility</p:attrName>
                                        </p:attrNameLst>
                                      </p:cBhvr>
                                      <p:to>
                                        <p:strVal val="visible"/>
                                      </p:to>
                                    </p:set>
                                  </p:childTnLst>
                                </p:cTn>
                              </p:par>
                            </p:childTnLst>
                          </p:cTn>
                        </p:par>
                      </p:childTnLst>
                    </p:cTn>
                  </p:par>
                  <p:par>
                    <p:cTn id="323" fill="hold">
                      <p:stCondLst>
                        <p:cond delay="indefinite"/>
                      </p:stCondLst>
                      <p:childTnLst>
                        <p:par>
                          <p:cTn id="324" fill="hold">
                            <p:stCondLst>
                              <p:cond delay="0"/>
                            </p:stCondLst>
                            <p:childTnLst>
                              <p:par>
                                <p:cTn id="325" presetID="1" presetClass="entr" presetSubtype="0" fill="hold" nodeType="clickEffect">
                                  <p:stCondLst>
                                    <p:cond delay="0"/>
                                  </p:stCondLst>
                                  <p:childTnLst>
                                    <p:set>
                                      <p:cBhvr>
                                        <p:cTn id="326" dur="1" fill="hold">
                                          <p:stCondLst>
                                            <p:cond delay="0"/>
                                          </p:stCondLst>
                                        </p:cTn>
                                        <p:tgtEl>
                                          <p:spTgt spid="352">
                                            <p:txEl>
                                              <p:pRg st="8" end="8"/>
                                            </p:txEl>
                                          </p:spTgt>
                                        </p:tgtEl>
                                        <p:attrNameLst>
                                          <p:attrName>style.visibility</p:attrName>
                                        </p:attrNameLst>
                                      </p:cBhvr>
                                      <p:to>
                                        <p:strVal val="visible"/>
                                      </p:to>
                                    </p:set>
                                  </p:childTnLst>
                                </p:cTn>
                              </p:par>
                            </p:childTnLst>
                          </p:cTn>
                        </p:par>
                      </p:childTnLst>
                    </p:cTn>
                  </p:par>
                  <p:par>
                    <p:cTn id="327" fill="hold">
                      <p:stCondLst>
                        <p:cond delay="indefinite"/>
                      </p:stCondLst>
                      <p:childTnLst>
                        <p:par>
                          <p:cTn id="328" fill="hold">
                            <p:stCondLst>
                              <p:cond delay="0"/>
                            </p:stCondLst>
                            <p:childTnLst>
                              <p:par>
                                <p:cTn id="329" presetID="1" presetClass="entr" presetSubtype="0" fill="hold" nodeType="clickEffect">
                                  <p:stCondLst>
                                    <p:cond delay="0"/>
                                  </p:stCondLst>
                                  <p:childTnLst>
                                    <p:set>
                                      <p:cBhvr>
                                        <p:cTn id="330" dur="1" fill="hold">
                                          <p:stCondLst>
                                            <p:cond delay="0"/>
                                          </p:stCondLst>
                                        </p:cTn>
                                        <p:tgtEl>
                                          <p:spTgt spid="353">
                                            <p:txEl>
                                              <p:pRg st="0" end="0"/>
                                            </p:txEl>
                                          </p:spTgt>
                                        </p:tgtEl>
                                        <p:attrNameLst>
                                          <p:attrName>style.visibility</p:attrName>
                                        </p:attrNameLst>
                                      </p:cBhvr>
                                      <p:to>
                                        <p:strVal val="visible"/>
                                      </p:to>
                                    </p:set>
                                  </p:childTnLst>
                                </p:cTn>
                              </p:par>
                            </p:childTnLst>
                          </p:cTn>
                        </p:par>
                      </p:childTnLst>
                    </p:cTn>
                  </p:par>
                  <p:par>
                    <p:cTn id="331" fill="hold">
                      <p:stCondLst>
                        <p:cond delay="indefinite"/>
                      </p:stCondLst>
                      <p:childTnLst>
                        <p:par>
                          <p:cTn id="332" fill="hold">
                            <p:stCondLst>
                              <p:cond delay="0"/>
                            </p:stCondLst>
                            <p:childTnLst>
                              <p:par>
                                <p:cTn id="333" presetID="1" presetClass="entr" presetSubtype="0" fill="hold" nodeType="clickEffect">
                                  <p:stCondLst>
                                    <p:cond delay="0"/>
                                  </p:stCondLst>
                                  <p:childTnLst>
                                    <p:set>
                                      <p:cBhvr>
                                        <p:cTn id="334" dur="1" fill="hold">
                                          <p:stCondLst>
                                            <p:cond delay="0"/>
                                          </p:stCondLst>
                                        </p:cTn>
                                        <p:tgtEl>
                                          <p:spTgt spid="353">
                                            <p:txEl>
                                              <p:pRg st="1" end="1"/>
                                            </p:txEl>
                                          </p:spTgt>
                                        </p:tgtEl>
                                        <p:attrNameLst>
                                          <p:attrName>style.visibility</p:attrName>
                                        </p:attrNameLst>
                                      </p:cBhvr>
                                      <p:to>
                                        <p:strVal val="visible"/>
                                      </p:to>
                                    </p:set>
                                  </p:childTnLst>
                                </p:cTn>
                              </p:par>
                            </p:childTnLst>
                          </p:cTn>
                        </p:par>
                      </p:childTnLst>
                    </p:cTn>
                  </p:par>
                  <p:par>
                    <p:cTn id="335" fill="hold">
                      <p:stCondLst>
                        <p:cond delay="indefinite"/>
                      </p:stCondLst>
                      <p:childTnLst>
                        <p:par>
                          <p:cTn id="336" fill="hold">
                            <p:stCondLst>
                              <p:cond delay="0"/>
                            </p:stCondLst>
                            <p:childTnLst>
                              <p:par>
                                <p:cTn id="337" presetID="1" presetClass="entr" presetSubtype="0" fill="hold" nodeType="clickEffect">
                                  <p:stCondLst>
                                    <p:cond delay="0"/>
                                  </p:stCondLst>
                                  <p:childTnLst>
                                    <p:set>
                                      <p:cBhvr>
                                        <p:cTn id="338" dur="1" fill="hold">
                                          <p:stCondLst>
                                            <p:cond delay="0"/>
                                          </p:stCondLst>
                                        </p:cTn>
                                        <p:tgtEl>
                                          <p:spTgt spid="353">
                                            <p:txEl>
                                              <p:pRg st="2" end="2"/>
                                            </p:txEl>
                                          </p:spTgt>
                                        </p:tgtEl>
                                        <p:attrNameLst>
                                          <p:attrName>style.visibility</p:attrName>
                                        </p:attrNameLst>
                                      </p:cBhvr>
                                      <p:to>
                                        <p:strVal val="visible"/>
                                      </p:to>
                                    </p:set>
                                  </p:childTnLst>
                                </p:cTn>
                              </p:par>
                            </p:childTnLst>
                          </p:cTn>
                        </p:par>
                      </p:childTnLst>
                    </p:cTn>
                  </p:par>
                  <p:par>
                    <p:cTn id="339" fill="hold">
                      <p:stCondLst>
                        <p:cond delay="indefinite"/>
                      </p:stCondLst>
                      <p:childTnLst>
                        <p:par>
                          <p:cTn id="340" fill="hold">
                            <p:stCondLst>
                              <p:cond delay="0"/>
                            </p:stCondLst>
                            <p:childTnLst>
                              <p:par>
                                <p:cTn id="341" presetID="1" presetClass="entr" presetSubtype="0" fill="hold" nodeType="clickEffect">
                                  <p:stCondLst>
                                    <p:cond delay="0"/>
                                  </p:stCondLst>
                                  <p:childTnLst>
                                    <p:set>
                                      <p:cBhvr>
                                        <p:cTn id="342" dur="1" fill="hold">
                                          <p:stCondLst>
                                            <p:cond delay="0"/>
                                          </p:stCondLst>
                                        </p:cTn>
                                        <p:tgtEl>
                                          <p:spTgt spid="353">
                                            <p:txEl>
                                              <p:pRg st="3" end="3"/>
                                            </p:txEl>
                                          </p:spTgt>
                                        </p:tgtEl>
                                        <p:attrNameLst>
                                          <p:attrName>style.visibility</p:attrName>
                                        </p:attrNameLst>
                                      </p:cBhvr>
                                      <p:to>
                                        <p:strVal val="visible"/>
                                      </p:to>
                                    </p:set>
                                  </p:childTnLst>
                                </p:cTn>
                              </p:par>
                            </p:childTnLst>
                          </p:cTn>
                        </p:par>
                      </p:childTnLst>
                    </p:cTn>
                  </p:par>
                  <p:par>
                    <p:cTn id="343" fill="hold">
                      <p:stCondLst>
                        <p:cond delay="indefinite"/>
                      </p:stCondLst>
                      <p:childTnLst>
                        <p:par>
                          <p:cTn id="344" fill="hold">
                            <p:stCondLst>
                              <p:cond delay="0"/>
                            </p:stCondLst>
                            <p:childTnLst>
                              <p:par>
                                <p:cTn id="345" presetID="1" presetClass="entr" presetSubtype="0" fill="hold" nodeType="clickEffect">
                                  <p:stCondLst>
                                    <p:cond delay="0"/>
                                  </p:stCondLst>
                                  <p:childTnLst>
                                    <p:set>
                                      <p:cBhvr>
                                        <p:cTn id="346" dur="1" fill="hold">
                                          <p:stCondLst>
                                            <p:cond delay="0"/>
                                          </p:stCondLst>
                                        </p:cTn>
                                        <p:tgtEl>
                                          <p:spTgt spid="353">
                                            <p:txEl>
                                              <p:pRg st="4" end="4"/>
                                            </p:txEl>
                                          </p:spTgt>
                                        </p:tgtEl>
                                        <p:attrNameLst>
                                          <p:attrName>style.visibility</p:attrName>
                                        </p:attrNameLst>
                                      </p:cBhvr>
                                      <p:to>
                                        <p:strVal val="visible"/>
                                      </p:to>
                                    </p:set>
                                  </p:childTnLst>
                                </p:cTn>
                              </p:par>
                            </p:childTnLst>
                          </p:cTn>
                        </p:par>
                      </p:childTnLst>
                    </p:cTn>
                  </p:par>
                  <p:par>
                    <p:cTn id="347" fill="hold">
                      <p:stCondLst>
                        <p:cond delay="indefinite"/>
                      </p:stCondLst>
                      <p:childTnLst>
                        <p:par>
                          <p:cTn id="348" fill="hold">
                            <p:stCondLst>
                              <p:cond delay="0"/>
                            </p:stCondLst>
                            <p:childTnLst>
                              <p:par>
                                <p:cTn id="349" presetID="1" presetClass="entr" presetSubtype="0" fill="hold" nodeType="clickEffect">
                                  <p:stCondLst>
                                    <p:cond delay="0"/>
                                  </p:stCondLst>
                                  <p:childTnLst>
                                    <p:set>
                                      <p:cBhvr>
                                        <p:cTn id="350" dur="1" fill="hold">
                                          <p:stCondLst>
                                            <p:cond delay="0"/>
                                          </p:stCondLst>
                                        </p:cTn>
                                        <p:tgtEl>
                                          <p:spTgt spid="353">
                                            <p:txEl>
                                              <p:pRg st="5" end="5"/>
                                            </p:txEl>
                                          </p:spTgt>
                                        </p:tgtEl>
                                        <p:attrNameLst>
                                          <p:attrName>style.visibility</p:attrName>
                                        </p:attrNameLst>
                                      </p:cBhvr>
                                      <p:to>
                                        <p:strVal val="visible"/>
                                      </p:to>
                                    </p:set>
                                  </p:childTnLst>
                                </p:cTn>
                              </p:par>
                            </p:childTnLst>
                          </p:cTn>
                        </p:par>
                      </p:childTnLst>
                    </p:cTn>
                  </p:par>
                  <p:par>
                    <p:cTn id="351" fill="hold">
                      <p:stCondLst>
                        <p:cond delay="indefinite"/>
                      </p:stCondLst>
                      <p:childTnLst>
                        <p:par>
                          <p:cTn id="352" fill="hold">
                            <p:stCondLst>
                              <p:cond delay="0"/>
                            </p:stCondLst>
                            <p:childTnLst>
                              <p:par>
                                <p:cTn id="353" presetID="1" presetClass="entr" presetSubtype="0" fill="hold" nodeType="clickEffect">
                                  <p:stCondLst>
                                    <p:cond delay="0"/>
                                  </p:stCondLst>
                                  <p:childTnLst>
                                    <p:set>
                                      <p:cBhvr>
                                        <p:cTn id="354" dur="1" fill="hold">
                                          <p:stCondLst>
                                            <p:cond delay="0"/>
                                          </p:stCondLst>
                                        </p:cTn>
                                        <p:tgtEl>
                                          <p:spTgt spid="353">
                                            <p:txEl>
                                              <p:pRg st="6" end="6"/>
                                            </p:txEl>
                                          </p:spTgt>
                                        </p:tgtEl>
                                        <p:attrNameLst>
                                          <p:attrName>style.visibility</p:attrName>
                                        </p:attrNameLst>
                                      </p:cBhvr>
                                      <p:to>
                                        <p:strVal val="visible"/>
                                      </p:to>
                                    </p:set>
                                  </p:childTnLst>
                                </p:cTn>
                              </p:par>
                            </p:childTnLst>
                          </p:cTn>
                        </p:par>
                      </p:childTnLst>
                    </p:cTn>
                  </p:par>
                  <p:par>
                    <p:cTn id="355" fill="hold">
                      <p:stCondLst>
                        <p:cond delay="indefinite"/>
                      </p:stCondLst>
                      <p:childTnLst>
                        <p:par>
                          <p:cTn id="356" fill="hold">
                            <p:stCondLst>
                              <p:cond delay="0"/>
                            </p:stCondLst>
                            <p:childTnLst>
                              <p:par>
                                <p:cTn id="357" presetID="1" presetClass="entr" presetSubtype="0" fill="hold" nodeType="clickEffect">
                                  <p:stCondLst>
                                    <p:cond delay="0"/>
                                  </p:stCondLst>
                                  <p:childTnLst>
                                    <p:set>
                                      <p:cBhvr>
                                        <p:cTn id="358" dur="1" fill="hold">
                                          <p:stCondLst>
                                            <p:cond delay="0"/>
                                          </p:stCondLst>
                                        </p:cTn>
                                        <p:tgtEl>
                                          <p:spTgt spid="353">
                                            <p:txEl>
                                              <p:pRg st="7" end="7"/>
                                            </p:txEl>
                                          </p:spTgt>
                                        </p:tgtEl>
                                        <p:attrNameLst>
                                          <p:attrName>style.visibility</p:attrName>
                                        </p:attrNameLst>
                                      </p:cBhvr>
                                      <p:to>
                                        <p:strVal val="visible"/>
                                      </p:to>
                                    </p:set>
                                  </p:childTnLst>
                                </p:cTn>
                              </p:par>
                            </p:childTnLst>
                          </p:cTn>
                        </p:par>
                      </p:childTnLst>
                    </p:cTn>
                  </p:par>
                  <p:par>
                    <p:cTn id="359" fill="hold">
                      <p:stCondLst>
                        <p:cond delay="indefinite"/>
                      </p:stCondLst>
                      <p:childTnLst>
                        <p:par>
                          <p:cTn id="360" fill="hold">
                            <p:stCondLst>
                              <p:cond delay="0"/>
                            </p:stCondLst>
                            <p:childTnLst>
                              <p:par>
                                <p:cTn id="361" presetID="1" presetClass="entr" presetSubtype="0" fill="hold" nodeType="clickEffect">
                                  <p:stCondLst>
                                    <p:cond delay="0"/>
                                  </p:stCondLst>
                                  <p:childTnLst>
                                    <p:set>
                                      <p:cBhvr>
                                        <p:cTn id="362" dur="1" fill="hold">
                                          <p:stCondLst>
                                            <p:cond delay="0"/>
                                          </p:stCondLst>
                                        </p:cTn>
                                        <p:tgtEl>
                                          <p:spTgt spid="353">
                                            <p:txEl>
                                              <p:pRg st="8" end="8"/>
                                            </p:txEl>
                                          </p:spTgt>
                                        </p:tgtEl>
                                        <p:attrNameLst>
                                          <p:attrName>style.visibility</p:attrName>
                                        </p:attrNameLst>
                                      </p:cBhvr>
                                      <p:to>
                                        <p:strVal val="visible"/>
                                      </p:to>
                                    </p:set>
                                  </p:childTnLst>
                                </p:cTn>
                              </p:par>
                            </p:childTnLst>
                          </p:cTn>
                        </p:par>
                      </p:childTnLst>
                    </p:cTn>
                  </p:par>
                  <p:par>
                    <p:cTn id="363" fill="hold">
                      <p:stCondLst>
                        <p:cond delay="indefinite"/>
                      </p:stCondLst>
                      <p:childTnLst>
                        <p:par>
                          <p:cTn id="364" fill="hold">
                            <p:stCondLst>
                              <p:cond delay="0"/>
                            </p:stCondLst>
                            <p:childTnLst>
                              <p:par>
                                <p:cTn id="365" presetID="1" presetClass="entr" presetSubtype="0" fill="hold" nodeType="clickEffect">
                                  <p:stCondLst>
                                    <p:cond delay="0"/>
                                  </p:stCondLst>
                                  <p:childTnLst>
                                    <p:set>
                                      <p:cBhvr>
                                        <p:cTn id="366" dur="1" fill="hold">
                                          <p:stCondLst>
                                            <p:cond delay="0"/>
                                          </p:stCondLst>
                                        </p:cTn>
                                        <p:tgtEl>
                                          <p:spTgt spid="354">
                                            <p:txEl>
                                              <p:pRg st="0" end="0"/>
                                            </p:txEl>
                                          </p:spTgt>
                                        </p:tgtEl>
                                        <p:attrNameLst>
                                          <p:attrName>style.visibility</p:attrName>
                                        </p:attrNameLst>
                                      </p:cBhvr>
                                      <p:to>
                                        <p:strVal val="visible"/>
                                      </p:to>
                                    </p:set>
                                  </p:childTnLst>
                                </p:cTn>
                              </p:par>
                            </p:childTnLst>
                          </p:cTn>
                        </p:par>
                      </p:childTnLst>
                    </p:cTn>
                  </p:par>
                  <p:par>
                    <p:cTn id="367" fill="hold">
                      <p:stCondLst>
                        <p:cond delay="indefinite"/>
                      </p:stCondLst>
                      <p:childTnLst>
                        <p:par>
                          <p:cTn id="368" fill="hold">
                            <p:stCondLst>
                              <p:cond delay="0"/>
                            </p:stCondLst>
                            <p:childTnLst>
                              <p:par>
                                <p:cTn id="369" presetID="1" presetClass="entr" presetSubtype="0" fill="hold" nodeType="clickEffect">
                                  <p:stCondLst>
                                    <p:cond delay="0"/>
                                  </p:stCondLst>
                                  <p:childTnLst>
                                    <p:set>
                                      <p:cBhvr>
                                        <p:cTn id="370" dur="1" fill="hold">
                                          <p:stCondLst>
                                            <p:cond delay="0"/>
                                          </p:stCondLst>
                                        </p:cTn>
                                        <p:tgtEl>
                                          <p:spTgt spid="354">
                                            <p:txEl>
                                              <p:pRg st="1" end="1"/>
                                            </p:txEl>
                                          </p:spTgt>
                                        </p:tgtEl>
                                        <p:attrNameLst>
                                          <p:attrName>style.visibility</p:attrName>
                                        </p:attrNameLst>
                                      </p:cBhvr>
                                      <p:to>
                                        <p:strVal val="visible"/>
                                      </p:to>
                                    </p:set>
                                  </p:childTnLst>
                                </p:cTn>
                              </p:par>
                            </p:childTnLst>
                          </p:cTn>
                        </p:par>
                      </p:childTnLst>
                    </p:cTn>
                  </p:par>
                  <p:par>
                    <p:cTn id="371" fill="hold">
                      <p:stCondLst>
                        <p:cond delay="indefinite"/>
                      </p:stCondLst>
                      <p:childTnLst>
                        <p:par>
                          <p:cTn id="372" fill="hold">
                            <p:stCondLst>
                              <p:cond delay="0"/>
                            </p:stCondLst>
                            <p:childTnLst>
                              <p:par>
                                <p:cTn id="373" presetID="1" presetClass="entr" presetSubtype="0" fill="hold" nodeType="clickEffect">
                                  <p:stCondLst>
                                    <p:cond delay="0"/>
                                  </p:stCondLst>
                                  <p:childTnLst>
                                    <p:set>
                                      <p:cBhvr>
                                        <p:cTn id="374" dur="1" fill="hold">
                                          <p:stCondLst>
                                            <p:cond delay="0"/>
                                          </p:stCondLst>
                                        </p:cTn>
                                        <p:tgtEl>
                                          <p:spTgt spid="354">
                                            <p:txEl>
                                              <p:pRg st="2" end="2"/>
                                            </p:txEl>
                                          </p:spTgt>
                                        </p:tgtEl>
                                        <p:attrNameLst>
                                          <p:attrName>style.visibility</p:attrName>
                                        </p:attrNameLst>
                                      </p:cBhvr>
                                      <p:to>
                                        <p:strVal val="visible"/>
                                      </p:to>
                                    </p:set>
                                  </p:childTnLst>
                                </p:cTn>
                              </p:par>
                            </p:childTnLst>
                          </p:cTn>
                        </p:par>
                      </p:childTnLst>
                    </p:cTn>
                  </p:par>
                  <p:par>
                    <p:cTn id="375" fill="hold">
                      <p:stCondLst>
                        <p:cond delay="indefinite"/>
                      </p:stCondLst>
                      <p:childTnLst>
                        <p:par>
                          <p:cTn id="376" fill="hold">
                            <p:stCondLst>
                              <p:cond delay="0"/>
                            </p:stCondLst>
                            <p:childTnLst>
                              <p:par>
                                <p:cTn id="377" presetID="1" presetClass="entr" presetSubtype="0" fill="hold" nodeType="clickEffect">
                                  <p:stCondLst>
                                    <p:cond delay="0"/>
                                  </p:stCondLst>
                                  <p:childTnLst>
                                    <p:set>
                                      <p:cBhvr>
                                        <p:cTn id="378" dur="1" fill="hold">
                                          <p:stCondLst>
                                            <p:cond delay="0"/>
                                          </p:stCondLst>
                                        </p:cTn>
                                        <p:tgtEl>
                                          <p:spTgt spid="354">
                                            <p:txEl>
                                              <p:pRg st="3" end="3"/>
                                            </p:txEl>
                                          </p:spTgt>
                                        </p:tgtEl>
                                        <p:attrNameLst>
                                          <p:attrName>style.visibility</p:attrName>
                                        </p:attrNameLst>
                                      </p:cBhvr>
                                      <p:to>
                                        <p:strVal val="visible"/>
                                      </p:to>
                                    </p:set>
                                  </p:childTnLst>
                                </p:cTn>
                              </p:par>
                            </p:childTnLst>
                          </p:cTn>
                        </p:par>
                      </p:childTnLst>
                    </p:cTn>
                  </p:par>
                  <p:par>
                    <p:cTn id="379" fill="hold">
                      <p:stCondLst>
                        <p:cond delay="indefinite"/>
                      </p:stCondLst>
                      <p:childTnLst>
                        <p:par>
                          <p:cTn id="380" fill="hold">
                            <p:stCondLst>
                              <p:cond delay="0"/>
                            </p:stCondLst>
                            <p:childTnLst>
                              <p:par>
                                <p:cTn id="381" presetID="1" presetClass="entr" presetSubtype="0" fill="hold" nodeType="clickEffect">
                                  <p:stCondLst>
                                    <p:cond delay="0"/>
                                  </p:stCondLst>
                                  <p:childTnLst>
                                    <p:set>
                                      <p:cBhvr>
                                        <p:cTn id="382" dur="1" fill="hold">
                                          <p:stCondLst>
                                            <p:cond delay="0"/>
                                          </p:stCondLst>
                                        </p:cTn>
                                        <p:tgtEl>
                                          <p:spTgt spid="354">
                                            <p:txEl>
                                              <p:pRg st="4" end="4"/>
                                            </p:txEl>
                                          </p:spTgt>
                                        </p:tgtEl>
                                        <p:attrNameLst>
                                          <p:attrName>style.visibility</p:attrName>
                                        </p:attrNameLst>
                                      </p:cBhvr>
                                      <p:to>
                                        <p:strVal val="visible"/>
                                      </p:to>
                                    </p:set>
                                  </p:childTnLst>
                                </p:cTn>
                              </p:par>
                            </p:childTnLst>
                          </p:cTn>
                        </p:par>
                      </p:childTnLst>
                    </p:cTn>
                  </p:par>
                  <p:par>
                    <p:cTn id="383" fill="hold">
                      <p:stCondLst>
                        <p:cond delay="indefinite"/>
                      </p:stCondLst>
                      <p:childTnLst>
                        <p:par>
                          <p:cTn id="384" fill="hold">
                            <p:stCondLst>
                              <p:cond delay="0"/>
                            </p:stCondLst>
                            <p:childTnLst>
                              <p:par>
                                <p:cTn id="385" presetID="1" presetClass="entr" presetSubtype="0" fill="hold" nodeType="clickEffect">
                                  <p:stCondLst>
                                    <p:cond delay="0"/>
                                  </p:stCondLst>
                                  <p:childTnLst>
                                    <p:set>
                                      <p:cBhvr>
                                        <p:cTn id="386" dur="1" fill="hold">
                                          <p:stCondLst>
                                            <p:cond delay="0"/>
                                          </p:stCondLst>
                                        </p:cTn>
                                        <p:tgtEl>
                                          <p:spTgt spid="354">
                                            <p:txEl>
                                              <p:pRg st="5" end="5"/>
                                            </p:txEl>
                                          </p:spTgt>
                                        </p:tgtEl>
                                        <p:attrNameLst>
                                          <p:attrName>style.visibility</p:attrName>
                                        </p:attrNameLst>
                                      </p:cBhvr>
                                      <p:to>
                                        <p:strVal val="visible"/>
                                      </p:to>
                                    </p:set>
                                  </p:childTnLst>
                                </p:cTn>
                              </p:par>
                            </p:childTnLst>
                          </p:cTn>
                        </p:par>
                      </p:childTnLst>
                    </p:cTn>
                  </p:par>
                  <p:par>
                    <p:cTn id="387" fill="hold">
                      <p:stCondLst>
                        <p:cond delay="indefinite"/>
                      </p:stCondLst>
                      <p:childTnLst>
                        <p:par>
                          <p:cTn id="388" fill="hold">
                            <p:stCondLst>
                              <p:cond delay="0"/>
                            </p:stCondLst>
                            <p:childTnLst>
                              <p:par>
                                <p:cTn id="389" presetID="1" presetClass="entr" presetSubtype="0" fill="hold" nodeType="clickEffect">
                                  <p:stCondLst>
                                    <p:cond delay="0"/>
                                  </p:stCondLst>
                                  <p:childTnLst>
                                    <p:set>
                                      <p:cBhvr>
                                        <p:cTn id="390" dur="1" fill="hold">
                                          <p:stCondLst>
                                            <p:cond delay="0"/>
                                          </p:stCondLst>
                                        </p:cTn>
                                        <p:tgtEl>
                                          <p:spTgt spid="354">
                                            <p:txEl>
                                              <p:pRg st="6" end="6"/>
                                            </p:txEl>
                                          </p:spTgt>
                                        </p:tgtEl>
                                        <p:attrNameLst>
                                          <p:attrName>style.visibility</p:attrName>
                                        </p:attrNameLst>
                                      </p:cBhvr>
                                      <p:to>
                                        <p:strVal val="visible"/>
                                      </p:to>
                                    </p:set>
                                  </p:childTnLst>
                                </p:cTn>
                              </p:par>
                            </p:childTnLst>
                          </p:cTn>
                        </p:par>
                      </p:childTnLst>
                    </p:cTn>
                  </p:par>
                  <p:par>
                    <p:cTn id="391" fill="hold">
                      <p:stCondLst>
                        <p:cond delay="indefinite"/>
                      </p:stCondLst>
                      <p:childTnLst>
                        <p:par>
                          <p:cTn id="392" fill="hold">
                            <p:stCondLst>
                              <p:cond delay="0"/>
                            </p:stCondLst>
                            <p:childTnLst>
                              <p:par>
                                <p:cTn id="393" presetID="1" presetClass="entr" presetSubtype="0" fill="hold" nodeType="clickEffect">
                                  <p:stCondLst>
                                    <p:cond delay="0"/>
                                  </p:stCondLst>
                                  <p:childTnLst>
                                    <p:set>
                                      <p:cBhvr>
                                        <p:cTn id="394" dur="1" fill="hold">
                                          <p:stCondLst>
                                            <p:cond delay="0"/>
                                          </p:stCondLst>
                                        </p:cTn>
                                        <p:tgtEl>
                                          <p:spTgt spid="354">
                                            <p:txEl>
                                              <p:pRg st="7" end="7"/>
                                            </p:txEl>
                                          </p:spTgt>
                                        </p:tgtEl>
                                        <p:attrNameLst>
                                          <p:attrName>style.visibility</p:attrName>
                                        </p:attrNameLst>
                                      </p:cBhvr>
                                      <p:to>
                                        <p:strVal val="visible"/>
                                      </p:to>
                                    </p:set>
                                  </p:childTnLst>
                                </p:cTn>
                              </p:par>
                            </p:childTnLst>
                          </p:cTn>
                        </p:par>
                      </p:childTnLst>
                    </p:cTn>
                  </p:par>
                  <p:par>
                    <p:cTn id="395" fill="hold">
                      <p:stCondLst>
                        <p:cond delay="indefinite"/>
                      </p:stCondLst>
                      <p:childTnLst>
                        <p:par>
                          <p:cTn id="396" fill="hold">
                            <p:stCondLst>
                              <p:cond delay="0"/>
                            </p:stCondLst>
                            <p:childTnLst>
                              <p:par>
                                <p:cTn id="397" presetID="1" presetClass="entr" presetSubtype="0" fill="hold" nodeType="clickEffect">
                                  <p:stCondLst>
                                    <p:cond delay="0"/>
                                  </p:stCondLst>
                                  <p:childTnLst>
                                    <p:set>
                                      <p:cBhvr>
                                        <p:cTn id="398" dur="1" fill="hold">
                                          <p:stCondLst>
                                            <p:cond delay="0"/>
                                          </p:stCondLst>
                                        </p:cTn>
                                        <p:tgtEl>
                                          <p:spTgt spid="354">
                                            <p:txEl>
                                              <p:pRg st="8" end="8"/>
                                            </p:txEl>
                                          </p:spTgt>
                                        </p:tgtEl>
                                        <p:attrNameLst>
                                          <p:attrName>style.visibility</p:attrName>
                                        </p:attrNameLst>
                                      </p:cBhvr>
                                      <p:to>
                                        <p:strVal val="visible"/>
                                      </p:to>
                                    </p:set>
                                  </p:childTnLst>
                                </p:cTn>
                              </p:par>
                            </p:childTnLst>
                          </p:cTn>
                        </p:par>
                      </p:childTnLst>
                    </p:cTn>
                  </p:par>
                  <p:par>
                    <p:cTn id="399" fill="hold">
                      <p:stCondLst>
                        <p:cond delay="indefinite"/>
                      </p:stCondLst>
                      <p:childTnLst>
                        <p:par>
                          <p:cTn id="400" fill="hold">
                            <p:stCondLst>
                              <p:cond delay="0"/>
                            </p:stCondLst>
                            <p:childTnLst>
                              <p:par>
                                <p:cTn id="401" presetID="1" presetClass="entr" presetSubtype="0" fill="hold" nodeType="clickEffect">
                                  <p:stCondLst>
                                    <p:cond delay="0"/>
                                  </p:stCondLst>
                                  <p:childTnLst>
                                    <p:set>
                                      <p:cBhvr>
                                        <p:cTn id="402" dur="1" fill="hold">
                                          <p:stCondLst>
                                            <p:cond delay="0"/>
                                          </p:stCondLst>
                                        </p:cTn>
                                        <p:tgtEl>
                                          <p:spTgt spid="355">
                                            <p:txEl>
                                              <p:pRg st="0" end="0"/>
                                            </p:txEl>
                                          </p:spTgt>
                                        </p:tgtEl>
                                        <p:attrNameLst>
                                          <p:attrName>style.visibility</p:attrName>
                                        </p:attrNameLst>
                                      </p:cBhvr>
                                      <p:to>
                                        <p:strVal val="visible"/>
                                      </p:to>
                                    </p:set>
                                  </p:childTnLst>
                                </p:cTn>
                              </p:par>
                            </p:childTnLst>
                          </p:cTn>
                        </p:par>
                      </p:childTnLst>
                    </p:cTn>
                  </p:par>
                  <p:par>
                    <p:cTn id="403" fill="hold">
                      <p:stCondLst>
                        <p:cond delay="indefinite"/>
                      </p:stCondLst>
                      <p:childTnLst>
                        <p:par>
                          <p:cTn id="404" fill="hold">
                            <p:stCondLst>
                              <p:cond delay="0"/>
                            </p:stCondLst>
                            <p:childTnLst>
                              <p:par>
                                <p:cTn id="405" presetID="1" presetClass="entr" presetSubtype="0" fill="hold" nodeType="clickEffect">
                                  <p:stCondLst>
                                    <p:cond delay="0"/>
                                  </p:stCondLst>
                                  <p:childTnLst>
                                    <p:set>
                                      <p:cBhvr>
                                        <p:cTn id="406" dur="1" fill="hold">
                                          <p:stCondLst>
                                            <p:cond delay="0"/>
                                          </p:stCondLst>
                                        </p:cTn>
                                        <p:tgtEl>
                                          <p:spTgt spid="355">
                                            <p:txEl>
                                              <p:pRg st="1" end="1"/>
                                            </p:txEl>
                                          </p:spTgt>
                                        </p:tgtEl>
                                        <p:attrNameLst>
                                          <p:attrName>style.visibility</p:attrName>
                                        </p:attrNameLst>
                                      </p:cBhvr>
                                      <p:to>
                                        <p:strVal val="visible"/>
                                      </p:to>
                                    </p:set>
                                  </p:childTnLst>
                                </p:cTn>
                              </p:par>
                            </p:childTnLst>
                          </p:cTn>
                        </p:par>
                      </p:childTnLst>
                    </p:cTn>
                  </p:par>
                  <p:par>
                    <p:cTn id="407" fill="hold">
                      <p:stCondLst>
                        <p:cond delay="indefinite"/>
                      </p:stCondLst>
                      <p:childTnLst>
                        <p:par>
                          <p:cTn id="408" fill="hold">
                            <p:stCondLst>
                              <p:cond delay="0"/>
                            </p:stCondLst>
                            <p:childTnLst>
                              <p:par>
                                <p:cTn id="409" presetID="1" presetClass="entr" presetSubtype="0" fill="hold" nodeType="clickEffect">
                                  <p:stCondLst>
                                    <p:cond delay="0"/>
                                  </p:stCondLst>
                                  <p:childTnLst>
                                    <p:set>
                                      <p:cBhvr>
                                        <p:cTn id="410" dur="1" fill="hold">
                                          <p:stCondLst>
                                            <p:cond delay="0"/>
                                          </p:stCondLst>
                                        </p:cTn>
                                        <p:tgtEl>
                                          <p:spTgt spid="355">
                                            <p:txEl>
                                              <p:pRg st="2" end="2"/>
                                            </p:txEl>
                                          </p:spTgt>
                                        </p:tgtEl>
                                        <p:attrNameLst>
                                          <p:attrName>style.visibility</p:attrName>
                                        </p:attrNameLst>
                                      </p:cBhvr>
                                      <p:to>
                                        <p:strVal val="visible"/>
                                      </p:to>
                                    </p:set>
                                  </p:childTnLst>
                                </p:cTn>
                              </p:par>
                            </p:childTnLst>
                          </p:cTn>
                        </p:par>
                      </p:childTnLst>
                    </p:cTn>
                  </p:par>
                  <p:par>
                    <p:cTn id="411" fill="hold">
                      <p:stCondLst>
                        <p:cond delay="indefinite"/>
                      </p:stCondLst>
                      <p:childTnLst>
                        <p:par>
                          <p:cTn id="412" fill="hold">
                            <p:stCondLst>
                              <p:cond delay="0"/>
                            </p:stCondLst>
                            <p:childTnLst>
                              <p:par>
                                <p:cTn id="413" presetID="1" presetClass="entr" presetSubtype="0" fill="hold" nodeType="clickEffect">
                                  <p:stCondLst>
                                    <p:cond delay="0"/>
                                  </p:stCondLst>
                                  <p:childTnLst>
                                    <p:set>
                                      <p:cBhvr>
                                        <p:cTn id="414" dur="1" fill="hold">
                                          <p:stCondLst>
                                            <p:cond delay="0"/>
                                          </p:stCondLst>
                                        </p:cTn>
                                        <p:tgtEl>
                                          <p:spTgt spid="355">
                                            <p:txEl>
                                              <p:pRg st="3" end="3"/>
                                            </p:txEl>
                                          </p:spTgt>
                                        </p:tgtEl>
                                        <p:attrNameLst>
                                          <p:attrName>style.visibility</p:attrName>
                                        </p:attrNameLst>
                                      </p:cBhvr>
                                      <p:to>
                                        <p:strVal val="visible"/>
                                      </p:to>
                                    </p:set>
                                  </p:childTnLst>
                                </p:cTn>
                              </p:par>
                            </p:childTnLst>
                          </p:cTn>
                        </p:par>
                      </p:childTnLst>
                    </p:cTn>
                  </p:par>
                  <p:par>
                    <p:cTn id="415" fill="hold">
                      <p:stCondLst>
                        <p:cond delay="indefinite"/>
                      </p:stCondLst>
                      <p:childTnLst>
                        <p:par>
                          <p:cTn id="416" fill="hold">
                            <p:stCondLst>
                              <p:cond delay="0"/>
                            </p:stCondLst>
                            <p:childTnLst>
                              <p:par>
                                <p:cTn id="417" presetID="1" presetClass="entr" presetSubtype="0" fill="hold" nodeType="clickEffect">
                                  <p:stCondLst>
                                    <p:cond delay="0"/>
                                  </p:stCondLst>
                                  <p:childTnLst>
                                    <p:set>
                                      <p:cBhvr>
                                        <p:cTn id="418" dur="1" fill="hold">
                                          <p:stCondLst>
                                            <p:cond delay="0"/>
                                          </p:stCondLst>
                                        </p:cTn>
                                        <p:tgtEl>
                                          <p:spTgt spid="355">
                                            <p:txEl>
                                              <p:pRg st="4" end="4"/>
                                            </p:txEl>
                                          </p:spTgt>
                                        </p:tgtEl>
                                        <p:attrNameLst>
                                          <p:attrName>style.visibility</p:attrName>
                                        </p:attrNameLst>
                                      </p:cBhvr>
                                      <p:to>
                                        <p:strVal val="visible"/>
                                      </p:to>
                                    </p:set>
                                  </p:childTnLst>
                                </p:cTn>
                              </p:par>
                            </p:childTnLst>
                          </p:cTn>
                        </p:par>
                      </p:childTnLst>
                    </p:cTn>
                  </p:par>
                  <p:par>
                    <p:cTn id="419" fill="hold">
                      <p:stCondLst>
                        <p:cond delay="indefinite"/>
                      </p:stCondLst>
                      <p:childTnLst>
                        <p:par>
                          <p:cTn id="420" fill="hold">
                            <p:stCondLst>
                              <p:cond delay="0"/>
                            </p:stCondLst>
                            <p:childTnLst>
                              <p:par>
                                <p:cTn id="421" presetID="1" presetClass="entr" presetSubtype="0" fill="hold" nodeType="clickEffect">
                                  <p:stCondLst>
                                    <p:cond delay="0"/>
                                  </p:stCondLst>
                                  <p:childTnLst>
                                    <p:set>
                                      <p:cBhvr>
                                        <p:cTn id="422" dur="1" fill="hold">
                                          <p:stCondLst>
                                            <p:cond delay="0"/>
                                          </p:stCondLst>
                                        </p:cTn>
                                        <p:tgtEl>
                                          <p:spTgt spid="355">
                                            <p:txEl>
                                              <p:pRg st="5" end="5"/>
                                            </p:txEl>
                                          </p:spTgt>
                                        </p:tgtEl>
                                        <p:attrNameLst>
                                          <p:attrName>style.visibility</p:attrName>
                                        </p:attrNameLst>
                                      </p:cBhvr>
                                      <p:to>
                                        <p:strVal val="visible"/>
                                      </p:to>
                                    </p:set>
                                  </p:childTnLst>
                                </p:cTn>
                              </p:par>
                            </p:childTnLst>
                          </p:cTn>
                        </p:par>
                      </p:childTnLst>
                    </p:cTn>
                  </p:par>
                  <p:par>
                    <p:cTn id="423" fill="hold">
                      <p:stCondLst>
                        <p:cond delay="indefinite"/>
                      </p:stCondLst>
                      <p:childTnLst>
                        <p:par>
                          <p:cTn id="424" fill="hold">
                            <p:stCondLst>
                              <p:cond delay="0"/>
                            </p:stCondLst>
                            <p:childTnLst>
                              <p:par>
                                <p:cTn id="425" presetID="1" presetClass="entr" presetSubtype="0" fill="hold" nodeType="clickEffect">
                                  <p:stCondLst>
                                    <p:cond delay="0"/>
                                  </p:stCondLst>
                                  <p:childTnLst>
                                    <p:set>
                                      <p:cBhvr>
                                        <p:cTn id="426" dur="1" fill="hold">
                                          <p:stCondLst>
                                            <p:cond delay="0"/>
                                          </p:stCondLst>
                                        </p:cTn>
                                        <p:tgtEl>
                                          <p:spTgt spid="355">
                                            <p:txEl>
                                              <p:pRg st="6" end="6"/>
                                            </p:txEl>
                                          </p:spTgt>
                                        </p:tgtEl>
                                        <p:attrNameLst>
                                          <p:attrName>style.visibility</p:attrName>
                                        </p:attrNameLst>
                                      </p:cBhvr>
                                      <p:to>
                                        <p:strVal val="visible"/>
                                      </p:to>
                                    </p:set>
                                  </p:childTnLst>
                                </p:cTn>
                              </p:par>
                            </p:childTnLst>
                          </p:cTn>
                        </p:par>
                      </p:childTnLst>
                    </p:cTn>
                  </p:par>
                  <p:par>
                    <p:cTn id="427" fill="hold">
                      <p:stCondLst>
                        <p:cond delay="indefinite"/>
                      </p:stCondLst>
                      <p:childTnLst>
                        <p:par>
                          <p:cTn id="428" fill="hold">
                            <p:stCondLst>
                              <p:cond delay="0"/>
                            </p:stCondLst>
                            <p:childTnLst>
                              <p:par>
                                <p:cTn id="429" presetID="1" presetClass="entr" presetSubtype="0" fill="hold" nodeType="clickEffect">
                                  <p:stCondLst>
                                    <p:cond delay="0"/>
                                  </p:stCondLst>
                                  <p:childTnLst>
                                    <p:set>
                                      <p:cBhvr>
                                        <p:cTn id="430" dur="1" fill="hold">
                                          <p:stCondLst>
                                            <p:cond delay="0"/>
                                          </p:stCondLst>
                                        </p:cTn>
                                        <p:tgtEl>
                                          <p:spTgt spid="355">
                                            <p:txEl>
                                              <p:pRg st="7" end="7"/>
                                            </p:txEl>
                                          </p:spTgt>
                                        </p:tgtEl>
                                        <p:attrNameLst>
                                          <p:attrName>style.visibility</p:attrName>
                                        </p:attrNameLst>
                                      </p:cBhvr>
                                      <p:to>
                                        <p:strVal val="visible"/>
                                      </p:to>
                                    </p:set>
                                  </p:childTnLst>
                                </p:cTn>
                              </p:par>
                            </p:childTnLst>
                          </p:cTn>
                        </p:par>
                      </p:childTnLst>
                    </p:cTn>
                  </p:par>
                  <p:par>
                    <p:cTn id="431" fill="hold">
                      <p:stCondLst>
                        <p:cond delay="indefinite"/>
                      </p:stCondLst>
                      <p:childTnLst>
                        <p:par>
                          <p:cTn id="432" fill="hold">
                            <p:stCondLst>
                              <p:cond delay="0"/>
                            </p:stCondLst>
                            <p:childTnLst>
                              <p:par>
                                <p:cTn id="433" presetID="1" presetClass="entr" presetSubtype="0" fill="hold" nodeType="clickEffect">
                                  <p:stCondLst>
                                    <p:cond delay="0"/>
                                  </p:stCondLst>
                                  <p:childTnLst>
                                    <p:set>
                                      <p:cBhvr>
                                        <p:cTn id="434" dur="1" fill="hold">
                                          <p:stCondLst>
                                            <p:cond delay="0"/>
                                          </p:stCondLst>
                                        </p:cTn>
                                        <p:tgtEl>
                                          <p:spTgt spid="355">
                                            <p:txEl>
                                              <p:pRg st="8" end="8"/>
                                            </p:txEl>
                                          </p:spTgt>
                                        </p:tgtEl>
                                        <p:attrNameLst>
                                          <p:attrName>style.visibility</p:attrName>
                                        </p:attrNameLst>
                                      </p:cBhvr>
                                      <p:to>
                                        <p:strVal val="visible"/>
                                      </p:to>
                                    </p:set>
                                  </p:childTnLst>
                                </p:cTn>
                              </p:par>
                            </p:childTnLst>
                          </p:cTn>
                        </p:par>
                      </p:childTnLst>
                    </p:cTn>
                  </p:par>
                  <p:par>
                    <p:cTn id="435" fill="hold">
                      <p:stCondLst>
                        <p:cond delay="indefinite"/>
                      </p:stCondLst>
                      <p:childTnLst>
                        <p:par>
                          <p:cTn id="436" fill="hold">
                            <p:stCondLst>
                              <p:cond delay="0"/>
                            </p:stCondLst>
                            <p:childTnLst>
                              <p:par>
                                <p:cTn id="437" presetID="1" presetClass="entr" presetSubtype="0" fill="hold" nodeType="clickEffect">
                                  <p:stCondLst>
                                    <p:cond delay="0"/>
                                  </p:stCondLst>
                                  <p:childTnLst>
                                    <p:set>
                                      <p:cBhvr>
                                        <p:cTn id="438" dur="1" fill="hold">
                                          <p:stCondLst>
                                            <p:cond delay="0"/>
                                          </p:stCondLst>
                                        </p:cTn>
                                        <p:tgtEl>
                                          <p:spTgt spid="356">
                                            <p:txEl>
                                              <p:pRg st="0" end="0"/>
                                            </p:txEl>
                                          </p:spTgt>
                                        </p:tgtEl>
                                        <p:attrNameLst>
                                          <p:attrName>style.visibility</p:attrName>
                                        </p:attrNameLst>
                                      </p:cBhvr>
                                      <p:to>
                                        <p:strVal val="visible"/>
                                      </p:to>
                                    </p:set>
                                  </p:childTnLst>
                                </p:cTn>
                              </p:par>
                            </p:childTnLst>
                          </p:cTn>
                        </p:par>
                      </p:childTnLst>
                    </p:cTn>
                  </p:par>
                  <p:par>
                    <p:cTn id="439" fill="hold">
                      <p:stCondLst>
                        <p:cond delay="indefinite"/>
                      </p:stCondLst>
                      <p:childTnLst>
                        <p:par>
                          <p:cTn id="440" fill="hold">
                            <p:stCondLst>
                              <p:cond delay="0"/>
                            </p:stCondLst>
                            <p:childTnLst>
                              <p:par>
                                <p:cTn id="441" presetID="1" presetClass="entr" presetSubtype="0" fill="hold" nodeType="clickEffect">
                                  <p:stCondLst>
                                    <p:cond delay="0"/>
                                  </p:stCondLst>
                                  <p:childTnLst>
                                    <p:set>
                                      <p:cBhvr>
                                        <p:cTn id="442" dur="1" fill="hold">
                                          <p:stCondLst>
                                            <p:cond delay="0"/>
                                          </p:stCondLst>
                                        </p:cTn>
                                        <p:tgtEl>
                                          <p:spTgt spid="356">
                                            <p:txEl>
                                              <p:pRg st="1" end="1"/>
                                            </p:txEl>
                                          </p:spTgt>
                                        </p:tgtEl>
                                        <p:attrNameLst>
                                          <p:attrName>style.visibility</p:attrName>
                                        </p:attrNameLst>
                                      </p:cBhvr>
                                      <p:to>
                                        <p:strVal val="visible"/>
                                      </p:to>
                                    </p:set>
                                  </p:childTnLst>
                                </p:cTn>
                              </p:par>
                            </p:childTnLst>
                          </p:cTn>
                        </p:par>
                      </p:childTnLst>
                    </p:cTn>
                  </p:par>
                  <p:par>
                    <p:cTn id="443" fill="hold">
                      <p:stCondLst>
                        <p:cond delay="indefinite"/>
                      </p:stCondLst>
                      <p:childTnLst>
                        <p:par>
                          <p:cTn id="444" fill="hold">
                            <p:stCondLst>
                              <p:cond delay="0"/>
                            </p:stCondLst>
                            <p:childTnLst>
                              <p:par>
                                <p:cTn id="445" presetID="1" presetClass="entr" presetSubtype="0" fill="hold" nodeType="clickEffect">
                                  <p:stCondLst>
                                    <p:cond delay="0"/>
                                  </p:stCondLst>
                                  <p:childTnLst>
                                    <p:set>
                                      <p:cBhvr>
                                        <p:cTn id="446" dur="1" fill="hold">
                                          <p:stCondLst>
                                            <p:cond delay="0"/>
                                          </p:stCondLst>
                                        </p:cTn>
                                        <p:tgtEl>
                                          <p:spTgt spid="356">
                                            <p:txEl>
                                              <p:pRg st="2" end="2"/>
                                            </p:txEl>
                                          </p:spTgt>
                                        </p:tgtEl>
                                        <p:attrNameLst>
                                          <p:attrName>style.visibility</p:attrName>
                                        </p:attrNameLst>
                                      </p:cBhvr>
                                      <p:to>
                                        <p:strVal val="visible"/>
                                      </p:to>
                                    </p:set>
                                  </p:childTnLst>
                                </p:cTn>
                              </p:par>
                            </p:childTnLst>
                          </p:cTn>
                        </p:par>
                      </p:childTnLst>
                    </p:cTn>
                  </p:par>
                  <p:par>
                    <p:cTn id="447" fill="hold">
                      <p:stCondLst>
                        <p:cond delay="indefinite"/>
                      </p:stCondLst>
                      <p:childTnLst>
                        <p:par>
                          <p:cTn id="448" fill="hold">
                            <p:stCondLst>
                              <p:cond delay="0"/>
                            </p:stCondLst>
                            <p:childTnLst>
                              <p:par>
                                <p:cTn id="449" presetID="1" presetClass="entr" presetSubtype="0" fill="hold" nodeType="clickEffect">
                                  <p:stCondLst>
                                    <p:cond delay="0"/>
                                  </p:stCondLst>
                                  <p:childTnLst>
                                    <p:set>
                                      <p:cBhvr>
                                        <p:cTn id="450" dur="1" fill="hold">
                                          <p:stCondLst>
                                            <p:cond delay="0"/>
                                          </p:stCondLst>
                                        </p:cTn>
                                        <p:tgtEl>
                                          <p:spTgt spid="356">
                                            <p:txEl>
                                              <p:pRg st="3" end="3"/>
                                            </p:txEl>
                                          </p:spTgt>
                                        </p:tgtEl>
                                        <p:attrNameLst>
                                          <p:attrName>style.visibility</p:attrName>
                                        </p:attrNameLst>
                                      </p:cBhvr>
                                      <p:to>
                                        <p:strVal val="visible"/>
                                      </p:to>
                                    </p:set>
                                  </p:childTnLst>
                                </p:cTn>
                              </p:par>
                            </p:childTnLst>
                          </p:cTn>
                        </p:par>
                      </p:childTnLst>
                    </p:cTn>
                  </p:par>
                  <p:par>
                    <p:cTn id="451" fill="hold">
                      <p:stCondLst>
                        <p:cond delay="indefinite"/>
                      </p:stCondLst>
                      <p:childTnLst>
                        <p:par>
                          <p:cTn id="452" fill="hold">
                            <p:stCondLst>
                              <p:cond delay="0"/>
                            </p:stCondLst>
                            <p:childTnLst>
                              <p:par>
                                <p:cTn id="453" presetID="1" presetClass="entr" presetSubtype="0" fill="hold" nodeType="clickEffect">
                                  <p:stCondLst>
                                    <p:cond delay="0"/>
                                  </p:stCondLst>
                                  <p:childTnLst>
                                    <p:set>
                                      <p:cBhvr>
                                        <p:cTn id="454" dur="1" fill="hold">
                                          <p:stCondLst>
                                            <p:cond delay="0"/>
                                          </p:stCondLst>
                                        </p:cTn>
                                        <p:tgtEl>
                                          <p:spTgt spid="356">
                                            <p:txEl>
                                              <p:pRg st="4" end="4"/>
                                            </p:txEl>
                                          </p:spTgt>
                                        </p:tgtEl>
                                        <p:attrNameLst>
                                          <p:attrName>style.visibility</p:attrName>
                                        </p:attrNameLst>
                                      </p:cBhvr>
                                      <p:to>
                                        <p:strVal val="visible"/>
                                      </p:to>
                                    </p:set>
                                  </p:childTnLst>
                                </p:cTn>
                              </p:par>
                            </p:childTnLst>
                          </p:cTn>
                        </p:par>
                      </p:childTnLst>
                    </p:cTn>
                  </p:par>
                  <p:par>
                    <p:cTn id="455" fill="hold">
                      <p:stCondLst>
                        <p:cond delay="indefinite"/>
                      </p:stCondLst>
                      <p:childTnLst>
                        <p:par>
                          <p:cTn id="456" fill="hold">
                            <p:stCondLst>
                              <p:cond delay="0"/>
                            </p:stCondLst>
                            <p:childTnLst>
                              <p:par>
                                <p:cTn id="457" presetID="1" presetClass="entr" presetSubtype="0" fill="hold" nodeType="clickEffect">
                                  <p:stCondLst>
                                    <p:cond delay="0"/>
                                  </p:stCondLst>
                                  <p:childTnLst>
                                    <p:set>
                                      <p:cBhvr>
                                        <p:cTn id="458" dur="1" fill="hold">
                                          <p:stCondLst>
                                            <p:cond delay="0"/>
                                          </p:stCondLst>
                                        </p:cTn>
                                        <p:tgtEl>
                                          <p:spTgt spid="356">
                                            <p:txEl>
                                              <p:pRg st="5" end="5"/>
                                            </p:txEl>
                                          </p:spTgt>
                                        </p:tgtEl>
                                        <p:attrNameLst>
                                          <p:attrName>style.visibility</p:attrName>
                                        </p:attrNameLst>
                                      </p:cBhvr>
                                      <p:to>
                                        <p:strVal val="visible"/>
                                      </p:to>
                                    </p:set>
                                  </p:childTnLst>
                                </p:cTn>
                              </p:par>
                            </p:childTnLst>
                          </p:cTn>
                        </p:par>
                      </p:childTnLst>
                    </p:cTn>
                  </p:par>
                  <p:par>
                    <p:cTn id="459" fill="hold">
                      <p:stCondLst>
                        <p:cond delay="indefinite"/>
                      </p:stCondLst>
                      <p:childTnLst>
                        <p:par>
                          <p:cTn id="460" fill="hold">
                            <p:stCondLst>
                              <p:cond delay="0"/>
                            </p:stCondLst>
                            <p:childTnLst>
                              <p:par>
                                <p:cTn id="461" presetID="1" presetClass="entr" presetSubtype="0" fill="hold" nodeType="clickEffect">
                                  <p:stCondLst>
                                    <p:cond delay="0"/>
                                  </p:stCondLst>
                                  <p:childTnLst>
                                    <p:set>
                                      <p:cBhvr>
                                        <p:cTn id="462" dur="1" fill="hold">
                                          <p:stCondLst>
                                            <p:cond delay="0"/>
                                          </p:stCondLst>
                                        </p:cTn>
                                        <p:tgtEl>
                                          <p:spTgt spid="356">
                                            <p:txEl>
                                              <p:pRg st="6" end="6"/>
                                            </p:txEl>
                                          </p:spTgt>
                                        </p:tgtEl>
                                        <p:attrNameLst>
                                          <p:attrName>style.visibility</p:attrName>
                                        </p:attrNameLst>
                                      </p:cBhvr>
                                      <p:to>
                                        <p:strVal val="visible"/>
                                      </p:to>
                                    </p:set>
                                  </p:childTnLst>
                                </p:cTn>
                              </p:par>
                            </p:childTnLst>
                          </p:cTn>
                        </p:par>
                      </p:childTnLst>
                    </p:cTn>
                  </p:par>
                  <p:par>
                    <p:cTn id="463" fill="hold">
                      <p:stCondLst>
                        <p:cond delay="indefinite"/>
                      </p:stCondLst>
                      <p:childTnLst>
                        <p:par>
                          <p:cTn id="464" fill="hold">
                            <p:stCondLst>
                              <p:cond delay="0"/>
                            </p:stCondLst>
                            <p:childTnLst>
                              <p:par>
                                <p:cTn id="465" presetID="1" presetClass="entr" presetSubtype="0" fill="hold" nodeType="clickEffect">
                                  <p:stCondLst>
                                    <p:cond delay="0"/>
                                  </p:stCondLst>
                                  <p:childTnLst>
                                    <p:set>
                                      <p:cBhvr>
                                        <p:cTn id="466" dur="1" fill="hold">
                                          <p:stCondLst>
                                            <p:cond delay="0"/>
                                          </p:stCondLst>
                                        </p:cTn>
                                        <p:tgtEl>
                                          <p:spTgt spid="356">
                                            <p:txEl>
                                              <p:pRg st="7" end="7"/>
                                            </p:txEl>
                                          </p:spTgt>
                                        </p:tgtEl>
                                        <p:attrNameLst>
                                          <p:attrName>style.visibility</p:attrName>
                                        </p:attrNameLst>
                                      </p:cBhvr>
                                      <p:to>
                                        <p:strVal val="visible"/>
                                      </p:to>
                                    </p:set>
                                  </p:childTnLst>
                                </p:cTn>
                              </p:par>
                            </p:childTnLst>
                          </p:cTn>
                        </p:par>
                      </p:childTnLst>
                    </p:cTn>
                  </p:par>
                  <p:par>
                    <p:cTn id="467" fill="hold">
                      <p:stCondLst>
                        <p:cond delay="indefinite"/>
                      </p:stCondLst>
                      <p:childTnLst>
                        <p:par>
                          <p:cTn id="468" fill="hold">
                            <p:stCondLst>
                              <p:cond delay="0"/>
                            </p:stCondLst>
                            <p:childTnLst>
                              <p:par>
                                <p:cTn id="469" presetID="1" presetClass="entr" presetSubtype="0" fill="hold" nodeType="clickEffect">
                                  <p:stCondLst>
                                    <p:cond delay="0"/>
                                  </p:stCondLst>
                                  <p:childTnLst>
                                    <p:set>
                                      <p:cBhvr>
                                        <p:cTn id="470" dur="1" fill="hold">
                                          <p:stCondLst>
                                            <p:cond delay="0"/>
                                          </p:stCondLst>
                                        </p:cTn>
                                        <p:tgtEl>
                                          <p:spTgt spid="356">
                                            <p:txEl>
                                              <p:pRg st="8" end="8"/>
                                            </p:txEl>
                                          </p:spTgt>
                                        </p:tgtEl>
                                        <p:attrNameLst>
                                          <p:attrName>style.visibility</p:attrName>
                                        </p:attrNameLst>
                                      </p:cBhvr>
                                      <p:to>
                                        <p:strVal val="visible"/>
                                      </p:to>
                                    </p:set>
                                  </p:childTnLst>
                                </p:cTn>
                              </p:par>
                            </p:childTnLst>
                          </p:cTn>
                        </p:par>
                      </p:childTnLst>
                    </p:cTn>
                  </p:par>
                  <p:par>
                    <p:cTn id="471" fill="hold">
                      <p:stCondLst>
                        <p:cond delay="indefinite"/>
                      </p:stCondLst>
                      <p:childTnLst>
                        <p:par>
                          <p:cTn id="472" fill="hold">
                            <p:stCondLst>
                              <p:cond delay="0"/>
                            </p:stCondLst>
                            <p:childTnLst>
                              <p:par>
                                <p:cTn id="473" presetID="1" presetClass="entr" presetSubtype="0" fill="hold" nodeType="clickEffect">
                                  <p:stCondLst>
                                    <p:cond delay="0"/>
                                  </p:stCondLst>
                                  <p:childTnLst>
                                    <p:set>
                                      <p:cBhvr>
                                        <p:cTn id="474" dur="1" fill="hold">
                                          <p:stCondLst>
                                            <p:cond delay="0"/>
                                          </p:stCondLst>
                                        </p:cTn>
                                        <p:tgtEl>
                                          <p:spTgt spid="357">
                                            <p:txEl>
                                              <p:pRg st="0" end="0"/>
                                            </p:txEl>
                                          </p:spTgt>
                                        </p:tgtEl>
                                        <p:attrNameLst>
                                          <p:attrName>style.visibility</p:attrName>
                                        </p:attrNameLst>
                                      </p:cBhvr>
                                      <p:to>
                                        <p:strVal val="visible"/>
                                      </p:to>
                                    </p:set>
                                  </p:childTnLst>
                                </p:cTn>
                              </p:par>
                            </p:childTnLst>
                          </p:cTn>
                        </p:par>
                      </p:childTnLst>
                    </p:cTn>
                  </p:par>
                  <p:par>
                    <p:cTn id="475" fill="hold">
                      <p:stCondLst>
                        <p:cond delay="indefinite"/>
                      </p:stCondLst>
                      <p:childTnLst>
                        <p:par>
                          <p:cTn id="476" fill="hold">
                            <p:stCondLst>
                              <p:cond delay="0"/>
                            </p:stCondLst>
                            <p:childTnLst>
                              <p:par>
                                <p:cTn id="477" presetID="1" presetClass="entr" presetSubtype="0" fill="hold" nodeType="clickEffect">
                                  <p:stCondLst>
                                    <p:cond delay="0"/>
                                  </p:stCondLst>
                                  <p:childTnLst>
                                    <p:set>
                                      <p:cBhvr>
                                        <p:cTn id="478" dur="1" fill="hold">
                                          <p:stCondLst>
                                            <p:cond delay="0"/>
                                          </p:stCondLst>
                                        </p:cTn>
                                        <p:tgtEl>
                                          <p:spTgt spid="357">
                                            <p:txEl>
                                              <p:pRg st="1" end="1"/>
                                            </p:txEl>
                                          </p:spTgt>
                                        </p:tgtEl>
                                        <p:attrNameLst>
                                          <p:attrName>style.visibility</p:attrName>
                                        </p:attrNameLst>
                                      </p:cBhvr>
                                      <p:to>
                                        <p:strVal val="visible"/>
                                      </p:to>
                                    </p:set>
                                  </p:childTnLst>
                                </p:cTn>
                              </p:par>
                            </p:childTnLst>
                          </p:cTn>
                        </p:par>
                      </p:childTnLst>
                    </p:cTn>
                  </p:par>
                  <p:par>
                    <p:cTn id="479" fill="hold">
                      <p:stCondLst>
                        <p:cond delay="indefinite"/>
                      </p:stCondLst>
                      <p:childTnLst>
                        <p:par>
                          <p:cTn id="480" fill="hold">
                            <p:stCondLst>
                              <p:cond delay="0"/>
                            </p:stCondLst>
                            <p:childTnLst>
                              <p:par>
                                <p:cTn id="481" presetID="1" presetClass="entr" presetSubtype="0" fill="hold" nodeType="clickEffect">
                                  <p:stCondLst>
                                    <p:cond delay="0"/>
                                  </p:stCondLst>
                                  <p:childTnLst>
                                    <p:set>
                                      <p:cBhvr>
                                        <p:cTn id="482" dur="1" fill="hold">
                                          <p:stCondLst>
                                            <p:cond delay="0"/>
                                          </p:stCondLst>
                                        </p:cTn>
                                        <p:tgtEl>
                                          <p:spTgt spid="357">
                                            <p:txEl>
                                              <p:pRg st="2" end="2"/>
                                            </p:txEl>
                                          </p:spTgt>
                                        </p:tgtEl>
                                        <p:attrNameLst>
                                          <p:attrName>style.visibility</p:attrName>
                                        </p:attrNameLst>
                                      </p:cBhvr>
                                      <p:to>
                                        <p:strVal val="visible"/>
                                      </p:to>
                                    </p:set>
                                  </p:childTnLst>
                                </p:cTn>
                              </p:par>
                            </p:childTnLst>
                          </p:cTn>
                        </p:par>
                      </p:childTnLst>
                    </p:cTn>
                  </p:par>
                  <p:par>
                    <p:cTn id="483" fill="hold">
                      <p:stCondLst>
                        <p:cond delay="indefinite"/>
                      </p:stCondLst>
                      <p:childTnLst>
                        <p:par>
                          <p:cTn id="484" fill="hold">
                            <p:stCondLst>
                              <p:cond delay="0"/>
                            </p:stCondLst>
                            <p:childTnLst>
                              <p:par>
                                <p:cTn id="485" presetID="1" presetClass="entr" presetSubtype="0" fill="hold" nodeType="clickEffect">
                                  <p:stCondLst>
                                    <p:cond delay="0"/>
                                  </p:stCondLst>
                                  <p:childTnLst>
                                    <p:set>
                                      <p:cBhvr>
                                        <p:cTn id="486" dur="1" fill="hold">
                                          <p:stCondLst>
                                            <p:cond delay="0"/>
                                          </p:stCondLst>
                                        </p:cTn>
                                        <p:tgtEl>
                                          <p:spTgt spid="357">
                                            <p:txEl>
                                              <p:pRg st="3" end="3"/>
                                            </p:txEl>
                                          </p:spTgt>
                                        </p:tgtEl>
                                        <p:attrNameLst>
                                          <p:attrName>style.visibility</p:attrName>
                                        </p:attrNameLst>
                                      </p:cBhvr>
                                      <p:to>
                                        <p:strVal val="visible"/>
                                      </p:to>
                                    </p:set>
                                  </p:childTnLst>
                                </p:cTn>
                              </p:par>
                            </p:childTnLst>
                          </p:cTn>
                        </p:par>
                      </p:childTnLst>
                    </p:cTn>
                  </p:par>
                  <p:par>
                    <p:cTn id="487" fill="hold">
                      <p:stCondLst>
                        <p:cond delay="indefinite"/>
                      </p:stCondLst>
                      <p:childTnLst>
                        <p:par>
                          <p:cTn id="488" fill="hold">
                            <p:stCondLst>
                              <p:cond delay="0"/>
                            </p:stCondLst>
                            <p:childTnLst>
                              <p:par>
                                <p:cTn id="489" presetID="1" presetClass="entr" presetSubtype="0" fill="hold" nodeType="clickEffect">
                                  <p:stCondLst>
                                    <p:cond delay="0"/>
                                  </p:stCondLst>
                                  <p:childTnLst>
                                    <p:set>
                                      <p:cBhvr>
                                        <p:cTn id="490" dur="1" fill="hold">
                                          <p:stCondLst>
                                            <p:cond delay="0"/>
                                          </p:stCondLst>
                                        </p:cTn>
                                        <p:tgtEl>
                                          <p:spTgt spid="357">
                                            <p:txEl>
                                              <p:pRg st="4" end="4"/>
                                            </p:txEl>
                                          </p:spTgt>
                                        </p:tgtEl>
                                        <p:attrNameLst>
                                          <p:attrName>style.visibility</p:attrName>
                                        </p:attrNameLst>
                                      </p:cBhvr>
                                      <p:to>
                                        <p:strVal val="visible"/>
                                      </p:to>
                                    </p:set>
                                  </p:childTnLst>
                                </p:cTn>
                              </p:par>
                            </p:childTnLst>
                          </p:cTn>
                        </p:par>
                      </p:childTnLst>
                    </p:cTn>
                  </p:par>
                  <p:par>
                    <p:cTn id="491" fill="hold">
                      <p:stCondLst>
                        <p:cond delay="indefinite"/>
                      </p:stCondLst>
                      <p:childTnLst>
                        <p:par>
                          <p:cTn id="492" fill="hold">
                            <p:stCondLst>
                              <p:cond delay="0"/>
                            </p:stCondLst>
                            <p:childTnLst>
                              <p:par>
                                <p:cTn id="493" presetID="1" presetClass="entr" presetSubtype="0" fill="hold" nodeType="clickEffect">
                                  <p:stCondLst>
                                    <p:cond delay="0"/>
                                  </p:stCondLst>
                                  <p:childTnLst>
                                    <p:set>
                                      <p:cBhvr>
                                        <p:cTn id="494" dur="1" fill="hold">
                                          <p:stCondLst>
                                            <p:cond delay="0"/>
                                          </p:stCondLst>
                                        </p:cTn>
                                        <p:tgtEl>
                                          <p:spTgt spid="357">
                                            <p:txEl>
                                              <p:pRg st="5" end="5"/>
                                            </p:txEl>
                                          </p:spTgt>
                                        </p:tgtEl>
                                        <p:attrNameLst>
                                          <p:attrName>style.visibility</p:attrName>
                                        </p:attrNameLst>
                                      </p:cBhvr>
                                      <p:to>
                                        <p:strVal val="visible"/>
                                      </p:to>
                                    </p:set>
                                  </p:childTnLst>
                                </p:cTn>
                              </p:par>
                            </p:childTnLst>
                          </p:cTn>
                        </p:par>
                      </p:childTnLst>
                    </p:cTn>
                  </p:par>
                  <p:par>
                    <p:cTn id="495" fill="hold">
                      <p:stCondLst>
                        <p:cond delay="indefinite"/>
                      </p:stCondLst>
                      <p:childTnLst>
                        <p:par>
                          <p:cTn id="496" fill="hold">
                            <p:stCondLst>
                              <p:cond delay="0"/>
                            </p:stCondLst>
                            <p:childTnLst>
                              <p:par>
                                <p:cTn id="497" presetID="1" presetClass="entr" presetSubtype="0" fill="hold" nodeType="clickEffect">
                                  <p:stCondLst>
                                    <p:cond delay="0"/>
                                  </p:stCondLst>
                                  <p:childTnLst>
                                    <p:set>
                                      <p:cBhvr>
                                        <p:cTn id="498" dur="1" fill="hold">
                                          <p:stCondLst>
                                            <p:cond delay="0"/>
                                          </p:stCondLst>
                                        </p:cTn>
                                        <p:tgtEl>
                                          <p:spTgt spid="357">
                                            <p:txEl>
                                              <p:pRg st="6" end="6"/>
                                            </p:txEl>
                                          </p:spTgt>
                                        </p:tgtEl>
                                        <p:attrNameLst>
                                          <p:attrName>style.visibility</p:attrName>
                                        </p:attrNameLst>
                                      </p:cBhvr>
                                      <p:to>
                                        <p:strVal val="visible"/>
                                      </p:to>
                                    </p:set>
                                  </p:childTnLst>
                                </p:cTn>
                              </p:par>
                            </p:childTnLst>
                          </p:cTn>
                        </p:par>
                      </p:childTnLst>
                    </p:cTn>
                  </p:par>
                  <p:par>
                    <p:cTn id="499" fill="hold">
                      <p:stCondLst>
                        <p:cond delay="indefinite"/>
                      </p:stCondLst>
                      <p:childTnLst>
                        <p:par>
                          <p:cTn id="500" fill="hold">
                            <p:stCondLst>
                              <p:cond delay="0"/>
                            </p:stCondLst>
                            <p:childTnLst>
                              <p:par>
                                <p:cTn id="501" presetID="1" presetClass="entr" presetSubtype="0" fill="hold" nodeType="clickEffect">
                                  <p:stCondLst>
                                    <p:cond delay="0"/>
                                  </p:stCondLst>
                                  <p:childTnLst>
                                    <p:set>
                                      <p:cBhvr>
                                        <p:cTn id="502" dur="1" fill="hold">
                                          <p:stCondLst>
                                            <p:cond delay="0"/>
                                          </p:stCondLst>
                                        </p:cTn>
                                        <p:tgtEl>
                                          <p:spTgt spid="357">
                                            <p:txEl>
                                              <p:pRg st="7" end="7"/>
                                            </p:txEl>
                                          </p:spTgt>
                                        </p:tgtEl>
                                        <p:attrNameLst>
                                          <p:attrName>style.visibility</p:attrName>
                                        </p:attrNameLst>
                                      </p:cBhvr>
                                      <p:to>
                                        <p:strVal val="visible"/>
                                      </p:to>
                                    </p:set>
                                  </p:childTnLst>
                                </p:cTn>
                              </p:par>
                            </p:childTnLst>
                          </p:cTn>
                        </p:par>
                      </p:childTnLst>
                    </p:cTn>
                  </p:par>
                  <p:par>
                    <p:cTn id="503" fill="hold">
                      <p:stCondLst>
                        <p:cond delay="indefinite"/>
                      </p:stCondLst>
                      <p:childTnLst>
                        <p:par>
                          <p:cTn id="504" fill="hold">
                            <p:stCondLst>
                              <p:cond delay="0"/>
                            </p:stCondLst>
                            <p:childTnLst>
                              <p:par>
                                <p:cTn id="505" presetID="1" presetClass="entr" presetSubtype="0" fill="hold" nodeType="clickEffect">
                                  <p:stCondLst>
                                    <p:cond delay="0"/>
                                  </p:stCondLst>
                                  <p:childTnLst>
                                    <p:set>
                                      <p:cBhvr>
                                        <p:cTn id="506" dur="1" fill="hold">
                                          <p:stCondLst>
                                            <p:cond delay="0"/>
                                          </p:stCondLst>
                                        </p:cTn>
                                        <p:tgtEl>
                                          <p:spTgt spid="357">
                                            <p:txEl>
                                              <p:pRg st="8" end="8"/>
                                            </p:txEl>
                                          </p:spTgt>
                                        </p:tgtEl>
                                        <p:attrNameLst>
                                          <p:attrName>style.visibility</p:attrName>
                                        </p:attrNameLst>
                                      </p:cBhvr>
                                      <p:to>
                                        <p:strVal val="visible"/>
                                      </p:to>
                                    </p:set>
                                  </p:childTnLst>
                                </p:cTn>
                              </p:par>
                            </p:childTnLst>
                          </p:cTn>
                        </p:par>
                      </p:childTnLst>
                    </p:cTn>
                  </p:par>
                  <p:par>
                    <p:cTn id="507" fill="hold">
                      <p:stCondLst>
                        <p:cond delay="indefinite"/>
                      </p:stCondLst>
                      <p:childTnLst>
                        <p:par>
                          <p:cTn id="508" fill="hold">
                            <p:stCondLst>
                              <p:cond delay="0"/>
                            </p:stCondLst>
                            <p:childTnLst>
                              <p:par>
                                <p:cTn id="509" presetID="1" presetClass="entr" presetSubtype="0" fill="hold" nodeType="clickEffect">
                                  <p:stCondLst>
                                    <p:cond delay="0"/>
                                  </p:stCondLst>
                                  <p:childTnLst>
                                    <p:set>
                                      <p:cBhvr>
                                        <p:cTn id="510" dur="1" fill="hold">
                                          <p:stCondLst>
                                            <p:cond delay="0"/>
                                          </p:stCondLst>
                                        </p:cTn>
                                        <p:tgtEl>
                                          <p:spTgt spid="358">
                                            <p:txEl>
                                              <p:pRg st="0" end="0"/>
                                            </p:txEl>
                                          </p:spTgt>
                                        </p:tgtEl>
                                        <p:attrNameLst>
                                          <p:attrName>style.visibility</p:attrName>
                                        </p:attrNameLst>
                                      </p:cBhvr>
                                      <p:to>
                                        <p:strVal val="visible"/>
                                      </p:to>
                                    </p:set>
                                  </p:childTnLst>
                                </p:cTn>
                              </p:par>
                            </p:childTnLst>
                          </p:cTn>
                        </p:par>
                      </p:childTnLst>
                    </p:cTn>
                  </p:par>
                  <p:par>
                    <p:cTn id="511" fill="hold">
                      <p:stCondLst>
                        <p:cond delay="indefinite"/>
                      </p:stCondLst>
                      <p:childTnLst>
                        <p:par>
                          <p:cTn id="512" fill="hold">
                            <p:stCondLst>
                              <p:cond delay="0"/>
                            </p:stCondLst>
                            <p:childTnLst>
                              <p:par>
                                <p:cTn id="513" presetID="1" presetClass="entr" presetSubtype="0" fill="hold" nodeType="clickEffect">
                                  <p:stCondLst>
                                    <p:cond delay="0"/>
                                  </p:stCondLst>
                                  <p:childTnLst>
                                    <p:set>
                                      <p:cBhvr>
                                        <p:cTn id="514" dur="1" fill="hold">
                                          <p:stCondLst>
                                            <p:cond delay="0"/>
                                          </p:stCondLst>
                                        </p:cTn>
                                        <p:tgtEl>
                                          <p:spTgt spid="358">
                                            <p:txEl>
                                              <p:pRg st="1" end="1"/>
                                            </p:txEl>
                                          </p:spTgt>
                                        </p:tgtEl>
                                        <p:attrNameLst>
                                          <p:attrName>style.visibility</p:attrName>
                                        </p:attrNameLst>
                                      </p:cBhvr>
                                      <p:to>
                                        <p:strVal val="visible"/>
                                      </p:to>
                                    </p:set>
                                  </p:childTnLst>
                                </p:cTn>
                              </p:par>
                            </p:childTnLst>
                          </p:cTn>
                        </p:par>
                      </p:childTnLst>
                    </p:cTn>
                  </p:par>
                  <p:par>
                    <p:cTn id="515" fill="hold">
                      <p:stCondLst>
                        <p:cond delay="indefinite"/>
                      </p:stCondLst>
                      <p:childTnLst>
                        <p:par>
                          <p:cTn id="516" fill="hold">
                            <p:stCondLst>
                              <p:cond delay="0"/>
                            </p:stCondLst>
                            <p:childTnLst>
                              <p:par>
                                <p:cTn id="517" presetID="1" presetClass="entr" presetSubtype="0" fill="hold" nodeType="clickEffect">
                                  <p:stCondLst>
                                    <p:cond delay="0"/>
                                  </p:stCondLst>
                                  <p:childTnLst>
                                    <p:set>
                                      <p:cBhvr>
                                        <p:cTn id="518" dur="1" fill="hold">
                                          <p:stCondLst>
                                            <p:cond delay="0"/>
                                          </p:stCondLst>
                                        </p:cTn>
                                        <p:tgtEl>
                                          <p:spTgt spid="358">
                                            <p:txEl>
                                              <p:pRg st="2" end="2"/>
                                            </p:txEl>
                                          </p:spTgt>
                                        </p:tgtEl>
                                        <p:attrNameLst>
                                          <p:attrName>style.visibility</p:attrName>
                                        </p:attrNameLst>
                                      </p:cBhvr>
                                      <p:to>
                                        <p:strVal val="visible"/>
                                      </p:to>
                                    </p:set>
                                  </p:childTnLst>
                                </p:cTn>
                              </p:par>
                            </p:childTnLst>
                          </p:cTn>
                        </p:par>
                      </p:childTnLst>
                    </p:cTn>
                  </p:par>
                  <p:par>
                    <p:cTn id="519" fill="hold">
                      <p:stCondLst>
                        <p:cond delay="indefinite"/>
                      </p:stCondLst>
                      <p:childTnLst>
                        <p:par>
                          <p:cTn id="520" fill="hold">
                            <p:stCondLst>
                              <p:cond delay="0"/>
                            </p:stCondLst>
                            <p:childTnLst>
                              <p:par>
                                <p:cTn id="521" presetID="1" presetClass="entr" presetSubtype="0" fill="hold" nodeType="clickEffect">
                                  <p:stCondLst>
                                    <p:cond delay="0"/>
                                  </p:stCondLst>
                                  <p:childTnLst>
                                    <p:set>
                                      <p:cBhvr>
                                        <p:cTn id="522" dur="1" fill="hold">
                                          <p:stCondLst>
                                            <p:cond delay="0"/>
                                          </p:stCondLst>
                                        </p:cTn>
                                        <p:tgtEl>
                                          <p:spTgt spid="358">
                                            <p:txEl>
                                              <p:pRg st="3" end="3"/>
                                            </p:txEl>
                                          </p:spTgt>
                                        </p:tgtEl>
                                        <p:attrNameLst>
                                          <p:attrName>style.visibility</p:attrName>
                                        </p:attrNameLst>
                                      </p:cBhvr>
                                      <p:to>
                                        <p:strVal val="visible"/>
                                      </p:to>
                                    </p:set>
                                  </p:childTnLst>
                                </p:cTn>
                              </p:par>
                            </p:childTnLst>
                          </p:cTn>
                        </p:par>
                      </p:childTnLst>
                    </p:cTn>
                  </p:par>
                  <p:par>
                    <p:cTn id="523" fill="hold">
                      <p:stCondLst>
                        <p:cond delay="indefinite"/>
                      </p:stCondLst>
                      <p:childTnLst>
                        <p:par>
                          <p:cTn id="524" fill="hold">
                            <p:stCondLst>
                              <p:cond delay="0"/>
                            </p:stCondLst>
                            <p:childTnLst>
                              <p:par>
                                <p:cTn id="525" presetID="1" presetClass="entr" presetSubtype="0" fill="hold" nodeType="clickEffect">
                                  <p:stCondLst>
                                    <p:cond delay="0"/>
                                  </p:stCondLst>
                                  <p:childTnLst>
                                    <p:set>
                                      <p:cBhvr>
                                        <p:cTn id="526" dur="1" fill="hold">
                                          <p:stCondLst>
                                            <p:cond delay="0"/>
                                          </p:stCondLst>
                                        </p:cTn>
                                        <p:tgtEl>
                                          <p:spTgt spid="358">
                                            <p:txEl>
                                              <p:pRg st="4" end="4"/>
                                            </p:txEl>
                                          </p:spTgt>
                                        </p:tgtEl>
                                        <p:attrNameLst>
                                          <p:attrName>style.visibility</p:attrName>
                                        </p:attrNameLst>
                                      </p:cBhvr>
                                      <p:to>
                                        <p:strVal val="visible"/>
                                      </p:to>
                                    </p:set>
                                  </p:childTnLst>
                                </p:cTn>
                              </p:par>
                            </p:childTnLst>
                          </p:cTn>
                        </p:par>
                      </p:childTnLst>
                    </p:cTn>
                  </p:par>
                  <p:par>
                    <p:cTn id="527" fill="hold">
                      <p:stCondLst>
                        <p:cond delay="indefinite"/>
                      </p:stCondLst>
                      <p:childTnLst>
                        <p:par>
                          <p:cTn id="528" fill="hold">
                            <p:stCondLst>
                              <p:cond delay="0"/>
                            </p:stCondLst>
                            <p:childTnLst>
                              <p:par>
                                <p:cTn id="529" presetID="1" presetClass="entr" presetSubtype="0" fill="hold" nodeType="clickEffect">
                                  <p:stCondLst>
                                    <p:cond delay="0"/>
                                  </p:stCondLst>
                                  <p:childTnLst>
                                    <p:set>
                                      <p:cBhvr>
                                        <p:cTn id="530" dur="1" fill="hold">
                                          <p:stCondLst>
                                            <p:cond delay="0"/>
                                          </p:stCondLst>
                                        </p:cTn>
                                        <p:tgtEl>
                                          <p:spTgt spid="358">
                                            <p:txEl>
                                              <p:pRg st="5" end="5"/>
                                            </p:txEl>
                                          </p:spTgt>
                                        </p:tgtEl>
                                        <p:attrNameLst>
                                          <p:attrName>style.visibility</p:attrName>
                                        </p:attrNameLst>
                                      </p:cBhvr>
                                      <p:to>
                                        <p:strVal val="visible"/>
                                      </p:to>
                                    </p:set>
                                  </p:childTnLst>
                                </p:cTn>
                              </p:par>
                            </p:childTnLst>
                          </p:cTn>
                        </p:par>
                      </p:childTnLst>
                    </p:cTn>
                  </p:par>
                  <p:par>
                    <p:cTn id="531" fill="hold">
                      <p:stCondLst>
                        <p:cond delay="indefinite"/>
                      </p:stCondLst>
                      <p:childTnLst>
                        <p:par>
                          <p:cTn id="532" fill="hold">
                            <p:stCondLst>
                              <p:cond delay="0"/>
                            </p:stCondLst>
                            <p:childTnLst>
                              <p:par>
                                <p:cTn id="533" presetID="1" presetClass="entr" presetSubtype="0" fill="hold" nodeType="clickEffect">
                                  <p:stCondLst>
                                    <p:cond delay="0"/>
                                  </p:stCondLst>
                                  <p:childTnLst>
                                    <p:set>
                                      <p:cBhvr>
                                        <p:cTn id="534" dur="1" fill="hold">
                                          <p:stCondLst>
                                            <p:cond delay="0"/>
                                          </p:stCondLst>
                                        </p:cTn>
                                        <p:tgtEl>
                                          <p:spTgt spid="358">
                                            <p:txEl>
                                              <p:pRg st="6" end="6"/>
                                            </p:txEl>
                                          </p:spTgt>
                                        </p:tgtEl>
                                        <p:attrNameLst>
                                          <p:attrName>style.visibility</p:attrName>
                                        </p:attrNameLst>
                                      </p:cBhvr>
                                      <p:to>
                                        <p:strVal val="visible"/>
                                      </p:to>
                                    </p:set>
                                  </p:childTnLst>
                                </p:cTn>
                              </p:par>
                            </p:childTnLst>
                          </p:cTn>
                        </p:par>
                      </p:childTnLst>
                    </p:cTn>
                  </p:par>
                  <p:par>
                    <p:cTn id="535" fill="hold">
                      <p:stCondLst>
                        <p:cond delay="indefinite"/>
                      </p:stCondLst>
                      <p:childTnLst>
                        <p:par>
                          <p:cTn id="536" fill="hold">
                            <p:stCondLst>
                              <p:cond delay="0"/>
                            </p:stCondLst>
                            <p:childTnLst>
                              <p:par>
                                <p:cTn id="537" presetID="1" presetClass="entr" presetSubtype="0" fill="hold" nodeType="clickEffect">
                                  <p:stCondLst>
                                    <p:cond delay="0"/>
                                  </p:stCondLst>
                                  <p:childTnLst>
                                    <p:set>
                                      <p:cBhvr>
                                        <p:cTn id="538" dur="1" fill="hold">
                                          <p:stCondLst>
                                            <p:cond delay="0"/>
                                          </p:stCondLst>
                                        </p:cTn>
                                        <p:tgtEl>
                                          <p:spTgt spid="358">
                                            <p:txEl>
                                              <p:pRg st="7" end="7"/>
                                            </p:txEl>
                                          </p:spTgt>
                                        </p:tgtEl>
                                        <p:attrNameLst>
                                          <p:attrName>style.visibility</p:attrName>
                                        </p:attrNameLst>
                                      </p:cBhvr>
                                      <p:to>
                                        <p:strVal val="visible"/>
                                      </p:to>
                                    </p:set>
                                  </p:childTnLst>
                                </p:cTn>
                              </p:par>
                            </p:childTnLst>
                          </p:cTn>
                        </p:par>
                      </p:childTnLst>
                    </p:cTn>
                  </p:par>
                  <p:par>
                    <p:cTn id="539" fill="hold">
                      <p:stCondLst>
                        <p:cond delay="indefinite"/>
                      </p:stCondLst>
                      <p:childTnLst>
                        <p:par>
                          <p:cTn id="540" fill="hold">
                            <p:stCondLst>
                              <p:cond delay="0"/>
                            </p:stCondLst>
                            <p:childTnLst>
                              <p:par>
                                <p:cTn id="541" presetID="1" presetClass="entr" presetSubtype="0" fill="hold" nodeType="clickEffect">
                                  <p:stCondLst>
                                    <p:cond delay="0"/>
                                  </p:stCondLst>
                                  <p:childTnLst>
                                    <p:set>
                                      <p:cBhvr>
                                        <p:cTn id="542" dur="1" fill="hold">
                                          <p:stCondLst>
                                            <p:cond delay="0"/>
                                          </p:stCondLst>
                                        </p:cTn>
                                        <p:tgtEl>
                                          <p:spTgt spid="358">
                                            <p:txEl>
                                              <p:pRg st="8" end="8"/>
                                            </p:txEl>
                                          </p:spTgt>
                                        </p:tgtEl>
                                        <p:attrNameLst>
                                          <p:attrName>style.visibility</p:attrName>
                                        </p:attrNameLst>
                                      </p:cBhvr>
                                      <p:to>
                                        <p:strVal val="visible"/>
                                      </p:to>
                                    </p:set>
                                  </p:childTnLst>
                                </p:cTn>
                              </p:par>
                            </p:childTnLst>
                          </p:cTn>
                        </p:par>
                      </p:childTnLst>
                    </p:cTn>
                  </p:par>
                  <p:par>
                    <p:cTn id="543" fill="hold">
                      <p:stCondLst>
                        <p:cond delay="indefinite"/>
                      </p:stCondLst>
                      <p:childTnLst>
                        <p:par>
                          <p:cTn id="544" fill="hold">
                            <p:stCondLst>
                              <p:cond delay="0"/>
                            </p:stCondLst>
                            <p:childTnLst>
                              <p:par>
                                <p:cTn id="545" presetID="1" presetClass="entr" presetSubtype="0" fill="hold" nodeType="clickEffect">
                                  <p:stCondLst>
                                    <p:cond delay="0"/>
                                  </p:stCondLst>
                                  <p:childTnLst>
                                    <p:set>
                                      <p:cBhvr>
                                        <p:cTn id="546" dur="1" fill="hold">
                                          <p:stCondLst>
                                            <p:cond delay="0"/>
                                          </p:stCondLst>
                                        </p:cTn>
                                        <p:tgtEl>
                                          <p:spTgt spid="359">
                                            <p:txEl>
                                              <p:pRg st="0" end="0"/>
                                            </p:txEl>
                                          </p:spTgt>
                                        </p:tgtEl>
                                        <p:attrNameLst>
                                          <p:attrName>style.visibility</p:attrName>
                                        </p:attrNameLst>
                                      </p:cBhvr>
                                      <p:to>
                                        <p:strVal val="visible"/>
                                      </p:to>
                                    </p:set>
                                  </p:childTnLst>
                                </p:cTn>
                              </p:par>
                            </p:childTnLst>
                          </p:cTn>
                        </p:par>
                      </p:childTnLst>
                    </p:cTn>
                  </p:par>
                  <p:par>
                    <p:cTn id="547" fill="hold">
                      <p:stCondLst>
                        <p:cond delay="indefinite"/>
                      </p:stCondLst>
                      <p:childTnLst>
                        <p:par>
                          <p:cTn id="548" fill="hold">
                            <p:stCondLst>
                              <p:cond delay="0"/>
                            </p:stCondLst>
                            <p:childTnLst>
                              <p:par>
                                <p:cTn id="549" presetID="1" presetClass="entr" presetSubtype="0" fill="hold" nodeType="clickEffect">
                                  <p:stCondLst>
                                    <p:cond delay="0"/>
                                  </p:stCondLst>
                                  <p:childTnLst>
                                    <p:set>
                                      <p:cBhvr>
                                        <p:cTn id="550" dur="1" fill="hold">
                                          <p:stCondLst>
                                            <p:cond delay="0"/>
                                          </p:stCondLst>
                                        </p:cTn>
                                        <p:tgtEl>
                                          <p:spTgt spid="359">
                                            <p:txEl>
                                              <p:pRg st="1" end="1"/>
                                            </p:txEl>
                                          </p:spTgt>
                                        </p:tgtEl>
                                        <p:attrNameLst>
                                          <p:attrName>style.visibility</p:attrName>
                                        </p:attrNameLst>
                                      </p:cBhvr>
                                      <p:to>
                                        <p:strVal val="visible"/>
                                      </p:to>
                                    </p:set>
                                  </p:childTnLst>
                                </p:cTn>
                              </p:par>
                            </p:childTnLst>
                          </p:cTn>
                        </p:par>
                      </p:childTnLst>
                    </p:cTn>
                  </p:par>
                  <p:par>
                    <p:cTn id="551" fill="hold">
                      <p:stCondLst>
                        <p:cond delay="indefinite"/>
                      </p:stCondLst>
                      <p:childTnLst>
                        <p:par>
                          <p:cTn id="552" fill="hold">
                            <p:stCondLst>
                              <p:cond delay="0"/>
                            </p:stCondLst>
                            <p:childTnLst>
                              <p:par>
                                <p:cTn id="553" presetID="1" presetClass="entr" presetSubtype="0" fill="hold" nodeType="clickEffect">
                                  <p:stCondLst>
                                    <p:cond delay="0"/>
                                  </p:stCondLst>
                                  <p:childTnLst>
                                    <p:set>
                                      <p:cBhvr>
                                        <p:cTn id="554" dur="1" fill="hold">
                                          <p:stCondLst>
                                            <p:cond delay="0"/>
                                          </p:stCondLst>
                                        </p:cTn>
                                        <p:tgtEl>
                                          <p:spTgt spid="359">
                                            <p:txEl>
                                              <p:pRg st="2" end="2"/>
                                            </p:txEl>
                                          </p:spTgt>
                                        </p:tgtEl>
                                        <p:attrNameLst>
                                          <p:attrName>style.visibility</p:attrName>
                                        </p:attrNameLst>
                                      </p:cBhvr>
                                      <p:to>
                                        <p:strVal val="visible"/>
                                      </p:to>
                                    </p:set>
                                  </p:childTnLst>
                                </p:cTn>
                              </p:par>
                            </p:childTnLst>
                          </p:cTn>
                        </p:par>
                      </p:childTnLst>
                    </p:cTn>
                  </p:par>
                  <p:par>
                    <p:cTn id="555" fill="hold">
                      <p:stCondLst>
                        <p:cond delay="indefinite"/>
                      </p:stCondLst>
                      <p:childTnLst>
                        <p:par>
                          <p:cTn id="556" fill="hold">
                            <p:stCondLst>
                              <p:cond delay="0"/>
                            </p:stCondLst>
                            <p:childTnLst>
                              <p:par>
                                <p:cTn id="557" presetID="1" presetClass="entr" presetSubtype="0" fill="hold" nodeType="clickEffect">
                                  <p:stCondLst>
                                    <p:cond delay="0"/>
                                  </p:stCondLst>
                                  <p:childTnLst>
                                    <p:set>
                                      <p:cBhvr>
                                        <p:cTn id="558" dur="1" fill="hold">
                                          <p:stCondLst>
                                            <p:cond delay="0"/>
                                          </p:stCondLst>
                                        </p:cTn>
                                        <p:tgtEl>
                                          <p:spTgt spid="359">
                                            <p:txEl>
                                              <p:pRg st="3" end="3"/>
                                            </p:txEl>
                                          </p:spTgt>
                                        </p:tgtEl>
                                        <p:attrNameLst>
                                          <p:attrName>style.visibility</p:attrName>
                                        </p:attrNameLst>
                                      </p:cBhvr>
                                      <p:to>
                                        <p:strVal val="visible"/>
                                      </p:to>
                                    </p:set>
                                  </p:childTnLst>
                                </p:cTn>
                              </p:par>
                            </p:childTnLst>
                          </p:cTn>
                        </p:par>
                      </p:childTnLst>
                    </p:cTn>
                  </p:par>
                  <p:par>
                    <p:cTn id="559" fill="hold">
                      <p:stCondLst>
                        <p:cond delay="indefinite"/>
                      </p:stCondLst>
                      <p:childTnLst>
                        <p:par>
                          <p:cTn id="560" fill="hold">
                            <p:stCondLst>
                              <p:cond delay="0"/>
                            </p:stCondLst>
                            <p:childTnLst>
                              <p:par>
                                <p:cTn id="561" presetID="1" presetClass="entr" presetSubtype="0" fill="hold" nodeType="clickEffect">
                                  <p:stCondLst>
                                    <p:cond delay="0"/>
                                  </p:stCondLst>
                                  <p:childTnLst>
                                    <p:set>
                                      <p:cBhvr>
                                        <p:cTn id="562" dur="1" fill="hold">
                                          <p:stCondLst>
                                            <p:cond delay="0"/>
                                          </p:stCondLst>
                                        </p:cTn>
                                        <p:tgtEl>
                                          <p:spTgt spid="359">
                                            <p:txEl>
                                              <p:pRg st="4" end="4"/>
                                            </p:txEl>
                                          </p:spTgt>
                                        </p:tgtEl>
                                        <p:attrNameLst>
                                          <p:attrName>style.visibility</p:attrName>
                                        </p:attrNameLst>
                                      </p:cBhvr>
                                      <p:to>
                                        <p:strVal val="visible"/>
                                      </p:to>
                                    </p:set>
                                  </p:childTnLst>
                                </p:cTn>
                              </p:par>
                            </p:childTnLst>
                          </p:cTn>
                        </p:par>
                      </p:childTnLst>
                    </p:cTn>
                  </p:par>
                  <p:par>
                    <p:cTn id="563" fill="hold">
                      <p:stCondLst>
                        <p:cond delay="indefinite"/>
                      </p:stCondLst>
                      <p:childTnLst>
                        <p:par>
                          <p:cTn id="564" fill="hold">
                            <p:stCondLst>
                              <p:cond delay="0"/>
                            </p:stCondLst>
                            <p:childTnLst>
                              <p:par>
                                <p:cTn id="565" presetID="1" presetClass="entr" presetSubtype="0" fill="hold" nodeType="clickEffect">
                                  <p:stCondLst>
                                    <p:cond delay="0"/>
                                  </p:stCondLst>
                                  <p:childTnLst>
                                    <p:set>
                                      <p:cBhvr>
                                        <p:cTn id="566" dur="1" fill="hold">
                                          <p:stCondLst>
                                            <p:cond delay="0"/>
                                          </p:stCondLst>
                                        </p:cTn>
                                        <p:tgtEl>
                                          <p:spTgt spid="359">
                                            <p:txEl>
                                              <p:pRg st="5" end="5"/>
                                            </p:txEl>
                                          </p:spTgt>
                                        </p:tgtEl>
                                        <p:attrNameLst>
                                          <p:attrName>style.visibility</p:attrName>
                                        </p:attrNameLst>
                                      </p:cBhvr>
                                      <p:to>
                                        <p:strVal val="visible"/>
                                      </p:to>
                                    </p:set>
                                  </p:childTnLst>
                                </p:cTn>
                              </p:par>
                            </p:childTnLst>
                          </p:cTn>
                        </p:par>
                      </p:childTnLst>
                    </p:cTn>
                  </p:par>
                  <p:par>
                    <p:cTn id="567" fill="hold">
                      <p:stCondLst>
                        <p:cond delay="indefinite"/>
                      </p:stCondLst>
                      <p:childTnLst>
                        <p:par>
                          <p:cTn id="568" fill="hold">
                            <p:stCondLst>
                              <p:cond delay="0"/>
                            </p:stCondLst>
                            <p:childTnLst>
                              <p:par>
                                <p:cTn id="569" presetID="1" presetClass="entr" presetSubtype="0" fill="hold" nodeType="clickEffect">
                                  <p:stCondLst>
                                    <p:cond delay="0"/>
                                  </p:stCondLst>
                                  <p:childTnLst>
                                    <p:set>
                                      <p:cBhvr>
                                        <p:cTn id="570" dur="1" fill="hold">
                                          <p:stCondLst>
                                            <p:cond delay="0"/>
                                          </p:stCondLst>
                                        </p:cTn>
                                        <p:tgtEl>
                                          <p:spTgt spid="359">
                                            <p:txEl>
                                              <p:pRg st="6" end="6"/>
                                            </p:txEl>
                                          </p:spTgt>
                                        </p:tgtEl>
                                        <p:attrNameLst>
                                          <p:attrName>style.visibility</p:attrName>
                                        </p:attrNameLst>
                                      </p:cBhvr>
                                      <p:to>
                                        <p:strVal val="visible"/>
                                      </p:to>
                                    </p:set>
                                  </p:childTnLst>
                                </p:cTn>
                              </p:par>
                            </p:childTnLst>
                          </p:cTn>
                        </p:par>
                      </p:childTnLst>
                    </p:cTn>
                  </p:par>
                  <p:par>
                    <p:cTn id="571" fill="hold">
                      <p:stCondLst>
                        <p:cond delay="indefinite"/>
                      </p:stCondLst>
                      <p:childTnLst>
                        <p:par>
                          <p:cTn id="572" fill="hold">
                            <p:stCondLst>
                              <p:cond delay="0"/>
                            </p:stCondLst>
                            <p:childTnLst>
                              <p:par>
                                <p:cTn id="573" presetID="1" presetClass="entr" presetSubtype="0" fill="hold" nodeType="clickEffect">
                                  <p:stCondLst>
                                    <p:cond delay="0"/>
                                  </p:stCondLst>
                                  <p:childTnLst>
                                    <p:set>
                                      <p:cBhvr>
                                        <p:cTn id="574" dur="1" fill="hold">
                                          <p:stCondLst>
                                            <p:cond delay="0"/>
                                          </p:stCondLst>
                                        </p:cTn>
                                        <p:tgtEl>
                                          <p:spTgt spid="359">
                                            <p:txEl>
                                              <p:pRg st="7" end="7"/>
                                            </p:txEl>
                                          </p:spTgt>
                                        </p:tgtEl>
                                        <p:attrNameLst>
                                          <p:attrName>style.visibility</p:attrName>
                                        </p:attrNameLst>
                                      </p:cBhvr>
                                      <p:to>
                                        <p:strVal val="visible"/>
                                      </p:to>
                                    </p:set>
                                  </p:childTnLst>
                                </p:cTn>
                              </p:par>
                            </p:childTnLst>
                          </p:cTn>
                        </p:par>
                      </p:childTnLst>
                    </p:cTn>
                  </p:par>
                  <p:par>
                    <p:cTn id="575" fill="hold">
                      <p:stCondLst>
                        <p:cond delay="indefinite"/>
                      </p:stCondLst>
                      <p:childTnLst>
                        <p:par>
                          <p:cTn id="576" fill="hold">
                            <p:stCondLst>
                              <p:cond delay="0"/>
                            </p:stCondLst>
                            <p:childTnLst>
                              <p:par>
                                <p:cTn id="577" presetID="1" presetClass="entr" presetSubtype="0" fill="hold" nodeType="clickEffect">
                                  <p:stCondLst>
                                    <p:cond delay="0"/>
                                  </p:stCondLst>
                                  <p:childTnLst>
                                    <p:set>
                                      <p:cBhvr>
                                        <p:cTn id="578" dur="1" fill="hold">
                                          <p:stCondLst>
                                            <p:cond delay="0"/>
                                          </p:stCondLst>
                                        </p:cTn>
                                        <p:tgtEl>
                                          <p:spTgt spid="359">
                                            <p:txEl>
                                              <p:pRg st="8" end="8"/>
                                            </p:txEl>
                                          </p:spTgt>
                                        </p:tgtEl>
                                        <p:attrNameLst>
                                          <p:attrName>style.visibility</p:attrName>
                                        </p:attrNameLst>
                                      </p:cBhvr>
                                      <p:to>
                                        <p:strVal val="visible"/>
                                      </p:to>
                                    </p:set>
                                  </p:childTnLst>
                                </p:cTn>
                              </p:par>
                            </p:childTnLst>
                          </p:cTn>
                        </p:par>
                      </p:childTnLst>
                    </p:cTn>
                  </p:par>
                  <p:par>
                    <p:cTn id="579" fill="hold">
                      <p:stCondLst>
                        <p:cond delay="indefinite"/>
                      </p:stCondLst>
                      <p:childTnLst>
                        <p:par>
                          <p:cTn id="580" fill="hold">
                            <p:stCondLst>
                              <p:cond delay="0"/>
                            </p:stCondLst>
                            <p:childTnLst>
                              <p:par>
                                <p:cTn id="581" presetID="1" presetClass="entr" presetSubtype="0" fill="hold" nodeType="clickEffect">
                                  <p:stCondLst>
                                    <p:cond delay="0"/>
                                  </p:stCondLst>
                                  <p:childTnLst>
                                    <p:set>
                                      <p:cBhvr>
                                        <p:cTn id="582" dur="1" fill="hold">
                                          <p:stCondLst>
                                            <p:cond delay="0"/>
                                          </p:stCondLst>
                                        </p:cTn>
                                        <p:tgtEl>
                                          <p:spTgt spid="360">
                                            <p:txEl>
                                              <p:pRg st="0" end="0"/>
                                            </p:txEl>
                                          </p:spTgt>
                                        </p:tgtEl>
                                        <p:attrNameLst>
                                          <p:attrName>style.visibility</p:attrName>
                                        </p:attrNameLst>
                                      </p:cBhvr>
                                      <p:to>
                                        <p:strVal val="visible"/>
                                      </p:to>
                                    </p:set>
                                  </p:childTnLst>
                                </p:cTn>
                              </p:par>
                            </p:childTnLst>
                          </p:cTn>
                        </p:par>
                      </p:childTnLst>
                    </p:cTn>
                  </p:par>
                  <p:par>
                    <p:cTn id="583" fill="hold">
                      <p:stCondLst>
                        <p:cond delay="indefinite"/>
                      </p:stCondLst>
                      <p:childTnLst>
                        <p:par>
                          <p:cTn id="584" fill="hold">
                            <p:stCondLst>
                              <p:cond delay="0"/>
                            </p:stCondLst>
                            <p:childTnLst>
                              <p:par>
                                <p:cTn id="585" presetID="1" presetClass="entr" presetSubtype="0" fill="hold" nodeType="clickEffect">
                                  <p:stCondLst>
                                    <p:cond delay="0"/>
                                  </p:stCondLst>
                                  <p:childTnLst>
                                    <p:set>
                                      <p:cBhvr>
                                        <p:cTn id="586" dur="1" fill="hold">
                                          <p:stCondLst>
                                            <p:cond delay="0"/>
                                          </p:stCondLst>
                                        </p:cTn>
                                        <p:tgtEl>
                                          <p:spTgt spid="360">
                                            <p:txEl>
                                              <p:pRg st="1" end="1"/>
                                            </p:txEl>
                                          </p:spTgt>
                                        </p:tgtEl>
                                        <p:attrNameLst>
                                          <p:attrName>style.visibility</p:attrName>
                                        </p:attrNameLst>
                                      </p:cBhvr>
                                      <p:to>
                                        <p:strVal val="visible"/>
                                      </p:to>
                                    </p:set>
                                  </p:childTnLst>
                                </p:cTn>
                              </p:par>
                            </p:childTnLst>
                          </p:cTn>
                        </p:par>
                      </p:childTnLst>
                    </p:cTn>
                  </p:par>
                  <p:par>
                    <p:cTn id="587" fill="hold">
                      <p:stCondLst>
                        <p:cond delay="indefinite"/>
                      </p:stCondLst>
                      <p:childTnLst>
                        <p:par>
                          <p:cTn id="588" fill="hold">
                            <p:stCondLst>
                              <p:cond delay="0"/>
                            </p:stCondLst>
                            <p:childTnLst>
                              <p:par>
                                <p:cTn id="589" presetID="1" presetClass="entr" presetSubtype="0" fill="hold" nodeType="clickEffect">
                                  <p:stCondLst>
                                    <p:cond delay="0"/>
                                  </p:stCondLst>
                                  <p:childTnLst>
                                    <p:set>
                                      <p:cBhvr>
                                        <p:cTn id="590" dur="1" fill="hold">
                                          <p:stCondLst>
                                            <p:cond delay="0"/>
                                          </p:stCondLst>
                                        </p:cTn>
                                        <p:tgtEl>
                                          <p:spTgt spid="360">
                                            <p:txEl>
                                              <p:pRg st="2" end="2"/>
                                            </p:txEl>
                                          </p:spTgt>
                                        </p:tgtEl>
                                        <p:attrNameLst>
                                          <p:attrName>style.visibility</p:attrName>
                                        </p:attrNameLst>
                                      </p:cBhvr>
                                      <p:to>
                                        <p:strVal val="visible"/>
                                      </p:to>
                                    </p:set>
                                  </p:childTnLst>
                                </p:cTn>
                              </p:par>
                            </p:childTnLst>
                          </p:cTn>
                        </p:par>
                      </p:childTnLst>
                    </p:cTn>
                  </p:par>
                  <p:par>
                    <p:cTn id="591" fill="hold">
                      <p:stCondLst>
                        <p:cond delay="indefinite"/>
                      </p:stCondLst>
                      <p:childTnLst>
                        <p:par>
                          <p:cTn id="592" fill="hold">
                            <p:stCondLst>
                              <p:cond delay="0"/>
                            </p:stCondLst>
                            <p:childTnLst>
                              <p:par>
                                <p:cTn id="593" presetID="1" presetClass="entr" presetSubtype="0" fill="hold" nodeType="clickEffect">
                                  <p:stCondLst>
                                    <p:cond delay="0"/>
                                  </p:stCondLst>
                                  <p:childTnLst>
                                    <p:set>
                                      <p:cBhvr>
                                        <p:cTn id="594" dur="1" fill="hold">
                                          <p:stCondLst>
                                            <p:cond delay="0"/>
                                          </p:stCondLst>
                                        </p:cTn>
                                        <p:tgtEl>
                                          <p:spTgt spid="360">
                                            <p:txEl>
                                              <p:pRg st="3" end="3"/>
                                            </p:txEl>
                                          </p:spTgt>
                                        </p:tgtEl>
                                        <p:attrNameLst>
                                          <p:attrName>style.visibility</p:attrName>
                                        </p:attrNameLst>
                                      </p:cBhvr>
                                      <p:to>
                                        <p:strVal val="visible"/>
                                      </p:to>
                                    </p:set>
                                  </p:childTnLst>
                                </p:cTn>
                              </p:par>
                            </p:childTnLst>
                          </p:cTn>
                        </p:par>
                      </p:childTnLst>
                    </p:cTn>
                  </p:par>
                  <p:par>
                    <p:cTn id="595" fill="hold">
                      <p:stCondLst>
                        <p:cond delay="indefinite"/>
                      </p:stCondLst>
                      <p:childTnLst>
                        <p:par>
                          <p:cTn id="596" fill="hold">
                            <p:stCondLst>
                              <p:cond delay="0"/>
                            </p:stCondLst>
                            <p:childTnLst>
                              <p:par>
                                <p:cTn id="597" presetID="1" presetClass="entr" presetSubtype="0" fill="hold" nodeType="clickEffect">
                                  <p:stCondLst>
                                    <p:cond delay="0"/>
                                  </p:stCondLst>
                                  <p:childTnLst>
                                    <p:set>
                                      <p:cBhvr>
                                        <p:cTn id="598" dur="1" fill="hold">
                                          <p:stCondLst>
                                            <p:cond delay="0"/>
                                          </p:stCondLst>
                                        </p:cTn>
                                        <p:tgtEl>
                                          <p:spTgt spid="360">
                                            <p:txEl>
                                              <p:pRg st="4" end="4"/>
                                            </p:txEl>
                                          </p:spTgt>
                                        </p:tgtEl>
                                        <p:attrNameLst>
                                          <p:attrName>style.visibility</p:attrName>
                                        </p:attrNameLst>
                                      </p:cBhvr>
                                      <p:to>
                                        <p:strVal val="visible"/>
                                      </p:to>
                                    </p:set>
                                  </p:childTnLst>
                                </p:cTn>
                              </p:par>
                            </p:childTnLst>
                          </p:cTn>
                        </p:par>
                      </p:childTnLst>
                    </p:cTn>
                  </p:par>
                  <p:par>
                    <p:cTn id="599" fill="hold">
                      <p:stCondLst>
                        <p:cond delay="indefinite"/>
                      </p:stCondLst>
                      <p:childTnLst>
                        <p:par>
                          <p:cTn id="600" fill="hold">
                            <p:stCondLst>
                              <p:cond delay="0"/>
                            </p:stCondLst>
                            <p:childTnLst>
                              <p:par>
                                <p:cTn id="601" presetID="1" presetClass="entr" presetSubtype="0" fill="hold" nodeType="clickEffect">
                                  <p:stCondLst>
                                    <p:cond delay="0"/>
                                  </p:stCondLst>
                                  <p:childTnLst>
                                    <p:set>
                                      <p:cBhvr>
                                        <p:cTn id="602" dur="1" fill="hold">
                                          <p:stCondLst>
                                            <p:cond delay="0"/>
                                          </p:stCondLst>
                                        </p:cTn>
                                        <p:tgtEl>
                                          <p:spTgt spid="360">
                                            <p:txEl>
                                              <p:pRg st="5" end="5"/>
                                            </p:txEl>
                                          </p:spTgt>
                                        </p:tgtEl>
                                        <p:attrNameLst>
                                          <p:attrName>style.visibility</p:attrName>
                                        </p:attrNameLst>
                                      </p:cBhvr>
                                      <p:to>
                                        <p:strVal val="visible"/>
                                      </p:to>
                                    </p:set>
                                  </p:childTnLst>
                                </p:cTn>
                              </p:par>
                            </p:childTnLst>
                          </p:cTn>
                        </p:par>
                      </p:childTnLst>
                    </p:cTn>
                  </p:par>
                  <p:par>
                    <p:cTn id="603" fill="hold">
                      <p:stCondLst>
                        <p:cond delay="indefinite"/>
                      </p:stCondLst>
                      <p:childTnLst>
                        <p:par>
                          <p:cTn id="604" fill="hold">
                            <p:stCondLst>
                              <p:cond delay="0"/>
                            </p:stCondLst>
                            <p:childTnLst>
                              <p:par>
                                <p:cTn id="605" presetID="1" presetClass="entr" presetSubtype="0" fill="hold" nodeType="clickEffect">
                                  <p:stCondLst>
                                    <p:cond delay="0"/>
                                  </p:stCondLst>
                                  <p:childTnLst>
                                    <p:set>
                                      <p:cBhvr>
                                        <p:cTn id="606" dur="1" fill="hold">
                                          <p:stCondLst>
                                            <p:cond delay="0"/>
                                          </p:stCondLst>
                                        </p:cTn>
                                        <p:tgtEl>
                                          <p:spTgt spid="360">
                                            <p:txEl>
                                              <p:pRg st="6" end="6"/>
                                            </p:txEl>
                                          </p:spTgt>
                                        </p:tgtEl>
                                        <p:attrNameLst>
                                          <p:attrName>style.visibility</p:attrName>
                                        </p:attrNameLst>
                                      </p:cBhvr>
                                      <p:to>
                                        <p:strVal val="visible"/>
                                      </p:to>
                                    </p:set>
                                  </p:childTnLst>
                                </p:cTn>
                              </p:par>
                            </p:childTnLst>
                          </p:cTn>
                        </p:par>
                      </p:childTnLst>
                    </p:cTn>
                  </p:par>
                  <p:par>
                    <p:cTn id="607" fill="hold">
                      <p:stCondLst>
                        <p:cond delay="indefinite"/>
                      </p:stCondLst>
                      <p:childTnLst>
                        <p:par>
                          <p:cTn id="608" fill="hold">
                            <p:stCondLst>
                              <p:cond delay="0"/>
                            </p:stCondLst>
                            <p:childTnLst>
                              <p:par>
                                <p:cTn id="609" presetID="1" presetClass="entr" presetSubtype="0" fill="hold" nodeType="clickEffect">
                                  <p:stCondLst>
                                    <p:cond delay="0"/>
                                  </p:stCondLst>
                                  <p:childTnLst>
                                    <p:set>
                                      <p:cBhvr>
                                        <p:cTn id="610" dur="1" fill="hold">
                                          <p:stCondLst>
                                            <p:cond delay="0"/>
                                          </p:stCondLst>
                                        </p:cTn>
                                        <p:tgtEl>
                                          <p:spTgt spid="360">
                                            <p:txEl>
                                              <p:pRg st="7" end="7"/>
                                            </p:txEl>
                                          </p:spTgt>
                                        </p:tgtEl>
                                        <p:attrNameLst>
                                          <p:attrName>style.visibility</p:attrName>
                                        </p:attrNameLst>
                                      </p:cBhvr>
                                      <p:to>
                                        <p:strVal val="visible"/>
                                      </p:to>
                                    </p:set>
                                  </p:childTnLst>
                                </p:cTn>
                              </p:par>
                            </p:childTnLst>
                          </p:cTn>
                        </p:par>
                      </p:childTnLst>
                    </p:cTn>
                  </p:par>
                  <p:par>
                    <p:cTn id="611" fill="hold">
                      <p:stCondLst>
                        <p:cond delay="indefinite"/>
                      </p:stCondLst>
                      <p:childTnLst>
                        <p:par>
                          <p:cTn id="612" fill="hold">
                            <p:stCondLst>
                              <p:cond delay="0"/>
                            </p:stCondLst>
                            <p:childTnLst>
                              <p:par>
                                <p:cTn id="613" presetID="1" presetClass="entr" presetSubtype="0" fill="hold" nodeType="clickEffect">
                                  <p:stCondLst>
                                    <p:cond delay="0"/>
                                  </p:stCondLst>
                                  <p:childTnLst>
                                    <p:set>
                                      <p:cBhvr>
                                        <p:cTn id="614" dur="1" fill="hold">
                                          <p:stCondLst>
                                            <p:cond delay="0"/>
                                          </p:stCondLst>
                                        </p:cTn>
                                        <p:tgtEl>
                                          <p:spTgt spid="360">
                                            <p:txEl>
                                              <p:pRg st="8" end="8"/>
                                            </p:txEl>
                                          </p:spTgt>
                                        </p:tgtEl>
                                        <p:attrNameLst>
                                          <p:attrName>style.visibility</p:attrName>
                                        </p:attrNameLst>
                                      </p:cBhvr>
                                      <p:to>
                                        <p:strVal val="visible"/>
                                      </p:to>
                                    </p:set>
                                  </p:childTnLst>
                                </p:cTn>
                              </p:par>
                            </p:childTnLst>
                          </p:cTn>
                        </p:par>
                      </p:childTnLst>
                    </p:cTn>
                  </p:par>
                  <p:par>
                    <p:cTn id="615" fill="hold">
                      <p:stCondLst>
                        <p:cond delay="indefinite"/>
                      </p:stCondLst>
                      <p:childTnLst>
                        <p:par>
                          <p:cTn id="616" fill="hold">
                            <p:stCondLst>
                              <p:cond delay="0"/>
                            </p:stCondLst>
                            <p:childTnLst>
                              <p:par>
                                <p:cTn id="617" presetID="1" presetClass="entr" presetSubtype="0" fill="hold" nodeType="clickEffect">
                                  <p:stCondLst>
                                    <p:cond delay="0"/>
                                  </p:stCondLst>
                                  <p:childTnLst>
                                    <p:set>
                                      <p:cBhvr>
                                        <p:cTn id="618" dur="1" fill="hold">
                                          <p:stCondLst>
                                            <p:cond delay="0"/>
                                          </p:stCondLst>
                                        </p:cTn>
                                        <p:tgtEl>
                                          <p:spTgt spid="361">
                                            <p:txEl>
                                              <p:pRg st="0" end="0"/>
                                            </p:txEl>
                                          </p:spTgt>
                                        </p:tgtEl>
                                        <p:attrNameLst>
                                          <p:attrName>style.visibility</p:attrName>
                                        </p:attrNameLst>
                                      </p:cBhvr>
                                      <p:to>
                                        <p:strVal val="visible"/>
                                      </p:to>
                                    </p:set>
                                  </p:childTnLst>
                                </p:cTn>
                              </p:par>
                            </p:childTnLst>
                          </p:cTn>
                        </p:par>
                      </p:childTnLst>
                    </p:cTn>
                  </p:par>
                  <p:par>
                    <p:cTn id="619" fill="hold">
                      <p:stCondLst>
                        <p:cond delay="indefinite"/>
                      </p:stCondLst>
                      <p:childTnLst>
                        <p:par>
                          <p:cTn id="620" fill="hold">
                            <p:stCondLst>
                              <p:cond delay="0"/>
                            </p:stCondLst>
                            <p:childTnLst>
                              <p:par>
                                <p:cTn id="621" presetID="1" presetClass="entr" presetSubtype="0" fill="hold" nodeType="clickEffect">
                                  <p:stCondLst>
                                    <p:cond delay="0"/>
                                  </p:stCondLst>
                                  <p:childTnLst>
                                    <p:set>
                                      <p:cBhvr>
                                        <p:cTn id="622" dur="1" fill="hold">
                                          <p:stCondLst>
                                            <p:cond delay="0"/>
                                          </p:stCondLst>
                                        </p:cTn>
                                        <p:tgtEl>
                                          <p:spTgt spid="361">
                                            <p:txEl>
                                              <p:pRg st="1" end="1"/>
                                            </p:txEl>
                                          </p:spTgt>
                                        </p:tgtEl>
                                        <p:attrNameLst>
                                          <p:attrName>style.visibility</p:attrName>
                                        </p:attrNameLst>
                                      </p:cBhvr>
                                      <p:to>
                                        <p:strVal val="visible"/>
                                      </p:to>
                                    </p:set>
                                  </p:childTnLst>
                                </p:cTn>
                              </p:par>
                            </p:childTnLst>
                          </p:cTn>
                        </p:par>
                      </p:childTnLst>
                    </p:cTn>
                  </p:par>
                  <p:par>
                    <p:cTn id="623" fill="hold">
                      <p:stCondLst>
                        <p:cond delay="indefinite"/>
                      </p:stCondLst>
                      <p:childTnLst>
                        <p:par>
                          <p:cTn id="624" fill="hold">
                            <p:stCondLst>
                              <p:cond delay="0"/>
                            </p:stCondLst>
                            <p:childTnLst>
                              <p:par>
                                <p:cTn id="625" presetID="1" presetClass="entr" presetSubtype="0" fill="hold" nodeType="clickEffect">
                                  <p:stCondLst>
                                    <p:cond delay="0"/>
                                  </p:stCondLst>
                                  <p:childTnLst>
                                    <p:set>
                                      <p:cBhvr>
                                        <p:cTn id="626" dur="1" fill="hold">
                                          <p:stCondLst>
                                            <p:cond delay="0"/>
                                          </p:stCondLst>
                                        </p:cTn>
                                        <p:tgtEl>
                                          <p:spTgt spid="361">
                                            <p:txEl>
                                              <p:pRg st="2" end="2"/>
                                            </p:txEl>
                                          </p:spTgt>
                                        </p:tgtEl>
                                        <p:attrNameLst>
                                          <p:attrName>style.visibility</p:attrName>
                                        </p:attrNameLst>
                                      </p:cBhvr>
                                      <p:to>
                                        <p:strVal val="visible"/>
                                      </p:to>
                                    </p:set>
                                  </p:childTnLst>
                                </p:cTn>
                              </p:par>
                            </p:childTnLst>
                          </p:cTn>
                        </p:par>
                      </p:childTnLst>
                    </p:cTn>
                  </p:par>
                  <p:par>
                    <p:cTn id="627" fill="hold">
                      <p:stCondLst>
                        <p:cond delay="indefinite"/>
                      </p:stCondLst>
                      <p:childTnLst>
                        <p:par>
                          <p:cTn id="628" fill="hold">
                            <p:stCondLst>
                              <p:cond delay="0"/>
                            </p:stCondLst>
                            <p:childTnLst>
                              <p:par>
                                <p:cTn id="629" presetID="1" presetClass="entr" presetSubtype="0" fill="hold" nodeType="clickEffect">
                                  <p:stCondLst>
                                    <p:cond delay="0"/>
                                  </p:stCondLst>
                                  <p:childTnLst>
                                    <p:set>
                                      <p:cBhvr>
                                        <p:cTn id="630" dur="1" fill="hold">
                                          <p:stCondLst>
                                            <p:cond delay="0"/>
                                          </p:stCondLst>
                                        </p:cTn>
                                        <p:tgtEl>
                                          <p:spTgt spid="361">
                                            <p:txEl>
                                              <p:pRg st="3" end="3"/>
                                            </p:txEl>
                                          </p:spTgt>
                                        </p:tgtEl>
                                        <p:attrNameLst>
                                          <p:attrName>style.visibility</p:attrName>
                                        </p:attrNameLst>
                                      </p:cBhvr>
                                      <p:to>
                                        <p:strVal val="visible"/>
                                      </p:to>
                                    </p:set>
                                  </p:childTnLst>
                                </p:cTn>
                              </p:par>
                            </p:childTnLst>
                          </p:cTn>
                        </p:par>
                      </p:childTnLst>
                    </p:cTn>
                  </p:par>
                  <p:par>
                    <p:cTn id="631" fill="hold">
                      <p:stCondLst>
                        <p:cond delay="indefinite"/>
                      </p:stCondLst>
                      <p:childTnLst>
                        <p:par>
                          <p:cTn id="632" fill="hold">
                            <p:stCondLst>
                              <p:cond delay="0"/>
                            </p:stCondLst>
                            <p:childTnLst>
                              <p:par>
                                <p:cTn id="633" presetID="1" presetClass="entr" presetSubtype="0" fill="hold" nodeType="clickEffect">
                                  <p:stCondLst>
                                    <p:cond delay="0"/>
                                  </p:stCondLst>
                                  <p:childTnLst>
                                    <p:set>
                                      <p:cBhvr>
                                        <p:cTn id="634" dur="1" fill="hold">
                                          <p:stCondLst>
                                            <p:cond delay="0"/>
                                          </p:stCondLst>
                                        </p:cTn>
                                        <p:tgtEl>
                                          <p:spTgt spid="361">
                                            <p:txEl>
                                              <p:pRg st="4" end="4"/>
                                            </p:txEl>
                                          </p:spTgt>
                                        </p:tgtEl>
                                        <p:attrNameLst>
                                          <p:attrName>style.visibility</p:attrName>
                                        </p:attrNameLst>
                                      </p:cBhvr>
                                      <p:to>
                                        <p:strVal val="visible"/>
                                      </p:to>
                                    </p:set>
                                  </p:childTnLst>
                                </p:cTn>
                              </p:par>
                            </p:childTnLst>
                          </p:cTn>
                        </p:par>
                      </p:childTnLst>
                    </p:cTn>
                  </p:par>
                  <p:par>
                    <p:cTn id="635" fill="hold">
                      <p:stCondLst>
                        <p:cond delay="indefinite"/>
                      </p:stCondLst>
                      <p:childTnLst>
                        <p:par>
                          <p:cTn id="636" fill="hold">
                            <p:stCondLst>
                              <p:cond delay="0"/>
                            </p:stCondLst>
                            <p:childTnLst>
                              <p:par>
                                <p:cTn id="637" presetID="1" presetClass="entr" presetSubtype="0" fill="hold" nodeType="clickEffect">
                                  <p:stCondLst>
                                    <p:cond delay="0"/>
                                  </p:stCondLst>
                                  <p:childTnLst>
                                    <p:set>
                                      <p:cBhvr>
                                        <p:cTn id="638" dur="1" fill="hold">
                                          <p:stCondLst>
                                            <p:cond delay="0"/>
                                          </p:stCondLst>
                                        </p:cTn>
                                        <p:tgtEl>
                                          <p:spTgt spid="361">
                                            <p:txEl>
                                              <p:pRg st="5" end="5"/>
                                            </p:txEl>
                                          </p:spTgt>
                                        </p:tgtEl>
                                        <p:attrNameLst>
                                          <p:attrName>style.visibility</p:attrName>
                                        </p:attrNameLst>
                                      </p:cBhvr>
                                      <p:to>
                                        <p:strVal val="visible"/>
                                      </p:to>
                                    </p:set>
                                  </p:childTnLst>
                                </p:cTn>
                              </p:par>
                            </p:childTnLst>
                          </p:cTn>
                        </p:par>
                      </p:childTnLst>
                    </p:cTn>
                  </p:par>
                  <p:par>
                    <p:cTn id="639" fill="hold">
                      <p:stCondLst>
                        <p:cond delay="indefinite"/>
                      </p:stCondLst>
                      <p:childTnLst>
                        <p:par>
                          <p:cTn id="640" fill="hold">
                            <p:stCondLst>
                              <p:cond delay="0"/>
                            </p:stCondLst>
                            <p:childTnLst>
                              <p:par>
                                <p:cTn id="641" presetID="1" presetClass="entr" presetSubtype="0" fill="hold" nodeType="clickEffect">
                                  <p:stCondLst>
                                    <p:cond delay="0"/>
                                  </p:stCondLst>
                                  <p:childTnLst>
                                    <p:set>
                                      <p:cBhvr>
                                        <p:cTn id="642" dur="1" fill="hold">
                                          <p:stCondLst>
                                            <p:cond delay="0"/>
                                          </p:stCondLst>
                                        </p:cTn>
                                        <p:tgtEl>
                                          <p:spTgt spid="361">
                                            <p:txEl>
                                              <p:pRg st="6" end="6"/>
                                            </p:txEl>
                                          </p:spTgt>
                                        </p:tgtEl>
                                        <p:attrNameLst>
                                          <p:attrName>style.visibility</p:attrName>
                                        </p:attrNameLst>
                                      </p:cBhvr>
                                      <p:to>
                                        <p:strVal val="visible"/>
                                      </p:to>
                                    </p:set>
                                  </p:childTnLst>
                                </p:cTn>
                              </p:par>
                            </p:childTnLst>
                          </p:cTn>
                        </p:par>
                      </p:childTnLst>
                    </p:cTn>
                  </p:par>
                  <p:par>
                    <p:cTn id="643" fill="hold">
                      <p:stCondLst>
                        <p:cond delay="indefinite"/>
                      </p:stCondLst>
                      <p:childTnLst>
                        <p:par>
                          <p:cTn id="644" fill="hold">
                            <p:stCondLst>
                              <p:cond delay="0"/>
                            </p:stCondLst>
                            <p:childTnLst>
                              <p:par>
                                <p:cTn id="645" presetID="1" presetClass="entr" presetSubtype="0" fill="hold" nodeType="clickEffect">
                                  <p:stCondLst>
                                    <p:cond delay="0"/>
                                  </p:stCondLst>
                                  <p:childTnLst>
                                    <p:set>
                                      <p:cBhvr>
                                        <p:cTn id="646" dur="1" fill="hold">
                                          <p:stCondLst>
                                            <p:cond delay="0"/>
                                          </p:stCondLst>
                                        </p:cTn>
                                        <p:tgtEl>
                                          <p:spTgt spid="361">
                                            <p:txEl>
                                              <p:pRg st="7" end="7"/>
                                            </p:txEl>
                                          </p:spTgt>
                                        </p:tgtEl>
                                        <p:attrNameLst>
                                          <p:attrName>style.visibility</p:attrName>
                                        </p:attrNameLst>
                                      </p:cBhvr>
                                      <p:to>
                                        <p:strVal val="visible"/>
                                      </p:to>
                                    </p:set>
                                  </p:childTnLst>
                                </p:cTn>
                              </p:par>
                            </p:childTnLst>
                          </p:cTn>
                        </p:par>
                      </p:childTnLst>
                    </p:cTn>
                  </p:par>
                  <p:par>
                    <p:cTn id="647" fill="hold">
                      <p:stCondLst>
                        <p:cond delay="indefinite"/>
                      </p:stCondLst>
                      <p:childTnLst>
                        <p:par>
                          <p:cTn id="648" fill="hold">
                            <p:stCondLst>
                              <p:cond delay="0"/>
                            </p:stCondLst>
                            <p:childTnLst>
                              <p:par>
                                <p:cTn id="649" presetID="1" presetClass="entr" presetSubtype="0" fill="hold" nodeType="clickEffect">
                                  <p:stCondLst>
                                    <p:cond delay="0"/>
                                  </p:stCondLst>
                                  <p:childTnLst>
                                    <p:set>
                                      <p:cBhvr>
                                        <p:cTn id="650" dur="1" fill="hold">
                                          <p:stCondLst>
                                            <p:cond delay="0"/>
                                          </p:stCondLst>
                                        </p:cTn>
                                        <p:tgtEl>
                                          <p:spTgt spid="361">
                                            <p:txEl>
                                              <p:pRg st="8" end="8"/>
                                            </p:txEl>
                                          </p:spTgt>
                                        </p:tgtEl>
                                        <p:attrNameLst>
                                          <p:attrName>style.visibility</p:attrName>
                                        </p:attrNameLst>
                                      </p:cBhvr>
                                      <p:to>
                                        <p:strVal val="visible"/>
                                      </p:to>
                                    </p:set>
                                  </p:childTnLst>
                                </p:cTn>
                              </p:par>
                            </p:childTnLst>
                          </p:cTn>
                        </p:par>
                      </p:childTnLst>
                    </p:cTn>
                  </p:par>
                  <p:par>
                    <p:cTn id="651" fill="hold">
                      <p:stCondLst>
                        <p:cond delay="indefinite"/>
                      </p:stCondLst>
                      <p:childTnLst>
                        <p:par>
                          <p:cTn id="652" fill="hold">
                            <p:stCondLst>
                              <p:cond delay="0"/>
                            </p:stCondLst>
                            <p:childTnLst>
                              <p:par>
                                <p:cTn id="653" presetID="1" presetClass="entr" presetSubtype="0" fill="hold" nodeType="clickEffect">
                                  <p:stCondLst>
                                    <p:cond delay="0"/>
                                  </p:stCondLst>
                                  <p:childTnLst>
                                    <p:set>
                                      <p:cBhvr>
                                        <p:cTn id="654" dur="1" fill="hold">
                                          <p:stCondLst>
                                            <p:cond delay="0"/>
                                          </p:stCondLst>
                                        </p:cTn>
                                        <p:tgtEl>
                                          <p:spTgt spid="362">
                                            <p:txEl>
                                              <p:pRg st="0" end="0"/>
                                            </p:txEl>
                                          </p:spTgt>
                                        </p:tgtEl>
                                        <p:attrNameLst>
                                          <p:attrName>style.visibility</p:attrName>
                                        </p:attrNameLst>
                                      </p:cBhvr>
                                      <p:to>
                                        <p:strVal val="visible"/>
                                      </p:to>
                                    </p:set>
                                  </p:childTnLst>
                                </p:cTn>
                              </p:par>
                            </p:childTnLst>
                          </p:cTn>
                        </p:par>
                      </p:childTnLst>
                    </p:cTn>
                  </p:par>
                  <p:par>
                    <p:cTn id="655" fill="hold">
                      <p:stCondLst>
                        <p:cond delay="indefinite"/>
                      </p:stCondLst>
                      <p:childTnLst>
                        <p:par>
                          <p:cTn id="656" fill="hold">
                            <p:stCondLst>
                              <p:cond delay="0"/>
                            </p:stCondLst>
                            <p:childTnLst>
                              <p:par>
                                <p:cTn id="657" presetID="1" presetClass="entr" presetSubtype="0" fill="hold" nodeType="clickEffect">
                                  <p:stCondLst>
                                    <p:cond delay="0"/>
                                  </p:stCondLst>
                                  <p:childTnLst>
                                    <p:set>
                                      <p:cBhvr>
                                        <p:cTn id="658" dur="1" fill="hold">
                                          <p:stCondLst>
                                            <p:cond delay="0"/>
                                          </p:stCondLst>
                                        </p:cTn>
                                        <p:tgtEl>
                                          <p:spTgt spid="362">
                                            <p:txEl>
                                              <p:pRg st="1" end="1"/>
                                            </p:txEl>
                                          </p:spTgt>
                                        </p:tgtEl>
                                        <p:attrNameLst>
                                          <p:attrName>style.visibility</p:attrName>
                                        </p:attrNameLst>
                                      </p:cBhvr>
                                      <p:to>
                                        <p:strVal val="visible"/>
                                      </p:to>
                                    </p:set>
                                  </p:childTnLst>
                                </p:cTn>
                              </p:par>
                            </p:childTnLst>
                          </p:cTn>
                        </p:par>
                      </p:childTnLst>
                    </p:cTn>
                  </p:par>
                  <p:par>
                    <p:cTn id="659" fill="hold">
                      <p:stCondLst>
                        <p:cond delay="indefinite"/>
                      </p:stCondLst>
                      <p:childTnLst>
                        <p:par>
                          <p:cTn id="660" fill="hold">
                            <p:stCondLst>
                              <p:cond delay="0"/>
                            </p:stCondLst>
                            <p:childTnLst>
                              <p:par>
                                <p:cTn id="661" presetID="1" presetClass="entr" presetSubtype="0" fill="hold" nodeType="clickEffect">
                                  <p:stCondLst>
                                    <p:cond delay="0"/>
                                  </p:stCondLst>
                                  <p:childTnLst>
                                    <p:set>
                                      <p:cBhvr>
                                        <p:cTn id="662" dur="1" fill="hold">
                                          <p:stCondLst>
                                            <p:cond delay="0"/>
                                          </p:stCondLst>
                                        </p:cTn>
                                        <p:tgtEl>
                                          <p:spTgt spid="362">
                                            <p:txEl>
                                              <p:pRg st="2" end="2"/>
                                            </p:txEl>
                                          </p:spTgt>
                                        </p:tgtEl>
                                        <p:attrNameLst>
                                          <p:attrName>style.visibility</p:attrName>
                                        </p:attrNameLst>
                                      </p:cBhvr>
                                      <p:to>
                                        <p:strVal val="visible"/>
                                      </p:to>
                                    </p:set>
                                  </p:childTnLst>
                                </p:cTn>
                              </p:par>
                            </p:childTnLst>
                          </p:cTn>
                        </p:par>
                      </p:childTnLst>
                    </p:cTn>
                  </p:par>
                  <p:par>
                    <p:cTn id="663" fill="hold">
                      <p:stCondLst>
                        <p:cond delay="indefinite"/>
                      </p:stCondLst>
                      <p:childTnLst>
                        <p:par>
                          <p:cTn id="664" fill="hold">
                            <p:stCondLst>
                              <p:cond delay="0"/>
                            </p:stCondLst>
                            <p:childTnLst>
                              <p:par>
                                <p:cTn id="665" presetID="1" presetClass="entr" presetSubtype="0" fill="hold" nodeType="clickEffect">
                                  <p:stCondLst>
                                    <p:cond delay="0"/>
                                  </p:stCondLst>
                                  <p:childTnLst>
                                    <p:set>
                                      <p:cBhvr>
                                        <p:cTn id="666" dur="1" fill="hold">
                                          <p:stCondLst>
                                            <p:cond delay="0"/>
                                          </p:stCondLst>
                                        </p:cTn>
                                        <p:tgtEl>
                                          <p:spTgt spid="362">
                                            <p:txEl>
                                              <p:pRg st="3" end="3"/>
                                            </p:txEl>
                                          </p:spTgt>
                                        </p:tgtEl>
                                        <p:attrNameLst>
                                          <p:attrName>style.visibility</p:attrName>
                                        </p:attrNameLst>
                                      </p:cBhvr>
                                      <p:to>
                                        <p:strVal val="visible"/>
                                      </p:to>
                                    </p:set>
                                  </p:childTnLst>
                                </p:cTn>
                              </p:par>
                            </p:childTnLst>
                          </p:cTn>
                        </p:par>
                      </p:childTnLst>
                    </p:cTn>
                  </p:par>
                  <p:par>
                    <p:cTn id="667" fill="hold">
                      <p:stCondLst>
                        <p:cond delay="indefinite"/>
                      </p:stCondLst>
                      <p:childTnLst>
                        <p:par>
                          <p:cTn id="668" fill="hold">
                            <p:stCondLst>
                              <p:cond delay="0"/>
                            </p:stCondLst>
                            <p:childTnLst>
                              <p:par>
                                <p:cTn id="669" presetID="1" presetClass="entr" presetSubtype="0" fill="hold" nodeType="clickEffect">
                                  <p:stCondLst>
                                    <p:cond delay="0"/>
                                  </p:stCondLst>
                                  <p:childTnLst>
                                    <p:set>
                                      <p:cBhvr>
                                        <p:cTn id="670" dur="1" fill="hold">
                                          <p:stCondLst>
                                            <p:cond delay="0"/>
                                          </p:stCondLst>
                                        </p:cTn>
                                        <p:tgtEl>
                                          <p:spTgt spid="362">
                                            <p:txEl>
                                              <p:pRg st="4" end="4"/>
                                            </p:txEl>
                                          </p:spTgt>
                                        </p:tgtEl>
                                        <p:attrNameLst>
                                          <p:attrName>style.visibility</p:attrName>
                                        </p:attrNameLst>
                                      </p:cBhvr>
                                      <p:to>
                                        <p:strVal val="visible"/>
                                      </p:to>
                                    </p:set>
                                  </p:childTnLst>
                                </p:cTn>
                              </p:par>
                            </p:childTnLst>
                          </p:cTn>
                        </p:par>
                      </p:childTnLst>
                    </p:cTn>
                  </p:par>
                  <p:par>
                    <p:cTn id="671" fill="hold">
                      <p:stCondLst>
                        <p:cond delay="indefinite"/>
                      </p:stCondLst>
                      <p:childTnLst>
                        <p:par>
                          <p:cTn id="672" fill="hold">
                            <p:stCondLst>
                              <p:cond delay="0"/>
                            </p:stCondLst>
                            <p:childTnLst>
                              <p:par>
                                <p:cTn id="673" presetID="1" presetClass="entr" presetSubtype="0" fill="hold" nodeType="clickEffect">
                                  <p:stCondLst>
                                    <p:cond delay="0"/>
                                  </p:stCondLst>
                                  <p:childTnLst>
                                    <p:set>
                                      <p:cBhvr>
                                        <p:cTn id="674" dur="1" fill="hold">
                                          <p:stCondLst>
                                            <p:cond delay="0"/>
                                          </p:stCondLst>
                                        </p:cTn>
                                        <p:tgtEl>
                                          <p:spTgt spid="362">
                                            <p:txEl>
                                              <p:pRg st="5" end="5"/>
                                            </p:txEl>
                                          </p:spTgt>
                                        </p:tgtEl>
                                        <p:attrNameLst>
                                          <p:attrName>style.visibility</p:attrName>
                                        </p:attrNameLst>
                                      </p:cBhvr>
                                      <p:to>
                                        <p:strVal val="visible"/>
                                      </p:to>
                                    </p:set>
                                  </p:childTnLst>
                                </p:cTn>
                              </p:par>
                            </p:childTnLst>
                          </p:cTn>
                        </p:par>
                      </p:childTnLst>
                    </p:cTn>
                  </p:par>
                  <p:par>
                    <p:cTn id="675" fill="hold">
                      <p:stCondLst>
                        <p:cond delay="indefinite"/>
                      </p:stCondLst>
                      <p:childTnLst>
                        <p:par>
                          <p:cTn id="676" fill="hold">
                            <p:stCondLst>
                              <p:cond delay="0"/>
                            </p:stCondLst>
                            <p:childTnLst>
                              <p:par>
                                <p:cTn id="677" presetID="1" presetClass="entr" presetSubtype="0" fill="hold" nodeType="clickEffect">
                                  <p:stCondLst>
                                    <p:cond delay="0"/>
                                  </p:stCondLst>
                                  <p:childTnLst>
                                    <p:set>
                                      <p:cBhvr>
                                        <p:cTn id="678" dur="1" fill="hold">
                                          <p:stCondLst>
                                            <p:cond delay="0"/>
                                          </p:stCondLst>
                                        </p:cTn>
                                        <p:tgtEl>
                                          <p:spTgt spid="362">
                                            <p:txEl>
                                              <p:pRg st="6" end="6"/>
                                            </p:txEl>
                                          </p:spTgt>
                                        </p:tgtEl>
                                        <p:attrNameLst>
                                          <p:attrName>style.visibility</p:attrName>
                                        </p:attrNameLst>
                                      </p:cBhvr>
                                      <p:to>
                                        <p:strVal val="visible"/>
                                      </p:to>
                                    </p:set>
                                  </p:childTnLst>
                                </p:cTn>
                              </p:par>
                            </p:childTnLst>
                          </p:cTn>
                        </p:par>
                      </p:childTnLst>
                    </p:cTn>
                  </p:par>
                  <p:par>
                    <p:cTn id="679" fill="hold">
                      <p:stCondLst>
                        <p:cond delay="indefinite"/>
                      </p:stCondLst>
                      <p:childTnLst>
                        <p:par>
                          <p:cTn id="680" fill="hold">
                            <p:stCondLst>
                              <p:cond delay="0"/>
                            </p:stCondLst>
                            <p:childTnLst>
                              <p:par>
                                <p:cTn id="681" presetID="1" presetClass="entr" presetSubtype="0" fill="hold" nodeType="clickEffect">
                                  <p:stCondLst>
                                    <p:cond delay="0"/>
                                  </p:stCondLst>
                                  <p:childTnLst>
                                    <p:set>
                                      <p:cBhvr>
                                        <p:cTn id="682" dur="1" fill="hold">
                                          <p:stCondLst>
                                            <p:cond delay="0"/>
                                          </p:stCondLst>
                                        </p:cTn>
                                        <p:tgtEl>
                                          <p:spTgt spid="362">
                                            <p:txEl>
                                              <p:pRg st="7" end="7"/>
                                            </p:txEl>
                                          </p:spTgt>
                                        </p:tgtEl>
                                        <p:attrNameLst>
                                          <p:attrName>style.visibility</p:attrName>
                                        </p:attrNameLst>
                                      </p:cBhvr>
                                      <p:to>
                                        <p:strVal val="visible"/>
                                      </p:to>
                                    </p:set>
                                  </p:childTnLst>
                                </p:cTn>
                              </p:par>
                            </p:childTnLst>
                          </p:cTn>
                        </p:par>
                      </p:childTnLst>
                    </p:cTn>
                  </p:par>
                  <p:par>
                    <p:cTn id="683" fill="hold">
                      <p:stCondLst>
                        <p:cond delay="indefinite"/>
                      </p:stCondLst>
                      <p:childTnLst>
                        <p:par>
                          <p:cTn id="684" fill="hold">
                            <p:stCondLst>
                              <p:cond delay="0"/>
                            </p:stCondLst>
                            <p:childTnLst>
                              <p:par>
                                <p:cTn id="685" presetID="1" presetClass="entr" presetSubtype="0" fill="hold" nodeType="clickEffect">
                                  <p:stCondLst>
                                    <p:cond delay="0"/>
                                  </p:stCondLst>
                                  <p:childTnLst>
                                    <p:set>
                                      <p:cBhvr>
                                        <p:cTn id="686" dur="1" fill="hold">
                                          <p:stCondLst>
                                            <p:cond delay="0"/>
                                          </p:stCondLst>
                                        </p:cTn>
                                        <p:tgtEl>
                                          <p:spTgt spid="362">
                                            <p:txEl>
                                              <p:pRg st="8" end="8"/>
                                            </p:txEl>
                                          </p:spTgt>
                                        </p:tgtEl>
                                        <p:attrNameLst>
                                          <p:attrName>style.visibility</p:attrName>
                                        </p:attrNameLst>
                                      </p:cBhvr>
                                      <p:to>
                                        <p:strVal val="visible"/>
                                      </p:to>
                                    </p:set>
                                  </p:childTnLst>
                                </p:cTn>
                              </p:par>
                            </p:childTnLst>
                          </p:cTn>
                        </p:par>
                      </p:childTnLst>
                    </p:cTn>
                  </p:par>
                  <p:par>
                    <p:cTn id="687" fill="hold">
                      <p:stCondLst>
                        <p:cond delay="indefinite"/>
                      </p:stCondLst>
                      <p:childTnLst>
                        <p:par>
                          <p:cTn id="688" fill="hold">
                            <p:stCondLst>
                              <p:cond delay="0"/>
                            </p:stCondLst>
                            <p:childTnLst>
                              <p:par>
                                <p:cTn id="689" presetID="1" presetClass="entr" presetSubtype="0" fill="hold" nodeType="clickEffect">
                                  <p:stCondLst>
                                    <p:cond delay="0"/>
                                  </p:stCondLst>
                                  <p:childTnLst>
                                    <p:set>
                                      <p:cBhvr>
                                        <p:cTn id="690" dur="1" fill="hold">
                                          <p:stCondLst>
                                            <p:cond delay="0"/>
                                          </p:stCondLst>
                                        </p:cTn>
                                        <p:tgtEl>
                                          <p:spTgt spid="363">
                                            <p:txEl>
                                              <p:pRg st="0" end="0"/>
                                            </p:txEl>
                                          </p:spTgt>
                                        </p:tgtEl>
                                        <p:attrNameLst>
                                          <p:attrName>style.visibility</p:attrName>
                                        </p:attrNameLst>
                                      </p:cBhvr>
                                      <p:to>
                                        <p:strVal val="visible"/>
                                      </p:to>
                                    </p:set>
                                  </p:childTnLst>
                                </p:cTn>
                              </p:par>
                            </p:childTnLst>
                          </p:cTn>
                        </p:par>
                      </p:childTnLst>
                    </p:cTn>
                  </p:par>
                  <p:par>
                    <p:cTn id="691" fill="hold">
                      <p:stCondLst>
                        <p:cond delay="indefinite"/>
                      </p:stCondLst>
                      <p:childTnLst>
                        <p:par>
                          <p:cTn id="692" fill="hold">
                            <p:stCondLst>
                              <p:cond delay="0"/>
                            </p:stCondLst>
                            <p:childTnLst>
                              <p:par>
                                <p:cTn id="693" presetID="1" presetClass="entr" presetSubtype="0" fill="hold" nodeType="clickEffect">
                                  <p:stCondLst>
                                    <p:cond delay="0"/>
                                  </p:stCondLst>
                                  <p:childTnLst>
                                    <p:set>
                                      <p:cBhvr>
                                        <p:cTn id="694" dur="1" fill="hold">
                                          <p:stCondLst>
                                            <p:cond delay="0"/>
                                          </p:stCondLst>
                                        </p:cTn>
                                        <p:tgtEl>
                                          <p:spTgt spid="363">
                                            <p:txEl>
                                              <p:pRg st="1" end="1"/>
                                            </p:txEl>
                                          </p:spTgt>
                                        </p:tgtEl>
                                        <p:attrNameLst>
                                          <p:attrName>style.visibility</p:attrName>
                                        </p:attrNameLst>
                                      </p:cBhvr>
                                      <p:to>
                                        <p:strVal val="visible"/>
                                      </p:to>
                                    </p:set>
                                  </p:childTnLst>
                                </p:cTn>
                              </p:par>
                            </p:childTnLst>
                          </p:cTn>
                        </p:par>
                      </p:childTnLst>
                    </p:cTn>
                  </p:par>
                  <p:par>
                    <p:cTn id="695" fill="hold">
                      <p:stCondLst>
                        <p:cond delay="indefinite"/>
                      </p:stCondLst>
                      <p:childTnLst>
                        <p:par>
                          <p:cTn id="696" fill="hold">
                            <p:stCondLst>
                              <p:cond delay="0"/>
                            </p:stCondLst>
                            <p:childTnLst>
                              <p:par>
                                <p:cTn id="697" presetID="1" presetClass="entr" presetSubtype="0" fill="hold" nodeType="clickEffect">
                                  <p:stCondLst>
                                    <p:cond delay="0"/>
                                  </p:stCondLst>
                                  <p:childTnLst>
                                    <p:set>
                                      <p:cBhvr>
                                        <p:cTn id="698" dur="1" fill="hold">
                                          <p:stCondLst>
                                            <p:cond delay="0"/>
                                          </p:stCondLst>
                                        </p:cTn>
                                        <p:tgtEl>
                                          <p:spTgt spid="363">
                                            <p:txEl>
                                              <p:pRg st="2" end="2"/>
                                            </p:txEl>
                                          </p:spTgt>
                                        </p:tgtEl>
                                        <p:attrNameLst>
                                          <p:attrName>style.visibility</p:attrName>
                                        </p:attrNameLst>
                                      </p:cBhvr>
                                      <p:to>
                                        <p:strVal val="visible"/>
                                      </p:to>
                                    </p:set>
                                  </p:childTnLst>
                                </p:cTn>
                              </p:par>
                            </p:childTnLst>
                          </p:cTn>
                        </p:par>
                      </p:childTnLst>
                    </p:cTn>
                  </p:par>
                  <p:par>
                    <p:cTn id="699" fill="hold">
                      <p:stCondLst>
                        <p:cond delay="indefinite"/>
                      </p:stCondLst>
                      <p:childTnLst>
                        <p:par>
                          <p:cTn id="700" fill="hold">
                            <p:stCondLst>
                              <p:cond delay="0"/>
                            </p:stCondLst>
                            <p:childTnLst>
                              <p:par>
                                <p:cTn id="701" presetID="1" presetClass="entr" presetSubtype="0" fill="hold" nodeType="clickEffect">
                                  <p:stCondLst>
                                    <p:cond delay="0"/>
                                  </p:stCondLst>
                                  <p:childTnLst>
                                    <p:set>
                                      <p:cBhvr>
                                        <p:cTn id="702" dur="1" fill="hold">
                                          <p:stCondLst>
                                            <p:cond delay="0"/>
                                          </p:stCondLst>
                                        </p:cTn>
                                        <p:tgtEl>
                                          <p:spTgt spid="363">
                                            <p:txEl>
                                              <p:pRg st="3" end="3"/>
                                            </p:txEl>
                                          </p:spTgt>
                                        </p:tgtEl>
                                        <p:attrNameLst>
                                          <p:attrName>style.visibility</p:attrName>
                                        </p:attrNameLst>
                                      </p:cBhvr>
                                      <p:to>
                                        <p:strVal val="visible"/>
                                      </p:to>
                                    </p:set>
                                  </p:childTnLst>
                                </p:cTn>
                              </p:par>
                            </p:childTnLst>
                          </p:cTn>
                        </p:par>
                      </p:childTnLst>
                    </p:cTn>
                  </p:par>
                  <p:par>
                    <p:cTn id="703" fill="hold">
                      <p:stCondLst>
                        <p:cond delay="indefinite"/>
                      </p:stCondLst>
                      <p:childTnLst>
                        <p:par>
                          <p:cTn id="704" fill="hold">
                            <p:stCondLst>
                              <p:cond delay="0"/>
                            </p:stCondLst>
                            <p:childTnLst>
                              <p:par>
                                <p:cTn id="705" presetID="1" presetClass="entr" presetSubtype="0" fill="hold" nodeType="clickEffect">
                                  <p:stCondLst>
                                    <p:cond delay="0"/>
                                  </p:stCondLst>
                                  <p:childTnLst>
                                    <p:set>
                                      <p:cBhvr>
                                        <p:cTn id="706" dur="1" fill="hold">
                                          <p:stCondLst>
                                            <p:cond delay="0"/>
                                          </p:stCondLst>
                                        </p:cTn>
                                        <p:tgtEl>
                                          <p:spTgt spid="363">
                                            <p:txEl>
                                              <p:pRg st="4" end="4"/>
                                            </p:txEl>
                                          </p:spTgt>
                                        </p:tgtEl>
                                        <p:attrNameLst>
                                          <p:attrName>style.visibility</p:attrName>
                                        </p:attrNameLst>
                                      </p:cBhvr>
                                      <p:to>
                                        <p:strVal val="visible"/>
                                      </p:to>
                                    </p:set>
                                  </p:childTnLst>
                                </p:cTn>
                              </p:par>
                            </p:childTnLst>
                          </p:cTn>
                        </p:par>
                      </p:childTnLst>
                    </p:cTn>
                  </p:par>
                  <p:par>
                    <p:cTn id="707" fill="hold">
                      <p:stCondLst>
                        <p:cond delay="indefinite"/>
                      </p:stCondLst>
                      <p:childTnLst>
                        <p:par>
                          <p:cTn id="708" fill="hold">
                            <p:stCondLst>
                              <p:cond delay="0"/>
                            </p:stCondLst>
                            <p:childTnLst>
                              <p:par>
                                <p:cTn id="709" presetID="1" presetClass="entr" presetSubtype="0" fill="hold" nodeType="clickEffect">
                                  <p:stCondLst>
                                    <p:cond delay="0"/>
                                  </p:stCondLst>
                                  <p:childTnLst>
                                    <p:set>
                                      <p:cBhvr>
                                        <p:cTn id="710" dur="1" fill="hold">
                                          <p:stCondLst>
                                            <p:cond delay="0"/>
                                          </p:stCondLst>
                                        </p:cTn>
                                        <p:tgtEl>
                                          <p:spTgt spid="363">
                                            <p:txEl>
                                              <p:pRg st="5" end="5"/>
                                            </p:txEl>
                                          </p:spTgt>
                                        </p:tgtEl>
                                        <p:attrNameLst>
                                          <p:attrName>style.visibility</p:attrName>
                                        </p:attrNameLst>
                                      </p:cBhvr>
                                      <p:to>
                                        <p:strVal val="visible"/>
                                      </p:to>
                                    </p:set>
                                  </p:childTnLst>
                                </p:cTn>
                              </p:par>
                            </p:childTnLst>
                          </p:cTn>
                        </p:par>
                      </p:childTnLst>
                    </p:cTn>
                  </p:par>
                  <p:par>
                    <p:cTn id="711" fill="hold">
                      <p:stCondLst>
                        <p:cond delay="indefinite"/>
                      </p:stCondLst>
                      <p:childTnLst>
                        <p:par>
                          <p:cTn id="712" fill="hold">
                            <p:stCondLst>
                              <p:cond delay="0"/>
                            </p:stCondLst>
                            <p:childTnLst>
                              <p:par>
                                <p:cTn id="713" presetID="1" presetClass="entr" presetSubtype="0" fill="hold" nodeType="clickEffect">
                                  <p:stCondLst>
                                    <p:cond delay="0"/>
                                  </p:stCondLst>
                                  <p:childTnLst>
                                    <p:set>
                                      <p:cBhvr>
                                        <p:cTn id="714" dur="1" fill="hold">
                                          <p:stCondLst>
                                            <p:cond delay="0"/>
                                          </p:stCondLst>
                                        </p:cTn>
                                        <p:tgtEl>
                                          <p:spTgt spid="363">
                                            <p:txEl>
                                              <p:pRg st="6" end="6"/>
                                            </p:txEl>
                                          </p:spTgt>
                                        </p:tgtEl>
                                        <p:attrNameLst>
                                          <p:attrName>style.visibility</p:attrName>
                                        </p:attrNameLst>
                                      </p:cBhvr>
                                      <p:to>
                                        <p:strVal val="visible"/>
                                      </p:to>
                                    </p:set>
                                  </p:childTnLst>
                                </p:cTn>
                              </p:par>
                            </p:childTnLst>
                          </p:cTn>
                        </p:par>
                      </p:childTnLst>
                    </p:cTn>
                  </p:par>
                  <p:par>
                    <p:cTn id="715" fill="hold">
                      <p:stCondLst>
                        <p:cond delay="indefinite"/>
                      </p:stCondLst>
                      <p:childTnLst>
                        <p:par>
                          <p:cTn id="716" fill="hold">
                            <p:stCondLst>
                              <p:cond delay="0"/>
                            </p:stCondLst>
                            <p:childTnLst>
                              <p:par>
                                <p:cTn id="717" presetID="1" presetClass="entr" presetSubtype="0" fill="hold" nodeType="clickEffect">
                                  <p:stCondLst>
                                    <p:cond delay="0"/>
                                  </p:stCondLst>
                                  <p:childTnLst>
                                    <p:set>
                                      <p:cBhvr>
                                        <p:cTn id="718" dur="1" fill="hold">
                                          <p:stCondLst>
                                            <p:cond delay="0"/>
                                          </p:stCondLst>
                                        </p:cTn>
                                        <p:tgtEl>
                                          <p:spTgt spid="363">
                                            <p:txEl>
                                              <p:pRg st="7" end="7"/>
                                            </p:txEl>
                                          </p:spTgt>
                                        </p:tgtEl>
                                        <p:attrNameLst>
                                          <p:attrName>style.visibility</p:attrName>
                                        </p:attrNameLst>
                                      </p:cBhvr>
                                      <p:to>
                                        <p:strVal val="visible"/>
                                      </p:to>
                                    </p:set>
                                  </p:childTnLst>
                                </p:cTn>
                              </p:par>
                            </p:childTnLst>
                          </p:cTn>
                        </p:par>
                      </p:childTnLst>
                    </p:cTn>
                  </p:par>
                  <p:par>
                    <p:cTn id="719" fill="hold">
                      <p:stCondLst>
                        <p:cond delay="indefinite"/>
                      </p:stCondLst>
                      <p:childTnLst>
                        <p:par>
                          <p:cTn id="720" fill="hold">
                            <p:stCondLst>
                              <p:cond delay="0"/>
                            </p:stCondLst>
                            <p:childTnLst>
                              <p:par>
                                <p:cTn id="721" presetID="1" presetClass="entr" presetSubtype="0" fill="hold" nodeType="clickEffect">
                                  <p:stCondLst>
                                    <p:cond delay="0"/>
                                  </p:stCondLst>
                                  <p:childTnLst>
                                    <p:set>
                                      <p:cBhvr>
                                        <p:cTn id="722" dur="1" fill="hold">
                                          <p:stCondLst>
                                            <p:cond delay="0"/>
                                          </p:stCondLst>
                                        </p:cTn>
                                        <p:tgtEl>
                                          <p:spTgt spid="363">
                                            <p:txEl>
                                              <p:pRg st="8" end="8"/>
                                            </p:txEl>
                                          </p:spTgt>
                                        </p:tgtEl>
                                        <p:attrNameLst>
                                          <p:attrName>style.visibility</p:attrName>
                                        </p:attrNameLst>
                                      </p:cBhvr>
                                      <p:to>
                                        <p:strVal val="visible"/>
                                      </p:to>
                                    </p:set>
                                  </p:childTnLst>
                                </p:cTn>
                              </p:par>
                            </p:childTnLst>
                          </p:cTn>
                        </p:par>
                      </p:childTnLst>
                    </p:cTn>
                  </p:par>
                  <p:par>
                    <p:cTn id="723" fill="hold">
                      <p:stCondLst>
                        <p:cond delay="indefinite"/>
                      </p:stCondLst>
                      <p:childTnLst>
                        <p:par>
                          <p:cTn id="724" fill="hold">
                            <p:stCondLst>
                              <p:cond delay="0"/>
                            </p:stCondLst>
                            <p:childTnLst>
                              <p:par>
                                <p:cTn id="725" presetID="1" presetClass="entr" presetSubtype="0" fill="hold" nodeType="clickEffect">
                                  <p:stCondLst>
                                    <p:cond delay="0"/>
                                  </p:stCondLst>
                                  <p:childTnLst>
                                    <p:set>
                                      <p:cBhvr>
                                        <p:cTn id="726" dur="1" fill="hold">
                                          <p:stCondLst>
                                            <p:cond delay="0"/>
                                          </p:stCondLst>
                                        </p:cTn>
                                        <p:tgtEl>
                                          <p:spTgt spid="364">
                                            <p:txEl>
                                              <p:pRg st="0" end="0"/>
                                            </p:txEl>
                                          </p:spTgt>
                                        </p:tgtEl>
                                        <p:attrNameLst>
                                          <p:attrName>style.visibility</p:attrName>
                                        </p:attrNameLst>
                                      </p:cBhvr>
                                      <p:to>
                                        <p:strVal val="visible"/>
                                      </p:to>
                                    </p:set>
                                  </p:childTnLst>
                                </p:cTn>
                              </p:par>
                            </p:childTnLst>
                          </p:cTn>
                        </p:par>
                      </p:childTnLst>
                    </p:cTn>
                  </p:par>
                  <p:par>
                    <p:cTn id="727" fill="hold">
                      <p:stCondLst>
                        <p:cond delay="indefinite"/>
                      </p:stCondLst>
                      <p:childTnLst>
                        <p:par>
                          <p:cTn id="728" fill="hold">
                            <p:stCondLst>
                              <p:cond delay="0"/>
                            </p:stCondLst>
                            <p:childTnLst>
                              <p:par>
                                <p:cTn id="729" presetID="1" presetClass="entr" presetSubtype="0" fill="hold" nodeType="clickEffect">
                                  <p:stCondLst>
                                    <p:cond delay="0"/>
                                  </p:stCondLst>
                                  <p:childTnLst>
                                    <p:set>
                                      <p:cBhvr>
                                        <p:cTn id="730" dur="1" fill="hold">
                                          <p:stCondLst>
                                            <p:cond delay="0"/>
                                          </p:stCondLst>
                                        </p:cTn>
                                        <p:tgtEl>
                                          <p:spTgt spid="364">
                                            <p:txEl>
                                              <p:pRg st="1" end="1"/>
                                            </p:txEl>
                                          </p:spTgt>
                                        </p:tgtEl>
                                        <p:attrNameLst>
                                          <p:attrName>style.visibility</p:attrName>
                                        </p:attrNameLst>
                                      </p:cBhvr>
                                      <p:to>
                                        <p:strVal val="visible"/>
                                      </p:to>
                                    </p:set>
                                  </p:childTnLst>
                                </p:cTn>
                              </p:par>
                            </p:childTnLst>
                          </p:cTn>
                        </p:par>
                      </p:childTnLst>
                    </p:cTn>
                  </p:par>
                  <p:par>
                    <p:cTn id="731" fill="hold">
                      <p:stCondLst>
                        <p:cond delay="indefinite"/>
                      </p:stCondLst>
                      <p:childTnLst>
                        <p:par>
                          <p:cTn id="732" fill="hold">
                            <p:stCondLst>
                              <p:cond delay="0"/>
                            </p:stCondLst>
                            <p:childTnLst>
                              <p:par>
                                <p:cTn id="733" presetID="1" presetClass="entr" presetSubtype="0" fill="hold" nodeType="clickEffect">
                                  <p:stCondLst>
                                    <p:cond delay="0"/>
                                  </p:stCondLst>
                                  <p:childTnLst>
                                    <p:set>
                                      <p:cBhvr>
                                        <p:cTn id="734" dur="1" fill="hold">
                                          <p:stCondLst>
                                            <p:cond delay="0"/>
                                          </p:stCondLst>
                                        </p:cTn>
                                        <p:tgtEl>
                                          <p:spTgt spid="364">
                                            <p:txEl>
                                              <p:pRg st="2" end="2"/>
                                            </p:txEl>
                                          </p:spTgt>
                                        </p:tgtEl>
                                        <p:attrNameLst>
                                          <p:attrName>style.visibility</p:attrName>
                                        </p:attrNameLst>
                                      </p:cBhvr>
                                      <p:to>
                                        <p:strVal val="visible"/>
                                      </p:to>
                                    </p:set>
                                  </p:childTnLst>
                                </p:cTn>
                              </p:par>
                            </p:childTnLst>
                          </p:cTn>
                        </p:par>
                      </p:childTnLst>
                    </p:cTn>
                  </p:par>
                  <p:par>
                    <p:cTn id="735" fill="hold">
                      <p:stCondLst>
                        <p:cond delay="indefinite"/>
                      </p:stCondLst>
                      <p:childTnLst>
                        <p:par>
                          <p:cTn id="736" fill="hold">
                            <p:stCondLst>
                              <p:cond delay="0"/>
                            </p:stCondLst>
                            <p:childTnLst>
                              <p:par>
                                <p:cTn id="737" presetID="1" presetClass="entr" presetSubtype="0" fill="hold" nodeType="clickEffect">
                                  <p:stCondLst>
                                    <p:cond delay="0"/>
                                  </p:stCondLst>
                                  <p:childTnLst>
                                    <p:set>
                                      <p:cBhvr>
                                        <p:cTn id="738" dur="1" fill="hold">
                                          <p:stCondLst>
                                            <p:cond delay="0"/>
                                          </p:stCondLst>
                                        </p:cTn>
                                        <p:tgtEl>
                                          <p:spTgt spid="364">
                                            <p:txEl>
                                              <p:pRg st="3" end="3"/>
                                            </p:txEl>
                                          </p:spTgt>
                                        </p:tgtEl>
                                        <p:attrNameLst>
                                          <p:attrName>style.visibility</p:attrName>
                                        </p:attrNameLst>
                                      </p:cBhvr>
                                      <p:to>
                                        <p:strVal val="visible"/>
                                      </p:to>
                                    </p:set>
                                  </p:childTnLst>
                                </p:cTn>
                              </p:par>
                            </p:childTnLst>
                          </p:cTn>
                        </p:par>
                      </p:childTnLst>
                    </p:cTn>
                  </p:par>
                  <p:par>
                    <p:cTn id="739" fill="hold">
                      <p:stCondLst>
                        <p:cond delay="indefinite"/>
                      </p:stCondLst>
                      <p:childTnLst>
                        <p:par>
                          <p:cTn id="740" fill="hold">
                            <p:stCondLst>
                              <p:cond delay="0"/>
                            </p:stCondLst>
                            <p:childTnLst>
                              <p:par>
                                <p:cTn id="741" presetID="1" presetClass="entr" presetSubtype="0" fill="hold" nodeType="clickEffect">
                                  <p:stCondLst>
                                    <p:cond delay="0"/>
                                  </p:stCondLst>
                                  <p:childTnLst>
                                    <p:set>
                                      <p:cBhvr>
                                        <p:cTn id="742" dur="1" fill="hold">
                                          <p:stCondLst>
                                            <p:cond delay="0"/>
                                          </p:stCondLst>
                                        </p:cTn>
                                        <p:tgtEl>
                                          <p:spTgt spid="364">
                                            <p:txEl>
                                              <p:pRg st="4" end="4"/>
                                            </p:txEl>
                                          </p:spTgt>
                                        </p:tgtEl>
                                        <p:attrNameLst>
                                          <p:attrName>style.visibility</p:attrName>
                                        </p:attrNameLst>
                                      </p:cBhvr>
                                      <p:to>
                                        <p:strVal val="visible"/>
                                      </p:to>
                                    </p:set>
                                  </p:childTnLst>
                                </p:cTn>
                              </p:par>
                            </p:childTnLst>
                          </p:cTn>
                        </p:par>
                      </p:childTnLst>
                    </p:cTn>
                  </p:par>
                  <p:par>
                    <p:cTn id="743" fill="hold">
                      <p:stCondLst>
                        <p:cond delay="indefinite"/>
                      </p:stCondLst>
                      <p:childTnLst>
                        <p:par>
                          <p:cTn id="744" fill="hold">
                            <p:stCondLst>
                              <p:cond delay="0"/>
                            </p:stCondLst>
                            <p:childTnLst>
                              <p:par>
                                <p:cTn id="745" presetID="1" presetClass="entr" presetSubtype="0" fill="hold" nodeType="clickEffect">
                                  <p:stCondLst>
                                    <p:cond delay="0"/>
                                  </p:stCondLst>
                                  <p:childTnLst>
                                    <p:set>
                                      <p:cBhvr>
                                        <p:cTn id="746" dur="1" fill="hold">
                                          <p:stCondLst>
                                            <p:cond delay="0"/>
                                          </p:stCondLst>
                                        </p:cTn>
                                        <p:tgtEl>
                                          <p:spTgt spid="364">
                                            <p:txEl>
                                              <p:pRg st="5" end="5"/>
                                            </p:txEl>
                                          </p:spTgt>
                                        </p:tgtEl>
                                        <p:attrNameLst>
                                          <p:attrName>style.visibility</p:attrName>
                                        </p:attrNameLst>
                                      </p:cBhvr>
                                      <p:to>
                                        <p:strVal val="visible"/>
                                      </p:to>
                                    </p:set>
                                  </p:childTnLst>
                                </p:cTn>
                              </p:par>
                            </p:childTnLst>
                          </p:cTn>
                        </p:par>
                      </p:childTnLst>
                    </p:cTn>
                  </p:par>
                  <p:par>
                    <p:cTn id="747" fill="hold">
                      <p:stCondLst>
                        <p:cond delay="indefinite"/>
                      </p:stCondLst>
                      <p:childTnLst>
                        <p:par>
                          <p:cTn id="748" fill="hold">
                            <p:stCondLst>
                              <p:cond delay="0"/>
                            </p:stCondLst>
                            <p:childTnLst>
                              <p:par>
                                <p:cTn id="749" presetID="1" presetClass="entr" presetSubtype="0" fill="hold" nodeType="clickEffect">
                                  <p:stCondLst>
                                    <p:cond delay="0"/>
                                  </p:stCondLst>
                                  <p:childTnLst>
                                    <p:set>
                                      <p:cBhvr>
                                        <p:cTn id="750" dur="1" fill="hold">
                                          <p:stCondLst>
                                            <p:cond delay="0"/>
                                          </p:stCondLst>
                                        </p:cTn>
                                        <p:tgtEl>
                                          <p:spTgt spid="364">
                                            <p:txEl>
                                              <p:pRg st="6" end="6"/>
                                            </p:txEl>
                                          </p:spTgt>
                                        </p:tgtEl>
                                        <p:attrNameLst>
                                          <p:attrName>style.visibility</p:attrName>
                                        </p:attrNameLst>
                                      </p:cBhvr>
                                      <p:to>
                                        <p:strVal val="visible"/>
                                      </p:to>
                                    </p:set>
                                  </p:childTnLst>
                                </p:cTn>
                              </p:par>
                            </p:childTnLst>
                          </p:cTn>
                        </p:par>
                      </p:childTnLst>
                    </p:cTn>
                  </p:par>
                  <p:par>
                    <p:cTn id="751" fill="hold">
                      <p:stCondLst>
                        <p:cond delay="indefinite"/>
                      </p:stCondLst>
                      <p:childTnLst>
                        <p:par>
                          <p:cTn id="752" fill="hold">
                            <p:stCondLst>
                              <p:cond delay="0"/>
                            </p:stCondLst>
                            <p:childTnLst>
                              <p:par>
                                <p:cTn id="753" presetID="1" presetClass="entr" presetSubtype="0" fill="hold" nodeType="clickEffect">
                                  <p:stCondLst>
                                    <p:cond delay="0"/>
                                  </p:stCondLst>
                                  <p:childTnLst>
                                    <p:set>
                                      <p:cBhvr>
                                        <p:cTn id="754" dur="1" fill="hold">
                                          <p:stCondLst>
                                            <p:cond delay="0"/>
                                          </p:stCondLst>
                                        </p:cTn>
                                        <p:tgtEl>
                                          <p:spTgt spid="364">
                                            <p:txEl>
                                              <p:pRg st="7" end="7"/>
                                            </p:txEl>
                                          </p:spTgt>
                                        </p:tgtEl>
                                        <p:attrNameLst>
                                          <p:attrName>style.visibility</p:attrName>
                                        </p:attrNameLst>
                                      </p:cBhvr>
                                      <p:to>
                                        <p:strVal val="visible"/>
                                      </p:to>
                                    </p:set>
                                  </p:childTnLst>
                                </p:cTn>
                              </p:par>
                            </p:childTnLst>
                          </p:cTn>
                        </p:par>
                      </p:childTnLst>
                    </p:cTn>
                  </p:par>
                  <p:par>
                    <p:cTn id="755" fill="hold">
                      <p:stCondLst>
                        <p:cond delay="indefinite"/>
                      </p:stCondLst>
                      <p:childTnLst>
                        <p:par>
                          <p:cTn id="756" fill="hold">
                            <p:stCondLst>
                              <p:cond delay="0"/>
                            </p:stCondLst>
                            <p:childTnLst>
                              <p:par>
                                <p:cTn id="757" presetID="1" presetClass="entr" presetSubtype="0" fill="hold" nodeType="clickEffect">
                                  <p:stCondLst>
                                    <p:cond delay="0"/>
                                  </p:stCondLst>
                                  <p:childTnLst>
                                    <p:set>
                                      <p:cBhvr>
                                        <p:cTn id="758" dur="1" fill="hold">
                                          <p:stCondLst>
                                            <p:cond delay="0"/>
                                          </p:stCondLst>
                                        </p:cTn>
                                        <p:tgtEl>
                                          <p:spTgt spid="364">
                                            <p:txEl>
                                              <p:pRg st="8" end="8"/>
                                            </p:txEl>
                                          </p:spTgt>
                                        </p:tgtEl>
                                        <p:attrNameLst>
                                          <p:attrName>style.visibility</p:attrName>
                                        </p:attrNameLst>
                                      </p:cBhvr>
                                      <p:to>
                                        <p:strVal val="visible"/>
                                      </p:to>
                                    </p:set>
                                  </p:childTnLst>
                                </p:cTn>
                              </p:par>
                            </p:childTnLst>
                          </p:cTn>
                        </p:par>
                      </p:childTnLst>
                    </p:cTn>
                  </p:par>
                  <p:par>
                    <p:cTn id="759" fill="hold">
                      <p:stCondLst>
                        <p:cond delay="indefinite"/>
                      </p:stCondLst>
                      <p:childTnLst>
                        <p:par>
                          <p:cTn id="760" fill="hold">
                            <p:stCondLst>
                              <p:cond delay="0"/>
                            </p:stCondLst>
                            <p:childTnLst>
                              <p:par>
                                <p:cTn id="761" presetID="1" presetClass="entr" presetSubtype="0" fill="hold" nodeType="clickEffect">
                                  <p:stCondLst>
                                    <p:cond delay="0"/>
                                  </p:stCondLst>
                                  <p:childTnLst>
                                    <p:set>
                                      <p:cBhvr>
                                        <p:cTn id="762" dur="1" fill="hold">
                                          <p:stCondLst>
                                            <p:cond delay="0"/>
                                          </p:stCondLst>
                                        </p:cTn>
                                        <p:tgtEl>
                                          <p:spTgt spid="365">
                                            <p:txEl>
                                              <p:pRg st="0" end="0"/>
                                            </p:txEl>
                                          </p:spTgt>
                                        </p:tgtEl>
                                        <p:attrNameLst>
                                          <p:attrName>style.visibility</p:attrName>
                                        </p:attrNameLst>
                                      </p:cBhvr>
                                      <p:to>
                                        <p:strVal val="visible"/>
                                      </p:to>
                                    </p:set>
                                  </p:childTnLst>
                                </p:cTn>
                              </p:par>
                            </p:childTnLst>
                          </p:cTn>
                        </p:par>
                      </p:childTnLst>
                    </p:cTn>
                  </p:par>
                  <p:par>
                    <p:cTn id="763" fill="hold">
                      <p:stCondLst>
                        <p:cond delay="indefinite"/>
                      </p:stCondLst>
                      <p:childTnLst>
                        <p:par>
                          <p:cTn id="764" fill="hold">
                            <p:stCondLst>
                              <p:cond delay="0"/>
                            </p:stCondLst>
                            <p:childTnLst>
                              <p:par>
                                <p:cTn id="765" presetID="1" presetClass="entr" presetSubtype="0" fill="hold" nodeType="clickEffect">
                                  <p:stCondLst>
                                    <p:cond delay="0"/>
                                  </p:stCondLst>
                                  <p:childTnLst>
                                    <p:set>
                                      <p:cBhvr>
                                        <p:cTn id="766" dur="1" fill="hold">
                                          <p:stCondLst>
                                            <p:cond delay="0"/>
                                          </p:stCondLst>
                                        </p:cTn>
                                        <p:tgtEl>
                                          <p:spTgt spid="365">
                                            <p:txEl>
                                              <p:pRg st="1" end="1"/>
                                            </p:txEl>
                                          </p:spTgt>
                                        </p:tgtEl>
                                        <p:attrNameLst>
                                          <p:attrName>style.visibility</p:attrName>
                                        </p:attrNameLst>
                                      </p:cBhvr>
                                      <p:to>
                                        <p:strVal val="visible"/>
                                      </p:to>
                                    </p:set>
                                  </p:childTnLst>
                                </p:cTn>
                              </p:par>
                            </p:childTnLst>
                          </p:cTn>
                        </p:par>
                      </p:childTnLst>
                    </p:cTn>
                  </p:par>
                  <p:par>
                    <p:cTn id="767" fill="hold">
                      <p:stCondLst>
                        <p:cond delay="indefinite"/>
                      </p:stCondLst>
                      <p:childTnLst>
                        <p:par>
                          <p:cTn id="768" fill="hold">
                            <p:stCondLst>
                              <p:cond delay="0"/>
                            </p:stCondLst>
                            <p:childTnLst>
                              <p:par>
                                <p:cTn id="769" presetID="1" presetClass="entr" presetSubtype="0" fill="hold" nodeType="clickEffect">
                                  <p:stCondLst>
                                    <p:cond delay="0"/>
                                  </p:stCondLst>
                                  <p:childTnLst>
                                    <p:set>
                                      <p:cBhvr>
                                        <p:cTn id="770" dur="1" fill="hold">
                                          <p:stCondLst>
                                            <p:cond delay="0"/>
                                          </p:stCondLst>
                                        </p:cTn>
                                        <p:tgtEl>
                                          <p:spTgt spid="365">
                                            <p:txEl>
                                              <p:pRg st="2" end="2"/>
                                            </p:txEl>
                                          </p:spTgt>
                                        </p:tgtEl>
                                        <p:attrNameLst>
                                          <p:attrName>style.visibility</p:attrName>
                                        </p:attrNameLst>
                                      </p:cBhvr>
                                      <p:to>
                                        <p:strVal val="visible"/>
                                      </p:to>
                                    </p:set>
                                  </p:childTnLst>
                                </p:cTn>
                              </p:par>
                            </p:childTnLst>
                          </p:cTn>
                        </p:par>
                      </p:childTnLst>
                    </p:cTn>
                  </p:par>
                  <p:par>
                    <p:cTn id="771" fill="hold">
                      <p:stCondLst>
                        <p:cond delay="indefinite"/>
                      </p:stCondLst>
                      <p:childTnLst>
                        <p:par>
                          <p:cTn id="772" fill="hold">
                            <p:stCondLst>
                              <p:cond delay="0"/>
                            </p:stCondLst>
                            <p:childTnLst>
                              <p:par>
                                <p:cTn id="773" presetID="1" presetClass="entr" presetSubtype="0" fill="hold" nodeType="clickEffect">
                                  <p:stCondLst>
                                    <p:cond delay="0"/>
                                  </p:stCondLst>
                                  <p:childTnLst>
                                    <p:set>
                                      <p:cBhvr>
                                        <p:cTn id="774" dur="1" fill="hold">
                                          <p:stCondLst>
                                            <p:cond delay="0"/>
                                          </p:stCondLst>
                                        </p:cTn>
                                        <p:tgtEl>
                                          <p:spTgt spid="365">
                                            <p:txEl>
                                              <p:pRg st="3" end="3"/>
                                            </p:txEl>
                                          </p:spTgt>
                                        </p:tgtEl>
                                        <p:attrNameLst>
                                          <p:attrName>style.visibility</p:attrName>
                                        </p:attrNameLst>
                                      </p:cBhvr>
                                      <p:to>
                                        <p:strVal val="visible"/>
                                      </p:to>
                                    </p:set>
                                  </p:childTnLst>
                                </p:cTn>
                              </p:par>
                            </p:childTnLst>
                          </p:cTn>
                        </p:par>
                      </p:childTnLst>
                    </p:cTn>
                  </p:par>
                  <p:par>
                    <p:cTn id="775" fill="hold">
                      <p:stCondLst>
                        <p:cond delay="indefinite"/>
                      </p:stCondLst>
                      <p:childTnLst>
                        <p:par>
                          <p:cTn id="776" fill="hold">
                            <p:stCondLst>
                              <p:cond delay="0"/>
                            </p:stCondLst>
                            <p:childTnLst>
                              <p:par>
                                <p:cTn id="777" presetID="1" presetClass="entr" presetSubtype="0" fill="hold" nodeType="clickEffect">
                                  <p:stCondLst>
                                    <p:cond delay="0"/>
                                  </p:stCondLst>
                                  <p:childTnLst>
                                    <p:set>
                                      <p:cBhvr>
                                        <p:cTn id="778" dur="1" fill="hold">
                                          <p:stCondLst>
                                            <p:cond delay="0"/>
                                          </p:stCondLst>
                                        </p:cTn>
                                        <p:tgtEl>
                                          <p:spTgt spid="365">
                                            <p:txEl>
                                              <p:pRg st="4" end="4"/>
                                            </p:txEl>
                                          </p:spTgt>
                                        </p:tgtEl>
                                        <p:attrNameLst>
                                          <p:attrName>style.visibility</p:attrName>
                                        </p:attrNameLst>
                                      </p:cBhvr>
                                      <p:to>
                                        <p:strVal val="visible"/>
                                      </p:to>
                                    </p:set>
                                  </p:childTnLst>
                                </p:cTn>
                              </p:par>
                            </p:childTnLst>
                          </p:cTn>
                        </p:par>
                      </p:childTnLst>
                    </p:cTn>
                  </p:par>
                  <p:par>
                    <p:cTn id="779" fill="hold">
                      <p:stCondLst>
                        <p:cond delay="indefinite"/>
                      </p:stCondLst>
                      <p:childTnLst>
                        <p:par>
                          <p:cTn id="780" fill="hold">
                            <p:stCondLst>
                              <p:cond delay="0"/>
                            </p:stCondLst>
                            <p:childTnLst>
                              <p:par>
                                <p:cTn id="781" presetID="1" presetClass="entr" presetSubtype="0" fill="hold" nodeType="clickEffect">
                                  <p:stCondLst>
                                    <p:cond delay="0"/>
                                  </p:stCondLst>
                                  <p:childTnLst>
                                    <p:set>
                                      <p:cBhvr>
                                        <p:cTn id="782" dur="1" fill="hold">
                                          <p:stCondLst>
                                            <p:cond delay="0"/>
                                          </p:stCondLst>
                                        </p:cTn>
                                        <p:tgtEl>
                                          <p:spTgt spid="365">
                                            <p:txEl>
                                              <p:pRg st="5" end="5"/>
                                            </p:txEl>
                                          </p:spTgt>
                                        </p:tgtEl>
                                        <p:attrNameLst>
                                          <p:attrName>style.visibility</p:attrName>
                                        </p:attrNameLst>
                                      </p:cBhvr>
                                      <p:to>
                                        <p:strVal val="visible"/>
                                      </p:to>
                                    </p:set>
                                  </p:childTnLst>
                                </p:cTn>
                              </p:par>
                            </p:childTnLst>
                          </p:cTn>
                        </p:par>
                      </p:childTnLst>
                    </p:cTn>
                  </p:par>
                  <p:par>
                    <p:cTn id="783" fill="hold">
                      <p:stCondLst>
                        <p:cond delay="indefinite"/>
                      </p:stCondLst>
                      <p:childTnLst>
                        <p:par>
                          <p:cTn id="784" fill="hold">
                            <p:stCondLst>
                              <p:cond delay="0"/>
                            </p:stCondLst>
                            <p:childTnLst>
                              <p:par>
                                <p:cTn id="785" presetID="1" presetClass="entr" presetSubtype="0" fill="hold" nodeType="clickEffect">
                                  <p:stCondLst>
                                    <p:cond delay="0"/>
                                  </p:stCondLst>
                                  <p:childTnLst>
                                    <p:set>
                                      <p:cBhvr>
                                        <p:cTn id="786" dur="1" fill="hold">
                                          <p:stCondLst>
                                            <p:cond delay="0"/>
                                          </p:stCondLst>
                                        </p:cTn>
                                        <p:tgtEl>
                                          <p:spTgt spid="365">
                                            <p:txEl>
                                              <p:pRg st="6" end="6"/>
                                            </p:txEl>
                                          </p:spTgt>
                                        </p:tgtEl>
                                        <p:attrNameLst>
                                          <p:attrName>style.visibility</p:attrName>
                                        </p:attrNameLst>
                                      </p:cBhvr>
                                      <p:to>
                                        <p:strVal val="visible"/>
                                      </p:to>
                                    </p:set>
                                  </p:childTnLst>
                                </p:cTn>
                              </p:par>
                            </p:childTnLst>
                          </p:cTn>
                        </p:par>
                      </p:childTnLst>
                    </p:cTn>
                  </p:par>
                  <p:par>
                    <p:cTn id="787" fill="hold">
                      <p:stCondLst>
                        <p:cond delay="indefinite"/>
                      </p:stCondLst>
                      <p:childTnLst>
                        <p:par>
                          <p:cTn id="788" fill="hold">
                            <p:stCondLst>
                              <p:cond delay="0"/>
                            </p:stCondLst>
                            <p:childTnLst>
                              <p:par>
                                <p:cTn id="789" presetID="1" presetClass="entr" presetSubtype="0" fill="hold" nodeType="clickEffect">
                                  <p:stCondLst>
                                    <p:cond delay="0"/>
                                  </p:stCondLst>
                                  <p:childTnLst>
                                    <p:set>
                                      <p:cBhvr>
                                        <p:cTn id="790" dur="1" fill="hold">
                                          <p:stCondLst>
                                            <p:cond delay="0"/>
                                          </p:stCondLst>
                                        </p:cTn>
                                        <p:tgtEl>
                                          <p:spTgt spid="365">
                                            <p:txEl>
                                              <p:pRg st="7" end="7"/>
                                            </p:txEl>
                                          </p:spTgt>
                                        </p:tgtEl>
                                        <p:attrNameLst>
                                          <p:attrName>style.visibility</p:attrName>
                                        </p:attrNameLst>
                                      </p:cBhvr>
                                      <p:to>
                                        <p:strVal val="visible"/>
                                      </p:to>
                                    </p:set>
                                  </p:childTnLst>
                                </p:cTn>
                              </p:par>
                            </p:childTnLst>
                          </p:cTn>
                        </p:par>
                      </p:childTnLst>
                    </p:cTn>
                  </p:par>
                  <p:par>
                    <p:cTn id="791" fill="hold">
                      <p:stCondLst>
                        <p:cond delay="indefinite"/>
                      </p:stCondLst>
                      <p:childTnLst>
                        <p:par>
                          <p:cTn id="792" fill="hold">
                            <p:stCondLst>
                              <p:cond delay="0"/>
                            </p:stCondLst>
                            <p:childTnLst>
                              <p:par>
                                <p:cTn id="793" presetID="1" presetClass="entr" presetSubtype="0" fill="hold" nodeType="clickEffect">
                                  <p:stCondLst>
                                    <p:cond delay="0"/>
                                  </p:stCondLst>
                                  <p:childTnLst>
                                    <p:set>
                                      <p:cBhvr>
                                        <p:cTn id="794" dur="1" fill="hold">
                                          <p:stCondLst>
                                            <p:cond delay="0"/>
                                          </p:stCondLst>
                                        </p:cTn>
                                        <p:tgtEl>
                                          <p:spTgt spid="365">
                                            <p:txEl>
                                              <p:pRg st="8" end="8"/>
                                            </p:txEl>
                                          </p:spTgt>
                                        </p:tgtEl>
                                        <p:attrNameLst>
                                          <p:attrName>style.visibility</p:attrName>
                                        </p:attrNameLst>
                                      </p:cBhvr>
                                      <p:to>
                                        <p:strVal val="visible"/>
                                      </p:to>
                                    </p:set>
                                  </p:childTnLst>
                                </p:cTn>
                              </p:par>
                            </p:childTnLst>
                          </p:cTn>
                        </p:par>
                      </p:childTnLst>
                    </p:cTn>
                  </p:par>
                  <p:par>
                    <p:cTn id="795" fill="hold">
                      <p:stCondLst>
                        <p:cond delay="indefinite"/>
                      </p:stCondLst>
                      <p:childTnLst>
                        <p:par>
                          <p:cTn id="796" fill="hold">
                            <p:stCondLst>
                              <p:cond delay="0"/>
                            </p:stCondLst>
                            <p:childTnLst>
                              <p:par>
                                <p:cTn id="797" presetID="1" presetClass="entr" presetSubtype="0" fill="hold" nodeType="clickEffect">
                                  <p:stCondLst>
                                    <p:cond delay="0"/>
                                  </p:stCondLst>
                                  <p:childTnLst>
                                    <p:set>
                                      <p:cBhvr>
                                        <p:cTn id="798" dur="1" fill="hold">
                                          <p:stCondLst>
                                            <p:cond delay="0"/>
                                          </p:stCondLst>
                                        </p:cTn>
                                        <p:tgtEl>
                                          <p:spTgt spid="366">
                                            <p:txEl>
                                              <p:pRg st="0" end="0"/>
                                            </p:txEl>
                                          </p:spTgt>
                                        </p:tgtEl>
                                        <p:attrNameLst>
                                          <p:attrName>style.visibility</p:attrName>
                                        </p:attrNameLst>
                                      </p:cBhvr>
                                      <p:to>
                                        <p:strVal val="visible"/>
                                      </p:to>
                                    </p:set>
                                  </p:childTnLst>
                                </p:cTn>
                              </p:par>
                            </p:childTnLst>
                          </p:cTn>
                        </p:par>
                      </p:childTnLst>
                    </p:cTn>
                  </p:par>
                  <p:par>
                    <p:cTn id="799" fill="hold">
                      <p:stCondLst>
                        <p:cond delay="indefinite"/>
                      </p:stCondLst>
                      <p:childTnLst>
                        <p:par>
                          <p:cTn id="800" fill="hold">
                            <p:stCondLst>
                              <p:cond delay="0"/>
                            </p:stCondLst>
                            <p:childTnLst>
                              <p:par>
                                <p:cTn id="801" presetID="1" presetClass="entr" presetSubtype="0" fill="hold" nodeType="clickEffect">
                                  <p:stCondLst>
                                    <p:cond delay="0"/>
                                  </p:stCondLst>
                                  <p:childTnLst>
                                    <p:set>
                                      <p:cBhvr>
                                        <p:cTn id="802" dur="1" fill="hold">
                                          <p:stCondLst>
                                            <p:cond delay="0"/>
                                          </p:stCondLst>
                                        </p:cTn>
                                        <p:tgtEl>
                                          <p:spTgt spid="366">
                                            <p:txEl>
                                              <p:pRg st="1" end="1"/>
                                            </p:txEl>
                                          </p:spTgt>
                                        </p:tgtEl>
                                        <p:attrNameLst>
                                          <p:attrName>style.visibility</p:attrName>
                                        </p:attrNameLst>
                                      </p:cBhvr>
                                      <p:to>
                                        <p:strVal val="visible"/>
                                      </p:to>
                                    </p:set>
                                  </p:childTnLst>
                                </p:cTn>
                              </p:par>
                            </p:childTnLst>
                          </p:cTn>
                        </p:par>
                      </p:childTnLst>
                    </p:cTn>
                  </p:par>
                  <p:par>
                    <p:cTn id="803" fill="hold">
                      <p:stCondLst>
                        <p:cond delay="indefinite"/>
                      </p:stCondLst>
                      <p:childTnLst>
                        <p:par>
                          <p:cTn id="804" fill="hold">
                            <p:stCondLst>
                              <p:cond delay="0"/>
                            </p:stCondLst>
                            <p:childTnLst>
                              <p:par>
                                <p:cTn id="805" presetID="1" presetClass="entr" presetSubtype="0" fill="hold" nodeType="clickEffect">
                                  <p:stCondLst>
                                    <p:cond delay="0"/>
                                  </p:stCondLst>
                                  <p:childTnLst>
                                    <p:set>
                                      <p:cBhvr>
                                        <p:cTn id="806" dur="1" fill="hold">
                                          <p:stCondLst>
                                            <p:cond delay="0"/>
                                          </p:stCondLst>
                                        </p:cTn>
                                        <p:tgtEl>
                                          <p:spTgt spid="366">
                                            <p:txEl>
                                              <p:pRg st="2" end="2"/>
                                            </p:txEl>
                                          </p:spTgt>
                                        </p:tgtEl>
                                        <p:attrNameLst>
                                          <p:attrName>style.visibility</p:attrName>
                                        </p:attrNameLst>
                                      </p:cBhvr>
                                      <p:to>
                                        <p:strVal val="visible"/>
                                      </p:to>
                                    </p:set>
                                  </p:childTnLst>
                                </p:cTn>
                              </p:par>
                            </p:childTnLst>
                          </p:cTn>
                        </p:par>
                      </p:childTnLst>
                    </p:cTn>
                  </p:par>
                  <p:par>
                    <p:cTn id="807" fill="hold">
                      <p:stCondLst>
                        <p:cond delay="indefinite"/>
                      </p:stCondLst>
                      <p:childTnLst>
                        <p:par>
                          <p:cTn id="808" fill="hold">
                            <p:stCondLst>
                              <p:cond delay="0"/>
                            </p:stCondLst>
                            <p:childTnLst>
                              <p:par>
                                <p:cTn id="809" presetID="1" presetClass="entr" presetSubtype="0" fill="hold" nodeType="clickEffect">
                                  <p:stCondLst>
                                    <p:cond delay="0"/>
                                  </p:stCondLst>
                                  <p:childTnLst>
                                    <p:set>
                                      <p:cBhvr>
                                        <p:cTn id="810" dur="1" fill="hold">
                                          <p:stCondLst>
                                            <p:cond delay="0"/>
                                          </p:stCondLst>
                                        </p:cTn>
                                        <p:tgtEl>
                                          <p:spTgt spid="366">
                                            <p:txEl>
                                              <p:pRg st="3" end="3"/>
                                            </p:txEl>
                                          </p:spTgt>
                                        </p:tgtEl>
                                        <p:attrNameLst>
                                          <p:attrName>style.visibility</p:attrName>
                                        </p:attrNameLst>
                                      </p:cBhvr>
                                      <p:to>
                                        <p:strVal val="visible"/>
                                      </p:to>
                                    </p:set>
                                  </p:childTnLst>
                                </p:cTn>
                              </p:par>
                            </p:childTnLst>
                          </p:cTn>
                        </p:par>
                      </p:childTnLst>
                    </p:cTn>
                  </p:par>
                  <p:par>
                    <p:cTn id="811" fill="hold">
                      <p:stCondLst>
                        <p:cond delay="indefinite"/>
                      </p:stCondLst>
                      <p:childTnLst>
                        <p:par>
                          <p:cTn id="812" fill="hold">
                            <p:stCondLst>
                              <p:cond delay="0"/>
                            </p:stCondLst>
                            <p:childTnLst>
                              <p:par>
                                <p:cTn id="813" presetID="1" presetClass="entr" presetSubtype="0" fill="hold" nodeType="clickEffect">
                                  <p:stCondLst>
                                    <p:cond delay="0"/>
                                  </p:stCondLst>
                                  <p:childTnLst>
                                    <p:set>
                                      <p:cBhvr>
                                        <p:cTn id="814" dur="1" fill="hold">
                                          <p:stCondLst>
                                            <p:cond delay="0"/>
                                          </p:stCondLst>
                                        </p:cTn>
                                        <p:tgtEl>
                                          <p:spTgt spid="366">
                                            <p:txEl>
                                              <p:pRg st="4" end="4"/>
                                            </p:txEl>
                                          </p:spTgt>
                                        </p:tgtEl>
                                        <p:attrNameLst>
                                          <p:attrName>style.visibility</p:attrName>
                                        </p:attrNameLst>
                                      </p:cBhvr>
                                      <p:to>
                                        <p:strVal val="visible"/>
                                      </p:to>
                                    </p:set>
                                  </p:childTnLst>
                                </p:cTn>
                              </p:par>
                            </p:childTnLst>
                          </p:cTn>
                        </p:par>
                      </p:childTnLst>
                    </p:cTn>
                  </p:par>
                  <p:par>
                    <p:cTn id="815" fill="hold">
                      <p:stCondLst>
                        <p:cond delay="indefinite"/>
                      </p:stCondLst>
                      <p:childTnLst>
                        <p:par>
                          <p:cTn id="816" fill="hold">
                            <p:stCondLst>
                              <p:cond delay="0"/>
                            </p:stCondLst>
                            <p:childTnLst>
                              <p:par>
                                <p:cTn id="817" presetID="1" presetClass="entr" presetSubtype="0" fill="hold" nodeType="clickEffect">
                                  <p:stCondLst>
                                    <p:cond delay="0"/>
                                  </p:stCondLst>
                                  <p:childTnLst>
                                    <p:set>
                                      <p:cBhvr>
                                        <p:cTn id="818" dur="1" fill="hold">
                                          <p:stCondLst>
                                            <p:cond delay="0"/>
                                          </p:stCondLst>
                                        </p:cTn>
                                        <p:tgtEl>
                                          <p:spTgt spid="366">
                                            <p:txEl>
                                              <p:pRg st="5" end="5"/>
                                            </p:txEl>
                                          </p:spTgt>
                                        </p:tgtEl>
                                        <p:attrNameLst>
                                          <p:attrName>style.visibility</p:attrName>
                                        </p:attrNameLst>
                                      </p:cBhvr>
                                      <p:to>
                                        <p:strVal val="visible"/>
                                      </p:to>
                                    </p:set>
                                  </p:childTnLst>
                                </p:cTn>
                              </p:par>
                            </p:childTnLst>
                          </p:cTn>
                        </p:par>
                      </p:childTnLst>
                    </p:cTn>
                  </p:par>
                  <p:par>
                    <p:cTn id="819" fill="hold">
                      <p:stCondLst>
                        <p:cond delay="indefinite"/>
                      </p:stCondLst>
                      <p:childTnLst>
                        <p:par>
                          <p:cTn id="820" fill="hold">
                            <p:stCondLst>
                              <p:cond delay="0"/>
                            </p:stCondLst>
                            <p:childTnLst>
                              <p:par>
                                <p:cTn id="821" presetID="1" presetClass="entr" presetSubtype="0" fill="hold" nodeType="clickEffect">
                                  <p:stCondLst>
                                    <p:cond delay="0"/>
                                  </p:stCondLst>
                                  <p:childTnLst>
                                    <p:set>
                                      <p:cBhvr>
                                        <p:cTn id="822" dur="1" fill="hold">
                                          <p:stCondLst>
                                            <p:cond delay="0"/>
                                          </p:stCondLst>
                                        </p:cTn>
                                        <p:tgtEl>
                                          <p:spTgt spid="366">
                                            <p:txEl>
                                              <p:pRg st="6" end="6"/>
                                            </p:txEl>
                                          </p:spTgt>
                                        </p:tgtEl>
                                        <p:attrNameLst>
                                          <p:attrName>style.visibility</p:attrName>
                                        </p:attrNameLst>
                                      </p:cBhvr>
                                      <p:to>
                                        <p:strVal val="visible"/>
                                      </p:to>
                                    </p:set>
                                  </p:childTnLst>
                                </p:cTn>
                              </p:par>
                            </p:childTnLst>
                          </p:cTn>
                        </p:par>
                      </p:childTnLst>
                    </p:cTn>
                  </p:par>
                  <p:par>
                    <p:cTn id="823" fill="hold">
                      <p:stCondLst>
                        <p:cond delay="indefinite"/>
                      </p:stCondLst>
                      <p:childTnLst>
                        <p:par>
                          <p:cTn id="824" fill="hold">
                            <p:stCondLst>
                              <p:cond delay="0"/>
                            </p:stCondLst>
                            <p:childTnLst>
                              <p:par>
                                <p:cTn id="825" presetID="1" presetClass="entr" presetSubtype="0" fill="hold" nodeType="clickEffect">
                                  <p:stCondLst>
                                    <p:cond delay="0"/>
                                  </p:stCondLst>
                                  <p:childTnLst>
                                    <p:set>
                                      <p:cBhvr>
                                        <p:cTn id="826" dur="1" fill="hold">
                                          <p:stCondLst>
                                            <p:cond delay="0"/>
                                          </p:stCondLst>
                                        </p:cTn>
                                        <p:tgtEl>
                                          <p:spTgt spid="366">
                                            <p:txEl>
                                              <p:pRg st="7" end="7"/>
                                            </p:txEl>
                                          </p:spTgt>
                                        </p:tgtEl>
                                        <p:attrNameLst>
                                          <p:attrName>style.visibility</p:attrName>
                                        </p:attrNameLst>
                                      </p:cBhvr>
                                      <p:to>
                                        <p:strVal val="visible"/>
                                      </p:to>
                                    </p:set>
                                  </p:childTnLst>
                                </p:cTn>
                              </p:par>
                            </p:childTnLst>
                          </p:cTn>
                        </p:par>
                      </p:childTnLst>
                    </p:cTn>
                  </p:par>
                  <p:par>
                    <p:cTn id="827" fill="hold">
                      <p:stCondLst>
                        <p:cond delay="indefinite"/>
                      </p:stCondLst>
                      <p:childTnLst>
                        <p:par>
                          <p:cTn id="828" fill="hold">
                            <p:stCondLst>
                              <p:cond delay="0"/>
                            </p:stCondLst>
                            <p:childTnLst>
                              <p:par>
                                <p:cTn id="829" presetID="1" presetClass="entr" presetSubtype="0" fill="hold" nodeType="clickEffect">
                                  <p:stCondLst>
                                    <p:cond delay="0"/>
                                  </p:stCondLst>
                                  <p:childTnLst>
                                    <p:set>
                                      <p:cBhvr>
                                        <p:cTn id="830" dur="1" fill="hold">
                                          <p:stCondLst>
                                            <p:cond delay="0"/>
                                          </p:stCondLst>
                                        </p:cTn>
                                        <p:tgtEl>
                                          <p:spTgt spid="366">
                                            <p:txEl>
                                              <p:pRg st="8" end="8"/>
                                            </p:txEl>
                                          </p:spTgt>
                                        </p:tgtEl>
                                        <p:attrNameLst>
                                          <p:attrName>style.visibility</p:attrName>
                                        </p:attrNameLst>
                                      </p:cBhvr>
                                      <p:to>
                                        <p:strVal val="visible"/>
                                      </p:to>
                                    </p:set>
                                  </p:childTnLst>
                                </p:cTn>
                              </p:par>
                            </p:childTnLst>
                          </p:cTn>
                        </p:par>
                      </p:childTnLst>
                    </p:cTn>
                  </p:par>
                  <p:par>
                    <p:cTn id="831" fill="hold">
                      <p:stCondLst>
                        <p:cond delay="indefinite"/>
                      </p:stCondLst>
                      <p:childTnLst>
                        <p:par>
                          <p:cTn id="832" fill="hold">
                            <p:stCondLst>
                              <p:cond delay="0"/>
                            </p:stCondLst>
                            <p:childTnLst>
                              <p:par>
                                <p:cTn id="833" presetID="1" presetClass="entr" presetSubtype="0" fill="hold" nodeType="clickEffect">
                                  <p:stCondLst>
                                    <p:cond delay="0"/>
                                  </p:stCondLst>
                                  <p:childTnLst>
                                    <p:set>
                                      <p:cBhvr>
                                        <p:cTn id="834" dur="1" fill="hold">
                                          <p:stCondLst>
                                            <p:cond delay="0"/>
                                          </p:stCondLst>
                                        </p:cTn>
                                        <p:tgtEl>
                                          <p:spTgt spid="367">
                                            <p:txEl>
                                              <p:pRg st="0" end="0"/>
                                            </p:txEl>
                                          </p:spTgt>
                                        </p:tgtEl>
                                        <p:attrNameLst>
                                          <p:attrName>style.visibility</p:attrName>
                                        </p:attrNameLst>
                                      </p:cBhvr>
                                      <p:to>
                                        <p:strVal val="visible"/>
                                      </p:to>
                                    </p:set>
                                  </p:childTnLst>
                                </p:cTn>
                              </p:par>
                            </p:childTnLst>
                          </p:cTn>
                        </p:par>
                      </p:childTnLst>
                    </p:cTn>
                  </p:par>
                  <p:par>
                    <p:cTn id="835" fill="hold">
                      <p:stCondLst>
                        <p:cond delay="indefinite"/>
                      </p:stCondLst>
                      <p:childTnLst>
                        <p:par>
                          <p:cTn id="836" fill="hold">
                            <p:stCondLst>
                              <p:cond delay="0"/>
                            </p:stCondLst>
                            <p:childTnLst>
                              <p:par>
                                <p:cTn id="837" presetID="1" presetClass="entr" presetSubtype="0" fill="hold" nodeType="clickEffect">
                                  <p:stCondLst>
                                    <p:cond delay="0"/>
                                  </p:stCondLst>
                                  <p:childTnLst>
                                    <p:set>
                                      <p:cBhvr>
                                        <p:cTn id="838" dur="1" fill="hold">
                                          <p:stCondLst>
                                            <p:cond delay="0"/>
                                          </p:stCondLst>
                                        </p:cTn>
                                        <p:tgtEl>
                                          <p:spTgt spid="367">
                                            <p:txEl>
                                              <p:pRg st="1" end="1"/>
                                            </p:txEl>
                                          </p:spTgt>
                                        </p:tgtEl>
                                        <p:attrNameLst>
                                          <p:attrName>style.visibility</p:attrName>
                                        </p:attrNameLst>
                                      </p:cBhvr>
                                      <p:to>
                                        <p:strVal val="visible"/>
                                      </p:to>
                                    </p:set>
                                  </p:childTnLst>
                                </p:cTn>
                              </p:par>
                            </p:childTnLst>
                          </p:cTn>
                        </p:par>
                      </p:childTnLst>
                    </p:cTn>
                  </p:par>
                  <p:par>
                    <p:cTn id="839" fill="hold">
                      <p:stCondLst>
                        <p:cond delay="indefinite"/>
                      </p:stCondLst>
                      <p:childTnLst>
                        <p:par>
                          <p:cTn id="840" fill="hold">
                            <p:stCondLst>
                              <p:cond delay="0"/>
                            </p:stCondLst>
                            <p:childTnLst>
                              <p:par>
                                <p:cTn id="841" presetID="1" presetClass="entr" presetSubtype="0" fill="hold" nodeType="clickEffect">
                                  <p:stCondLst>
                                    <p:cond delay="0"/>
                                  </p:stCondLst>
                                  <p:childTnLst>
                                    <p:set>
                                      <p:cBhvr>
                                        <p:cTn id="842" dur="1" fill="hold">
                                          <p:stCondLst>
                                            <p:cond delay="0"/>
                                          </p:stCondLst>
                                        </p:cTn>
                                        <p:tgtEl>
                                          <p:spTgt spid="367">
                                            <p:txEl>
                                              <p:pRg st="2" end="2"/>
                                            </p:txEl>
                                          </p:spTgt>
                                        </p:tgtEl>
                                        <p:attrNameLst>
                                          <p:attrName>style.visibility</p:attrName>
                                        </p:attrNameLst>
                                      </p:cBhvr>
                                      <p:to>
                                        <p:strVal val="visible"/>
                                      </p:to>
                                    </p:set>
                                  </p:childTnLst>
                                </p:cTn>
                              </p:par>
                            </p:childTnLst>
                          </p:cTn>
                        </p:par>
                      </p:childTnLst>
                    </p:cTn>
                  </p:par>
                  <p:par>
                    <p:cTn id="843" fill="hold">
                      <p:stCondLst>
                        <p:cond delay="indefinite"/>
                      </p:stCondLst>
                      <p:childTnLst>
                        <p:par>
                          <p:cTn id="844" fill="hold">
                            <p:stCondLst>
                              <p:cond delay="0"/>
                            </p:stCondLst>
                            <p:childTnLst>
                              <p:par>
                                <p:cTn id="845" presetID="1" presetClass="entr" presetSubtype="0" fill="hold" nodeType="clickEffect">
                                  <p:stCondLst>
                                    <p:cond delay="0"/>
                                  </p:stCondLst>
                                  <p:childTnLst>
                                    <p:set>
                                      <p:cBhvr>
                                        <p:cTn id="846" dur="1" fill="hold">
                                          <p:stCondLst>
                                            <p:cond delay="0"/>
                                          </p:stCondLst>
                                        </p:cTn>
                                        <p:tgtEl>
                                          <p:spTgt spid="367">
                                            <p:txEl>
                                              <p:pRg st="3" end="3"/>
                                            </p:txEl>
                                          </p:spTgt>
                                        </p:tgtEl>
                                        <p:attrNameLst>
                                          <p:attrName>style.visibility</p:attrName>
                                        </p:attrNameLst>
                                      </p:cBhvr>
                                      <p:to>
                                        <p:strVal val="visible"/>
                                      </p:to>
                                    </p:set>
                                  </p:childTnLst>
                                </p:cTn>
                              </p:par>
                            </p:childTnLst>
                          </p:cTn>
                        </p:par>
                      </p:childTnLst>
                    </p:cTn>
                  </p:par>
                  <p:par>
                    <p:cTn id="847" fill="hold">
                      <p:stCondLst>
                        <p:cond delay="indefinite"/>
                      </p:stCondLst>
                      <p:childTnLst>
                        <p:par>
                          <p:cTn id="848" fill="hold">
                            <p:stCondLst>
                              <p:cond delay="0"/>
                            </p:stCondLst>
                            <p:childTnLst>
                              <p:par>
                                <p:cTn id="849" presetID="1" presetClass="entr" presetSubtype="0" fill="hold" nodeType="clickEffect">
                                  <p:stCondLst>
                                    <p:cond delay="0"/>
                                  </p:stCondLst>
                                  <p:childTnLst>
                                    <p:set>
                                      <p:cBhvr>
                                        <p:cTn id="850" dur="1" fill="hold">
                                          <p:stCondLst>
                                            <p:cond delay="0"/>
                                          </p:stCondLst>
                                        </p:cTn>
                                        <p:tgtEl>
                                          <p:spTgt spid="367">
                                            <p:txEl>
                                              <p:pRg st="4" end="4"/>
                                            </p:txEl>
                                          </p:spTgt>
                                        </p:tgtEl>
                                        <p:attrNameLst>
                                          <p:attrName>style.visibility</p:attrName>
                                        </p:attrNameLst>
                                      </p:cBhvr>
                                      <p:to>
                                        <p:strVal val="visible"/>
                                      </p:to>
                                    </p:set>
                                  </p:childTnLst>
                                </p:cTn>
                              </p:par>
                            </p:childTnLst>
                          </p:cTn>
                        </p:par>
                      </p:childTnLst>
                    </p:cTn>
                  </p:par>
                  <p:par>
                    <p:cTn id="851" fill="hold">
                      <p:stCondLst>
                        <p:cond delay="indefinite"/>
                      </p:stCondLst>
                      <p:childTnLst>
                        <p:par>
                          <p:cTn id="852" fill="hold">
                            <p:stCondLst>
                              <p:cond delay="0"/>
                            </p:stCondLst>
                            <p:childTnLst>
                              <p:par>
                                <p:cTn id="853" presetID="1" presetClass="entr" presetSubtype="0" fill="hold" nodeType="clickEffect">
                                  <p:stCondLst>
                                    <p:cond delay="0"/>
                                  </p:stCondLst>
                                  <p:childTnLst>
                                    <p:set>
                                      <p:cBhvr>
                                        <p:cTn id="854" dur="1" fill="hold">
                                          <p:stCondLst>
                                            <p:cond delay="0"/>
                                          </p:stCondLst>
                                        </p:cTn>
                                        <p:tgtEl>
                                          <p:spTgt spid="367">
                                            <p:txEl>
                                              <p:pRg st="5" end="5"/>
                                            </p:txEl>
                                          </p:spTgt>
                                        </p:tgtEl>
                                        <p:attrNameLst>
                                          <p:attrName>style.visibility</p:attrName>
                                        </p:attrNameLst>
                                      </p:cBhvr>
                                      <p:to>
                                        <p:strVal val="visible"/>
                                      </p:to>
                                    </p:set>
                                  </p:childTnLst>
                                </p:cTn>
                              </p:par>
                            </p:childTnLst>
                          </p:cTn>
                        </p:par>
                      </p:childTnLst>
                    </p:cTn>
                  </p:par>
                  <p:par>
                    <p:cTn id="855" fill="hold">
                      <p:stCondLst>
                        <p:cond delay="indefinite"/>
                      </p:stCondLst>
                      <p:childTnLst>
                        <p:par>
                          <p:cTn id="856" fill="hold">
                            <p:stCondLst>
                              <p:cond delay="0"/>
                            </p:stCondLst>
                            <p:childTnLst>
                              <p:par>
                                <p:cTn id="857" presetID="1" presetClass="entr" presetSubtype="0" fill="hold" nodeType="clickEffect">
                                  <p:stCondLst>
                                    <p:cond delay="0"/>
                                  </p:stCondLst>
                                  <p:childTnLst>
                                    <p:set>
                                      <p:cBhvr>
                                        <p:cTn id="858" dur="1" fill="hold">
                                          <p:stCondLst>
                                            <p:cond delay="0"/>
                                          </p:stCondLst>
                                        </p:cTn>
                                        <p:tgtEl>
                                          <p:spTgt spid="367">
                                            <p:txEl>
                                              <p:pRg st="6" end="6"/>
                                            </p:txEl>
                                          </p:spTgt>
                                        </p:tgtEl>
                                        <p:attrNameLst>
                                          <p:attrName>style.visibility</p:attrName>
                                        </p:attrNameLst>
                                      </p:cBhvr>
                                      <p:to>
                                        <p:strVal val="visible"/>
                                      </p:to>
                                    </p:set>
                                  </p:childTnLst>
                                </p:cTn>
                              </p:par>
                            </p:childTnLst>
                          </p:cTn>
                        </p:par>
                      </p:childTnLst>
                    </p:cTn>
                  </p:par>
                  <p:par>
                    <p:cTn id="859" fill="hold">
                      <p:stCondLst>
                        <p:cond delay="indefinite"/>
                      </p:stCondLst>
                      <p:childTnLst>
                        <p:par>
                          <p:cTn id="860" fill="hold">
                            <p:stCondLst>
                              <p:cond delay="0"/>
                            </p:stCondLst>
                            <p:childTnLst>
                              <p:par>
                                <p:cTn id="861" presetID="1" presetClass="entr" presetSubtype="0" fill="hold" nodeType="clickEffect">
                                  <p:stCondLst>
                                    <p:cond delay="0"/>
                                  </p:stCondLst>
                                  <p:childTnLst>
                                    <p:set>
                                      <p:cBhvr>
                                        <p:cTn id="862" dur="1" fill="hold">
                                          <p:stCondLst>
                                            <p:cond delay="0"/>
                                          </p:stCondLst>
                                        </p:cTn>
                                        <p:tgtEl>
                                          <p:spTgt spid="367">
                                            <p:txEl>
                                              <p:pRg st="7" end="7"/>
                                            </p:txEl>
                                          </p:spTgt>
                                        </p:tgtEl>
                                        <p:attrNameLst>
                                          <p:attrName>style.visibility</p:attrName>
                                        </p:attrNameLst>
                                      </p:cBhvr>
                                      <p:to>
                                        <p:strVal val="visible"/>
                                      </p:to>
                                    </p:set>
                                  </p:childTnLst>
                                </p:cTn>
                              </p:par>
                            </p:childTnLst>
                          </p:cTn>
                        </p:par>
                      </p:childTnLst>
                    </p:cTn>
                  </p:par>
                  <p:par>
                    <p:cTn id="863" fill="hold">
                      <p:stCondLst>
                        <p:cond delay="indefinite"/>
                      </p:stCondLst>
                      <p:childTnLst>
                        <p:par>
                          <p:cTn id="864" fill="hold">
                            <p:stCondLst>
                              <p:cond delay="0"/>
                            </p:stCondLst>
                            <p:childTnLst>
                              <p:par>
                                <p:cTn id="865" presetID="1" presetClass="entr" presetSubtype="0" fill="hold" nodeType="clickEffect">
                                  <p:stCondLst>
                                    <p:cond delay="0"/>
                                  </p:stCondLst>
                                  <p:childTnLst>
                                    <p:set>
                                      <p:cBhvr>
                                        <p:cTn id="866" dur="1" fill="hold">
                                          <p:stCondLst>
                                            <p:cond delay="0"/>
                                          </p:stCondLst>
                                        </p:cTn>
                                        <p:tgtEl>
                                          <p:spTgt spid="367">
                                            <p:txEl>
                                              <p:pRg st="8" end="8"/>
                                            </p:txEl>
                                          </p:spTgt>
                                        </p:tgtEl>
                                        <p:attrNameLst>
                                          <p:attrName>style.visibility</p:attrName>
                                        </p:attrNameLst>
                                      </p:cBhvr>
                                      <p:to>
                                        <p:strVal val="visible"/>
                                      </p:to>
                                    </p:set>
                                  </p:childTnLst>
                                </p:cTn>
                              </p:par>
                            </p:childTnLst>
                          </p:cTn>
                        </p:par>
                      </p:childTnLst>
                    </p:cTn>
                  </p:par>
                  <p:par>
                    <p:cTn id="867" fill="hold">
                      <p:stCondLst>
                        <p:cond delay="indefinite"/>
                      </p:stCondLst>
                      <p:childTnLst>
                        <p:par>
                          <p:cTn id="868" fill="hold">
                            <p:stCondLst>
                              <p:cond delay="0"/>
                            </p:stCondLst>
                            <p:childTnLst>
                              <p:par>
                                <p:cTn id="869" presetID="1" presetClass="entr" presetSubtype="0" fill="hold" nodeType="clickEffect">
                                  <p:stCondLst>
                                    <p:cond delay="0"/>
                                  </p:stCondLst>
                                  <p:childTnLst>
                                    <p:set>
                                      <p:cBhvr>
                                        <p:cTn id="870" dur="1" fill="hold">
                                          <p:stCondLst>
                                            <p:cond delay="0"/>
                                          </p:stCondLst>
                                        </p:cTn>
                                        <p:tgtEl>
                                          <p:spTgt spid="368">
                                            <p:txEl>
                                              <p:pRg st="0" end="0"/>
                                            </p:txEl>
                                          </p:spTgt>
                                        </p:tgtEl>
                                        <p:attrNameLst>
                                          <p:attrName>style.visibility</p:attrName>
                                        </p:attrNameLst>
                                      </p:cBhvr>
                                      <p:to>
                                        <p:strVal val="visible"/>
                                      </p:to>
                                    </p:set>
                                  </p:childTnLst>
                                </p:cTn>
                              </p:par>
                            </p:childTnLst>
                          </p:cTn>
                        </p:par>
                      </p:childTnLst>
                    </p:cTn>
                  </p:par>
                  <p:par>
                    <p:cTn id="871" fill="hold">
                      <p:stCondLst>
                        <p:cond delay="indefinite"/>
                      </p:stCondLst>
                      <p:childTnLst>
                        <p:par>
                          <p:cTn id="872" fill="hold">
                            <p:stCondLst>
                              <p:cond delay="0"/>
                            </p:stCondLst>
                            <p:childTnLst>
                              <p:par>
                                <p:cTn id="873" presetID="1" presetClass="entr" presetSubtype="0" fill="hold" nodeType="clickEffect">
                                  <p:stCondLst>
                                    <p:cond delay="0"/>
                                  </p:stCondLst>
                                  <p:childTnLst>
                                    <p:set>
                                      <p:cBhvr>
                                        <p:cTn id="874" dur="1" fill="hold">
                                          <p:stCondLst>
                                            <p:cond delay="0"/>
                                          </p:stCondLst>
                                        </p:cTn>
                                        <p:tgtEl>
                                          <p:spTgt spid="368">
                                            <p:txEl>
                                              <p:pRg st="1" end="1"/>
                                            </p:txEl>
                                          </p:spTgt>
                                        </p:tgtEl>
                                        <p:attrNameLst>
                                          <p:attrName>style.visibility</p:attrName>
                                        </p:attrNameLst>
                                      </p:cBhvr>
                                      <p:to>
                                        <p:strVal val="visible"/>
                                      </p:to>
                                    </p:set>
                                  </p:childTnLst>
                                </p:cTn>
                              </p:par>
                            </p:childTnLst>
                          </p:cTn>
                        </p:par>
                      </p:childTnLst>
                    </p:cTn>
                  </p:par>
                  <p:par>
                    <p:cTn id="875" fill="hold">
                      <p:stCondLst>
                        <p:cond delay="indefinite"/>
                      </p:stCondLst>
                      <p:childTnLst>
                        <p:par>
                          <p:cTn id="876" fill="hold">
                            <p:stCondLst>
                              <p:cond delay="0"/>
                            </p:stCondLst>
                            <p:childTnLst>
                              <p:par>
                                <p:cTn id="877" presetID="1" presetClass="entr" presetSubtype="0" fill="hold" nodeType="clickEffect">
                                  <p:stCondLst>
                                    <p:cond delay="0"/>
                                  </p:stCondLst>
                                  <p:childTnLst>
                                    <p:set>
                                      <p:cBhvr>
                                        <p:cTn id="878" dur="1" fill="hold">
                                          <p:stCondLst>
                                            <p:cond delay="0"/>
                                          </p:stCondLst>
                                        </p:cTn>
                                        <p:tgtEl>
                                          <p:spTgt spid="368">
                                            <p:txEl>
                                              <p:pRg st="2" end="2"/>
                                            </p:txEl>
                                          </p:spTgt>
                                        </p:tgtEl>
                                        <p:attrNameLst>
                                          <p:attrName>style.visibility</p:attrName>
                                        </p:attrNameLst>
                                      </p:cBhvr>
                                      <p:to>
                                        <p:strVal val="visible"/>
                                      </p:to>
                                    </p:set>
                                  </p:childTnLst>
                                </p:cTn>
                              </p:par>
                            </p:childTnLst>
                          </p:cTn>
                        </p:par>
                      </p:childTnLst>
                    </p:cTn>
                  </p:par>
                  <p:par>
                    <p:cTn id="879" fill="hold">
                      <p:stCondLst>
                        <p:cond delay="indefinite"/>
                      </p:stCondLst>
                      <p:childTnLst>
                        <p:par>
                          <p:cTn id="880" fill="hold">
                            <p:stCondLst>
                              <p:cond delay="0"/>
                            </p:stCondLst>
                            <p:childTnLst>
                              <p:par>
                                <p:cTn id="881" presetID="1" presetClass="entr" presetSubtype="0" fill="hold" nodeType="clickEffect">
                                  <p:stCondLst>
                                    <p:cond delay="0"/>
                                  </p:stCondLst>
                                  <p:childTnLst>
                                    <p:set>
                                      <p:cBhvr>
                                        <p:cTn id="882" dur="1" fill="hold">
                                          <p:stCondLst>
                                            <p:cond delay="0"/>
                                          </p:stCondLst>
                                        </p:cTn>
                                        <p:tgtEl>
                                          <p:spTgt spid="368">
                                            <p:txEl>
                                              <p:pRg st="3" end="3"/>
                                            </p:txEl>
                                          </p:spTgt>
                                        </p:tgtEl>
                                        <p:attrNameLst>
                                          <p:attrName>style.visibility</p:attrName>
                                        </p:attrNameLst>
                                      </p:cBhvr>
                                      <p:to>
                                        <p:strVal val="visible"/>
                                      </p:to>
                                    </p:set>
                                  </p:childTnLst>
                                </p:cTn>
                              </p:par>
                            </p:childTnLst>
                          </p:cTn>
                        </p:par>
                      </p:childTnLst>
                    </p:cTn>
                  </p:par>
                  <p:par>
                    <p:cTn id="883" fill="hold">
                      <p:stCondLst>
                        <p:cond delay="indefinite"/>
                      </p:stCondLst>
                      <p:childTnLst>
                        <p:par>
                          <p:cTn id="884" fill="hold">
                            <p:stCondLst>
                              <p:cond delay="0"/>
                            </p:stCondLst>
                            <p:childTnLst>
                              <p:par>
                                <p:cTn id="885" presetID="1" presetClass="entr" presetSubtype="0" fill="hold" nodeType="clickEffect">
                                  <p:stCondLst>
                                    <p:cond delay="0"/>
                                  </p:stCondLst>
                                  <p:childTnLst>
                                    <p:set>
                                      <p:cBhvr>
                                        <p:cTn id="886" dur="1" fill="hold">
                                          <p:stCondLst>
                                            <p:cond delay="0"/>
                                          </p:stCondLst>
                                        </p:cTn>
                                        <p:tgtEl>
                                          <p:spTgt spid="368">
                                            <p:txEl>
                                              <p:pRg st="4" end="4"/>
                                            </p:txEl>
                                          </p:spTgt>
                                        </p:tgtEl>
                                        <p:attrNameLst>
                                          <p:attrName>style.visibility</p:attrName>
                                        </p:attrNameLst>
                                      </p:cBhvr>
                                      <p:to>
                                        <p:strVal val="visible"/>
                                      </p:to>
                                    </p:set>
                                  </p:childTnLst>
                                </p:cTn>
                              </p:par>
                            </p:childTnLst>
                          </p:cTn>
                        </p:par>
                      </p:childTnLst>
                    </p:cTn>
                  </p:par>
                  <p:par>
                    <p:cTn id="887" fill="hold">
                      <p:stCondLst>
                        <p:cond delay="indefinite"/>
                      </p:stCondLst>
                      <p:childTnLst>
                        <p:par>
                          <p:cTn id="888" fill="hold">
                            <p:stCondLst>
                              <p:cond delay="0"/>
                            </p:stCondLst>
                            <p:childTnLst>
                              <p:par>
                                <p:cTn id="889" presetID="1" presetClass="entr" presetSubtype="0" fill="hold" nodeType="clickEffect">
                                  <p:stCondLst>
                                    <p:cond delay="0"/>
                                  </p:stCondLst>
                                  <p:childTnLst>
                                    <p:set>
                                      <p:cBhvr>
                                        <p:cTn id="890" dur="1" fill="hold">
                                          <p:stCondLst>
                                            <p:cond delay="0"/>
                                          </p:stCondLst>
                                        </p:cTn>
                                        <p:tgtEl>
                                          <p:spTgt spid="368">
                                            <p:txEl>
                                              <p:pRg st="5" end="5"/>
                                            </p:txEl>
                                          </p:spTgt>
                                        </p:tgtEl>
                                        <p:attrNameLst>
                                          <p:attrName>style.visibility</p:attrName>
                                        </p:attrNameLst>
                                      </p:cBhvr>
                                      <p:to>
                                        <p:strVal val="visible"/>
                                      </p:to>
                                    </p:set>
                                  </p:childTnLst>
                                </p:cTn>
                              </p:par>
                            </p:childTnLst>
                          </p:cTn>
                        </p:par>
                      </p:childTnLst>
                    </p:cTn>
                  </p:par>
                  <p:par>
                    <p:cTn id="891" fill="hold">
                      <p:stCondLst>
                        <p:cond delay="indefinite"/>
                      </p:stCondLst>
                      <p:childTnLst>
                        <p:par>
                          <p:cTn id="892" fill="hold">
                            <p:stCondLst>
                              <p:cond delay="0"/>
                            </p:stCondLst>
                            <p:childTnLst>
                              <p:par>
                                <p:cTn id="893" presetID="1" presetClass="entr" presetSubtype="0" fill="hold" nodeType="clickEffect">
                                  <p:stCondLst>
                                    <p:cond delay="0"/>
                                  </p:stCondLst>
                                  <p:childTnLst>
                                    <p:set>
                                      <p:cBhvr>
                                        <p:cTn id="894" dur="1" fill="hold">
                                          <p:stCondLst>
                                            <p:cond delay="0"/>
                                          </p:stCondLst>
                                        </p:cTn>
                                        <p:tgtEl>
                                          <p:spTgt spid="368">
                                            <p:txEl>
                                              <p:pRg st="6" end="6"/>
                                            </p:txEl>
                                          </p:spTgt>
                                        </p:tgtEl>
                                        <p:attrNameLst>
                                          <p:attrName>style.visibility</p:attrName>
                                        </p:attrNameLst>
                                      </p:cBhvr>
                                      <p:to>
                                        <p:strVal val="visible"/>
                                      </p:to>
                                    </p:set>
                                  </p:childTnLst>
                                </p:cTn>
                              </p:par>
                            </p:childTnLst>
                          </p:cTn>
                        </p:par>
                      </p:childTnLst>
                    </p:cTn>
                  </p:par>
                  <p:par>
                    <p:cTn id="895" fill="hold">
                      <p:stCondLst>
                        <p:cond delay="indefinite"/>
                      </p:stCondLst>
                      <p:childTnLst>
                        <p:par>
                          <p:cTn id="896" fill="hold">
                            <p:stCondLst>
                              <p:cond delay="0"/>
                            </p:stCondLst>
                            <p:childTnLst>
                              <p:par>
                                <p:cTn id="897" presetID="1" presetClass="entr" presetSubtype="0" fill="hold" nodeType="clickEffect">
                                  <p:stCondLst>
                                    <p:cond delay="0"/>
                                  </p:stCondLst>
                                  <p:childTnLst>
                                    <p:set>
                                      <p:cBhvr>
                                        <p:cTn id="898" dur="1" fill="hold">
                                          <p:stCondLst>
                                            <p:cond delay="0"/>
                                          </p:stCondLst>
                                        </p:cTn>
                                        <p:tgtEl>
                                          <p:spTgt spid="368">
                                            <p:txEl>
                                              <p:pRg st="7" end="7"/>
                                            </p:txEl>
                                          </p:spTgt>
                                        </p:tgtEl>
                                        <p:attrNameLst>
                                          <p:attrName>style.visibility</p:attrName>
                                        </p:attrNameLst>
                                      </p:cBhvr>
                                      <p:to>
                                        <p:strVal val="visible"/>
                                      </p:to>
                                    </p:set>
                                  </p:childTnLst>
                                </p:cTn>
                              </p:par>
                            </p:childTnLst>
                          </p:cTn>
                        </p:par>
                      </p:childTnLst>
                    </p:cTn>
                  </p:par>
                  <p:par>
                    <p:cTn id="899" fill="hold">
                      <p:stCondLst>
                        <p:cond delay="indefinite"/>
                      </p:stCondLst>
                      <p:childTnLst>
                        <p:par>
                          <p:cTn id="900" fill="hold">
                            <p:stCondLst>
                              <p:cond delay="0"/>
                            </p:stCondLst>
                            <p:childTnLst>
                              <p:par>
                                <p:cTn id="901" presetID="1" presetClass="entr" presetSubtype="0" fill="hold" nodeType="clickEffect">
                                  <p:stCondLst>
                                    <p:cond delay="0"/>
                                  </p:stCondLst>
                                  <p:childTnLst>
                                    <p:set>
                                      <p:cBhvr>
                                        <p:cTn id="902" dur="1" fill="hold">
                                          <p:stCondLst>
                                            <p:cond delay="0"/>
                                          </p:stCondLst>
                                        </p:cTn>
                                        <p:tgtEl>
                                          <p:spTgt spid="368">
                                            <p:txEl>
                                              <p:pRg st="8" end="8"/>
                                            </p:txEl>
                                          </p:spTgt>
                                        </p:tgtEl>
                                        <p:attrNameLst>
                                          <p:attrName>style.visibility</p:attrName>
                                        </p:attrNameLst>
                                      </p:cBhvr>
                                      <p:to>
                                        <p:strVal val="visible"/>
                                      </p:to>
                                    </p:set>
                                  </p:childTnLst>
                                </p:cTn>
                              </p:par>
                            </p:childTnLst>
                          </p:cTn>
                        </p:par>
                      </p:childTnLst>
                    </p:cTn>
                  </p:par>
                  <p:par>
                    <p:cTn id="903" fill="hold">
                      <p:stCondLst>
                        <p:cond delay="indefinite"/>
                      </p:stCondLst>
                      <p:childTnLst>
                        <p:par>
                          <p:cTn id="904" fill="hold">
                            <p:stCondLst>
                              <p:cond delay="0"/>
                            </p:stCondLst>
                            <p:childTnLst>
                              <p:par>
                                <p:cTn id="905" presetID="1" presetClass="entr" presetSubtype="0" fill="hold" nodeType="clickEffect">
                                  <p:stCondLst>
                                    <p:cond delay="0"/>
                                  </p:stCondLst>
                                  <p:childTnLst>
                                    <p:set>
                                      <p:cBhvr>
                                        <p:cTn id="906" dur="1" fill="hold">
                                          <p:stCondLst>
                                            <p:cond delay="0"/>
                                          </p:stCondLst>
                                        </p:cTn>
                                        <p:tgtEl>
                                          <p:spTgt spid="369">
                                            <p:txEl>
                                              <p:pRg st="0" end="0"/>
                                            </p:txEl>
                                          </p:spTgt>
                                        </p:tgtEl>
                                        <p:attrNameLst>
                                          <p:attrName>style.visibility</p:attrName>
                                        </p:attrNameLst>
                                      </p:cBhvr>
                                      <p:to>
                                        <p:strVal val="visible"/>
                                      </p:to>
                                    </p:set>
                                  </p:childTnLst>
                                </p:cTn>
                              </p:par>
                            </p:childTnLst>
                          </p:cTn>
                        </p:par>
                      </p:childTnLst>
                    </p:cTn>
                  </p:par>
                  <p:par>
                    <p:cTn id="907" fill="hold">
                      <p:stCondLst>
                        <p:cond delay="indefinite"/>
                      </p:stCondLst>
                      <p:childTnLst>
                        <p:par>
                          <p:cTn id="908" fill="hold">
                            <p:stCondLst>
                              <p:cond delay="0"/>
                            </p:stCondLst>
                            <p:childTnLst>
                              <p:par>
                                <p:cTn id="909" presetID="1" presetClass="entr" presetSubtype="0" fill="hold" nodeType="clickEffect">
                                  <p:stCondLst>
                                    <p:cond delay="0"/>
                                  </p:stCondLst>
                                  <p:childTnLst>
                                    <p:set>
                                      <p:cBhvr>
                                        <p:cTn id="910" dur="1" fill="hold">
                                          <p:stCondLst>
                                            <p:cond delay="0"/>
                                          </p:stCondLst>
                                        </p:cTn>
                                        <p:tgtEl>
                                          <p:spTgt spid="369">
                                            <p:txEl>
                                              <p:pRg st="1" end="1"/>
                                            </p:txEl>
                                          </p:spTgt>
                                        </p:tgtEl>
                                        <p:attrNameLst>
                                          <p:attrName>style.visibility</p:attrName>
                                        </p:attrNameLst>
                                      </p:cBhvr>
                                      <p:to>
                                        <p:strVal val="visible"/>
                                      </p:to>
                                    </p:set>
                                  </p:childTnLst>
                                </p:cTn>
                              </p:par>
                            </p:childTnLst>
                          </p:cTn>
                        </p:par>
                      </p:childTnLst>
                    </p:cTn>
                  </p:par>
                  <p:par>
                    <p:cTn id="911" fill="hold">
                      <p:stCondLst>
                        <p:cond delay="indefinite"/>
                      </p:stCondLst>
                      <p:childTnLst>
                        <p:par>
                          <p:cTn id="912" fill="hold">
                            <p:stCondLst>
                              <p:cond delay="0"/>
                            </p:stCondLst>
                            <p:childTnLst>
                              <p:par>
                                <p:cTn id="913" presetID="1" presetClass="entr" presetSubtype="0" fill="hold" nodeType="clickEffect">
                                  <p:stCondLst>
                                    <p:cond delay="0"/>
                                  </p:stCondLst>
                                  <p:childTnLst>
                                    <p:set>
                                      <p:cBhvr>
                                        <p:cTn id="914" dur="1" fill="hold">
                                          <p:stCondLst>
                                            <p:cond delay="0"/>
                                          </p:stCondLst>
                                        </p:cTn>
                                        <p:tgtEl>
                                          <p:spTgt spid="369">
                                            <p:txEl>
                                              <p:pRg st="2" end="2"/>
                                            </p:txEl>
                                          </p:spTgt>
                                        </p:tgtEl>
                                        <p:attrNameLst>
                                          <p:attrName>style.visibility</p:attrName>
                                        </p:attrNameLst>
                                      </p:cBhvr>
                                      <p:to>
                                        <p:strVal val="visible"/>
                                      </p:to>
                                    </p:set>
                                  </p:childTnLst>
                                </p:cTn>
                              </p:par>
                            </p:childTnLst>
                          </p:cTn>
                        </p:par>
                      </p:childTnLst>
                    </p:cTn>
                  </p:par>
                  <p:par>
                    <p:cTn id="915" fill="hold">
                      <p:stCondLst>
                        <p:cond delay="indefinite"/>
                      </p:stCondLst>
                      <p:childTnLst>
                        <p:par>
                          <p:cTn id="916" fill="hold">
                            <p:stCondLst>
                              <p:cond delay="0"/>
                            </p:stCondLst>
                            <p:childTnLst>
                              <p:par>
                                <p:cTn id="917" presetID="1" presetClass="entr" presetSubtype="0" fill="hold" nodeType="clickEffect">
                                  <p:stCondLst>
                                    <p:cond delay="0"/>
                                  </p:stCondLst>
                                  <p:childTnLst>
                                    <p:set>
                                      <p:cBhvr>
                                        <p:cTn id="918" dur="1" fill="hold">
                                          <p:stCondLst>
                                            <p:cond delay="0"/>
                                          </p:stCondLst>
                                        </p:cTn>
                                        <p:tgtEl>
                                          <p:spTgt spid="369">
                                            <p:txEl>
                                              <p:pRg st="3" end="3"/>
                                            </p:txEl>
                                          </p:spTgt>
                                        </p:tgtEl>
                                        <p:attrNameLst>
                                          <p:attrName>style.visibility</p:attrName>
                                        </p:attrNameLst>
                                      </p:cBhvr>
                                      <p:to>
                                        <p:strVal val="visible"/>
                                      </p:to>
                                    </p:set>
                                  </p:childTnLst>
                                </p:cTn>
                              </p:par>
                            </p:childTnLst>
                          </p:cTn>
                        </p:par>
                      </p:childTnLst>
                    </p:cTn>
                  </p:par>
                  <p:par>
                    <p:cTn id="919" fill="hold">
                      <p:stCondLst>
                        <p:cond delay="indefinite"/>
                      </p:stCondLst>
                      <p:childTnLst>
                        <p:par>
                          <p:cTn id="920" fill="hold">
                            <p:stCondLst>
                              <p:cond delay="0"/>
                            </p:stCondLst>
                            <p:childTnLst>
                              <p:par>
                                <p:cTn id="921" presetID="1" presetClass="entr" presetSubtype="0" fill="hold" nodeType="clickEffect">
                                  <p:stCondLst>
                                    <p:cond delay="0"/>
                                  </p:stCondLst>
                                  <p:childTnLst>
                                    <p:set>
                                      <p:cBhvr>
                                        <p:cTn id="922" dur="1" fill="hold">
                                          <p:stCondLst>
                                            <p:cond delay="0"/>
                                          </p:stCondLst>
                                        </p:cTn>
                                        <p:tgtEl>
                                          <p:spTgt spid="369">
                                            <p:txEl>
                                              <p:pRg st="4" end="4"/>
                                            </p:txEl>
                                          </p:spTgt>
                                        </p:tgtEl>
                                        <p:attrNameLst>
                                          <p:attrName>style.visibility</p:attrName>
                                        </p:attrNameLst>
                                      </p:cBhvr>
                                      <p:to>
                                        <p:strVal val="visible"/>
                                      </p:to>
                                    </p:set>
                                  </p:childTnLst>
                                </p:cTn>
                              </p:par>
                            </p:childTnLst>
                          </p:cTn>
                        </p:par>
                      </p:childTnLst>
                    </p:cTn>
                  </p:par>
                  <p:par>
                    <p:cTn id="923" fill="hold">
                      <p:stCondLst>
                        <p:cond delay="indefinite"/>
                      </p:stCondLst>
                      <p:childTnLst>
                        <p:par>
                          <p:cTn id="924" fill="hold">
                            <p:stCondLst>
                              <p:cond delay="0"/>
                            </p:stCondLst>
                            <p:childTnLst>
                              <p:par>
                                <p:cTn id="925" presetID="1" presetClass="entr" presetSubtype="0" fill="hold" nodeType="clickEffect">
                                  <p:stCondLst>
                                    <p:cond delay="0"/>
                                  </p:stCondLst>
                                  <p:childTnLst>
                                    <p:set>
                                      <p:cBhvr>
                                        <p:cTn id="926" dur="1" fill="hold">
                                          <p:stCondLst>
                                            <p:cond delay="0"/>
                                          </p:stCondLst>
                                        </p:cTn>
                                        <p:tgtEl>
                                          <p:spTgt spid="369">
                                            <p:txEl>
                                              <p:pRg st="5" end="5"/>
                                            </p:txEl>
                                          </p:spTgt>
                                        </p:tgtEl>
                                        <p:attrNameLst>
                                          <p:attrName>style.visibility</p:attrName>
                                        </p:attrNameLst>
                                      </p:cBhvr>
                                      <p:to>
                                        <p:strVal val="visible"/>
                                      </p:to>
                                    </p:set>
                                  </p:childTnLst>
                                </p:cTn>
                              </p:par>
                            </p:childTnLst>
                          </p:cTn>
                        </p:par>
                      </p:childTnLst>
                    </p:cTn>
                  </p:par>
                  <p:par>
                    <p:cTn id="927" fill="hold">
                      <p:stCondLst>
                        <p:cond delay="indefinite"/>
                      </p:stCondLst>
                      <p:childTnLst>
                        <p:par>
                          <p:cTn id="928" fill="hold">
                            <p:stCondLst>
                              <p:cond delay="0"/>
                            </p:stCondLst>
                            <p:childTnLst>
                              <p:par>
                                <p:cTn id="929" presetID="1" presetClass="entr" presetSubtype="0" fill="hold" nodeType="clickEffect">
                                  <p:stCondLst>
                                    <p:cond delay="0"/>
                                  </p:stCondLst>
                                  <p:childTnLst>
                                    <p:set>
                                      <p:cBhvr>
                                        <p:cTn id="930" dur="1" fill="hold">
                                          <p:stCondLst>
                                            <p:cond delay="0"/>
                                          </p:stCondLst>
                                        </p:cTn>
                                        <p:tgtEl>
                                          <p:spTgt spid="369">
                                            <p:txEl>
                                              <p:pRg st="6" end="6"/>
                                            </p:txEl>
                                          </p:spTgt>
                                        </p:tgtEl>
                                        <p:attrNameLst>
                                          <p:attrName>style.visibility</p:attrName>
                                        </p:attrNameLst>
                                      </p:cBhvr>
                                      <p:to>
                                        <p:strVal val="visible"/>
                                      </p:to>
                                    </p:set>
                                  </p:childTnLst>
                                </p:cTn>
                              </p:par>
                            </p:childTnLst>
                          </p:cTn>
                        </p:par>
                      </p:childTnLst>
                    </p:cTn>
                  </p:par>
                  <p:par>
                    <p:cTn id="931" fill="hold">
                      <p:stCondLst>
                        <p:cond delay="indefinite"/>
                      </p:stCondLst>
                      <p:childTnLst>
                        <p:par>
                          <p:cTn id="932" fill="hold">
                            <p:stCondLst>
                              <p:cond delay="0"/>
                            </p:stCondLst>
                            <p:childTnLst>
                              <p:par>
                                <p:cTn id="933" presetID="1" presetClass="entr" presetSubtype="0" fill="hold" nodeType="clickEffect">
                                  <p:stCondLst>
                                    <p:cond delay="0"/>
                                  </p:stCondLst>
                                  <p:childTnLst>
                                    <p:set>
                                      <p:cBhvr>
                                        <p:cTn id="934" dur="1" fill="hold">
                                          <p:stCondLst>
                                            <p:cond delay="0"/>
                                          </p:stCondLst>
                                        </p:cTn>
                                        <p:tgtEl>
                                          <p:spTgt spid="369">
                                            <p:txEl>
                                              <p:pRg st="7" end="7"/>
                                            </p:txEl>
                                          </p:spTgt>
                                        </p:tgtEl>
                                        <p:attrNameLst>
                                          <p:attrName>style.visibility</p:attrName>
                                        </p:attrNameLst>
                                      </p:cBhvr>
                                      <p:to>
                                        <p:strVal val="visible"/>
                                      </p:to>
                                    </p:set>
                                  </p:childTnLst>
                                </p:cTn>
                              </p:par>
                            </p:childTnLst>
                          </p:cTn>
                        </p:par>
                      </p:childTnLst>
                    </p:cTn>
                  </p:par>
                  <p:par>
                    <p:cTn id="935" fill="hold">
                      <p:stCondLst>
                        <p:cond delay="indefinite"/>
                      </p:stCondLst>
                      <p:childTnLst>
                        <p:par>
                          <p:cTn id="936" fill="hold">
                            <p:stCondLst>
                              <p:cond delay="0"/>
                            </p:stCondLst>
                            <p:childTnLst>
                              <p:par>
                                <p:cTn id="937" presetID="1" presetClass="entr" presetSubtype="0" fill="hold" nodeType="clickEffect">
                                  <p:stCondLst>
                                    <p:cond delay="0"/>
                                  </p:stCondLst>
                                  <p:childTnLst>
                                    <p:set>
                                      <p:cBhvr>
                                        <p:cTn id="938" dur="1" fill="hold">
                                          <p:stCondLst>
                                            <p:cond delay="0"/>
                                          </p:stCondLst>
                                        </p:cTn>
                                        <p:tgtEl>
                                          <p:spTgt spid="369">
                                            <p:txEl>
                                              <p:pRg st="8" end="8"/>
                                            </p:txEl>
                                          </p:spTgt>
                                        </p:tgtEl>
                                        <p:attrNameLst>
                                          <p:attrName>style.visibility</p:attrName>
                                        </p:attrNameLst>
                                      </p:cBhvr>
                                      <p:to>
                                        <p:strVal val="visible"/>
                                      </p:to>
                                    </p:set>
                                  </p:childTnLst>
                                </p:cTn>
                              </p:par>
                            </p:childTnLst>
                          </p:cTn>
                        </p:par>
                      </p:childTnLst>
                    </p:cTn>
                  </p:par>
                  <p:par>
                    <p:cTn id="939" fill="hold">
                      <p:stCondLst>
                        <p:cond delay="indefinite"/>
                      </p:stCondLst>
                      <p:childTnLst>
                        <p:par>
                          <p:cTn id="940" fill="hold">
                            <p:stCondLst>
                              <p:cond delay="0"/>
                            </p:stCondLst>
                            <p:childTnLst>
                              <p:par>
                                <p:cTn id="941" presetID="1" presetClass="entr" presetSubtype="0" fill="hold" nodeType="clickEffect">
                                  <p:stCondLst>
                                    <p:cond delay="0"/>
                                  </p:stCondLst>
                                  <p:childTnLst>
                                    <p:set>
                                      <p:cBhvr>
                                        <p:cTn id="942" dur="1" fill="hold">
                                          <p:stCondLst>
                                            <p:cond delay="0"/>
                                          </p:stCondLst>
                                        </p:cTn>
                                        <p:tgtEl>
                                          <p:spTgt spid="370">
                                            <p:txEl>
                                              <p:pRg st="0" end="0"/>
                                            </p:txEl>
                                          </p:spTgt>
                                        </p:tgtEl>
                                        <p:attrNameLst>
                                          <p:attrName>style.visibility</p:attrName>
                                        </p:attrNameLst>
                                      </p:cBhvr>
                                      <p:to>
                                        <p:strVal val="visible"/>
                                      </p:to>
                                    </p:set>
                                  </p:childTnLst>
                                </p:cTn>
                              </p:par>
                            </p:childTnLst>
                          </p:cTn>
                        </p:par>
                      </p:childTnLst>
                    </p:cTn>
                  </p:par>
                  <p:par>
                    <p:cTn id="943" fill="hold">
                      <p:stCondLst>
                        <p:cond delay="indefinite"/>
                      </p:stCondLst>
                      <p:childTnLst>
                        <p:par>
                          <p:cTn id="944" fill="hold">
                            <p:stCondLst>
                              <p:cond delay="0"/>
                            </p:stCondLst>
                            <p:childTnLst>
                              <p:par>
                                <p:cTn id="945" presetID="1" presetClass="entr" presetSubtype="0" fill="hold" nodeType="clickEffect">
                                  <p:stCondLst>
                                    <p:cond delay="0"/>
                                  </p:stCondLst>
                                  <p:childTnLst>
                                    <p:set>
                                      <p:cBhvr>
                                        <p:cTn id="946" dur="1" fill="hold">
                                          <p:stCondLst>
                                            <p:cond delay="0"/>
                                          </p:stCondLst>
                                        </p:cTn>
                                        <p:tgtEl>
                                          <p:spTgt spid="370">
                                            <p:txEl>
                                              <p:pRg st="1" end="1"/>
                                            </p:txEl>
                                          </p:spTgt>
                                        </p:tgtEl>
                                        <p:attrNameLst>
                                          <p:attrName>style.visibility</p:attrName>
                                        </p:attrNameLst>
                                      </p:cBhvr>
                                      <p:to>
                                        <p:strVal val="visible"/>
                                      </p:to>
                                    </p:set>
                                  </p:childTnLst>
                                </p:cTn>
                              </p:par>
                            </p:childTnLst>
                          </p:cTn>
                        </p:par>
                      </p:childTnLst>
                    </p:cTn>
                  </p:par>
                  <p:par>
                    <p:cTn id="947" fill="hold">
                      <p:stCondLst>
                        <p:cond delay="indefinite"/>
                      </p:stCondLst>
                      <p:childTnLst>
                        <p:par>
                          <p:cTn id="948" fill="hold">
                            <p:stCondLst>
                              <p:cond delay="0"/>
                            </p:stCondLst>
                            <p:childTnLst>
                              <p:par>
                                <p:cTn id="949" presetID="1" presetClass="entr" presetSubtype="0" fill="hold" nodeType="clickEffect">
                                  <p:stCondLst>
                                    <p:cond delay="0"/>
                                  </p:stCondLst>
                                  <p:childTnLst>
                                    <p:set>
                                      <p:cBhvr>
                                        <p:cTn id="950" dur="1" fill="hold">
                                          <p:stCondLst>
                                            <p:cond delay="0"/>
                                          </p:stCondLst>
                                        </p:cTn>
                                        <p:tgtEl>
                                          <p:spTgt spid="370">
                                            <p:txEl>
                                              <p:pRg st="2" end="2"/>
                                            </p:txEl>
                                          </p:spTgt>
                                        </p:tgtEl>
                                        <p:attrNameLst>
                                          <p:attrName>style.visibility</p:attrName>
                                        </p:attrNameLst>
                                      </p:cBhvr>
                                      <p:to>
                                        <p:strVal val="visible"/>
                                      </p:to>
                                    </p:set>
                                  </p:childTnLst>
                                </p:cTn>
                              </p:par>
                            </p:childTnLst>
                          </p:cTn>
                        </p:par>
                      </p:childTnLst>
                    </p:cTn>
                  </p:par>
                  <p:par>
                    <p:cTn id="951" fill="hold">
                      <p:stCondLst>
                        <p:cond delay="indefinite"/>
                      </p:stCondLst>
                      <p:childTnLst>
                        <p:par>
                          <p:cTn id="952" fill="hold">
                            <p:stCondLst>
                              <p:cond delay="0"/>
                            </p:stCondLst>
                            <p:childTnLst>
                              <p:par>
                                <p:cTn id="953" presetID="1" presetClass="entr" presetSubtype="0" fill="hold" nodeType="clickEffect">
                                  <p:stCondLst>
                                    <p:cond delay="0"/>
                                  </p:stCondLst>
                                  <p:childTnLst>
                                    <p:set>
                                      <p:cBhvr>
                                        <p:cTn id="954" dur="1" fill="hold">
                                          <p:stCondLst>
                                            <p:cond delay="0"/>
                                          </p:stCondLst>
                                        </p:cTn>
                                        <p:tgtEl>
                                          <p:spTgt spid="370">
                                            <p:txEl>
                                              <p:pRg st="3" end="3"/>
                                            </p:txEl>
                                          </p:spTgt>
                                        </p:tgtEl>
                                        <p:attrNameLst>
                                          <p:attrName>style.visibility</p:attrName>
                                        </p:attrNameLst>
                                      </p:cBhvr>
                                      <p:to>
                                        <p:strVal val="visible"/>
                                      </p:to>
                                    </p:set>
                                  </p:childTnLst>
                                </p:cTn>
                              </p:par>
                            </p:childTnLst>
                          </p:cTn>
                        </p:par>
                      </p:childTnLst>
                    </p:cTn>
                  </p:par>
                  <p:par>
                    <p:cTn id="955" fill="hold">
                      <p:stCondLst>
                        <p:cond delay="indefinite"/>
                      </p:stCondLst>
                      <p:childTnLst>
                        <p:par>
                          <p:cTn id="956" fill="hold">
                            <p:stCondLst>
                              <p:cond delay="0"/>
                            </p:stCondLst>
                            <p:childTnLst>
                              <p:par>
                                <p:cTn id="957" presetID="1" presetClass="entr" presetSubtype="0" fill="hold" nodeType="clickEffect">
                                  <p:stCondLst>
                                    <p:cond delay="0"/>
                                  </p:stCondLst>
                                  <p:childTnLst>
                                    <p:set>
                                      <p:cBhvr>
                                        <p:cTn id="958" dur="1" fill="hold">
                                          <p:stCondLst>
                                            <p:cond delay="0"/>
                                          </p:stCondLst>
                                        </p:cTn>
                                        <p:tgtEl>
                                          <p:spTgt spid="370">
                                            <p:txEl>
                                              <p:pRg st="4" end="4"/>
                                            </p:txEl>
                                          </p:spTgt>
                                        </p:tgtEl>
                                        <p:attrNameLst>
                                          <p:attrName>style.visibility</p:attrName>
                                        </p:attrNameLst>
                                      </p:cBhvr>
                                      <p:to>
                                        <p:strVal val="visible"/>
                                      </p:to>
                                    </p:set>
                                  </p:childTnLst>
                                </p:cTn>
                              </p:par>
                            </p:childTnLst>
                          </p:cTn>
                        </p:par>
                      </p:childTnLst>
                    </p:cTn>
                  </p:par>
                  <p:par>
                    <p:cTn id="959" fill="hold">
                      <p:stCondLst>
                        <p:cond delay="indefinite"/>
                      </p:stCondLst>
                      <p:childTnLst>
                        <p:par>
                          <p:cTn id="960" fill="hold">
                            <p:stCondLst>
                              <p:cond delay="0"/>
                            </p:stCondLst>
                            <p:childTnLst>
                              <p:par>
                                <p:cTn id="961" presetID="1" presetClass="entr" presetSubtype="0" fill="hold" nodeType="clickEffect">
                                  <p:stCondLst>
                                    <p:cond delay="0"/>
                                  </p:stCondLst>
                                  <p:childTnLst>
                                    <p:set>
                                      <p:cBhvr>
                                        <p:cTn id="962" dur="1" fill="hold">
                                          <p:stCondLst>
                                            <p:cond delay="0"/>
                                          </p:stCondLst>
                                        </p:cTn>
                                        <p:tgtEl>
                                          <p:spTgt spid="370">
                                            <p:txEl>
                                              <p:pRg st="5" end="5"/>
                                            </p:txEl>
                                          </p:spTgt>
                                        </p:tgtEl>
                                        <p:attrNameLst>
                                          <p:attrName>style.visibility</p:attrName>
                                        </p:attrNameLst>
                                      </p:cBhvr>
                                      <p:to>
                                        <p:strVal val="visible"/>
                                      </p:to>
                                    </p:set>
                                  </p:childTnLst>
                                </p:cTn>
                              </p:par>
                            </p:childTnLst>
                          </p:cTn>
                        </p:par>
                      </p:childTnLst>
                    </p:cTn>
                  </p:par>
                  <p:par>
                    <p:cTn id="963" fill="hold">
                      <p:stCondLst>
                        <p:cond delay="indefinite"/>
                      </p:stCondLst>
                      <p:childTnLst>
                        <p:par>
                          <p:cTn id="964" fill="hold">
                            <p:stCondLst>
                              <p:cond delay="0"/>
                            </p:stCondLst>
                            <p:childTnLst>
                              <p:par>
                                <p:cTn id="965" presetID="1" presetClass="entr" presetSubtype="0" fill="hold" nodeType="clickEffect">
                                  <p:stCondLst>
                                    <p:cond delay="0"/>
                                  </p:stCondLst>
                                  <p:childTnLst>
                                    <p:set>
                                      <p:cBhvr>
                                        <p:cTn id="966" dur="1" fill="hold">
                                          <p:stCondLst>
                                            <p:cond delay="0"/>
                                          </p:stCondLst>
                                        </p:cTn>
                                        <p:tgtEl>
                                          <p:spTgt spid="370">
                                            <p:txEl>
                                              <p:pRg st="6" end="6"/>
                                            </p:txEl>
                                          </p:spTgt>
                                        </p:tgtEl>
                                        <p:attrNameLst>
                                          <p:attrName>style.visibility</p:attrName>
                                        </p:attrNameLst>
                                      </p:cBhvr>
                                      <p:to>
                                        <p:strVal val="visible"/>
                                      </p:to>
                                    </p:set>
                                  </p:childTnLst>
                                </p:cTn>
                              </p:par>
                            </p:childTnLst>
                          </p:cTn>
                        </p:par>
                      </p:childTnLst>
                    </p:cTn>
                  </p:par>
                  <p:par>
                    <p:cTn id="967" fill="hold">
                      <p:stCondLst>
                        <p:cond delay="indefinite"/>
                      </p:stCondLst>
                      <p:childTnLst>
                        <p:par>
                          <p:cTn id="968" fill="hold">
                            <p:stCondLst>
                              <p:cond delay="0"/>
                            </p:stCondLst>
                            <p:childTnLst>
                              <p:par>
                                <p:cTn id="969" presetID="1" presetClass="entr" presetSubtype="0" fill="hold" nodeType="clickEffect">
                                  <p:stCondLst>
                                    <p:cond delay="0"/>
                                  </p:stCondLst>
                                  <p:childTnLst>
                                    <p:set>
                                      <p:cBhvr>
                                        <p:cTn id="970" dur="1" fill="hold">
                                          <p:stCondLst>
                                            <p:cond delay="0"/>
                                          </p:stCondLst>
                                        </p:cTn>
                                        <p:tgtEl>
                                          <p:spTgt spid="370">
                                            <p:txEl>
                                              <p:pRg st="7" end="7"/>
                                            </p:txEl>
                                          </p:spTgt>
                                        </p:tgtEl>
                                        <p:attrNameLst>
                                          <p:attrName>style.visibility</p:attrName>
                                        </p:attrNameLst>
                                      </p:cBhvr>
                                      <p:to>
                                        <p:strVal val="visible"/>
                                      </p:to>
                                    </p:set>
                                  </p:childTnLst>
                                </p:cTn>
                              </p:par>
                            </p:childTnLst>
                          </p:cTn>
                        </p:par>
                      </p:childTnLst>
                    </p:cTn>
                  </p:par>
                  <p:par>
                    <p:cTn id="971" fill="hold">
                      <p:stCondLst>
                        <p:cond delay="indefinite"/>
                      </p:stCondLst>
                      <p:childTnLst>
                        <p:par>
                          <p:cTn id="972" fill="hold">
                            <p:stCondLst>
                              <p:cond delay="0"/>
                            </p:stCondLst>
                            <p:childTnLst>
                              <p:par>
                                <p:cTn id="973" presetID="1" presetClass="entr" presetSubtype="0" fill="hold" nodeType="clickEffect">
                                  <p:stCondLst>
                                    <p:cond delay="0"/>
                                  </p:stCondLst>
                                  <p:childTnLst>
                                    <p:set>
                                      <p:cBhvr>
                                        <p:cTn id="974" dur="1" fill="hold">
                                          <p:stCondLst>
                                            <p:cond delay="0"/>
                                          </p:stCondLst>
                                        </p:cTn>
                                        <p:tgtEl>
                                          <p:spTgt spid="370">
                                            <p:txEl>
                                              <p:pRg st="8" end="8"/>
                                            </p:txEl>
                                          </p:spTgt>
                                        </p:tgtEl>
                                        <p:attrNameLst>
                                          <p:attrName>style.visibility</p:attrName>
                                        </p:attrNameLst>
                                      </p:cBhvr>
                                      <p:to>
                                        <p:strVal val="visible"/>
                                      </p:to>
                                    </p:set>
                                  </p:childTnLst>
                                </p:cTn>
                              </p:par>
                            </p:childTnLst>
                          </p:cTn>
                        </p:par>
                      </p:childTnLst>
                    </p:cTn>
                  </p:par>
                  <p:par>
                    <p:cTn id="975" fill="hold">
                      <p:stCondLst>
                        <p:cond delay="indefinite"/>
                      </p:stCondLst>
                      <p:childTnLst>
                        <p:par>
                          <p:cTn id="976" fill="hold">
                            <p:stCondLst>
                              <p:cond delay="0"/>
                            </p:stCondLst>
                            <p:childTnLst>
                              <p:par>
                                <p:cTn id="977" presetID="1" presetClass="entr" presetSubtype="0" fill="hold" nodeType="clickEffect">
                                  <p:stCondLst>
                                    <p:cond delay="0"/>
                                  </p:stCondLst>
                                  <p:childTnLst>
                                    <p:set>
                                      <p:cBhvr>
                                        <p:cTn id="978" dur="1" fill="hold">
                                          <p:stCondLst>
                                            <p:cond delay="0"/>
                                          </p:stCondLst>
                                        </p:cTn>
                                        <p:tgtEl>
                                          <p:spTgt spid="371">
                                            <p:txEl>
                                              <p:pRg st="0" end="0"/>
                                            </p:txEl>
                                          </p:spTgt>
                                        </p:tgtEl>
                                        <p:attrNameLst>
                                          <p:attrName>style.visibility</p:attrName>
                                        </p:attrNameLst>
                                      </p:cBhvr>
                                      <p:to>
                                        <p:strVal val="visible"/>
                                      </p:to>
                                    </p:set>
                                  </p:childTnLst>
                                </p:cTn>
                              </p:par>
                            </p:childTnLst>
                          </p:cTn>
                        </p:par>
                      </p:childTnLst>
                    </p:cTn>
                  </p:par>
                  <p:par>
                    <p:cTn id="979" fill="hold">
                      <p:stCondLst>
                        <p:cond delay="indefinite"/>
                      </p:stCondLst>
                      <p:childTnLst>
                        <p:par>
                          <p:cTn id="980" fill="hold">
                            <p:stCondLst>
                              <p:cond delay="0"/>
                            </p:stCondLst>
                            <p:childTnLst>
                              <p:par>
                                <p:cTn id="981" presetID="1" presetClass="entr" presetSubtype="0" fill="hold" nodeType="clickEffect">
                                  <p:stCondLst>
                                    <p:cond delay="0"/>
                                  </p:stCondLst>
                                  <p:childTnLst>
                                    <p:set>
                                      <p:cBhvr>
                                        <p:cTn id="982" dur="1" fill="hold">
                                          <p:stCondLst>
                                            <p:cond delay="0"/>
                                          </p:stCondLst>
                                        </p:cTn>
                                        <p:tgtEl>
                                          <p:spTgt spid="371">
                                            <p:txEl>
                                              <p:pRg st="1" end="1"/>
                                            </p:txEl>
                                          </p:spTgt>
                                        </p:tgtEl>
                                        <p:attrNameLst>
                                          <p:attrName>style.visibility</p:attrName>
                                        </p:attrNameLst>
                                      </p:cBhvr>
                                      <p:to>
                                        <p:strVal val="visible"/>
                                      </p:to>
                                    </p:set>
                                  </p:childTnLst>
                                </p:cTn>
                              </p:par>
                            </p:childTnLst>
                          </p:cTn>
                        </p:par>
                      </p:childTnLst>
                    </p:cTn>
                  </p:par>
                  <p:par>
                    <p:cTn id="983" fill="hold">
                      <p:stCondLst>
                        <p:cond delay="indefinite"/>
                      </p:stCondLst>
                      <p:childTnLst>
                        <p:par>
                          <p:cTn id="984" fill="hold">
                            <p:stCondLst>
                              <p:cond delay="0"/>
                            </p:stCondLst>
                            <p:childTnLst>
                              <p:par>
                                <p:cTn id="985" presetID="1" presetClass="entr" presetSubtype="0" fill="hold" nodeType="clickEffect">
                                  <p:stCondLst>
                                    <p:cond delay="0"/>
                                  </p:stCondLst>
                                  <p:childTnLst>
                                    <p:set>
                                      <p:cBhvr>
                                        <p:cTn id="986" dur="1" fill="hold">
                                          <p:stCondLst>
                                            <p:cond delay="0"/>
                                          </p:stCondLst>
                                        </p:cTn>
                                        <p:tgtEl>
                                          <p:spTgt spid="371">
                                            <p:txEl>
                                              <p:pRg st="2" end="2"/>
                                            </p:txEl>
                                          </p:spTgt>
                                        </p:tgtEl>
                                        <p:attrNameLst>
                                          <p:attrName>style.visibility</p:attrName>
                                        </p:attrNameLst>
                                      </p:cBhvr>
                                      <p:to>
                                        <p:strVal val="visible"/>
                                      </p:to>
                                    </p:set>
                                  </p:childTnLst>
                                </p:cTn>
                              </p:par>
                            </p:childTnLst>
                          </p:cTn>
                        </p:par>
                      </p:childTnLst>
                    </p:cTn>
                  </p:par>
                  <p:par>
                    <p:cTn id="987" fill="hold">
                      <p:stCondLst>
                        <p:cond delay="indefinite"/>
                      </p:stCondLst>
                      <p:childTnLst>
                        <p:par>
                          <p:cTn id="988" fill="hold">
                            <p:stCondLst>
                              <p:cond delay="0"/>
                            </p:stCondLst>
                            <p:childTnLst>
                              <p:par>
                                <p:cTn id="989" presetID="1" presetClass="entr" presetSubtype="0" fill="hold" nodeType="clickEffect">
                                  <p:stCondLst>
                                    <p:cond delay="0"/>
                                  </p:stCondLst>
                                  <p:childTnLst>
                                    <p:set>
                                      <p:cBhvr>
                                        <p:cTn id="990" dur="1" fill="hold">
                                          <p:stCondLst>
                                            <p:cond delay="0"/>
                                          </p:stCondLst>
                                        </p:cTn>
                                        <p:tgtEl>
                                          <p:spTgt spid="371">
                                            <p:txEl>
                                              <p:pRg st="3" end="3"/>
                                            </p:txEl>
                                          </p:spTgt>
                                        </p:tgtEl>
                                        <p:attrNameLst>
                                          <p:attrName>style.visibility</p:attrName>
                                        </p:attrNameLst>
                                      </p:cBhvr>
                                      <p:to>
                                        <p:strVal val="visible"/>
                                      </p:to>
                                    </p:set>
                                  </p:childTnLst>
                                </p:cTn>
                              </p:par>
                            </p:childTnLst>
                          </p:cTn>
                        </p:par>
                      </p:childTnLst>
                    </p:cTn>
                  </p:par>
                  <p:par>
                    <p:cTn id="991" fill="hold">
                      <p:stCondLst>
                        <p:cond delay="indefinite"/>
                      </p:stCondLst>
                      <p:childTnLst>
                        <p:par>
                          <p:cTn id="992" fill="hold">
                            <p:stCondLst>
                              <p:cond delay="0"/>
                            </p:stCondLst>
                            <p:childTnLst>
                              <p:par>
                                <p:cTn id="993" presetID="1" presetClass="entr" presetSubtype="0" fill="hold" nodeType="clickEffect">
                                  <p:stCondLst>
                                    <p:cond delay="0"/>
                                  </p:stCondLst>
                                  <p:childTnLst>
                                    <p:set>
                                      <p:cBhvr>
                                        <p:cTn id="994" dur="1" fill="hold">
                                          <p:stCondLst>
                                            <p:cond delay="0"/>
                                          </p:stCondLst>
                                        </p:cTn>
                                        <p:tgtEl>
                                          <p:spTgt spid="371">
                                            <p:txEl>
                                              <p:pRg st="4" end="4"/>
                                            </p:txEl>
                                          </p:spTgt>
                                        </p:tgtEl>
                                        <p:attrNameLst>
                                          <p:attrName>style.visibility</p:attrName>
                                        </p:attrNameLst>
                                      </p:cBhvr>
                                      <p:to>
                                        <p:strVal val="visible"/>
                                      </p:to>
                                    </p:set>
                                  </p:childTnLst>
                                </p:cTn>
                              </p:par>
                            </p:childTnLst>
                          </p:cTn>
                        </p:par>
                      </p:childTnLst>
                    </p:cTn>
                  </p:par>
                  <p:par>
                    <p:cTn id="995" fill="hold">
                      <p:stCondLst>
                        <p:cond delay="indefinite"/>
                      </p:stCondLst>
                      <p:childTnLst>
                        <p:par>
                          <p:cTn id="996" fill="hold">
                            <p:stCondLst>
                              <p:cond delay="0"/>
                            </p:stCondLst>
                            <p:childTnLst>
                              <p:par>
                                <p:cTn id="997" presetID="1" presetClass="entr" presetSubtype="0" fill="hold" nodeType="clickEffect">
                                  <p:stCondLst>
                                    <p:cond delay="0"/>
                                  </p:stCondLst>
                                  <p:childTnLst>
                                    <p:set>
                                      <p:cBhvr>
                                        <p:cTn id="998" dur="1" fill="hold">
                                          <p:stCondLst>
                                            <p:cond delay="0"/>
                                          </p:stCondLst>
                                        </p:cTn>
                                        <p:tgtEl>
                                          <p:spTgt spid="371">
                                            <p:txEl>
                                              <p:pRg st="5" end="5"/>
                                            </p:txEl>
                                          </p:spTgt>
                                        </p:tgtEl>
                                        <p:attrNameLst>
                                          <p:attrName>style.visibility</p:attrName>
                                        </p:attrNameLst>
                                      </p:cBhvr>
                                      <p:to>
                                        <p:strVal val="visible"/>
                                      </p:to>
                                    </p:set>
                                  </p:childTnLst>
                                </p:cTn>
                              </p:par>
                            </p:childTnLst>
                          </p:cTn>
                        </p:par>
                      </p:childTnLst>
                    </p:cTn>
                  </p:par>
                  <p:par>
                    <p:cTn id="999" fill="hold">
                      <p:stCondLst>
                        <p:cond delay="indefinite"/>
                      </p:stCondLst>
                      <p:childTnLst>
                        <p:par>
                          <p:cTn id="1000" fill="hold">
                            <p:stCondLst>
                              <p:cond delay="0"/>
                            </p:stCondLst>
                            <p:childTnLst>
                              <p:par>
                                <p:cTn id="1001" presetID="1" presetClass="entr" presetSubtype="0" fill="hold" nodeType="clickEffect">
                                  <p:stCondLst>
                                    <p:cond delay="0"/>
                                  </p:stCondLst>
                                  <p:childTnLst>
                                    <p:set>
                                      <p:cBhvr>
                                        <p:cTn id="1002" dur="1" fill="hold">
                                          <p:stCondLst>
                                            <p:cond delay="0"/>
                                          </p:stCondLst>
                                        </p:cTn>
                                        <p:tgtEl>
                                          <p:spTgt spid="371">
                                            <p:txEl>
                                              <p:pRg st="6" end="6"/>
                                            </p:txEl>
                                          </p:spTgt>
                                        </p:tgtEl>
                                        <p:attrNameLst>
                                          <p:attrName>style.visibility</p:attrName>
                                        </p:attrNameLst>
                                      </p:cBhvr>
                                      <p:to>
                                        <p:strVal val="visible"/>
                                      </p:to>
                                    </p:set>
                                  </p:childTnLst>
                                </p:cTn>
                              </p:par>
                            </p:childTnLst>
                          </p:cTn>
                        </p:par>
                      </p:childTnLst>
                    </p:cTn>
                  </p:par>
                  <p:par>
                    <p:cTn id="1003" fill="hold">
                      <p:stCondLst>
                        <p:cond delay="indefinite"/>
                      </p:stCondLst>
                      <p:childTnLst>
                        <p:par>
                          <p:cTn id="1004" fill="hold">
                            <p:stCondLst>
                              <p:cond delay="0"/>
                            </p:stCondLst>
                            <p:childTnLst>
                              <p:par>
                                <p:cTn id="1005" presetID="1" presetClass="entr" presetSubtype="0" fill="hold" nodeType="clickEffect">
                                  <p:stCondLst>
                                    <p:cond delay="0"/>
                                  </p:stCondLst>
                                  <p:childTnLst>
                                    <p:set>
                                      <p:cBhvr>
                                        <p:cTn id="1006" dur="1" fill="hold">
                                          <p:stCondLst>
                                            <p:cond delay="0"/>
                                          </p:stCondLst>
                                        </p:cTn>
                                        <p:tgtEl>
                                          <p:spTgt spid="371">
                                            <p:txEl>
                                              <p:pRg st="7" end="7"/>
                                            </p:txEl>
                                          </p:spTgt>
                                        </p:tgtEl>
                                        <p:attrNameLst>
                                          <p:attrName>style.visibility</p:attrName>
                                        </p:attrNameLst>
                                      </p:cBhvr>
                                      <p:to>
                                        <p:strVal val="visible"/>
                                      </p:to>
                                    </p:set>
                                  </p:childTnLst>
                                </p:cTn>
                              </p:par>
                            </p:childTnLst>
                          </p:cTn>
                        </p:par>
                      </p:childTnLst>
                    </p:cTn>
                  </p:par>
                  <p:par>
                    <p:cTn id="1007" fill="hold">
                      <p:stCondLst>
                        <p:cond delay="indefinite"/>
                      </p:stCondLst>
                      <p:childTnLst>
                        <p:par>
                          <p:cTn id="1008" fill="hold">
                            <p:stCondLst>
                              <p:cond delay="0"/>
                            </p:stCondLst>
                            <p:childTnLst>
                              <p:par>
                                <p:cTn id="1009" presetID="1" presetClass="entr" presetSubtype="0" fill="hold" nodeType="clickEffect">
                                  <p:stCondLst>
                                    <p:cond delay="0"/>
                                  </p:stCondLst>
                                  <p:childTnLst>
                                    <p:set>
                                      <p:cBhvr>
                                        <p:cTn id="1010" dur="1" fill="hold">
                                          <p:stCondLst>
                                            <p:cond delay="0"/>
                                          </p:stCondLst>
                                        </p:cTn>
                                        <p:tgtEl>
                                          <p:spTgt spid="371">
                                            <p:txEl>
                                              <p:pRg st="8" end="8"/>
                                            </p:txEl>
                                          </p:spTgt>
                                        </p:tgtEl>
                                        <p:attrNameLst>
                                          <p:attrName>style.visibility</p:attrName>
                                        </p:attrNameLst>
                                      </p:cBhvr>
                                      <p:to>
                                        <p:strVal val="visible"/>
                                      </p:to>
                                    </p:set>
                                  </p:childTnLst>
                                </p:cTn>
                              </p:par>
                            </p:childTnLst>
                          </p:cTn>
                        </p:par>
                      </p:childTnLst>
                    </p:cTn>
                  </p:par>
                  <p:par>
                    <p:cTn id="1011" fill="hold">
                      <p:stCondLst>
                        <p:cond delay="indefinite"/>
                      </p:stCondLst>
                      <p:childTnLst>
                        <p:par>
                          <p:cTn id="1012" fill="hold">
                            <p:stCondLst>
                              <p:cond delay="0"/>
                            </p:stCondLst>
                            <p:childTnLst>
                              <p:par>
                                <p:cTn id="1013" presetID="1" presetClass="entr" presetSubtype="0" fill="hold" nodeType="clickEffect">
                                  <p:stCondLst>
                                    <p:cond delay="0"/>
                                  </p:stCondLst>
                                  <p:childTnLst>
                                    <p:set>
                                      <p:cBhvr>
                                        <p:cTn id="1014" dur="1" fill="hold">
                                          <p:stCondLst>
                                            <p:cond delay="0"/>
                                          </p:stCondLst>
                                        </p:cTn>
                                        <p:tgtEl>
                                          <p:spTgt spid="372">
                                            <p:txEl>
                                              <p:pRg st="0" end="0"/>
                                            </p:txEl>
                                          </p:spTgt>
                                        </p:tgtEl>
                                        <p:attrNameLst>
                                          <p:attrName>style.visibility</p:attrName>
                                        </p:attrNameLst>
                                      </p:cBhvr>
                                      <p:to>
                                        <p:strVal val="visible"/>
                                      </p:to>
                                    </p:set>
                                  </p:childTnLst>
                                </p:cTn>
                              </p:par>
                            </p:childTnLst>
                          </p:cTn>
                        </p:par>
                      </p:childTnLst>
                    </p:cTn>
                  </p:par>
                  <p:par>
                    <p:cTn id="1015" fill="hold">
                      <p:stCondLst>
                        <p:cond delay="indefinite"/>
                      </p:stCondLst>
                      <p:childTnLst>
                        <p:par>
                          <p:cTn id="1016" fill="hold">
                            <p:stCondLst>
                              <p:cond delay="0"/>
                            </p:stCondLst>
                            <p:childTnLst>
                              <p:par>
                                <p:cTn id="1017" presetID="1" presetClass="entr" presetSubtype="0" fill="hold" nodeType="clickEffect">
                                  <p:stCondLst>
                                    <p:cond delay="0"/>
                                  </p:stCondLst>
                                  <p:childTnLst>
                                    <p:set>
                                      <p:cBhvr>
                                        <p:cTn id="1018" dur="1" fill="hold">
                                          <p:stCondLst>
                                            <p:cond delay="0"/>
                                          </p:stCondLst>
                                        </p:cTn>
                                        <p:tgtEl>
                                          <p:spTgt spid="372">
                                            <p:txEl>
                                              <p:pRg st="1" end="1"/>
                                            </p:txEl>
                                          </p:spTgt>
                                        </p:tgtEl>
                                        <p:attrNameLst>
                                          <p:attrName>style.visibility</p:attrName>
                                        </p:attrNameLst>
                                      </p:cBhvr>
                                      <p:to>
                                        <p:strVal val="visible"/>
                                      </p:to>
                                    </p:set>
                                  </p:childTnLst>
                                </p:cTn>
                              </p:par>
                            </p:childTnLst>
                          </p:cTn>
                        </p:par>
                      </p:childTnLst>
                    </p:cTn>
                  </p:par>
                  <p:par>
                    <p:cTn id="1019" fill="hold">
                      <p:stCondLst>
                        <p:cond delay="indefinite"/>
                      </p:stCondLst>
                      <p:childTnLst>
                        <p:par>
                          <p:cTn id="1020" fill="hold">
                            <p:stCondLst>
                              <p:cond delay="0"/>
                            </p:stCondLst>
                            <p:childTnLst>
                              <p:par>
                                <p:cTn id="1021" presetID="1" presetClass="entr" presetSubtype="0" fill="hold" nodeType="clickEffect">
                                  <p:stCondLst>
                                    <p:cond delay="0"/>
                                  </p:stCondLst>
                                  <p:childTnLst>
                                    <p:set>
                                      <p:cBhvr>
                                        <p:cTn id="1022" dur="1" fill="hold">
                                          <p:stCondLst>
                                            <p:cond delay="0"/>
                                          </p:stCondLst>
                                        </p:cTn>
                                        <p:tgtEl>
                                          <p:spTgt spid="372">
                                            <p:txEl>
                                              <p:pRg st="2" end="2"/>
                                            </p:txEl>
                                          </p:spTgt>
                                        </p:tgtEl>
                                        <p:attrNameLst>
                                          <p:attrName>style.visibility</p:attrName>
                                        </p:attrNameLst>
                                      </p:cBhvr>
                                      <p:to>
                                        <p:strVal val="visible"/>
                                      </p:to>
                                    </p:set>
                                  </p:childTnLst>
                                </p:cTn>
                              </p:par>
                            </p:childTnLst>
                          </p:cTn>
                        </p:par>
                      </p:childTnLst>
                    </p:cTn>
                  </p:par>
                  <p:par>
                    <p:cTn id="1023" fill="hold">
                      <p:stCondLst>
                        <p:cond delay="indefinite"/>
                      </p:stCondLst>
                      <p:childTnLst>
                        <p:par>
                          <p:cTn id="1024" fill="hold">
                            <p:stCondLst>
                              <p:cond delay="0"/>
                            </p:stCondLst>
                            <p:childTnLst>
                              <p:par>
                                <p:cTn id="1025" presetID="1" presetClass="entr" presetSubtype="0" fill="hold" nodeType="clickEffect">
                                  <p:stCondLst>
                                    <p:cond delay="0"/>
                                  </p:stCondLst>
                                  <p:childTnLst>
                                    <p:set>
                                      <p:cBhvr>
                                        <p:cTn id="1026" dur="1" fill="hold">
                                          <p:stCondLst>
                                            <p:cond delay="0"/>
                                          </p:stCondLst>
                                        </p:cTn>
                                        <p:tgtEl>
                                          <p:spTgt spid="372">
                                            <p:txEl>
                                              <p:pRg st="3" end="3"/>
                                            </p:txEl>
                                          </p:spTgt>
                                        </p:tgtEl>
                                        <p:attrNameLst>
                                          <p:attrName>style.visibility</p:attrName>
                                        </p:attrNameLst>
                                      </p:cBhvr>
                                      <p:to>
                                        <p:strVal val="visible"/>
                                      </p:to>
                                    </p:set>
                                  </p:childTnLst>
                                </p:cTn>
                              </p:par>
                            </p:childTnLst>
                          </p:cTn>
                        </p:par>
                      </p:childTnLst>
                    </p:cTn>
                  </p:par>
                  <p:par>
                    <p:cTn id="1027" fill="hold">
                      <p:stCondLst>
                        <p:cond delay="indefinite"/>
                      </p:stCondLst>
                      <p:childTnLst>
                        <p:par>
                          <p:cTn id="1028" fill="hold">
                            <p:stCondLst>
                              <p:cond delay="0"/>
                            </p:stCondLst>
                            <p:childTnLst>
                              <p:par>
                                <p:cTn id="1029" presetID="1" presetClass="entr" presetSubtype="0" fill="hold" nodeType="clickEffect">
                                  <p:stCondLst>
                                    <p:cond delay="0"/>
                                  </p:stCondLst>
                                  <p:childTnLst>
                                    <p:set>
                                      <p:cBhvr>
                                        <p:cTn id="1030" dur="1" fill="hold">
                                          <p:stCondLst>
                                            <p:cond delay="0"/>
                                          </p:stCondLst>
                                        </p:cTn>
                                        <p:tgtEl>
                                          <p:spTgt spid="372">
                                            <p:txEl>
                                              <p:pRg st="4" end="4"/>
                                            </p:txEl>
                                          </p:spTgt>
                                        </p:tgtEl>
                                        <p:attrNameLst>
                                          <p:attrName>style.visibility</p:attrName>
                                        </p:attrNameLst>
                                      </p:cBhvr>
                                      <p:to>
                                        <p:strVal val="visible"/>
                                      </p:to>
                                    </p:set>
                                  </p:childTnLst>
                                </p:cTn>
                              </p:par>
                            </p:childTnLst>
                          </p:cTn>
                        </p:par>
                      </p:childTnLst>
                    </p:cTn>
                  </p:par>
                  <p:par>
                    <p:cTn id="1031" fill="hold">
                      <p:stCondLst>
                        <p:cond delay="indefinite"/>
                      </p:stCondLst>
                      <p:childTnLst>
                        <p:par>
                          <p:cTn id="1032" fill="hold">
                            <p:stCondLst>
                              <p:cond delay="0"/>
                            </p:stCondLst>
                            <p:childTnLst>
                              <p:par>
                                <p:cTn id="1033" presetID="1" presetClass="entr" presetSubtype="0" fill="hold" nodeType="clickEffect">
                                  <p:stCondLst>
                                    <p:cond delay="0"/>
                                  </p:stCondLst>
                                  <p:childTnLst>
                                    <p:set>
                                      <p:cBhvr>
                                        <p:cTn id="1034" dur="1" fill="hold">
                                          <p:stCondLst>
                                            <p:cond delay="0"/>
                                          </p:stCondLst>
                                        </p:cTn>
                                        <p:tgtEl>
                                          <p:spTgt spid="372">
                                            <p:txEl>
                                              <p:pRg st="5" end="5"/>
                                            </p:txEl>
                                          </p:spTgt>
                                        </p:tgtEl>
                                        <p:attrNameLst>
                                          <p:attrName>style.visibility</p:attrName>
                                        </p:attrNameLst>
                                      </p:cBhvr>
                                      <p:to>
                                        <p:strVal val="visible"/>
                                      </p:to>
                                    </p:set>
                                  </p:childTnLst>
                                </p:cTn>
                              </p:par>
                            </p:childTnLst>
                          </p:cTn>
                        </p:par>
                      </p:childTnLst>
                    </p:cTn>
                  </p:par>
                  <p:par>
                    <p:cTn id="1035" fill="hold">
                      <p:stCondLst>
                        <p:cond delay="indefinite"/>
                      </p:stCondLst>
                      <p:childTnLst>
                        <p:par>
                          <p:cTn id="1036" fill="hold">
                            <p:stCondLst>
                              <p:cond delay="0"/>
                            </p:stCondLst>
                            <p:childTnLst>
                              <p:par>
                                <p:cTn id="1037" presetID="1" presetClass="entr" presetSubtype="0" fill="hold" nodeType="clickEffect">
                                  <p:stCondLst>
                                    <p:cond delay="0"/>
                                  </p:stCondLst>
                                  <p:childTnLst>
                                    <p:set>
                                      <p:cBhvr>
                                        <p:cTn id="1038" dur="1" fill="hold">
                                          <p:stCondLst>
                                            <p:cond delay="0"/>
                                          </p:stCondLst>
                                        </p:cTn>
                                        <p:tgtEl>
                                          <p:spTgt spid="372">
                                            <p:txEl>
                                              <p:pRg st="6" end="6"/>
                                            </p:txEl>
                                          </p:spTgt>
                                        </p:tgtEl>
                                        <p:attrNameLst>
                                          <p:attrName>style.visibility</p:attrName>
                                        </p:attrNameLst>
                                      </p:cBhvr>
                                      <p:to>
                                        <p:strVal val="visible"/>
                                      </p:to>
                                    </p:set>
                                  </p:childTnLst>
                                </p:cTn>
                              </p:par>
                            </p:childTnLst>
                          </p:cTn>
                        </p:par>
                      </p:childTnLst>
                    </p:cTn>
                  </p:par>
                  <p:par>
                    <p:cTn id="1039" fill="hold">
                      <p:stCondLst>
                        <p:cond delay="indefinite"/>
                      </p:stCondLst>
                      <p:childTnLst>
                        <p:par>
                          <p:cTn id="1040" fill="hold">
                            <p:stCondLst>
                              <p:cond delay="0"/>
                            </p:stCondLst>
                            <p:childTnLst>
                              <p:par>
                                <p:cTn id="1041" presetID="1" presetClass="entr" presetSubtype="0" fill="hold" nodeType="clickEffect">
                                  <p:stCondLst>
                                    <p:cond delay="0"/>
                                  </p:stCondLst>
                                  <p:childTnLst>
                                    <p:set>
                                      <p:cBhvr>
                                        <p:cTn id="1042" dur="1" fill="hold">
                                          <p:stCondLst>
                                            <p:cond delay="0"/>
                                          </p:stCondLst>
                                        </p:cTn>
                                        <p:tgtEl>
                                          <p:spTgt spid="372">
                                            <p:txEl>
                                              <p:pRg st="7" end="7"/>
                                            </p:txEl>
                                          </p:spTgt>
                                        </p:tgtEl>
                                        <p:attrNameLst>
                                          <p:attrName>style.visibility</p:attrName>
                                        </p:attrNameLst>
                                      </p:cBhvr>
                                      <p:to>
                                        <p:strVal val="visible"/>
                                      </p:to>
                                    </p:set>
                                  </p:childTnLst>
                                </p:cTn>
                              </p:par>
                            </p:childTnLst>
                          </p:cTn>
                        </p:par>
                      </p:childTnLst>
                    </p:cTn>
                  </p:par>
                  <p:par>
                    <p:cTn id="1043" fill="hold">
                      <p:stCondLst>
                        <p:cond delay="indefinite"/>
                      </p:stCondLst>
                      <p:childTnLst>
                        <p:par>
                          <p:cTn id="1044" fill="hold">
                            <p:stCondLst>
                              <p:cond delay="0"/>
                            </p:stCondLst>
                            <p:childTnLst>
                              <p:par>
                                <p:cTn id="1045" presetID="1" presetClass="entr" presetSubtype="0" fill="hold" nodeType="clickEffect">
                                  <p:stCondLst>
                                    <p:cond delay="0"/>
                                  </p:stCondLst>
                                  <p:childTnLst>
                                    <p:set>
                                      <p:cBhvr>
                                        <p:cTn id="1046" dur="1" fill="hold">
                                          <p:stCondLst>
                                            <p:cond delay="0"/>
                                          </p:stCondLst>
                                        </p:cTn>
                                        <p:tgtEl>
                                          <p:spTgt spid="372">
                                            <p:txEl>
                                              <p:pRg st="8" end="8"/>
                                            </p:txEl>
                                          </p:spTgt>
                                        </p:tgtEl>
                                        <p:attrNameLst>
                                          <p:attrName>style.visibility</p:attrName>
                                        </p:attrNameLst>
                                      </p:cBhvr>
                                      <p:to>
                                        <p:strVal val="visible"/>
                                      </p:to>
                                    </p:set>
                                  </p:childTnLst>
                                </p:cTn>
                              </p:par>
                            </p:childTnLst>
                          </p:cTn>
                        </p:par>
                      </p:childTnLst>
                    </p:cTn>
                  </p:par>
                  <p:par>
                    <p:cTn id="1047" fill="hold">
                      <p:stCondLst>
                        <p:cond delay="indefinite"/>
                      </p:stCondLst>
                      <p:childTnLst>
                        <p:par>
                          <p:cTn id="1048" fill="hold">
                            <p:stCondLst>
                              <p:cond delay="0"/>
                            </p:stCondLst>
                            <p:childTnLst>
                              <p:par>
                                <p:cTn id="1049" presetID="1" presetClass="entr" presetSubtype="0" fill="hold" nodeType="clickEffect">
                                  <p:stCondLst>
                                    <p:cond delay="0"/>
                                  </p:stCondLst>
                                  <p:childTnLst>
                                    <p:set>
                                      <p:cBhvr>
                                        <p:cTn id="1050" dur="1" fill="hold">
                                          <p:stCondLst>
                                            <p:cond delay="0"/>
                                          </p:stCondLst>
                                        </p:cTn>
                                        <p:tgtEl>
                                          <p:spTgt spid="373">
                                            <p:txEl>
                                              <p:pRg st="0" end="0"/>
                                            </p:txEl>
                                          </p:spTgt>
                                        </p:tgtEl>
                                        <p:attrNameLst>
                                          <p:attrName>style.visibility</p:attrName>
                                        </p:attrNameLst>
                                      </p:cBhvr>
                                      <p:to>
                                        <p:strVal val="visible"/>
                                      </p:to>
                                    </p:set>
                                  </p:childTnLst>
                                </p:cTn>
                              </p:par>
                            </p:childTnLst>
                          </p:cTn>
                        </p:par>
                      </p:childTnLst>
                    </p:cTn>
                  </p:par>
                  <p:par>
                    <p:cTn id="1051" fill="hold">
                      <p:stCondLst>
                        <p:cond delay="indefinite"/>
                      </p:stCondLst>
                      <p:childTnLst>
                        <p:par>
                          <p:cTn id="1052" fill="hold">
                            <p:stCondLst>
                              <p:cond delay="0"/>
                            </p:stCondLst>
                            <p:childTnLst>
                              <p:par>
                                <p:cTn id="1053" presetID="1" presetClass="entr" presetSubtype="0" fill="hold" nodeType="clickEffect">
                                  <p:stCondLst>
                                    <p:cond delay="0"/>
                                  </p:stCondLst>
                                  <p:childTnLst>
                                    <p:set>
                                      <p:cBhvr>
                                        <p:cTn id="1054" dur="1" fill="hold">
                                          <p:stCondLst>
                                            <p:cond delay="0"/>
                                          </p:stCondLst>
                                        </p:cTn>
                                        <p:tgtEl>
                                          <p:spTgt spid="373">
                                            <p:txEl>
                                              <p:pRg st="1" end="1"/>
                                            </p:txEl>
                                          </p:spTgt>
                                        </p:tgtEl>
                                        <p:attrNameLst>
                                          <p:attrName>style.visibility</p:attrName>
                                        </p:attrNameLst>
                                      </p:cBhvr>
                                      <p:to>
                                        <p:strVal val="visible"/>
                                      </p:to>
                                    </p:set>
                                  </p:childTnLst>
                                </p:cTn>
                              </p:par>
                            </p:childTnLst>
                          </p:cTn>
                        </p:par>
                      </p:childTnLst>
                    </p:cTn>
                  </p:par>
                  <p:par>
                    <p:cTn id="1055" fill="hold">
                      <p:stCondLst>
                        <p:cond delay="indefinite"/>
                      </p:stCondLst>
                      <p:childTnLst>
                        <p:par>
                          <p:cTn id="1056" fill="hold">
                            <p:stCondLst>
                              <p:cond delay="0"/>
                            </p:stCondLst>
                            <p:childTnLst>
                              <p:par>
                                <p:cTn id="1057" presetID="1" presetClass="entr" presetSubtype="0" fill="hold" nodeType="clickEffect">
                                  <p:stCondLst>
                                    <p:cond delay="0"/>
                                  </p:stCondLst>
                                  <p:childTnLst>
                                    <p:set>
                                      <p:cBhvr>
                                        <p:cTn id="1058" dur="1" fill="hold">
                                          <p:stCondLst>
                                            <p:cond delay="0"/>
                                          </p:stCondLst>
                                        </p:cTn>
                                        <p:tgtEl>
                                          <p:spTgt spid="373">
                                            <p:txEl>
                                              <p:pRg st="2" end="2"/>
                                            </p:txEl>
                                          </p:spTgt>
                                        </p:tgtEl>
                                        <p:attrNameLst>
                                          <p:attrName>style.visibility</p:attrName>
                                        </p:attrNameLst>
                                      </p:cBhvr>
                                      <p:to>
                                        <p:strVal val="visible"/>
                                      </p:to>
                                    </p:set>
                                  </p:childTnLst>
                                </p:cTn>
                              </p:par>
                            </p:childTnLst>
                          </p:cTn>
                        </p:par>
                      </p:childTnLst>
                    </p:cTn>
                  </p:par>
                  <p:par>
                    <p:cTn id="1059" fill="hold">
                      <p:stCondLst>
                        <p:cond delay="indefinite"/>
                      </p:stCondLst>
                      <p:childTnLst>
                        <p:par>
                          <p:cTn id="1060" fill="hold">
                            <p:stCondLst>
                              <p:cond delay="0"/>
                            </p:stCondLst>
                            <p:childTnLst>
                              <p:par>
                                <p:cTn id="1061" presetID="1" presetClass="entr" presetSubtype="0" fill="hold" nodeType="clickEffect">
                                  <p:stCondLst>
                                    <p:cond delay="0"/>
                                  </p:stCondLst>
                                  <p:childTnLst>
                                    <p:set>
                                      <p:cBhvr>
                                        <p:cTn id="1062" dur="1" fill="hold">
                                          <p:stCondLst>
                                            <p:cond delay="0"/>
                                          </p:stCondLst>
                                        </p:cTn>
                                        <p:tgtEl>
                                          <p:spTgt spid="373">
                                            <p:txEl>
                                              <p:pRg st="3" end="3"/>
                                            </p:txEl>
                                          </p:spTgt>
                                        </p:tgtEl>
                                        <p:attrNameLst>
                                          <p:attrName>style.visibility</p:attrName>
                                        </p:attrNameLst>
                                      </p:cBhvr>
                                      <p:to>
                                        <p:strVal val="visible"/>
                                      </p:to>
                                    </p:set>
                                  </p:childTnLst>
                                </p:cTn>
                              </p:par>
                            </p:childTnLst>
                          </p:cTn>
                        </p:par>
                      </p:childTnLst>
                    </p:cTn>
                  </p:par>
                  <p:par>
                    <p:cTn id="1063" fill="hold">
                      <p:stCondLst>
                        <p:cond delay="indefinite"/>
                      </p:stCondLst>
                      <p:childTnLst>
                        <p:par>
                          <p:cTn id="1064" fill="hold">
                            <p:stCondLst>
                              <p:cond delay="0"/>
                            </p:stCondLst>
                            <p:childTnLst>
                              <p:par>
                                <p:cTn id="1065" presetID="1" presetClass="entr" presetSubtype="0" fill="hold" nodeType="clickEffect">
                                  <p:stCondLst>
                                    <p:cond delay="0"/>
                                  </p:stCondLst>
                                  <p:childTnLst>
                                    <p:set>
                                      <p:cBhvr>
                                        <p:cTn id="1066" dur="1" fill="hold">
                                          <p:stCondLst>
                                            <p:cond delay="0"/>
                                          </p:stCondLst>
                                        </p:cTn>
                                        <p:tgtEl>
                                          <p:spTgt spid="373">
                                            <p:txEl>
                                              <p:pRg st="4" end="4"/>
                                            </p:txEl>
                                          </p:spTgt>
                                        </p:tgtEl>
                                        <p:attrNameLst>
                                          <p:attrName>style.visibility</p:attrName>
                                        </p:attrNameLst>
                                      </p:cBhvr>
                                      <p:to>
                                        <p:strVal val="visible"/>
                                      </p:to>
                                    </p:set>
                                  </p:childTnLst>
                                </p:cTn>
                              </p:par>
                            </p:childTnLst>
                          </p:cTn>
                        </p:par>
                      </p:childTnLst>
                    </p:cTn>
                  </p:par>
                  <p:par>
                    <p:cTn id="1067" fill="hold">
                      <p:stCondLst>
                        <p:cond delay="indefinite"/>
                      </p:stCondLst>
                      <p:childTnLst>
                        <p:par>
                          <p:cTn id="1068" fill="hold">
                            <p:stCondLst>
                              <p:cond delay="0"/>
                            </p:stCondLst>
                            <p:childTnLst>
                              <p:par>
                                <p:cTn id="1069" presetID="1" presetClass="entr" presetSubtype="0" fill="hold" nodeType="clickEffect">
                                  <p:stCondLst>
                                    <p:cond delay="0"/>
                                  </p:stCondLst>
                                  <p:childTnLst>
                                    <p:set>
                                      <p:cBhvr>
                                        <p:cTn id="1070" dur="1" fill="hold">
                                          <p:stCondLst>
                                            <p:cond delay="0"/>
                                          </p:stCondLst>
                                        </p:cTn>
                                        <p:tgtEl>
                                          <p:spTgt spid="373">
                                            <p:txEl>
                                              <p:pRg st="5" end="5"/>
                                            </p:txEl>
                                          </p:spTgt>
                                        </p:tgtEl>
                                        <p:attrNameLst>
                                          <p:attrName>style.visibility</p:attrName>
                                        </p:attrNameLst>
                                      </p:cBhvr>
                                      <p:to>
                                        <p:strVal val="visible"/>
                                      </p:to>
                                    </p:set>
                                  </p:childTnLst>
                                </p:cTn>
                              </p:par>
                            </p:childTnLst>
                          </p:cTn>
                        </p:par>
                      </p:childTnLst>
                    </p:cTn>
                  </p:par>
                  <p:par>
                    <p:cTn id="1071" fill="hold">
                      <p:stCondLst>
                        <p:cond delay="indefinite"/>
                      </p:stCondLst>
                      <p:childTnLst>
                        <p:par>
                          <p:cTn id="1072" fill="hold">
                            <p:stCondLst>
                              <p:cond delay="0"/>
                            </p:stCondLst>
                            <p:childTnLst>
                              <p:par>
                                <p:cTn id="1073" presetID="1" presetClass="entr" presetSubtype="0" fill="hold" nodeType="clickEffect">
                                  <p:stCondLst>
                                    <p:cond delay="0"/>
                                  </p:stCondLst>
                                  <p:childTnLst>
                                    <p:set>
                                      <p:cBhvr>
                                        <p:cTn id="1074" dur="1" fill="hold">
                                          <p:stCondLst>
                                            <p:cond delay="0"/>
                                          </p:stCondLst>
                                        </p:cTn>
                                        <p:tgtEl>
                                          <p:spTgt spid="373">
                                            <p:txEl>
                                              <p:pRg st="6" end="6"/>
                                            </p:txEl>
                                          </p:spTgt>
                                        </p:tgtEl>
                                        <p:attrNameLst>
                                          <p:attrName>style.visibility</p:attrName>
                                        </p:attrNameLst>
                                      </p:cBhvr>
                                      <p:to>
                                        <p:strVal val="visible"/>
                                      </p:to>
                                    </p:set>
                                  </p:childTnLst>
                                </p:cTn>
                              </p:par>
                            </p:childTnLst>
                          </p:cTn>
                        </p:par>
                      </p:childTnLst>
                    </p:cTn>
                  </p:par>
                  <p:par>
                    <p:cTn id="1075" fill="hold">
                      <p:stCondLst>
                        <p:cond delay="indefinite"/>
                      </p:stCondLst>
                      <p:childTnLst>
                        <p:par>
                          <p:cTn id="1076" fill="hold">
                            <p:stCondLst>
                              <p:cond delay="0"/>
                            </p:stCondLst>
                            <p:childTnLst>
                              <p:par>
                                <p:cTn id="1077" presetID="1" presetClass="entr" presetSubtype="0" fill="hold" nodeType="clickEffect">
                                  <p:stCondLst>
                                    <p:cond delay="0"/>
                                  </p:stCondLst>
                                  <p:childTnLst>
                                    <p:set>
                                      <p:cBhvr>
                                        <p:cTn id="1078" dur="1" fill="hold">
                                          <p:stCondLst>
                                            <p:cond delay="0"/>
                                          </p:stCondLst>
                                        </p:cTn>
                                        <p:tgtEl>
                                          <p:spTgt spid="373">
                                            <p:txEl>
                                              <p:pRg st="7" end="7"/>
                                            </p:txEl>
                                          </p:spTgt>
                                        </p:tgtEl>
                                        <p:attrNameLst>
                                          <p:attrName>style.visibility</p:attrName>
                                        </p:attrNameLst>
                                      </p:cBhvr>
                                      <p:to>
                                        <p:strVal val="visible"/>
                                      </p:to>
                                    </p:set>
                                  </p:childTnLst>
                                </p:cTn>
                              </p:par>
                            </p:childTnLst>
                          </p:cTn>
                        </p:par>
                      </p:childTnLst>
                    </p:cTn>
                  </p:par>
                  <p:par>
                    <p:cTn id="1079" fill="hold">
                      <p:stCondLst>
                        <p:cond delay="indefinite"/>
                      </p:stCondLst>
                      <p:childTnLst>
                        <p:par>
                          <p:cTn id="1080" fill="hold">
                            <p:stCondLst>
                              <p:cond delay="0"/>
                            </p:stCondLst>
                            <p:childTnLst>
                              <p:par>
                                <p:cTn id="1081" presetID="1" presetClass="entr" presetSubtype="0" fill="hold" nodeType="clickEffect">
                                  <p:stCondLst>
                                    <p:cond delay="0"/>
                                  </p:stCondLst>
                                  <p:childTnLst>
                                    <p:set>
                                      <p:cBhvr>
                                        <p:cTn id="1082" dur="1" fill="hold">
                                          <p:stCondLst>
                                            <p:cond delay="0"/>
                                          </p:stCondLst>
                                        </p:cTn>
                                        <p:tgtEl>
                                          <p:spTgt spid="373">
                                            <p:txEl>
                                              <p:pRg st="8" end="8"/>
                                            </p:txEl>
                                          </p:spTgt>
                                        </p:tgtEl>
                                        <p:attrNameLst>
                                          <p:attrName>style.visibility</p:attrName>
                                        </p:attrNameLst>
                                      </p:cBhvr>
                                      <p:to>
                                        <p:strVal val="visible"/>
                                      </p:to>
                                    </p:set>
                                  </p:childTnLst>
                                </p:cTn>
                              </p:par>
                            </p:childTnLst>
                          </p:cTn>
                        </p:par>
                      </p:childTnLst>
                    </p:cTn>
                  </p:par>
                  <p:par>
                    <p:cTn id="1083" fill="hold">
                      <p:stCondLst>
                        <p:cond delay="indefinite"/>
                      </p:stCondLst>
                      <p:childTnLst>
                        <p:par>
                          <p:cTn id="1084" fill="hold">
                            <p:stCondLst>
                              <p:cond delay="0"/>
                            </p:stCondLst>
                            <p:childTnLst>
                              <p:par>
                                <p:cTn id="1085" presetID="1" presetClass="entr" presetSubtype="0" fill="hold" nodeType="clickEffect">
                                  <p:stCondLst>
                                    <p:cond delay="0"/>
                                  </p:stCondLst>
                                  <p:childTnLst>
                                    <p:set>
                                      <p:cBhvr>
                                        <p:cTn id="1086" dur="1" fill="hold">
                                          <p:stCondLst>
                                            <p:cond delay="0"/>
                                          </p:stCondLst>
                                        </p:cTn>
                                        <p:tgtEl>
                                          <p:spTgt spid="374">
                                            <p:txEl>
                                              <p:pRg st="0" end="0"/>
                                            </p:txEl>
                                          </p:spTgt>
                                        </p:tgtEl>
                                        <p:attrNameLst>
                                          <p:attrName>style.visibility</p:attrName>
                                        </p:attrNameLst>
                                      </p:cBhvr>
                                      <p:to>
                                        <p:strVal val="visible"/>
                                      </p:to>
                                    </p:set>
                                  </p:childTnLst>
                                </p:cTn>
                              </p:par>
                            </p:childTnLst>
                          </p:cTn>
                        </p:par>
                      </p:childTnLst>
                    </p:cTn>
                  </p:par>
                  <p:par>
                    <p:cTn id="1087" fill="hold">
                      <p:stCondLst>
                        <p:cond delay="indefinite"/>
                      </p:stCondLst>
                      <p:childTnLst>
                        <p:par>
                          <p:cTn id="1088" fill="hold">
                            <p:stCondLst>
                              <p:cond delay="0"/>
                            </p:stCondLst>
                            <p:childTnLst>
                              <p:par>
                                <p:cTn id="1089" presetID="1" presetClass="entr" presetSubtype="0" fill="hold" nodeType="clickEffect">
                                  <p:stCondLst>
                                    <p:cond delay="0"/>
                                  </p:stCondLst>
                                  <p:childTnLst>
                                    <p:set>
                                      <p:cBhvr>
                                        <p:cTn id="1090" dur="1" fill="hold">
                                          <p:stCondLst>
                                            <p:cond delay="0"/>
                                          </p:stCondLst>
                                        </p:cTn>
                                        <p:tgtEl>
                                          <p:spTgt spid="374">
                                            <p:txEl>
                                              <p:pRg st="1" end="1"/>
                                            </p:txEl>
                                          </p:spTgt>
                                        </p:tgtEl>
                                        <p:attrNameLst>
                                          <p:attrName>style.visibility</p:attrName>
                                        </p:attrNameLst>
                                      </p:cBhvr>
                                      <p:to>
                                        <p:strVal val="visible"/>
                                      </p:to>
                                    </p:set>
                                  </p:childTnLst>
                                </p:cTn>
                              </p:par>
                            </p:childTnLst>
                          </p:cTn>
                        </p:par>
                      </p:childTnLst>
                    </p:cTn>
                  </p:par>
                  <p:par>
                    <p:cTn id="1091" fill="hold">
                      <p:stCondLst>
                        <p:cond delay="indefinite"/>
                      </p:stCondLst>
                      <p:childTnLst>
                        <p:par>
                          <p:cTn id="1092" fill="hold">
                            <p:stCondLst>
                              <p:cond delay="0"/>
                            </p:stCondLst>
                            <p:childTnLst>
                              <p:par>
                                <p:cTn id="1093" presetID="1" presetClass="entr" presetSubtype="0" fill="hold" nodeType="clickEffect">
                                  <p:stCondLst>
                                    <p:cond delay="0"/>
                                  </p:stCondLst>
                                  <p:childTnLst>
                                    <p:set>
                                      <p:cBhvr>
                                        <p:cTn id="1094" dur="1" fill="hold">
                                          <p:stCondLst>
                                            <p:cond delay="0"/>
                                          </p:stCondLst>
                                        </p:cTn>
                                        <p:tgtEl>
                                          <p:spTgt spid="374">
                                            <p:txEl>
                                              <p:pRg st="2" end="2"/>
                                            </p:txEl>
                                          </p:spTgt>
                                        </p:tgtEl>
                                        <p:attrNameLst>
                                          <p:attrName>style.visibility</p:attrName>
                                        </p:attrNameLst>
                                      </p:cBhvr>
                                      <p:to>
                                        <p:strVal val="visible"/>
                                      </p:to>
                                    </p:set>
                                  </p:childTnLst>
                                </p:cTn>
                              </p:par>
                            </p:childTnLst>
                          </p:cTn>
                        </p:par>
                      </p:childTnLst>
                    </p:cTn>
                  </p:par>
                  <p:par>
                    <p:cTn id="1095" fill="hold">
                      <p:stCondLst>
                        <p:cond delay="indefinite"/>
                      </p:stCondLst>
                      <p:childTnLst>
                        <p:par>
                          <p:cTn id="1096" fill="hold">
                            <p:stCondLst>
                              <p:cond delay="0"/>
                            </p:stCondLst>
                            <p:childTnLst>
                              <p:par>
                                <p:cTn id="1097" presetID="1" presetClass="entr" presetSubtype="0" fill="hold" nodeType="clickEffect">
                                  <p:stCondLst>
                                    <p:cond delay="0"/>
                                  </p:stCondLst>
                                  <p:childTnLst>
                                    <p:set>
                                      <p:cBhvr>
                                        <p:cTn id="1098" dur="1" fill="hold">
                                          <p:stCondLst>
                                            <p:cond delay="0"/>
                                          </p:stCondLst>
                                        </p:cTn>
                                        <p:tgtEl>
                                          <p:spTgt spid="374">
                                            <p:txEl>
                                              <p:pRg st="3" end="3"/>
                                            </p:txEl>
                                          </p:spTgt>
                                        </p:tgtEl>
                                        <p:attrNameLst>
                                          <p:attrName>style.visibility</p:attrName>
                                        </p:attrNameLst>
                                      </p:cBhvr>
                                      <p:to>
                                        <p:strVal val="visible"/>
                                      </p:to>
                                    </p:set>
                                  </p:childTnLst>
                                </p:cTn>
                              </p:par>
                            </p:childTnLst>
                          </p:cTn>
                        </p:par>
                      </p:childTnLst>
                    </p:cTn>
                  </p:par>
                  <p:par>
                    <p:cTn id="1099" fill="hold">
                      <p:stCondLst>
                        <p:cond delay="indefinite"/>
                      </p:stCondLst>
                      <p:childTnLst>
                        <p:par>
                          <p:cTn id="1100" fill="hold">
                            <p:stCondLst>
                              <p:cond delay="0"/>
                            </p:stCondLst>
                            <p:childTnLst>
                              <p:par>
                                <p:cTn id="1101" presetID="1" presetClass="entr" presetSubtype="0" fill="hold" nodeType="clickEffect">
                                  <p:stCondLst>
                                    <p:cond delay="0"/>
                                  </p:stCondLst>
                                  <p:childTnLst>
                                    <p:set>
                                      <p:cBhvr>
                                        <p:cTn id="1102" dur="1" fill="hold">
                                          <p:stCondLst>
                                            <p:cond delay="0"/>
                                          </p:stCondLst>
                                        </p:cTn>
                                        <p:tgtEl>
                                          <p:spTgt spid="374">
                                            <p:txEl>
                                              <p:pRg st="4" end="4"/>
                                            </p:txEl>
                                          </p:spTgt>
                                        </p:tgtEl>
                                        <p:attrNameLst>
                                          <p:attrName>style.visibility</p:attrName>
                                        </p:attrNameLst>
                                      </p:cBhvr>
                                      <p:to>
                                        <p:strVal val="visible"/>
                                      </p:to>
                                    </p:set>
                                  </p:childTnLst>
                                </p:cTn>
                              </p:par>
                            </p:childTnLst>
                          </p:cTn>
                        </p:par>
                      </p:childTnLst>
                    </p:cTn>
                  </p:par>
                  <p:par>
                    <p:cTn id="1103" fill="hold">
                      <p:stCondLst>
                        <p:cond delay="indefinite"/>
                      </p:stCondLst>
                      <p:childTnLst>
                        <p:par>
                          <p:cTn id="1104" fill="hold">
                            <p:stCondLst>
                              <p:cond delay="0"/>
                            </p:stCondLst>
                            <p:childTnLst>
                              <p:par>
                                <p:cTn id="1105" presetID="1" presetClass="entr" presetSubtype="0" fill="hold" nodeType="clickEffect">
                                  <p:stCondLst>
                                    <p:cond delay="0"/>
                                  </p:stCondLst>
                                  <p:childTnLst>
                                    <p:set>
                                      <p:cBhvr>
                                        <p:cTn id="1106" dur="1" fill="hold">
                                          <p:stCondLst>
                                            <p:cond delay="0"/>
                                          </p:stCondLst>
                                        </p:cTn>
                                        <p:tgtEl>
                                          <p:spTgt spid="374">
                                            <p:txEl>
                                              <p:pRg st="5" end="5"/>
                                            </p:txEl>
                                          </p:spTgt>
                                        </p:tgtEl>
                                        <p:attrNameLst>
                                          <p:attrName>style.visibility</p:attrName>
                                        </p:attrNameLst>
                                      </p:cBhvr>
                                      <p:to>
                                        <p:strVal val="visible"/>
                                      </p:to>
                                    </p:set>
                                  </p:childTnLst>
                                </p:cTn>
                              </p:par>
                            </p:childTnLst>
                          </p:cTn>
                        </p:par>
                      </p:childTnLst>
                    </p:cTn>
                  </p:par>
                  <p:par>
                    <p:cTn id="1107" fill="hold">
                      <p:stCondLst>
                        <p:cond delay="indefinite"/>
                      </p:stCondLst>
                      <p:childTnLst>
                        <p:par>
                          <p:cTn id="1108" fill="hold">
                            <p:stCondLst>
                              <p:cond delay="0"/>
                            </p:stCondLst>
                            <p:childTnLst>
                              <p:par>
                                <p:cTn id="1109" presetID="1" presetClass="entr" presetSubtype="0" fill="hold" nodeType="clickEffect">
                                  <p:stCondLst>
                                    <p:cond delay="0"/>
                                  </p:stCondLst>
                                  <p:childTnLst>
                                    <p:set>
                                      <p:cBhvr>
                                        <p:cTn id="1110" dur="1" fill="hold">
                                          <p:stCondLst>
                                            <p:cond delay="0"/>
                                          </p:stCondLst>
                                        </p:cTn>
                                        <p:tgtEl>
                                          <p:spTgt spid="374">
                                            <p:txEl>
                                              <p:pRg st="6" end="6"/>
                                            </p:txEl>
                                          </p:spTgt>
                                        </p:tgtEl>
                                        <p:attrNameLst>
                                          <p:attrName>style.visibility</p:attrName>
                                        </p:attrNameLst>
                                      </p:cBhvr>
                                      <p:to>
                                        <p:strVal val="visible"/>
                                      </p:to>
                                    </p:set>
                                  </p:childTnLst>
                                </p:cTn>
                              </p:par>
                            </p:childTnLst>
                          </p:cTn>
                        </p:par>
                      </p:childTnLst>
                    </p:cTn>
                  </p:par>
                  <p:par>
                    <p:cTn id="1111" fill="hold">
                      <p:stCondLst>
                        <p:cond delay="indefinite"/>
                      </p:stCondLst>
                      <p:childTnLst>
                        <p:par>
                          <p:cTn id="1112" fill="hold">
                            <p:stCondLst>
                              <p:cond delay="0"/>
                            </p:stCondLst>
                            <p:childTnLst>
                              <p:par>
                                <p:cTn id="1113" presetID="1" presetClass="entr" presetSubtype="0" fill="hold" nodeType="clickEffect">
                                  <p:stCondLst>
                                    <p:cond delay="0"/>
                                  </p:stCondLst>
                                  <p:childTnLst>
                                    <p:set>
                                      <p:cBhvr>
                                        <p:cTn id="1114" dur="1" fill="hold">
                                          <p:stCondLst>
                                            <p:cond delay="0"/>
                                          </p:stCondLst>
                                        </p:cTn>
                                        <p:tgtEl>
                                          <p:spTgt spid="374">
                                            <p:txEl>
                                              <p:pRg st="7" end="7"/>
                                            </p:txEl>
                                          </p:spTgt>
                                        </p:tgtEl>
                                        <p:attrNameLst>
                                          <p:attrName>style.visibility</p:attrName>
                                        </p:attrNameLst>
                                      </p:cBhvr>
                                      <p:to>
                                        <p:strVal val="visible"/>
                                      </p:to>
                                    </p:set>
                                  </p:childTnLst>
                                </p:cTn>
                              </p:par>
                            </p:childTnLst>
                          </p:cTn>
                        </p:par>
                      </p:childTnLst>
                    </p:cTn>
                  </p:par>
                  <p:par>
                    <p:cTn id="1115" fill="hold">
                      <p:stCondLst>
                        <p:cond delay="indefinite"/>
                      </p:stCondLst>
                      <p:childTnLst>
                        <p:par>
                          <p:cTn id="1116" fill="hold">
                            <p:stCondLst>
                              <p:cond delay="0"/>
                            </p:stCondLst>
                            <p:childTnLst>
                              <p:par>
                                <p:cTn id="1117" presetID="1" presetClass="entr" presetSubtype="0" fill="hold" nodeType="clickEffect">
                                  <p:stCondLst>
                                    <p:cond delay="0"/>
                                  </p:stCondLst>
                                  <p:childTnLst>
                                    <p:set>
                                      <p:cBhvr>
                                        <p:cTn id="1118" dur="1" fill="hold">
                                          <p:stCondLst>
                                            <p:cond delay="0"/>
                                          </p:stCondLst>
                                        </p:cTn>
                                        <p:tgtEl>
                                          <p:spTgt spid="374">
                                            <p:txEl>
                                              <p:pRg st="8" end="8"/>
                                            </p:txEl>
                                          </p:spTgt>
                                        </p:tgtEl>
                                        <p:attrNameLst>
                                          <p:attrName>style.visibility</p:attrName>
                                        </p:attrNameLst>
                                      </p:cBhvr>
                                      <p:to>
                                        <p:strVal val="visible"/>
                                      </p:to>
                                    </p:set>
                                  </p:childTnLst>
                                </p:cTn>
                              </p:par>
                            </p:childTnLst>
                          </p:cTn>
                        </p:par>
                      </p:childTnLst>
                    </p:cTn>
                  </p:par>
                  <p:par>
                    <p:cTn id="1119" fill="hold">
                      <p:stCondLst>
                        <p:cond delay="indefinite"/>
                      </p:stCondLst>
                      <p:childTnLst>
                        <p:par>
                          <p:cTn id="1120" fill="hold">
                            <p:stCondLst>
                              <p:cond delay="0"/>
                            </p:stCondLst>
                            <p:childTnLst>
                              <p:par>
                                <p:cTn id="1121" presetID="1" presetClass="entr" presetSubtype="0" fill="hold" nodeType="clickEffect">
                                  <p:stCondLst>
                                    <p:cond delay="0"/>
                                  </p:stCondLst>
                                  <p:childTnLst>
                                    <p:set>
                                      <p:cBhvr>
                                        <p:cTn id="1122" dur="1" fill="hold">
                                          <p:stCondLst>
                                            <p:cond delay="0"/>
                                          </p:stCondLst>
                                        </p:cTn>
                                        <p:tgtEl>
                                          <p:spTgt spid="375">
                                            <p:txEl>
                                              <p:pRg st="0" end="0"/>
                                            </p:txEl>
                                          </p:spTgt>
                                        </p:tgtEl>
                                        <p:attrNameLst>
                                          <p:attrName>style.visibility</p:attrName>
                                        </p:attrNameLst>
                                      </p:cBhvr>
                                      <p:to>
                                        <p:strVal val="visible"/>
                                      </p:to>
                                    </p:set>
                                  </p:childTnLst>
                                </p:cTn>
                              </p:par>
                            </p:childTnLst>
                          </p:cTn>
                        </p:par>
                      </p:childTnLst>
                    </p:cTn>
                  </p:par>
                  <p:par>
                    <p:cTn id="1123" fill="hold">
                      <p:stCondLst>
                        <p:cond delay="indefinite"/>
                      </p:stCondLst>
                      <p:childTnLst>
                        <p:par>
                          <p:cTn id="1124" fill="hold">
                            <p:stCondLst>
                              <p:cond delay="0"/>
                            </p:stCondLst>
                            <p:childTnLst>
                              <p:par>
                                <p:cTn id="1125" presetID="1" presetClass="entr" presetSubtype="0" fill="hold" nodeType="clickEffect">
                                  <p:stCondLst>
                                    <p:cond delay="0"/>
                                  </p:stCondLst>
                                  <p:childTnLst>
                                    <p:set>
                                      <p:cBhvr>
                                        <p:cTn id="1126" dur="1" fill="hold">
                                          <p:stCondLst>
                                            <p:cond delay="0"/>
                                          </p:stCondLst>
                                        </p:cTn>
                                        <p:tgtEl>
                                          <p:spTgt spid="375">
                                            <p:txEl>
                                              <p:pRg st="1" end="1"/>
                                            </p:txEl>
                                          </p:spTgt>
                                        </p:tgtEl>
                                        <p:attrNameLst>
                                          <p:attrName>style.visibility</p:attrName>
                                        </p:attrNameLst>
                                      </p:cBhvr>
                                      <p:to>
                                        <p:strVal val="visible"/>
                                      </p:to>
                                    </p:set>
                                  </p:childTnLst>
                                </p:cTn>
                              </p:par>
                            </p:childTnLst>
                          </p:cTn>
                        </p:par>
                      </p:childTnLst>
                    </p:cTn>
                  </p:par>
                  <p:par>
                    <p:cTn id="1127" fill="hold">
                      <p:stCondLst>
                        <p:cond delay="indefinite"/>
                      </p:stCondLst>
                      <p:childTnLst>
                        <p:par>
                          <p:cTn id="1128" fill="hold">
                            <p:stCondLst>
                              <p:cond delay="0"/>
                            </p:stCondLst>
                            <p:childTnLst>
                              <p:par>
                                <p:cTn id="1129" presetID="1" presetClass="entr" presetSubtype="0" fill="hold" nodeType="clickEffect">
                                  <p:stCondLst>
                                    <p:cond delay="0"/>
                                  </p:stCondLst>
                                  <p:childTnLst>
                                    <p:set>
                                      <p:cBhvr>
                                        <p:cTn id="1130" dur="1" fill="hold">
                                          <p:stCondLst>
                                            <p:cond delay="0"/>
                                          </p:stCondLst>
                                        </p:cTn>
                                        <p:tgtEl>
                                          <p:spTgt spid="375">
                                            <p:txEl>
                                              <p:pRg st="2" end="2"/>
                                            </p:txEl>
                                          </p:spTgt>
                                        </p:tgtEl>
                                        <p:attrNameLst>
                                          <p:attrName>style.visibility</p:attrName>
                                        </p:attrNameLst>
                                      </p:cBhvr>
                                      <p:to>
                                        <p:strVal val="visible"/>
                                      </p:to>
                                    </p:set>
                                  </p:childTnLst>
                                </p:cTn>
                              </p:par>
                            </p:childTnLst>
                          </p:cTn>
                        </p:par>
                      </p:childTnLst>
                    </p:cTn>
                  </p:par>
                  <p:par>
                    <p:cTn id="1131" fill="hold">
                      <p:stCondLst>
                        <p:cond delay="indefinite"/>
                      </p:stCondLst>
                      <p:childTnLst>
                        <p:par>
                          <p:cTn id="1132" fill="hold">
                            <p:stCondLst>
                              <p:cond delay="0"/>
                            </p:stCondLst>
                            <p:childTnLst>
                              <p:par>
                                <p:cTn id="1133" presetID="1" presetClass="entr" presetSubtype="0" fill="hold" nodeType="clickEffect">
                                  <p:stCondLst>
                                    <p:cond delay="0"/>
                                  </p:stCondLst>
                                  <p:childTnLst>
                                    <p:set>
                                      <p:cBhvr>
                                        <p:cTn id="1134" dur="1" fill="hold">
                                          <p:stCondLst>
                                            <p:cond delay="0"/>
                                          </p:stCondLst>
                                        </p:cTn>
                                        <p:tgtEl>
                                          <p:spTgt spid="375">
                                            <p:txEl>
                                              <p:pRg st="3" end="3"/>
                                            </p:txEl>
                                          </p:spTgt>
                                        </p:tgtEl>
                                        <p:attrNameLst>
                                          <p:attrName>style.visibility</p:attrName>
                                        </p:attrNameLst>
                                      </p:cBhvr>
                                      <p:to>
                                        <p:strVal val="visible"/>
                                      </p:to>
                                    </p:set>
                                  </p:childTnLst>
                                </p:cTn>
                              </p:par>
                            </p:childTnLst>
                          </p:cTn>
                        </p:par>
                      </p:childTnLst>
                    </p:cTn>
                  </p:par>
                  <p:par>
                    <p:cTn id="1135" fill="hold">
                      <p:stCondLst>
                        <p:cond delay="indefinite"/>
                      </p:stCondLst>
                      <p:childTnLst>
                        <p:par>
                          <p:cTn id="1136" fill="hold">
                            <p:stCondLst>
                              <p:cond delay="0"/>
                            </p:stCondLst>
                            <p:childTnLst>
                              <p:par>
                                <p:cTn id="1137" presetID="1" presetClass="entr" presetSubtype="0" fill="hold" nodeType="clickEffect">
                                  <p:stCondLst>
                                    <p:cond delay="0"/>
                                  </p:stCondLst>
                                  <p:childTnLst>
                                    <p:set>
                                      <p:cBhvr>
                                        <p:cTn id="1138" dur="1" fill="hold">
                                          <p:stCondLst>
                                            <p:cond delay="0"/>
                                          </p:stCondLst>
                                        </p:cTn>
                                        <p:tgtEl>
                                          <p:spTgt spid="375">
                                            <p:txEl>
                                              <p:pRg st="4" end="4"/>
                                            </p:txEl>
                                          </p:spTgt>
                                        </p:tgtEl>
                                        <p:attrNameLst>
                                          <p:attrName>style.visibility</p:attrName>
                                        </p:attrNameLst>
                                      </p:cBhvr>
                                      <p:to>
                                        <p:strVal val="visible"/>
                                      </p:to>
                                    </p:set>
                                  </p:childTnLst>
                                </p:cTn>
                              </p:par>
                            </p:childTnLst>
                          </p:cTn>
                        </p:par>
                      </p:childTnLst>
                    </p:cTn>
                  </p:par>
                  <p:par>
                    <p:cTn id="1139" fill="hold">
                      <p:stCondLst>
                        <p:cond delay="indefinite"/>
                      </p:stCondLst>
                      <p:childTnLst>
                        <p:par>
                          <p:cTn id="1140" fill="hold">
                            <p:stCondLst>
                              <p:cond delay="0"/>
                            </p:stCondLst>
                            <p:childTnLst>
                              <p:par>
                                <p:cTn id="1141" presetID="1" presetClass="entr" presetSubtype="0" fill="hold" nodeType="clickEffect">
                                  <p:stCondLst>
                                    <p:cond delay="0"/>
                                  </p:stCondLst>
                                  <p:childTnLst>
                                    <p:set>
                                      <p:cBhvr>
                                        <p:cTn id="1142" dur="1" fill="hold">
                                          <p:stCondLst>
                                            <p:cond delay="0"/>
                                          </p:stCondLst>
                                        </p:cTn>
                                        <p:tgtEl>
                                          <p:spTgt spid="375">
                                            <p:txEl>
                                              <p:pRg st="5" end="5"/>
                                            </p:txEl>
                                          </p:spTgt>
                                        </p:tgtEl>
                                        <p:attrNameLst>
                                          <p:attrName>style.visibility</p:attrName>
                                        </p:attrNameLst>
                                      </p:cBhvr>
                                      <p:to>
                                        <p:strVal val="visible"/>
                                      </p:to>
                                    </p:set>
                                  </p:childTnLst>
                                </p:cTn>
                              </p:par>
                            </p:childTnLst>
                          </p:cTn>
                        </p:par>
                      </p:childTnLst>
                    </p:cTn>
                  </p:par>
                  <p:par>
                    <p:cTn id="1143" fill="hold">
                      <p:stCondLst>
                        <p:cond delay="indefinite"/>
                      </p:stCondLst>
                      <p:childTnLst>
                        <p:par>
                          <p:cTn id="1144" fill="hold">
                            <p:stCondLst>
                              <p:cond delay="0"/>
                            </p:stCondLst>
                            <p:childTnLst>
                              <p:par>
                                <p:cTn id="1145" presetID="1" presetClass="entr" presetSubtype="0" fill="hold" nodeType="clickEffect">
                                  <p:stCondLst>
                                    <p:cond delay="0"/>
                                  </p:stCondLst>
                                  <p:childTnLst>
                                    <p:set>
                                      <p:cBhvr>
                                        <p:cTn id="1146" dur="1" fill="hold">
                                          <p:stCondLst>
                                            <p:cond delay="0"/>
                                          </p:stCondLst>
                                        </p:cTn>
                                        <p:tgtEl>
                                          <p:spTgt spid="375">
                                            <p:txEl>
                                              <p:pRg st="6" end="6"/>
                                            </p:txEl>
                                          </p:spTgt>
                                        </p:tgtEl>
                                        <p:attrNameLst>
                                          <p:attrName>style.visibility</p:attrName>
                                        </p:attrNameLst>
                                      </p:cBhvr>
                                      <p:to>
                                        <p:strVal val="visible"/>
                                      </p:to>
                                    </p:set>
                                  </p:childTnLst>
                                </p:cTn>
                              </p:par>
                            </p:childTnLst>
                          </p:cTn>
                        </p:par>
                      </p:childTnLst>
                    </p:cTn>
                  </p:par>
                  <p:par>
                    <p:cTn id="1147" fill="hold">
                      <p:stCondLst>
                        <p:cond delay="indefinite"/>
                      </p:stCondLst>
                      <p:childTnLst>
                        <p:par>
                          <p:cTn id="1148" fill="hold">
                            <p:stCondLst>
                              <p:cond delay="0"/>
                            </p:stCondLst>
                            <p:childTnLst>
                              <p:par>
                                <p:cTn id="1149" presetID="1" presetClass="entr" presetSubtype="0" fill="hold" nodeType="clickEffect">
                                  <p:stCondLst>
                                    <p:cond delay="0"/>
                                  </p:stCondLst>
                                  <p:childTnLst>
                                    <p:set>
                                      <p:cBhvr>
                                        <p:cTn id="1150" dur="1" fill="hold">
                                          <p:stCondLst>
                                            <p:cond delay="0"/>
                                          </p:stCondLst>
                                        </p:cTn>
                                        <p:tgtEl>
                                          <p:spTgt spid="375">
                                            <p:txEl>
                                              <p:pRg st="7" end="7"/>
                                            </p:txEl>
                                          </p:spTgt>
                                        </p:tgtEl>
                                        <p:attrNameLst>
                                          <p:attrName>style.visibility</p:attrName>
                                        </p:attrNameLst>
                                      </p:cBhvr>
                                      <p:to>
                                        <p:strVal val="visible"/>
                                      </p:to>
                                    </p:set>
                                  </p:childTnLst>
                                </p:cTn>
                              </p:par>
                            </p:childTnLst>
                          </p:cTn>
                        </p:par>
                      </p:childTnLst>
                    </p:cTn>
                  </p:par>
                  <p:par>
                    <p:cTn id="1151" fill="hold">
                      <p:stCondLst>
                        <p:cond delay="indefinite"/>
                      </p:stCondLst>
                      <p:childTnLst>
                        <p:par>
                          <p:cTn id="1152" fill="hold">
                            <p:stCondLst>
                              <p:cond delay="0"/>
                            </p:stCondLst>
                            <p:childTnLst>
                              <p:par>
                                <p:cTn id="1153" presetID="1" presetClass="entr" presetSubtype="0" fill="hold" nodeType="clickEffect">
                                  <p:stCondLst>
                                    <p:cond delay="0"/>
                                  </p:stCondLst>
                                  <p:childTnLst>
                                    <p:set>
                                      <p:cBhvr>
                                        <p:cTn id="1154" dur="1" fill="hold">
                                          <p:stCondLst>
                                            <p:cond delay="0"/>
                                          </p:stCondLst>
                                        </p:cTn>
                                        <p:tgtEl>
                                          <p:spTgt spid="375">
                                            <p:txEl>
                                              <p:pRg st="8" end="8"/>
                                            </p:txEl>
                                          </p:spTgt>
                                        </p:tgtEl>
                                        <p:attrNameLst>
                                          <p:attrName>style.visibility</p:attrName>
                                        </p:attrNameLst>
                                      </p:cBhvr>
                                      <p:to>
                                        <p:strVal val="visible"/>
                                      </p:to>
                                    </p:set>
                                  </p:childTnLst>
                                </p:cTn>
                              </p:par>
                            </p:childTnLst>
                          </p:cTn>
                        </p:par>
                      </p:childTnLst>
                    </p:cTn>
                  </p:par>
                  <p:par>
                    <p:cTn id="1155" fill="hold">
                      <p:stCondLst>
                        <p:cond delay="indefinite"/>
                      </p:stCondLst>
                      <p:childTnLst>
                        <p:par>
                          <p:cTn id="1156" fill="hold">
                            <p:stCondLst>
                              <p:cond delay="0"/>
                            </p:stCondLst>
                            <p:childTnLst>
                              <p:par>
                                <p:cTn id="1157" presetID="1" presetClass="entr" presetSubtype="0" fill="hold" nodeType="clickEffect">
                                  <p:stCondLst>
                                    <p:cond delay="0"/>
                                  </p:stCondLst>
                                  <p:childTnLst>
                                    <p:set>
                                      <p:cBhvr>
                                        <p:cTn id="1158" dur="1" fill="hold">
                                          <p:stCondLst>
                                            <p:cond delay="0"/>
                                          </p:stCondLst>
                                        </p:cTn>
                                        <p:tgtEl>
                                          <p:spTgt spid="376">
                                            <p:txEl>
                                              <p:pRg st="0" end="0"/>
                                            </p:txEl>
                                          </p:spTgt>
                                        </p:tgtEl>
                                        <p:attrNameLst>
                                          <p:attrName>style.visibility</p:attrName>
                                        </p:attrNameLst>
                                      </p:cBhvr>
                                      <p:to>
                                        <p:strVal val="visible"/>
                                      </p:to>
                                    </p:set>
                                  </p:childTnLst>
                                </p:cTn>
                              </p:par>
                            </p:childTnLst>
                          </p:cTn>
                        </p:par>
                      </p:childTnLst>
                    </p:cTn>
                  </p:par>
                  <p:par>
                    <p:cTn id="1159" fill="hold">
                      <p:stCondLst>
                        <p:cond delay="indefinite"/>
                      </p:stCondLst>
                      <p:childTnLst>
                        <p:par>
                          <p:cTn id="1160" fill="hold">
                            <p:stCondLst>
                              <p:cond delay="0"/>
                            </p:stCondLst>
                            <p:childTnLst>
                              <p:par>
                                <p:cTn id="1161" presetID="1" presetClass="entr" presetSubtype="0" fill="hold" nodeType="clickEffect">
                                  <p:stCondLst>
                                    <p:cond delay="0"/>
                                  </p:stCondLst>
                                  <p:childTnLst>
                                    <p:set>
                                      <p:cBhvr>
                                        <p:cTn id="1162" dur="1" fill="hold">
                                          <p:stCondLst>
                                            <p:cond delay="0"/>
                                          </p:stCondLst>
                                        </p:cTn>
                                        <p:tgtEl>
                                          <p:spTgt spid="376">
                                            <p:txEl>
                                              <p:pRg st="1" end="1"/>
                                            </p:txEl>
                                          </p:spTgt>
                                        </p:tgtEl>
                                        <p:attrNameLst>
                                          <p:attrName>style.visibility</p:attrName>
                                        </p:attrNameLst>
                                      </p:cBhvr>
                                      <p:to>
                                        <p:strVal val="visible"/>
                                      </p:to>
                                    </p:set>
                                  </p:childTnLst>
                                </p:cTn>
                              </p:par>
                            </p:childTnLst>
                          </p:cTn>
                        </p:par>
                      </p:childTnLst>
                    </p:cTn>
                  </p:par>
                  <p:par>
                    <p:cTn id="1163" fill="hold">
                      <p:stCondLst>
                        <p:cond delay="indefinite"/>
                      </p:stCondLst>
                      <p:childTnLst>
                        <p:par>
                          <p:cTn id="1164" fill="hold">
                            <p:stCondLst>
                              <p:cond delay="0"/>
                            </p:stCondLst>
                            <p:childTnLst>
                              <p:par>
                                <p:cTn id="1165" presetID="1" presetClass="entr" presetSubtype="0" fill="hold" nodeType="clickEffect">
                                  <p:stCondLst>
                                    <p:cond delay="0"/>
                                  </p:stCondLst>
                                  <p:childTnLst>
                                    <p:set>
                                      <p:cBhvr>
                                        <p:cTn id="1166" dur="1" fill="hold">
                                          <p:stCondLst>
                                            <p:cond delay="0"/>
                                          </p:stCondLst>
                                        </p:cTn>
                                        <p:tgtEl>
                                          <p:spTgt spid="376">
                                            <p:txEl>
                                              <p:pRg st="2" end="2"/>
                                            </p:txEl>
                                          </p:spTgt>
                                        </p:tgtEl>
                                        <p:attrNameLst>
                                          <p:attrName>style.visibility</p:attrName>
                                        </p:attrNameLst>
                                      </p:cBhvr>
                                      <p:to>
                                        <p:strVal val="visible"/>
                                      </p:to>
                                    </p:set>
                                  </p:childTnLst>
                                </p:cTn>
                              </p:par>
                            </p:childTnLst>
                          </p:cTn>
                        </p:par>
                      </p:childTnLst>
                    </p:cTn>
                  </p:par>
                  <p:par>
                    <p:cTn id="1167" fill="hold">
                      <p:stCondLst>
                        <p:cond delay="indefinite"/>
                      </p:stCondLst>
                      <p:childTnLst>
                        <p:par>
                          <p:cTn id="1168" fill="hold">
                            <p:stCondLst>
                              <p:cond delay="0"/>
                            </p:stCondLst>
                            <p:childTnLst>
                              <p:par>
                                <p:cTn id="1169" presetID="1" presetClass="entr" presetSubtype="0" fill="hold" nodeType="clickEffect">
                                  <p:stCondLst>
                                    <p:cond delay="0"/>
                                  </p:stCondLst>
                                  <p:childTnLst>
                                    <p:set>
                                      <p:cBhvr>
                                        <p:cTn id="1170" dur="1" fill="hold">
                                          <p:stCondLst>
                                            <p:cond delay="0"/>
                                          </p:stCondLst>
                                        </p:cTn>
                                        <p:tgtEl>
                                          <p:spTgt spid="376">
                                            <p:txEl>
                                              <p:pRg st="3" end="3"/>
                                            </p:txEl>
                                          </p:spTgt>
                                        </p:tgtEl>
                                        <p:attrNameLst>
                                          <p:attrName>style.visibility</p:attrName>
                                        </p:attrNameLst>
                                      </p:cBhvr>
                                      <p:to>
                                        <p:strVal val="visible"/>
                                      </p:to>
                                    </p:set>
                                  </p:childTnLst>
                                </p:cTn>
                              </p:par>
                            </p:childTnLst>
                          </p:cTn>
                        </p:par>
                      </p:childTnLst>
                    </p:cTn>
                  </p:par>
                  <p:par>
                    <p:cTn id="1171" fill="hold">
                      <p:stCondLst>
                        <p:cond delay="indefinite"/>
                      </p:stCondLst>
                      <p:childTnLst>
                        <p:par>
                          <p:cTn id="1172" fill="hold">
                            <p:stCondLst>
                              <p:cond delay="0"/>
                            </p:stCondLst>
                            <p:childTnLst>
                              <p:par>
                                <p:cTn id="1173" presetID="1" presetClass="entr" presetSubtype="0" fill="hold" nodeType="clickEffect">
                                  <p:stCondLst>
                                    <p:cond delay="0"/>
                                  </p:stCondLst>
                                  <p:childTnLst>
                                    <p:set>
                                      <p:cBhvr>
                                        <p:cTn id="1174" dur="1" fill="hold">
                                          <p:stCondLst>
                                            <p:cond delay="0"/>
                                          </p:stCondLst>
                                        </p:cTn>
                                        <p:tgtEl>
                                          <p:spTgt spid="376">
                                            <p:txEl>
                                              <p:pRg st="4" end="4"/>
                                            </p:txEl>
                                          </p:spTgt>
                                        </p:tgtEl>
                                        <p:attrNameLst>
                                          <p:attrName>style.visibility</p:attrName>
                                        </p:attrNameLst>
                                      </p:cBhvr>
                                      <p:to>
                                        <p:strVal val="visible"/>
                                      </p:to>
                                    </p:set>
                                  </p:childTnLst>
                                </p:cTn>
                              </p:par>
                            </p:childTnLst>
                          </p:cTn>
                        </p:par>
                      </p:childTnLst>
                    </p:cTn>
                  </p:par>
                  <p:par>
                    <p:cTn id="1175" fill="hold">
                      <p:stCondLst>
                        <p:cond delay="indefinite"/>
                      </p:stCondLst>
                      <p:childTnLst>
                        <p:par>
                          <p:cTn id="1176" fill="hold">
                            <p:stCondLst>
                              <p:cond delay="0"/>
                            </p:stCondLst>
                            <p:childTnLst>
                              <p:par>
                                <p:cTn id="1177" presetID="1" presetClass="entr" presetSubtype="0" fill="hold" nodeType="clickEffect">
                                  <p:stCondLst>
                                    <p:cond delay="0"/>
                                  </p:stCondLst>
                                  <p:childTnLst>
                                    <p:set>
                                      <p:cBhvr>
                                        <p:cTn id="1178" dur="1" fill="hold">
                                          <p:stCondLst>
                                            <p:cond delay="0"/>
                                          </p:stCondLst>
                                        </p:cTn>
                                        <p:tgtEl>
                                          <p:spTgt spid="376">
                                            <p:txEl>
                                              <p:pRg st="5" end="5"/>
                                            </p:txEl>
                                          </p:spTgt>
                                        </p:tgtEl>
                                        <p:attrNameLst>
                                          <p:attrName>style.visibility</p:attrName>
                                        </p:attrNameLst>
                                      </p:cBhvr>
                                      <p:to>
                                        <p:strVal val="visible"/>
                                      </p:to>
                                    </p:set>
                                  </p:childTnLst>
                                </p:cTn>
                              </p:par>
                            </p:childTnLst>
                          </p:cTn>
                        </p:par>
                      </p:childTnLst>
                    </p:cTn>
                  </p:par>
                  <p:par>
                    <p:cTn id="1179" fill="hold">
                      <p:stCondLst>
                        <p:cond delay="indefinite"/>
                      </p:stCondLst>
                      <p:childTnLst>
                        <p:par>
                          <p:cTn id="1180" fill="hold">
                            <p:stCondLst>
                              <p:cond delay="0"/>
                            </p:stCondLst>
                            <p:childTnLst>
                              <p:par>
                                <p:cTn id="1181" presetID="1" presetClass="entr" presetSubtype="0" fill="hold" nodeType="clickEffect">
                                  <p:stCondLst>
                                    <p:cond delay="0"/>
                                  </p:stCondLst>
                                  <p:childTnLst>
                                    <p:set>
                                      <p:cBhvr>
                                        <p:cTn id="1182" dur="1" fill="hold">
                                          <p:stCondLst>
                                            <p:cond delay="0"/>
                                          </p:stCondLst>
                                        </p:cTn>
                                        <p:tgtEl>
                                          <p:spTgt spid="376">
                                            <p:txEl>
                                              <p:pRg st="6" end="6"/>
                                            </p:txEl>
                                          </p:spTgt>
                                        </p:tgtEl>
                                        <p:attrNameLst>
                                          <p:attrName>style.visibility</p:attrName>
                                        </p:attrNameLst>
                                      </p:cBhvr>
                                      <p:to>
                                        <p:strVal val="visible"/>
                                      </p:to>
                                    </p:set>
                                  </p:childTnLst>
                                </p:cTn>
                              </p:par>
                            </p:childTnLst>
                          </p:cTn>
                        </p:par>
                      </p:childTnLst>
                    </p:cTn>
                  </p:par>
                  <p:par>
                    <p:cTn id="1183" fill="hold">
                      <p:stCondLst>
                        <p:cond delay="indefinite"/>
                      </p:stCondLst>
                      <p:childTnLst>
                        <p:par>
                          <p:cTn id="1184" fill="hold">
                            <p:stCondLst>
                              <p:cond delay="0"/>
                            </p:stCondLst>
                            <p:childTnLst>
                              <p:par>
                                <p:cTn id="1185" presetID="1" presetClass="entr" presetSubtype="0" fill="hold" nodeType="clickEffect">
                                  <p:stCondLst>
                                    <p:cond delay="0"/>
                                  </p:stCondLst>
                                  <p:childTnLst>
                                    <p:set>
                                      <p:cBhvr>
                                        <p:cTn id="1186" dur="1" fill="hold">
                                          <p:stCondLst>
                                            <p:cond delay="0"/>
                                          </p:stCondLst>
                                        </p:cTn>
                                        <p:tgtEl>
                                          <p:spTgt spid="376">
                                            <p:txEl>
                                              <p:pRg st="7" end="7"/>
                                            </p:txEl>
                                          </p:spTgt>
                                        </p:tgtEl>
                                        <p:attrNameLst>
                                          <p:attrName>style.visibility</p:attrName>
                                        </p:attrNameLst>
                                      </p:cBhvr>
                                      <p:to>
                                        <p:strVal val="visible"/>
                                      </p:to>
                                    </p:set>
                                  </p:childTnLst>
                                </p:cTn>
                              </p:par>
                            </p:childTnLst>
                          </p:cTn>
                        </p:par>
                      </p:childTnLst>
                    </p:cTn>
                  </p:par>
                  <p:par>
                    <p:cTn id="1187" fill="hold">
                      <p:stCondLst>
                        <p:cond delay="indefinite"/>
                      </p:stCondLst>
                      <p:childTnLst>
                        <p:par>
                          <p:cTn id="1188" fill="hold">
                            <p:stCondLst>
                              <p:cond delay="0"/>
                            </p:stCondLst>
                            <p:childTnLst>
                              <p:par>
                                <p:cTn id="1189" presetID="1" presetClass="entr" presetSubtype="0" fill="hold" nodeType="clickEffect">
                                  <p:stCondLst>
                                    <p:cond delay="0"/>
                                  </p:stCondLst>
                                  <p:childTnLst>
                                    <p:set>
                                      <p:cBhvr>
                                        <p:cTn id="1190" dur="1" fill="hold">
                                          <p:stCondLst>
                                            <p:cond delay="0"/>
                                          </p:stCondLst>
                                        </p:cTn>
                                        <p:tgtEl>
                                          <p:spTgt spid="376">
                                            <p:txEl>
                                              <p:pRg st="8" end="8"/>
                                            </p:txEl>
                                          </p:spTgt>
                                        </p:tgtEl>
                                        <p:attrNameLst>
                                          <p:attrName>style.visibility</p:attrName>
                                        </p:attrNameLst>
                                      </p:cBhvr>
                                      <p:to>
                                        <p:strVal val="visible"/>
                                      </p:to>
                                    </p:set>
                                  </p:childTnLst>
                                </p:cTn>
                              </p:par>
                            </p:childTnLst>
                          </p:cTn>
                        </p:par>
                      </p:childTnLst>
                    </p:cTn>
                  </p:par>
                  <p:par>
                    <p:cTn id="1191" fill="hold">
                      <p:stCondLst>
                        <p:cond delay="indefinite"/>
                      </p:stCondLst>
                      <p:childTnLst>
                        <p:par>
                          <p:cTn id="1192" fill="hold">
                            <p:stCondLst>
                              <p:cond delay="0"/>
                            </p:stCondLst>
                            <p:childTnLst>
                              <p:par>
                                <p:cTn id="1193" presetID="1" presetClass="entr" presetSubtype="0" fill="hold" nodeType="clickEffect">
                                  <p:stCondLst>
                                    <p:cond delay="0"/>
                                  </p:stCondLst>
                                  <p:childTnLst>
                                    <p:set>
                                      <p:cBhvr>
                                        <p:cTn id="1194" dur="1" fill="hold">
                                          <p:stCondLst>
                                            <p:cond delay="0"/>
                                          </p:stCondLst>
                                        </p:cTn>
                                        <p:tgtEl>
                                          <p:spTgt spid="377">
                                            <p:txEl>
                                              <p:pRg st="0" end="0"/>
                                            </p:txEl>
                                          </p:spTgt>
                                        </p:tgtEl>
                                        <p:attrNameLst>
                                          <p:attrName>style.visibility</p:attrName>
                                        </p:attrNameLst>
                                      </p:cBhvr>
                                      <p:to>
                                        <p:strVal val="visible"/>
                                      </p:to>
                                    </p:set>
                                  </p:childTnLst>
                                </p:cTn>
                              </p:par>
                            </p:childTnLst>
                          </p:cTn>
                        </p:par>
                      </p:childTnLst>
                    </p:cTn>
                  </p:par>
                  <p:par>
                    <p:cTn id="1195" fill="hold">
                      <p:stCondLst>
                        <p:cond delay="indefinite"/>
                      </p:stCondLst>
                      <p:childTnLst>
                        <p:par>
                          <p:cTn id="1196" fill="hold">
                            <p:stCondLst>
                              <p:cond delay="0"/>
                            </p:stCondLst>
                            <p:childTnLst>
                              <p:par>
                                <p:cTn id="1197" presetID="1" presetClass="entr" presetSubtype="0" fill="hold" nodeType="clickEffect">
                                  <p:stCondLst>
                                    <p:cond delay="0"/>
                                  </p:stCondLst>
                                  <p:childTnLst>
                                    <p:set>
                                      <p:cBhvr>
                                        <p:cTn id="1198" dur="1" fill="hold">
                                          <p:stCondLst>
                                            <p:cond delay="0"/>
                                          </p:stCondLst>
                                        </p:cTn>
                                        <p:tgtEl>
                                          <p:spTgt spid="377">
                                            <p:txEl>
                                              <p:pRg st="1" end="1"/>
                                            </p:txEl>
                                          </p:spTgt>
                                        </p:tgtEl>
                                        <p:attrNameLst>
                                          <p:attrName>style.visibility</p:attrName>
                                        </p:attrNameLst>
                                      </p:cBhvr>
                                      <p:to>
                                        <p:strVal val="visible"/>
                                      </p:to>
                                    </p:set>
                                  </p:childTnLst>
                                </p:cTn>
                              </p:par>
                            </p:childTnLst>
                          </p:cTn>
                        </p:par>
                      </p:childTnLst>
                    </p:cTn>
                  </p:par>
                  <p:par>
                    <p:cTn id="1199" fill="hold">
                      <p:stCondLst>
                        <p:cond delay="indefinite"/>
                      </p:stCondLst>
                      <p:childTnLst>
                        <p:par>
                          <p:cTn id="1200" fill="hold">
                            <p:stCondLst>
                              <p:cond delay="0"/>
                            </p:stCondLst>
                            <p:childTnLst>
                              <p:par>
                                <p:cTn id="1201" presetID="1" presetClass="entr" presetSubtype="0" fill="hold" nodeType="clickEffect">
                                  <p:stCondLst>
                                    <p:cond delay="0"/>
                                  </p:stCondLst>
                                  <p:childTnLst>
                                    <p:set>
                                      <p:cBhvr>
                                        <p:cTn id="1202" dur="1" fill="hold">
                                          <p:stCondLst>
                                            <p:cond delay="0"/>
                                          </p:stCondLst>
                                        </p:cTn>
                                        <p:tgtEl>
                                          <p:spTgt spid="377">
                                            <p:txEl>
                                              <p:pRg st="2" end="2"/>
                                            </p:txEl>
                                          </p:spTgt>
                                        </p:tgtEl>
                                        <p:attrNameLst>
                                          <p:attrName>style.visibility</p:attrName>
                                        </p:attrNameLst>
                                      </p:cBhvr>
                                      <p:to>
                                        <p:strVal val="visible"/>
                                      </p:to>
                                    </p:set>
                                  </p:childTnLst>
                                </p:cTn>
                              </p:par>
                            </p:childTnLst>
                          </p:cTn>
                        </p:par>
                      </p:childTnLst>
                    </p:cTn>
                  </p:par>
                  <p:par>
                    <p:cTn id="1203" fill="hold">
                      <p:stCondLst>
                        <p:cond delay="indefinite"/>
                      </p:stCondLst>
                      <p:childTnLst>
                        <p:par>
                          <p:cTn id="1204" fill="hold">
                            <p:stCondLst>
                              <p:cond delay="0"/>
                            </p:stCondLst>
                            <p:childTnLst>
                              <p:par>
                                <p:cTn id="1205" presetID="1" presetClass="entr" presetSubtype="0" fill="hold" nodeType="clickEffect">
                                  <p:stCondLst>
                                    <p:cond delay="0"/>
                                  </p:stCondLst>
                                  <p:childTnLst>
                                    <p:set>
                                      <p:cBhvr>
                                        <p:cTn id="1206" dur="1" fill="hold">
                                          <p:stCondLst>
                                            <p:cond delay="0"/>
                                          </p:stCondLst>
                                        </p:cTn>
                                        <p:tgtEl>
                                          <p:spTgt spid="377">
                                            <p:txEl>
                                              <p:pRg st="3" end="3"/>
                                            </p:txEl>
                                          </p:spTgt>
                                        </p:tgtEl>
                                        <p:attrNameLst>
                                          <p:attrName>style.visibility</p:attrName>
                                        </p:attrNameLst>
                                      </p:cBhvr>
                                      <p:to>
                                        <p:strVal val="visible"/>
                                      </p:to>
                                    </p:set>
                                  </p:childTnLst>
                                </p:cTn>
                              </p:par>
                            </p:childTnLst>
                          </p:cTn>
                        </p:par>
                      </p:childTnLst>
                    </p:cTn>
                  </p:par>
                  <p:par>
                    <p:cTn id="1207" fill="hold">
                      <p:stCondLst>
                        <p:cond delay="indefinite"/>
                      </p:stCondLst>
                      <p:childTnLst>
                        <p:par>
                          <p:cTn id="1208" fill="hold">
                            <p:stCondLst>
                              <p:cond delay="0"/>
                            </p:stCondLst>
                            <p:childTnLst>
                              <p:par>
                                <p:cTn id="1209" presetID="1" presetClass="entr" presetSubtype="0" fill="hold" nodeType="clickEffect">
                                  <p:stCondLst>
                                    <p:cond delay="0"/>
                                  </p:stCondLst>
                                  <p:childTnLst>
                                    <p:set>
                                      <p:cBhvr>
                                        <p:cTn id="1210" dur="1" fill="hold">
                                          <p:stCondLst>
                                            <p:cond delay="0"/>
                                          </p:stCondLst>
                                        </p:cTn>
                                        <p:tgtEl>
                                          <p:spTgt spid="377">
                                            <p:txEl>
                                              <p:pRg st="4" end="4"/>
                                            </p:txEl>
                                          </p:spTgt>
                                        </p:tgtEl>
                                        <p:attrNameLst>
                                          <p:attrName>style.visibility</p:attrName>
                                        </p:attrNameLst>
                                      </p:cBhvr>
                                      <p:to>
                                        <p:strVal val="visible"/>
                                      </p:to>
                                    </p:set>
                                  </p:childTnLst>
                                </p:cTn>
                              </p:par>
                            </p:childTnLst>
                          </p:cTn>
                        </p:par>
                      </p:childTnLst>
                    </p:cTn>
                  </p:par>
                  <p:par>
                    <p:cTn id="1211" fill="hold">
                      <p:stCondLst>
                        <p:cond delay="indefinite"/>
                      </p:stCondLst>
                      <p:childTnLst>
                        <p:par>
                          <p:cTn id="1212" fill="hold">
                            <p:stCondLst>
                              <p:cond delay="0"/>
                            </p:stCondLst>
                            <p:childTnLst>
                              <p:par>
                                <p:cTn id="1213" presetID="1" presetClass="entr" presetSubtype="0" fill="hold" nodeType="clickEffect">
                                  <p:stCondLst>
                                    <p:cond delay="0"/>
                                  </p:stCondLst>
                                  <p:childTnLst>
                                    <p:set>
                                      <p:cBhvr>
                                        <p:cTn id="1214" dur="1" fill="hold">
                                          <p:stCondLst>
                                            <p:cond delay="0"/>
                                          </p:stCondLst>
                                        </p:cTn>
                                        <p:tgtEl>
                                          <p:spTgt spid="377">
                                            <p:txEl>
                                              <p:pRg st="5" end="5"/>
                                            </p:txEl>
                                          </p:spTgt>
                                        </p:tgtEl>
                                        <p:attrNameLst>
                                          <p:attrName>style.visibility</p:attrName>
                                        </p:attrNameLst>
                                      </p:cBhvr>
                                      <p:to>
                                        <p:strVal val="visible"/>
                                      </p:to>
                                    </p:set>
                                  </p:childTnLst>
                                </p:cTn>
                              </p:par>
                            </p:childTnLst>
                          </p:cTn>
                        </p:par>
                      </p:childTnLst>
                    </p:cTn>
                  </p:par>
                  <p:par>
                    <p:cTn id="1215" fill="hold">
                      <p:stCondLst>
                        <p:cond delay="indefinite"/>
                      </p:stCondLst>
                      <p:childTnLst>
                        <p:par>
                          <p:cTn id="1216" fill="hold">
                            <p:stCondLst>
                              <p:cond delay="0"/>
                            </p:stCondLst>
                            <p:childTnLst>
                              <p:par>
                                <p:cTn id="1217" presetID="1" presetClass="entr" presetSubtype="0" fill="hold" nodeType="clickEffect">
                                  <p:stCondLst>
                                    <p:cond delay="0"/>
                                  </p:stCondLst>
                                  <p:childTnLst>
                                    <p:set>
                                      <p:cBhvr>
                                        <p:cTn id="1218" dur="1" fill="hold">
                                          <p:stCondLst>
                                            <p:cond delay="0"/>
                                          </p:stCondLst>
                                        </p:cTn>
                                        <p:tgtEl>
                                          <p:spTgt spid="377">
                                            <p:txEl>
                                              <p:pRg st="6" end="6"/>
                                            </p:txEl>
                                          </p:spTgt>
                                        </p:tgtEl>
                                        <p:attrNameLst>
                                          <p:attrName>style.visibility</p:attrName>
                                        </p:attrNameLst>
                                      </p:cBhvr>
                                      <p:to>
                                        <p:strVal val="visible"/>
                                      </p:to>
                                    </p:set>
                                  </p:childTnLst>
                                </p:cTn>
                              </p:par>
                            </p:childTnLst>
                          </p:cTn>
                        </p:par>
                      </p:childTnLst>
                    </p:cTn>
                  </p:par>
                  <p:par>
                    <p:cTn id="1219" fill="hold">
                      <p:stCondLst>
                        <p:cond delay="indefinite"/>
                      </p:stCondLst>
                      <p:childTnLst>
                        <p:par>
                          <p:cTn id="1220" fill="hold">
                            <p:stCondLst>
                              <p:cond delay="0"/>
                            </p:stCondLst>
                            <p:childTnLst>
                              <p:par>
                                <p:cTn id="1221" presetID="1" presetClass="entr" presetSubtype="0" fill="hold" nodeType="clickEffect">
                                  <p:stCondLst>
                                    <p:cond delay="0"/>
                                  </p:stCondLst>
                                  <p:childTnLst>
                                    <p:set>
                                      <p:cBhvr>
                                        <p:cTn id="1222" dur="1" fill="hold">
                                          <p:stCondLst>
                                            <p:cond delay="0"/>
                                          </p:stCondLst>
                                        </p:cTn>
                                        <p:tgtEl>
                                          <p:spTgt spid="377">
                                            <p:txEl>
                                              <p:pRg st="7" end="7"/>
                                            </p:txEl>
                                          </p:spTgt>
                                        </p:tgtEl>
                                        <p:attrNameLst>
                                          <p:attrName>style.visibility</p:attrName>
                                        </p:attrNameLst>
                                      </p:cBhvr>
                                      <p:to>
                                        <p:strVal val="visible"/>
                                      </p:to>
                                    </p:set>
                                  </p:childTnLst>
                                </p:cTn>
                              </p:par>
                            </p:childTnLst>
                          </p:cTn>
                        </p:par>
                      </p:childTnLst>
                    </p:cTn>
                  </p:par>
                  <p:par>
                    <p:cTn id="1223" fill="hold">
                      <p:stCondLst>
                        <p:cond delay="indefinite"/>
                      </p:stCondLst>
                      <p:childTnLst>
                        <p:par>
                          <p:cTn id="1224" fill="hold">
                            <p:stCondLst>
                              <p:cond delay="0"/>
                            </p:stCondLst>
                            <p:childTnLst>
                              <p:par>
                                <p:cTn id="1225" presetID="1" presetClass="entr" presetSubtype="0" fill="hold" nodeType="clickEffect">
                                  <p:stCondLst>
                                    <p:cond delay="0"/>
                                  </p:stCondLst>
                                  <p:childTnLst>
                                    <p:set>
                                      <p:cBhvr>
                                        <p:cTn id="1226" dur="1" fill="hold">
                                          <p:stCondLst>
                                            <p:cond delay="0"/>
                                          </p:stCondLst>
                                        </p:cTn>
                                        <p:tgtEl>
                                          <p:spTgt spid="377">
                                            <p:txEl>
                                              <p:pRg st="8" end="8"/>
                                            </p:txEl>
                                          </p:spTgt>
                                        </p:tgtEl>
                                        <p:attrNameLst>
                                          <p:attrName>style.visibility</p:attrName>
                                        </p:attrNameLst>
                                      </p:cBhvr>
                                      <p:to>
                                        <p:strVal val="visible"/>
                                      </p:to>
                                    </p:set>
                                  </p:childTnLst>
                                </p:cTn>
                              </p:par>
                            </p:childTnLst>
                          </p:cTn>
                        </p:par>
                      </p:childTnLst>
                    </p:cTn>
                  </p:par>
                  <p:par>
                    <p:cTn id="1227" fill="hold">
                      <p:stCondLst>
                        <p:cond delay="indefinite"/>
                      </p:stCondLst>
                      <p:childTnLst>
                        <p:par>
                          <p:cTn id="1228" fill="hold">
                            <p:stCondLst>
                              <p:cond delay="0"/>
                            </p:stCondLst>
                            <p:childTnLst>
                              <p:par>
                                <p:cTn id="1229" presetID="1" presetClass="entr" presetSubtype="0" fill="hold" nodeType="clickEffect">
                                  <p:stCondLst>
                                    <p:cond delay="0"/>
                                  </p:stCondLst>
                                  <p:childTnLst>
                                    <p:set>
                                      <p:cBhvr>
                                        <p:cTn id="1230" dur="1" fill="hold">
                                          <p:stCondLst>
                                            <p:cond delay="0"/>
                                          </p:stCondLst>
                                        </p:cTn>
                                        <p:tgtEl>
                                          <p:spTgt spid="378">
                                            <p:txEl>
                                              <p:pRg st="0" end="0"/>
                                            </p:txEl>
                                          </p:spTgt>
                                        </p:tgtEl>
                                        <p:attrNameLst>
                                          <p:attrName>style.visibility</p:attrName>
                                        </p:attrNameLst>
                                      </p:cBhvr>
                                      <p:to>
                                        <p:strVal val="visible"/>
                                      </p:to>
                                    </p:set>
                                  </p:childTnLst>
                                </p:cTn>
                              </p:par>
                            </p:childTnLst>
                          </p:cTn>
                        </p:par>
                      </p:childTnLst>
                    </p:cTn>
                  </p:par>
                  <p:par>
                    <p:cTn id="1231" fill="hold">
                      <p:stCondLst>
                        <p:cond delay="indefinite"/>
                      </p:stCondLst>
                      <p:childTnLst>
                        <p:par>
                          <p:cTn id="1232" fill="hold">
                            <p:stCondLst>
                              <p:cond delay="0"/>
                            </p:stCondLst>
                            <p:childTnLst>
                              <p:par>
                                <p:cTn id="1233" presetID="1" presetClass="entr" presetSubtype="0" fill="hold" nodeType="clickEffect">
                                  <p:stCondLst>
                                    <p:cond delay="0"/>
                                  </p:stCondLst>
                                  <p:childTnLst>
                                    <p:set>
                                      <p:cBhvr>
                                        <p:cTn id="1234" dur="1" fill="hold">
                                          <p:stCondLst>
                                            <p:cond delay="0"/>
                                          </p:stCondLst>
                                        </p:cTn>
                                        <p:tgtEl>
                                          <p:spTgt spid="378">
                                            <p:txEl>
                                              <p:pRg st="1" end="1"/>
                                            </p:txEl>
                                          </p:spTgt>
                                        </p:tgtEl>
                                        <p:attrNameLst>
                                          <p:attrName>style.visibility</p:attrName>
                                        </p:attrNameLst>
                                      </p:cBhvr>
                                      <p:to>
                                        <p:strVal val="visible"/>
                                      </p:to>
                                    </p:set>
                                  </p:childTnLst>
                                </p:cTn>
                              </p:par>
                            </p:childTnLst>
                          </p:cTn>
                        </p:par>
                      </p:childTnLst>
                    </p:cTn>
                  </p:par>
                  <p:par>
                    <p:cTn id="1235" fill="hold">
                      <p:stCondLst>
                        <p:cond delay="indefinite"/>
                      </p:stCondLst>
                      <p:childTnLst>
                        <p:par>
                          <p:cTn id="1236" fill="hold">
                            <p:stCondLst>
                              <p:cond delay="0"/>
                            </p:stCondLst>
                            <p:childTnLst>
                              <p:par>
                                <p:cTn id="1237" presetID="1" presetClass="entr" presetSubtype="0" fill="hold" nodeType="clickEffect">
                                  <p:stCondLst>
                                    <p:cond delay="0"/>
                                  </p:stCondLst>
                                  <p:childTnLst>
                                    <p:set>
                                      <p:cBhvr>
                                        <p:cTn id="1238" dur="1" fill="hold">
                                          <p:stCondLst>
                                            <p:cond delay="0"/>
                                          </p:stCondLst>
                                        </p:cTn>
                                        <p:tgtEl>
                                          <p:spTgt spid="378">
                                            <p:txEl>
                                              <p:pRg st="2" end="2"/>
                                            </p:txEl>
                                          </p:spTgt>
                                        </p:tgtEl>
                                        <p:attrNameLst>
                                          <p:attrName>style.visibility</p:attrName>
                                        </p:attrNameLst>
                                      </p:cBhvr>
                                      <p:to>
                                        <p:strVal val="visible"/>
                                      </p:to>
                                    </p:set>
                                  </p:childTnLst>
                                </p:cTn>
                              </p:par>
                            </p:childTnLst>
                          </p:cTn>
                        </p:par>
                      </p:childTnLst>
                    </p:cTn>
                  </p:par>
                  <p:par>
                    <p:cTn id="1239" fill="hold">
                      <p:stCondLst>
                        <p:cond delay="indefinite"/>
                      </p:stCondLst>
                      <p:childTnLst>
                        <p:par>
                          <p:cTn id="1240" fill="hold">
                            <p:stCondLst>
                              <p:cond delay="0"/>
                            </p:stCondLst>
                            <p:childTnLst>
                              <p:par>
                                <p:cTn id="1241" presetID="1" presetClass="entr" presetSubtype="0" fill="hold" nodeType="clickEffect">
                                  <p:stCondLst>
                                    <p:cond delay="0"/>
                                  </p:stCondLst>
                                  <p:childTnLst>
                                    <p:set>
                                      <p:cBhvr>
                                        <p:cTn id="1242" dur="1" fill="hold">
                                          <p:stCondLst>
                                            <p:cond delay="0"/>
                                          </p:stCondLst>
                                        </p:cTn>
                                        <p:tgtEl>
                                          <p:spTgt spid="378">
                                            <p:txEl>
                                              <p:pRg st="3" end="3"/>
                                            </p:txEl>
                                          </p:spTgt>
                                        </p:tgtEl>
                                        <p:attrNameLst>
                                          <p:attrName>style.visibility</p:attrName>
                                        </p:attrNameLst>
                                      </p:cBhvr>
                                      <p:to>
                                        <p:strVal val="visible"/>
                                      </p:to>
                                    </p:set>
                                  </p:childTnLst>
                                </p:cTn>
                              </p:par>
                            </p:childTnLst>
                          </p:cTn>
                        </p:par>
                      </p:childTnLst>
                    </p:cTn>
                  </p:par>
                  <p:par>
                    <p:cTn id="1243" fill="hold">
                      <p:stCondLst>
                        <p:cond delay="indefinite"/>
                      </p:stCondLst>
                      <p:childTnLst>
                        <p:par>
                          <p:cTn id="1244" fill="hold">
                            <p:stCondLst>
                              <p:cond delay="0"/>
                            </p:stCondLst>
                            <p:childTnLst>
                              <p:par>
                                <p:cTn id="1245" presetID="1" presetClass="entr" presetSubtype="0" fill="hold" nodeType="clickEffect">
                                  <p:stCondLst>
                                    <p:cond delay="0"/>
                                  </p:stCondLst>
                                  <p:childTnLst>
                                    <p:set>
                                      <p:cBhvr>
                                        <p:cTn id="1246" dur="1" fill="hold">
                                          <p:stCondLst>
                                            <p:cond delay="0"/>
                                          </p:stCondLst>
                                        </p:cTn>
                                        <p:tgtEl>
                                          <p:spTgt spid="378">
                                            <p:txEl>
                                              <p:pRg st="4" end="4"/>
                                            </p:txEl>
                                          </p:spTgt>
                                        </p:tgtEl>
                                        <p:attrNameLst>
                                          <p:attrName>style.visibility</p:attrName>
                                        </p:attrNameLst>
                                      </p:cBhvr>
                                      <p:to>
                                        <p:strVal val="visible"/>
                                      </p:to>
                                    </p:set>
                                  </p:childTnLst>
                                </p:cTn>
                              </p:par>
                            </p:childTnLst>
                          </p:cTn>
                        </p:par>
                      </p:childTnLst>
                    </p:cTn>
                  </p:par>
                  <p:par>
                    <p:cTn id="1247" fill="hold">
                      <p:stCondLst>
                        <p:cond delay="indefinite"/>
                      </p:stCondLst>
                      <p:childTnLst>
                        <p:par>
                          <p:cTn id="1248" fill="hold">
                            <p:stCondLst>
                              <p:cond delay="0"/>
                            </p:stCondLst>
                            <p:childTnLst>
                              <p:par>
                                <p:cTn id="1249" presetID="1" presetClass="entr" presetSubtype="0" fill="hold" nodeType="clickEffect">
                                  <p:stCondLst>
                                    <p:cond delay="0"/>
                                  </p:stCondLst>
                                  <p:childTnLst>
                                    <p:set>
                                      <p:cBhvr>
                                        <p:cTn id="1250" dur="1" fill="hold">
                                          <p:stCondLst>
                                            <p:cond delay="0"/>
                                          </p:stCondLst>
                                        </p:cTn>
                                        <p:tgtEl>
                                          <p:spTgt spid="378">
                                            <p:txEl>
                                              <p:pRg st="5" end="5"/>
                                            </p:txEl>
                                          </p:spTgt>
                                        </p:tgtEl>
                                        <p:attrNameLst>
                                          <p:attrName>style.visibility</p:attrName>
                                        </p:attrNameLst>
                                      </p:cBhvr>
                                      <p:to>
                                        <p:strVal val="visible"/>
                                      </p:to>
                                    </p:set>
                                  </p:childTnLst>
                                </p:cTn>
                              </p:par>
                            </p:childTnLst>
                          </p:cTn>
                        </p:par>
                      </p:childTnLst>
                    </p:cTn>
                  </p:par>
                  <p:par>
                    <p:cTn id="1251" fill="hold">
                      <p:stCondLst>
                        <p:cond delay="indefinite"/>
                      </p:stCondLst>
                      <p:childTnLst>
                        <p:par>
                          <p:cTn id="1252" fill="hold">
                            <p:stCondLst>
                              <p:cond delay="0"/>
                            </p:stCondLst>
                            <p:childTnLst>
                              <p:par>
                                <p:cTn id="1253" presetID="1" presetClass="entr" presetSubtype="0" fill="hold" nodeType="clickEffect">
                                  <p:stCondLst>
                                    <p:cond delay="0"/>
                                  </p:stCondLst>
                                  <p:childTnLst>
                                    <p:set>
                                      <p:cBhvr>
                                        <p:cTn id="1254" dur="1" fill="hold">
                                          <p:stCondLst>
                                            <p:cond delay="0"/>
                                          </p:stCondLst>
                                        </p:cTn>
                                        <p:tgtEl>
                                          <p:spTgt spid="378">
                                            <p:txEl>
                                              <p:pRg st="6" end="6"/>
                                            </p:txEl>
                                          </p:spTgt>
                                        </p:tgtEl>
                                        <p:attrNameLst>
                                          <p:attrName>style.visibility</p:attrName>
                                        </p:attrNameLst>
                                      </p:cBhvr>
                                      <p:to>
                                        <p:strVal val="visible"/>
                                      </p:to>
                                    </p:set>
                                  </p:childTnLst>
                                </p:cTn>
                              </p:par>
                            </p:childTnLst>
                          </p:cTn>
                        </p:par>
                      </p:childTnLst>
                    </p:cTn>
                  </p:par>
                  <p:par>
                    <p:cTn id="1255" fill="hold">
                      <p:stCondLst>
                        <p:cond delay="indefinite"/>
                      </p:stCondLst>
                      <p:childTnLst>
                        <p:par>
                          <p:cTn id="1256" fill="hold">
                            <p:stCondLst>
                              <p:cond delay="0"/>
                            </p:stCondLst>
                            <p:childTnLst>
                              <p:par>
                                <p:cTn id="1257" presetID="1" presetClass="entr" presetSubtype="0" fill="hold" nodeType="clickEffect">
                                  <p:stCondLst>
                                    <p:cond delay="0"/>
                                  </p:stCondLst>
                                  <p:childTnLst>
                                    <p:set>
                                      <p:cBhvr>
                                        <p:cTn id="1258" dur="1" fill="hold">
                                          <p:stCondLst>
                                            <p:cond delay="0"/>
                                          </p:stCondLst>
                                        </p:cTn>
                                        <p:tgtEl>
                                          <p:spTgt spid="378">
                                            <p:txEl>
                                              <p:pRg st="7" end="7"/>
                                            </p:txEl>
                                          </p:spTgt>
                                        </p:tgtEl>
                                        <p:attrNameLst>
                                          <p:attrName>style.visibility</p:attrName>
                                        </p:attrNameLst>
                                      </p:cBhvr>
                                      <p:to>
                                        <p:strVal val="visible"/>
                                      </p:to>
                                    </p:set>
                                  </p:childTnLst>
                                </p:cTn>
                              </p:par>
                            </p:childTnLst>
                          </p:cTn>
                        </p:par>
                      </p:childTnLst>
                    </p:cTn>
                  </p:par>
                  <p:par>
                    <p:cTn id="1259" fill="hold">
                      <p:stCondLst>
                        <p:cond delay="indefinite"/>
                      </p:stCondLst>
                      <p:childTnLst>
                        <p:par>
                          <p:cTn id="1260" fill="hold">
                            <p:stCondLst>
                              <p:cond delay="0"/>
                            </p:stCondLst>
                            <p:childTnLst>
                              <p:par>
                                <p:cTn id="1261" presetID="1" presetClass="entr" presetSubtype="0" fill="hold" nodeType="clickEffect">
                                  <p:stCondLst>
                                    <p:cond delay="0"/>
                                  </p:stCondLst>
                                  <p:childTnLst>
                                    <p:set>
                                      <p:cBhvr>
                                        <p:cTn id="1262" dur="1" fill="hold">
                                          <p:stCondLst>
                                            <p:cond delay="0"/>
                                          </p:stCondLst>
                                        </p:cTn>
                                        <p:tgtEl>
                                          <p:spTgt spid="378">
                                            <p:txEl>
                                              <p:pRg st="8" end="8"/>
                                            </p:txEl>
                                          </p:spTgt>
                                        </p:tgtEl>
                                        <p:attrNameLst>
                                          <p:attrName>style.visibility</p:attrName>
                                        </p:attrNameLst>
                                      </p:cBhvr>
                                      <p:to>
                                        <p:strVal val="visible"/>
                                      </p:to>
                                    </p:set>
                                  </p:childTnLst>
                                </p:cTn>
                              </p:par>
                            </p:childTnLst>
                          </p:cTn>
                        </p:par>
                      </p:childTnLst>
                    </p:cTn>
                  </p:par>
                  <p:par>
                    <p:cTn id="1263" fill="hold">
                      <p:stCondLst>
                        <p:cond delay="indefinite"/>
                      </p:stCondLst>
                      <p:childTnLst>
                        <p:par>
                          <p:cTn id="1264" fill="hold">
                            <p:stCondLst>
                              <p:cond delay="0"/>
                            </p:stCondLst>
                            <p:childTnLst>
                              <p:par>
                                <p:cTn id="1265" presetID="1" presetClass="entr" presetSubtype="0" fill="hold" nodeType="clickEffect">
                                  <p:stCondLst>
                                    <p:cond delay="0"/>
                                  </p:stCondLst>
                                  <p:childTnLst>
                                    <p:set>
                                      <p:cBhvr>
                                        <p:cTn id="1266" dur="1" fill="hold">
                                          <p:stCondLst>
                                            <p:cond delay="0"/>
                                          </p:stCondLst>
                                        </p:cTn>
                                        <p:tgtEl>
                                          <p:spTgt spid="379">
                                            <p:txEl>
                                              <p:pRg st="0" end="0"/>
                                            </p:txEl>
                                          </p:spTgt>
                                        </p:tgtEl>
                                        <p:attrNameLst>
                                          <p:attrName>style.visibility</p:attrName>
                                        </p:attrNameLst>
                                      </p:cBhvr>
                                      <p:to>
                                        <p:strVal val="visible"/>
                                      </p:to>
                                    </p:set>
                                  </p:childTnLst>
                                </p:cTn>
                              </p:par>
                            </p:childTnLst>
                          </p:cTn>
                        </p:par>
                      </p:childTnLst>
                    </p:cTn>
                  </p:par>
                  <p:par>
                    <p:cTn id="1267" fill="hold">
                      <p:stCondLst>
                        <p:cond delay="indefinite"/>
                      </p:stCondLst>
                      <p:childTnLst>
                        <p:par>
                          <p:cTn id="1268" fill="hold">
                            <p:stCondLst>
                              <p:cond delay="0"/>
                            </p:stCondLst>
                            <p:childTnLst>
                              <p:par>
                                <p:cTn id="1269" presetID="1" presetClass="entr" presetSubtype="0" fill="hold" nodeType="clickEffect">
                                  <p:stCondLst>
                                    <p:cond delay="0"/>
                                  </p:stCondLst>
                                  <p:childTnLst>
                                    <p:set>
                                      <p:cBhvr>
                                        <p:cTn id="1270" dur="1" fill="hold">
                                          <p:stCondLst>
                                            <p:cond delay="0"/>
                                          </p:stCondLst>
                                        </p:cTn>
                                        <p:tgtEl>
                                          <p:spTgt spid="379">
                                            <p:txEl>
                                              <p:pRg st="1" end="1"/>
                                            </p:txEl>
                                          </p:spTgt>
                                        </p:tgtEl>
                                        <p:attrNameLst>
                                          <p:attrName>style.visibility</p:attrName>
                                        </p:attrNameLst>
                                      </p:cBhvr>
                                      <p:to>
                                        <p:strVal val="visible"/>
                                      </p:to>
                                    </p:set>
                                  </p:childTnLst>
                                </p:cTn>
                              </p:par>
                            </p:childTnLst>
                          </p:cTn>
                        </p:par>
                      </p:childTnLst>
                    </p:cTn>
                  </p:par>
                  <p:par>
                    <p:cTn id="1271" fill="hold">
                      <p:stCondLst>
                        <p:cond delay="indefinite"/>
                      </p:stCondLst>
                      <p:childTnLst>
                        <p:par>
                          <p:cTn id="1272" fill="hold">
                            <p:stCondLst>
                              <p:cond delay="0"/>
                            </p:stCondLst>
                            <p:childTnLst>
                              <p:par>
                                <p:cTn id="1273" presetID="1" presetClass="entr" presetSubtype="0" fill="hold" nodeType="clickEffect">
                                  <p:stCondLst>
                                    <p:cond delay="0"/>
                                  </p:stCondLst>
                                  <p:childTnLst>
                                    <p:set>
                                      <p:cBhvr>
                                        <p:cTn id="1274" dur="1" fill="hold">
                                          <p:stCondLst>
                                            <p:cond delay="0"/>
                                          </p:stCondLst>
                                        </p:cTn>
                                        <p:tgtEl>
                                          <p:spTgt spid="379">
                                            <p:txEl>
                                              <p:pRg st="2" end="2"/>
                                            </p:txEl>
                                          </p:spTgt>
                                        </p:tgtEl>
                                        <p:attrNameLst>
                                          <p:attrName>style.visibility</p:attrName>
                                        </p:attrNameLst>
                                      </p:cBhvr>
                                      <p:to>
                                        <p:strVal val="visible"/>
                                      </p:to>
                                    </p:set>
                                  </p:childTnLst>
                                </p:cTn>
                              </p:par>
                            </p:childTnLst>
                          </p:cTn>
                        </p:par>
                      </p:childTnLst>
                    </p:cTn>
                  </p:par>
                  <p:par>
                    <p:cTn id="1275" fill="hold">
                      <p:stCondLst>
                        <p:cond delay="indefinite"/>
                      </p:stCondLst>
                      <p:childTnLst>
                        <p:par>
                          <p:cTn id="1276" fill="hold">
                            <p:stCondLst>
                              <p:cond delay="0"/>
                            </p:stCondLst>
                            <p:childTnLst>
                              <p:par>
                                <p:cTn id="1277" presetID="1" presetClass="entr" presetSubtype="0" fill="hold" nodeType="clickEffect">
                                  <p:stCondLst>
                                    <p:cond delay="0"/>
                                  </p:stCondLst>
                                  <p:childTnLst>
                                    <p:set>
                                      <p:cBhvr>
                                        <p:cTn id="1278" dur="1" fill="hold">
                                          <p:stCondLst>
                                            <p:cond delay="0"/>
                                          </p:stCondLst>
                                        </p:cTn>
                                        <p:tgtEl>
                                          <p:spTgt spid="379">
                                            <p:txEl>
                                              <p:pRg st="3" end="3"/>
                                            </p:txEl>
                                          </p:spTgt>
                                        </p:tgtEl>
                                        <p:attrNameLst>
                                          <p:attrName>style.visibility</p:attrName>
                                        </p:attrNameLst>
                                      </p:cBhvr>
                                      <p:to>
                                        <p:strVal val="visible"/>
                                      </p:to>
                                    </p:set>
                                  </p:childTnLst>
                                </p:cTn>
                              </p:par>
                            </p:childTnLst>
                          </p:cTn>
                        </p:par>
                      </p:childTnLst>
                    </p:cTn>
                  </p:par>
                  <p:par>
                    <p:cTn id="1279" fill="hold">
                      <p:stCondLst>
                        <p:cond delay="indefinite"/>
                      </p:stCondLst>
                      <p:childTnLst>
                        <p:par>
                          <p:cTn id="1280" fill="hold">
                            <p:stCondLst>
                              <p:cond delay="0"/>
                            </p:stCondLst>
                            <p:childTnLst>
                              <p:par>
                                <p:cTn id="1281" presetID="1" presetClass="entr" presetSubtype="0" fill="hold" nodeType="clickEffect">
                                  <p:stCondLst>
                                    <p:cond delay="0"/>
                                  </p:stCondLst>
                                  <p:childTnLst>
                                    <p:set>
                                      <p:cBhvr>
                                        <p:cTn id="1282" dur="1" fill="hold">
                                          <p:stCondLst>
                                            <p:cond delay="0"/>
                                          </p:stCondLst>
                                        </p:cTn>
                                        <p:tgtEl>
                                          <p:spTgt spid="379">
                                            <p:txEl>
                                              <p:pRg st="4" end="4"/>
                                            </p:txEl>
                                          </p:spTgt>
                                        </p:tgtEl>
                                        <p:attrNameLst>
                                          <p:attrName>style.visibility</p:attrName>
                                        </p:attrNameLst>
                                      </p:cBhvr>
                                      <p:to>
                                        <p:strVal val="visible"/>
                                      </p:to>
                                    </p:set>
                                  </p:childTnLst>
                                </p:cTn>
                              </p:par>
                            </p:childTnLst>
                          </p:cTn>
                        </p:par>
                      </p:childTnLst>
                    </p:cTn>
                  </p:par>
                  <p:par>
                    <p:cTn id="1283" fill="hold">
                      <p:stCondLst>
                        <p:cond delay="indefinite"/>
                      </p:stCondLst>
                      <p:childTnLst>
                        <p:par>
                          <p:cTn id="1284" fill="hold">
                            <p:stCondLst>
                              <p:cond delay="0"/>
                            </p:stCondLst>
                            <p:childTnLst>
                              <p:par>
                                <p:cTn id="1285" presetID="1" presetClass="entr" presetSubtype="0" fill="hold" nodeType="clickEffect">
                                  <p:stCondLst>
                                    <p:cond delay="0"/>
                                  </p:stCondLst>
                                  <p:childTnLst>
                                    <p:set>
                                      <p:cBhvr>
                                        <p:cTn id="1286" dur="1" fill="hold">
                                          <p:stCondLst>
                                            <p:cond delay="0"/>
                                          </p:stCondLst>
                                        </p:cTn>
                                        <p:tgtEl>
                                          <p:spTgt spid="379">
                                            <p:txEl>
                                              <p:pRg st="5" end="5"/>
                                            </p:txEl>
                                          </p:spTgt>
                                        </p:tgtEl>
                                        <p:attrNameLst>
                                          <p:attrName>style.visibility</p:attrName>
                                        </p:attrNameLst>
                                      </p:cBhvr>
                                      <p:to>
                                        <p:strVal val="visible"/>
                                      </p:to>
                                    </p:set>
                                  </p:childTnLst>
                                </p:cTn>
                              </p:par>
                            </p:childTnLst>
                          </p:cTn>
                        </p:par>
                      </p:childTnLst>
                    </p:cTn>
                  </p:par>
                  <p:par>
                    <p:cTn id="1287" fill="hold">
                      <p:stCondLst>
                        <p:cond delay="indefinite"/>
                      </p:stCondLst>
                      <p:childTnLst>
                        <p:par>
                          <p:cTn id="1288" fill="hold">
                            <p:stCondLst>
                              <p:cond delay="0"/>
                            </p:stCondLst>
                            <p:childTnLst>
                              <p:par>
                                <p:cTn id="1289" presetID="1" presetClass="entr" presetSubtype="0" fill="hold" nodeType="clickEffect">
                                  <p:stCondLst>
                                    <p:cond delay="0"/>
                                  </p:stCondLst>
                                  <p:childTnLst>
                                    <p:set>
                                      <p:cBhvr>
                                        <p:cTn id="1290" dur="1" fill="hold">
                                          <p:stCondLst>
                                            <p:cond delay="0"/>
                                          </p:stCondLst>
                                        </p:cTn>
                                        <p:tgtEl>
                                          <p:spTgt spid="379">
                                            <p:txEl>
                                              <p:pRg st="6" end="6"/>
                                            </p:txEl>
                                          </p:spTgt>
                                        </p:tgtEl>
                                        <p:attrNameLst>
                                          <p:attrName>style.visibility</p:attrName>
                                        </p:attrNameLst>
                                      </p:cBhvr>
                                      <p:to>
                                        <p:strVal val="visible"/>
                                      </p:to>
                                    </p:set>
                                  </p:childTnLst>
                                </p:cTn>
                              </p:par>
                            </p:childTnLst>
                          </p:cTn>
                        </p:par>
                      </p:childTnLst>
                    </p:cTn>
                  </p:par>
                  <p:par>
                    <p:cTn id="1291" fill="hold">
                      <p:stCondLst>
                        <p:cond delay="indefinite"/>
                      </p:stCondLst>
                      <p:childTnLst>
                        <p:par>
                          <p:cTn id="1292" fill="hold">
                            <p:stCondLst>
                              <p:cond delay="0"/>
                            </p:stCondLst>
                            <p:childTnLst>
                              <p:par>
                                <p:cTn id="1293" presetID="1" presetClass="entr" presetSubtype="0" fill="hold" nodeType="clickEffect">
                                  <p:stCondLst>
                                    <p:cond delay="0"/>
                                  </p:stCondLst>
                                  <p:childTnLst>
                                    <p:set>
                                      <p:cBhvr>
                                        <p:cTn id="1294" dur="1" fill="hold">
                                          <p:stCondLst>
                                            <p:cond delay="0"/>
                                          </p:stCondLst>
                                        </p:cTn>
                                        <p:tgtEl>
                                          <p:spTgt spid="379">
                                            <p:txEl>
                                              <p:pRg st="7" end="7"/>
                                            </p:txEl>
                                          </p:spTgt>
                                        </p:tgtEl>
                                        <p:attrNameLst>
                                          <p:attrName>style.visibility</p:attrName>
                                        </p:attrNameLst>
                                      </p:cBhvr>
                                      <p:to>
                                        <p:strVal val="visible"/>
                                      </p:to>
                                    </p:set>
                                  </p:childTnLst>
                                </p:cTn>
                              </p:par>
                            </p:childTnLst>
                          </p:cTn>
                        </p:par>
                      </p:childTnLst>
                    </p:cTn>
                  </p:par>
                  <p:par>
                    <p:cTn id="1295" fill="hold">
                      <p:stCondLst>
                        <p:cond delay="indefinite"/>
                      </p:stCondLst>
                      <p:childTnLst>
                        <p:par>
                          <p:cTn id="1296" fill="hold">
                            <p:stCondLst>
                              <p:cond delay="0"/>
                            </p:stCondLst>
                            <p:childTnLst>
                              <p:par>
                                <p:cTn id="1297" presetID="1" presetClass="entr" presetSubtype="0" fill="hold" nodeType="clickEffect">
                                  <p:stCondLst>
                                    <p:cond delay="0"/>
                                  </p:stCondLst>
                                  <p:childTnLst>
                                    <p:set>
                                      <p:cBhvr>
                                        <p:cTn id="1298" dur="1" fill="hold">
                                          <p:stCondLst>
                                            <p:cond delay="0"/>
                                          </p:stCondLst>
                                        </p:cTn>
                                        <p:tgtEl>
                                          <p:spTgt spid="379">
                                            <p:txEl>
                                              <p:pRg st="8" end="8"/>
                                            </p:txEl>
                                          </p:spTgt>
                                        </p:tgtEl>
                                        <p:attrNameLst>
                                          <p:attrName>style.visibility</p:attrName>
                                        </p:attrNameLst>
                                      </p:cBhvr>
                                      <p:to>
                                        <p:strVal val="visible"/>
                                      </p:to>
                                    </p:set>
                                  </p:childTnLst>
                                </p:cTn>
                              </p:par>
                            </p:childTnLst>
                          </p:cTn>
                        </p:par>
                      </p:childTnLst>
                    </p:cTn>
                  </p:par>
                  <p:par>
                    <p:cTn id="1299" fill="hold">
                      <p:stCondLst>
                        <p:cond delay="indefinite"/>
                      </p:stCondLst>
                      <p:childTnLst>
                        <p:par>
                          <p:cTn id="1300" fill="hold">
                            <p:stCondLst>
                              <p:cond delay="0"/>
                            </p:stCondLst>
                            <p:childTnLst>
                              <p:par>
                                <p:cTn id="1301" presetID="1" presetClass="entr" presetSubtype="0" fill="hold" nodeType="clickEffect">
                                  <p:stCondLst>
                                    <p:cond delay="0"/>
                                  </p:stCondLst>
                                  <p:childTnLst>
                                    <p:set>
                                      <p:cBhvr>
                                        <p:cTn id="1302" dur="1" fill="hold">
                                          <p:stCondLst>
                                            <p:cond delay="0"/>
                                          </p:stCondLst>
                                        </p:cTn>
                                        <p:tgtEl>
                                          <p:spTgt spid="380">
                                            <p:txEl>
                                              <p:pRg st="0" end="0"/>
                                            </p:txEl>
                                          </p:spTgt>
                                        </p:tgtEl>
                                        <p:attrNameLst>
                                          <p:attrName>style.visibility</p:attrName>
                                        </p:attrNameLst>
                                      </p:cBhvr>
                                      <p:to>
                                        <p:strVal val="visible"/>
                                      </p:to>
                                    </p:set>
                                  </p:childTnLst>
                                </p:cTn>
                              </p:par>
                            </p:childTnLst>
                          </p:cTn>
                        </p:par>
                      </p:childTnLst>
                    </p:cTn>
                  </p:par>
                  <p:par>
                    <p:cTn id="1303" fill="hold">
                      <p:stCondLst>
                        <p:cond delay="indefinite"/>
                      </p:stCondLst>
                      <p:childTnLst>
                        <p:par>
                          <p:cTn id="1304" fill="hold">
                            <p:stCondLst>
                              <p:cond delay="0"/>
                            </p:stCondLst>
                            <p:childTnLst>
                              <p:par>
                                <p:cTn id="1305" presetID="1" presetClass="entr" presetSubtype="0" fill="hold" nodeType="clickEffect">
                                  <p:stCondLst>
                                    <p:cond delay="0"/>
                                  </p:stCondLst>
                                  <p:childTnLst>
                                    <p:set>
                                      <p:cBhvr>
                                        <p:cTn id="1306" dur="1" fill="hold">
                                          <p:stCondLst>
                                            <p:cond delay="0"/>
                                          </p:stCondLst>
                                        </p:cTn>
                                        <p:tgtEl>
                                          <p:spTgt spid="380">
                                            <p:txEl>
                                              <p:pRg st="1" end="1"/>
                                            </p:txEl>
                                          </p:spTgt>
                                        </p:tgtEl>
                                        <p:attrNameLst>
                                          <p:attrName>style.visibility</p:attrName>
                                        </p:attrNameLst>
                                      </p:cBhvr>
                                      <p:to>
                                        <p:strVal val="visible"/>
                                      </p:to>
                                    </p:set>
                                  </p:childTnLst>
                                </p:cTn>
                              </p:par>
                            </p:childTnLst>
                          </p:cTn>
                        </p:par>
                      </p:childTnLst>
                    </p:cTn>
                  </p:par>
                  <p:par>
                    <p:cTn id="1307" fill="hold">
                      <p:stCondLst>
                        <p:cond delay="indefinite"/>
                      </p:stCondLst>
                      <p:childTnLst>
                        <p:par>
                          <p:cTn id="1308" fill="hold">
                            <p:stCondLst>
                              <p:cond delay="0"/>
                            </p:stCondLst>
                            <p:childTnLst>
                              <p:par>
                                <p:cTn id="1309" presetID="1" presetClass="entr" presetSubtype="0" fill="hold" nodeType="clickEffect">
                                  <p:stCondLst>
                                    <p:cond delay="0"/>
                                  </p:stCondLst>
                                  <p:childTnLst>
                                    <p:set>
                                      <p:cBhvr>
                                        <p:cTn id="1310" dur="1" fill="hold">
                                          <p:stCondLst>
                                            <p:cond delay="0"/>
                                          </p:stCondLst>
                                        </p:cTn>
                                        <p:tgtEl>
                                          <p:spTgt spid="380">
                                            <p:txEl>
                                              <p:pRg st="2" end="2"/>
                                            </p:txEl>
                                          </p:spTgt>
                                        </p:tgtEl>
                                        <p:attrNameLst>
                                          <p:attrName>style.visibility</p:attrName>
                                        </p:attrNameLst>
                                      </p:cBhvr>
                                      <p:to>
                                        <p:strVal val="visible"/>
                                      </p:to>
                                    </p:set>
                                  </p:childTnLst>
                                </p:cTn>
                              </p:par>
                            </p:childTnLst>
                          </p:cTn>
                        </p:par>
                      </p:childTnLst>
                    </p:cTn>
                  </p:par>
                  <p:par>
                    <p:cTn id="1311" fill="hold">
                      <p:stCondLst>
                        <p:cond delay="indefinite"/>
                      </p:stCondLst>
                      <p:childTnLst>
                        <p:par>
                          <p:cTn id="1312" fill="hold">
                            <p:stCondLst>
                              <p:cond delay="0"/>
                            </p:stCondLst>
                            <p:childTnLst>
                              <p:par>
                                <p:cTn id="1313" presetID="1" presetClass="entr" presetSubtype="0" fill="hold" nodeType="clickEffect">
                                  <p:stCondLst>
                                    <p:cond delay="0"/>
                                  </p:stCondLst>
                                  <p:childTnLst>
                                    <p:set>
                                      <p:cBhvr>
                                        <p:cTn id="1314" dur="1" fill="hold">
                                          <p:stCondLst>
                                            <p:cond delay="0"/>
                                          </p:stCondLst>
                                        </p:cTn>
                                        <p:tgtEl>
                                          <p:spTgt spid="380">
                                            <p:txEl>
                                              <p:pRg st="3" end="3"/>
                                            </p:txEl>
                                          </p:spTgt>
                                        </p:tgtEl>
                                        <p:attrNameLst>
                                          <p:attrName>style.visibility</p:attrName>
                                        </p:attrNameLst>
                                      </p:cBhvr>
                                      <p:to>
                                        <p:strVal val="visible"/>
                                      </p:to>
                                    </p:set>
                                  </p:childTnLst>
                                </p:cTn>
                              </p:par>
                            </p:childTnLst>
                          </p:cTn>
                        </p:par>
                      </p:childTnLst>
                    </p:cTn>
                  </p:par>
                  <p:par>
                    <p:cTn id="1315" fill="hold">
                      <p:stCondLst>
                        <p:cond delay="indefinite"/>
                      </p:stCondLst>
                      <p:childTnLst>
                        <p:par>
                          <p:cTn id="1316" fill="hold">
                            <p:stCondLst>
                              <p:cond delay="0"/>
                            </p:stCondLst>
                            <p:childTnLst>
                              <p:par>
                                <p:cTn id="1317" presetID="1" presetClass="entr" presetSubtype="0" fill="hold" nodeType="clickEffect">
                                  <p:stCondLst>
                                    <p:cond delay="0"/>
                                  </p:stCondLst>
                                  <p:childTnLst>
                                    <p:set>
                                      <p:cBhvr>
                                        <p:cTn id="1318" dur="1" fill="hold">
                                          <p:stCondLst>
                                            <p:cond delay="0"/>
                                          </p:stCondLst>
                                        </p:cTn>
                                        <p:tgtEl>
                                          <p:spTgt spid="380">
                                            <p:txEl>
                                              <p:pRg st="4" end="4"/>
                                            </p:txEl>
                                          </p:spTgt>
                                        </p:tgtEl>
                                        <p:attrNameLst>
                                          <p:attrName>style.visibility</p:attrName>
                                        </p:attrNameLst>
                                      </p:cBhvr>
                                      <p:to>
                                        <p:strVal val="visible"/>
                                      </p:to>
                                    </p:set>
                                  </p:childTnLst>
                                </p:cTn>
                              </p:par>
                            </p:childTnLst>
                          </p:cTn>
                        </p:par>
                      </p:childTnLst>
                    </p:cTn>
                  </p:par>
                  <p:par>
                    <p:cTn id="1319" fill="hold">
                      <p:stCondLst>
                        <p:cond delay="indefinite"/>
                      </p:stCondLst>
                      <p:childTnLst>
                        <p:par>
                          <p:cTn id="1320" fill="hold">
                            <p:stCondLst>
                              <p:cond delay="0"/>
                            </p:stCondLst>
                            <p:childTnLst>
                              <p:par>
                                <p:cTn id="1321" presetID="1" presetClass="entr" presetSubtype="0" fill="hold" nodeType="clickEffect">
                                  <p:stCondLst>
                                    <p:cond delay="0"/>
                                  </p:stCondLst>
                                  <p:childTnLst>
                                    <p:set>
                                      <p:cBhvr>
                                        <p:cTn id="1322" dur="1" fill="hold">
                                          <p:stCondLst>
                                            <p:cond delay="0"/>
                                          </p:stCondLst>
                                        </p:cTn>
                                        <p:tgtEl>
                                          <p:spTgt spid="380">
                                            <p:txEl>
                                              <p:pRg st="5" end="5"/>
                                            </p:txEl>
                                          </p:spTgt>
                                        </p:tgtEl>
                                        <p:attrNameLst>
                                          <p:attrName>style.visibility</p:attrName>
                                        </p:attrNameLst>
                                      </p:cBhvr>
                                      <p:to>
                                        <p:strVal val="visible"/>
                                      </p:to>
                                    </p:set>
                                  </p:childTnLst>
                                </p:cTn>
                              </p:par>
                            </p:childTnLst>
                          </p:cTn>
                        </p:par>
                      </p:childTnLst>
                    </p:cTn>
                  </p:par>
                  <p:par>
                    <p:cTn id="1323" fill="hold">
                      <p:stCondLst>
                        <p:cond delay="indefinite"/>
                      </p:stCondLst>
                      <p:childTnLst>
                        <p:par>
                          <p:cTn id="1324" fill="hold">
                            <p:stCondLst>
                              <p:cond delay="0"/>
                            </p:stCondLst>
                            <p:childTnLst>
                              <p:par>
                                <p:cTn id="1325" presetID="1" presetClass="entr" presetSubtype="0" fill="hold" nodeType="clickEffect">
                                  <p:stCondLst>
                                    <p:cond delay="0"/>
                                  </p:stCondLst>
                                  <p:childTnLst>
                                    <p:set>
                                      <p:cBhvr>
                                        <p:cTn id="1326" dur="1" fill="hold">
                                          <p:stCondLst>
                                            <p:cond delay="0"/>
                                          </p:stCondLst>
                                        </p:cTn>
                                        <p:tgtEl>
                                          <p:spTgt spid="380">
                                            <p:txEl>
                                              <p:pRg st="6" end="6"/>
                                            </p:txEl>
                                          </p:spTgt>
                                        </p:tgtEl>
                                        <p:attrNameLst>
                                          <p:attrName>style.visibility</p:attrName>
                                        </p:attrNameLst>
                                      </p:cBhvr>
                                      <p:to>
                                        <p:strVal val="visible"/>
                                      </p:to>
                                    </p:set>
                                  </p:childTnLst>
                                </p:cTn>
                              </p:par>
                            </p:childTnLst>
                          </p:cTn>
                        </p:par>
                      </p:childTnLst>
                    </p:cTn>
                  </p:par>
                  <p:par>
                    <p:cTn id="1327" fill="hold">
                      <p:stCondLst>
                        <p:cond delay="indefinite"/>
                      </p:stCondLst>
                      <p:childTnLst>
                        <p:par>
                          <p:cTn id="1328" fill="hold">
                            <p:stCondLst>
                              <p:cond delay="0"/>
                            </p:stCondLst>
                            <p:childTnLst>
                              <p:par>
                                <p:cTn id="1329" presetID="1" presetClass="entr" presetSubtype="0" fill="hold" nodeType="clickEffect">
                                  <p:stCondLst>
                                    <p:cond delay="0"/>
                                  </p:stCondLst>
                                  <p:childTnLst>
                                    <p:set>
                                      <p:cBhvr>
                                        <p:cTn id="1330" dur="1" fill="hold">
                                          <p:stCondLst>
                                            <p:cond delay="0"/>
                                          </p:stCondLst>
                                        </p:cTn>
                                        <p:tgtEl>
                                          <p:spTgt spid="380">
                                            <p:txEl>
                                              <p:pRg st="7" end="7"/>
                                            </p:txEl>
                                          </p:spTgt>
                                        </p:tgtEl>
                                        <p:attrNameLst>
                                          <p:attrName>style.visibility</p:attrName>
                                        </p:attrNameLst>
                                      </p:cBhvr>
                                      <p:to>
                                        <p:strVal val="visible"/>
                                      </p:to>
                                    </p:set>
                                  </p:childTnLst>
                                </p:cTn>
                              </p:par>
                            </p:childTnLst>
                          </p:cTn>
                        </p:par>
                      </p:childTnLst>
                    </p:cTn>
                  </p:par>
                  <p:par>
                    <p:cTn id="1331" fill="hold">
                      <p:stCondLst>
                        <p:cond delay="indefinite"/>
                      </p:stCondLst>
                      <p:childTnLst>
                        <p:par>
                          <p:cTn id="1332" fill="hold">
                            <p:stCondLst>
                              <p:cond delay="0"/>
                            </p:stCondLst>
                            <p:childTnLst>
                              <p:par>
                                <p:cTn id="1333" presetID="1" presetClass="entr" presetSubtype="0" fill="hold" nodeType="clickEffect">
                                  <p:stCondLst>
                                    <p:cond delay="0"/>
                                  </p:stCondLst>
                                  <p:childTnLst>
                                    <p:set>
                                      <p:cBhvr>
                                        <p:cTn id="1334" dur="1" fill="hold">
                                          <p:stCondLst>
                                            <p:cond delay="0"/>
                                          </p:stCondLst>
                                        </p:cTn>
                                        <p:tgtEl>
                                          <p:spTgt spid="380">
                                            <p:txEl>
                                              <p:pRg st="8" end="8"/>
                                            </p:txEl>
                                          </p:spTgt>
                                        </p:tgtEl>
                                        <p:attrNameLst>
                                          <p:attrName>style.visibility</p:attrName>
                                        </p:attrNameLst>
                                      </p:cBhvr>
                                      <p:to>
                                        <p:strVal val="visible"/>
                                      </p:to>
                                    </p:set>
                                  </p:childTnLst>
                                </p:cTn>
                              </p:par>
                            </p:childTnLst>
                          </p:cTn>
                        </p:par>
                      </p:childTnLst>
                    </p:cTn>
                  </p:par>
                  <p:par>
                    <p:cTn id="1335" fill="hold">
                      <p:stCondLst>
                        <p:cond delay="indefinite"/>
                      </p:stCondLst>
                      <p:childTnLst>
                        <p:par>
                          <p:cTn id="1336" fill="hold">
                            <p:stCondLst>
                              <p:cond delay="0"/>
                            </p:stCondLst>
                            <p:childTnLst>
                              <p:par>
                                <p:cTn id="1337" presetID="1" presetClass="entr" presetSubtype="0" fill="hold" nodeType="clickEffect">
                                  <p:stCondLst>
                                    <p:cond delay="0"/>
                                  </p:stCondLst>
                                  <p:childTnLst>
                                    <p:set>
                                      <p:cBhvr>
                                        <p:cTn id="1338" dur="1" fill="hold">
                                          <p:stCondLst>
                                            <p:cond delay="0"/>
                                          </p:stCondLst>
                                        </p:cTn>
                                        <p:tgtEl>
                                          <p:spTgt spid="381">
                                            <p:txEl>
                                              <p:pRg st="0" end="0"/>
                                            </p:txEl>
                                          </p:spTgt>
                                        </p:tgtEl>
                                        <p:attrNameLst>
                                          <p:attrName>style.visibility</p:attrName>
                                        </p:attrNameLst>
                                      </p:cBhvr>
                                      <p:to>
                                        <p:strVal val="visible"/>
                                      </p:to>
                                    </p:set>
                                  </p:childTnLst>
                                </p:cTn>
                              </p:par>
                            </p:childTnLst>
                          </p:cTn>
                        </p:par>
                      </p:childTnLst>
                    </p:cTn>
                  </p:par>
                  <p:par>
                    <p:cTn id="1339" fill="hold">
                      <p:stCondLst>
                        <p:cond delay="indefinite"/>
                      </p:stCondLst>
                      <p:childTnLst>
                        <p:par>
                          <p:cTn id="1340" fill="hold">
                            <p:stCondLst>
                              <p:cond delay="0"/>
                            </p:stCondLst>
                            <p:childTnLst>
                              <p:par>
                                <p:cTn id="1341" presetID="1" presetClass="entr" presetSubtype="0" fill="hold" nodeType="clickEffect">
                                  <p:stCondLst>
                                    <p:cond delay="0"/>
                                  </p:stCondLst>
                                  <p:childTnLst>
                                    <p:set>
                                      <p:cBhvr>
                                        <p:cTn id="1342" dur="1" fill="hold">
                                          <p:stCondLst>
                                            <p:cond delay="0"/>
                                          </p:stCondLst>
                                        </p:cTn>
                                        <p:tgtEl>
                                          <p:spTgt spid="381">
                                            <p:txEl>
                                              <p:pRg st="1" end="1"/>
                                            </p:txEl>
                                          </p:spTgt>
                                        </p:tgtEl>
                                        <p:attrNameLst>
                                          <p:attrName>style.visibility</p:attrName>
                                        </p:attrNameLst>
                                      </p:cBhvr>
                                      <p:to>
                                        <p:strVal val="visible"/>
                                      </p:to>
                                    </p:set>
                                  </p:childTnLst>
                                </p:cTn>
                              </p:par>
                            </p:childTnLst>
                          </p:cTn>
                        </p:par>
                      </p:childTnLst>
                    </p:cTn>
                  </p:par>
                  <p:par>
                    <p:cTn id="1343" fill="hold">
                      <p:stCondLst>
                        <p:cond delay="indefinite"/>
                      </p:stCondLst>
                      <p:childTnLst>
                        <p:par>
                          <p:cTn id="1344" fill="hold">
                            <p:stCondLst>
                              <p:cond delay="0"/>
                            </p:stCondLst>
                            <p:childTnLst>
                              <p:par>
                                <p:cTn id="1345" presetID="1" presetClass="entr" presetSubtype="0" fill="hold" nodeType="clickEffect">
                                  <p:stCondLst>
                                    <p:cond delay="0"/>
                                  </p:stCondLst>
                                  <p:childTnLst>
                                    <p:set>
                                      <p:cBhvr>
                                        <p:cTn id="1346" dur="1" fill="hold">
                                          <p:stCondLst>
                                            <p:cond delay="0"/>
                                          </p:stCondLst>
                                        </p:cTn>
                                        <p:tgtEl>
                                          <p:spTgt spid="381">
                                            <p:txEl>
                                              <p:pRg st="2" end="2"/>
                                            </p:txEl>
                                          </p:spTgt>
                                        </p:tgtEl>
                                        <p:attrNameLst>
                                          <p:attrName>style.visibility</p:attrName>
                                        </p:attrNameLst>
                                      </p:cBhvr>
                                      <p:to>
                                        <p:strVal val="visible"/>
                                      </p:to>
                                    </p:set>
                                  </p:childTnLst>
                                </p:cTn>
                              </p:par>
                            </p:childTnLst>
                          </p:cTn>
                        </p:par>
                      </p:childTnLst>
                    </p:cTn>
                  </p:par>
                  <p:par>
                    <p:cTn id="1347" fill="hold">
                      <p:stCondLst>
                        <p:cond delay="indefinite"/>
                      </p:stCondLst>
                      <p:childTnLst>
                        <p:par>
                          <p:cTn id="1348" fill="hold">
                            <p:stCondLst>
                              <p:cond delay="0"/>
                            </p:stCondLst>
                            <p:childTnLst>
                              <p:par>
                                <p:cTn id="1349" presetID="1" presetClass="entr" presetSubtype="0" fill="hold" nodeType="clickEffect">
                                  <p:stCondLst>
                                    <p:cond delay="0"/>
                                  </p:stCondLst>
                                  <p:childTnLst>
                                    <p:set>
                                      <p:cBhvr>
                                        <p:cTn id="1350" dur="1" fill="hold">
                                          <p:stCondLst>
                                            <p:cond delay="0"/>
                                          </p:stCondLst>
                                        </p:cTn>
                                        <p:tgtEl>
                                          <p:spTgt spid="381">
                                            <p:txEl>
                                              <p:pRg st="3" end="3"/>
                                            </p:txEl>
                                          </p:spTgt>
                                        </p:tgtEl>
                                        <p:attrNameLst>
                                          <p:attrName>style.visibility</p:attrName>
                                        </p:attrNameLst>
                                      </p:cBhvr>
                                      <p:to>
                                        <p:strVal val="visible"/>
                                      </p:to>
                                    </p:set>
                                  </p:childTnLst>
                                </p:cTn>
                              </p:par>
                            </p:childTnLst>
                          </p:cTn>
                        </p:par>
                      </p:childTnLst>
                    </p:cTn>
                  </p:par>
                  <p:par>
                    <p:cTn id="1351" fill="hold">
                      <p:stCondLst>
                        <p:cond delay="indefinite"/>
                      </p:stCondLst>
                      <p:childTnLst>
                        <p:par>
                          <p:cTn id="1352" fill="hold">
                            <p:stCondLst>
                              <p:cond delay="0"/>
                            </p:stCondLst>
                            <p:childTnLst>
                              <p:par>
                                <p:cTn id="1353" presetID="1" presetClass="entr" presetSubtype="0" fill="hold" nodeType="clickEffect">
                                  <p:stCondLst>
                                    <p:cond delay="0"/>
                                  </p:stCondLst>
                                  <p:childTnLst>
                                    <p:set>
                                      <p:cBhvr>
                                        <p:cTn id="1354" dur="1" fill="hold">
                                          <p:stCondLst>
                                            <p:cond delay="0"/>
                                          </p:stCondLst>
                                        </p:cTn>
                                        <p:tgtEl>
                                          <p:spTgt spid="381">
                                            <p:txEl>
                                              <p:pRg st="4" end="4"/>
                                            </p:txEl>
                                          </p:spTgt>
                                        </p:tgtEl>
                                        <p:attrNameLst>
                                          <p:attrName>style.visibility</p:attrName>
                                        </p:attrNameLst>
                                      </p:cBhvr>
                                      <p:to>
                                        <p:strVal val="visible"/>
                                      </p:to>
                                    </p:set>
                                  </p:childTnLst>
                                </p:cTn>
                              </p:par>
                            </p:childTnLst>
                          </p:cTn>
                        </p:par>
                      </p:childTnLst>
                    </p:cTn>
                  </p:par>
                  <p:par>
                    <p:cTn id="1355" fill="hold">
                      <p:stCondLst>
                        <p:cond delay="indefinite"/>
                      </p:stCondLst>
                      <p:childTnLst>
                        <p:par>
                          <p:cTn id="1356" fill="hold">
                            <p:stCondLst>
                              <p:cond delay="0"/>
                            </p:stCondLst>
                            <p:childTnLst>
                              <p:par>
                                <p:cTn id="1357" presetID="1" presetClass="entr" presetSubtype="0" fill="hold" nodeType="clickEffect">
                                  <p:stCondLst>
                                    <p:cond delay="0"/>
                                  </p:stCondLst>
                                  <p:childTnLst>
                                    <p:set>
                                      <p:cBhvr>
                                        <p:cTn id="1358" dur="1" fill="hold">
                                          <p:stCondLst>
                                            <p:cond delay="0"/>
                                          </p:stCondLst>
                                        </p:cTn>
                                        <p:tgtEl>
                                          <p:spTgt spid="381">
                                            <p:txEl>
                                              <p:pRg st="5" end="5"/>
                                            </p:txEl>
                                          </p:spTgt>
                                        </p:tgtEl>
                                        <p:attrNameLst>
                                          <p:attrName>style.visibility</p:attrName>
                                        </p:attrNameLst>
                                      </p:cBhvr>
                                      <p:to>
                                        <p:strVal val="visible"/>
                                      </p:to>
                                    </p:set>
                                  </p:childTnLst>
                                </p:cTn>
                              </p:par>
                            </p:childTnLst>
                          </p:cTn>
                        </p:par>
                      </p:childTnLst>
                    </p:cTn>
                  </p:par>
                  <p:par>
                    <p:cTn id="1359" fill="hold">
                      <p:stCondLst>
                        <p:cond delay="indefinite"/>
                      </p:stCondLst>
                      <p:childTnLst>
                        <p:par>
                          <p:cTn id="1360" fill="hold">
                            <p:stCondLst>
                              <p:cond delay="0"/>
                            </p:stCondLst>
                            <p:childTnLst>
                              <p:par>
                                <p:cTn id="1361" presetID="1" presetClass="entr" presetSubtype="0" fill="hold" nodeType="clickEffect">
                                  <p:stCondLst>
                                    <p:cond delay="0"/>
                                  </p:stCondLst>
                                  <p:childTnLst>
                                    <p:set>
                                      <p:cBhvr>
                                        <p:cTn id="1362" dur="1" fill="hold">
                                          <p:stCondLst>
                                            <p:cond delay="0"/>
                                          </p:stCondLst>
                                        </p:cTn>
                                        <p:tgtEl>
                                          <p:spTgt spid="381">
                                            <p:txEl>
                                              <p:pRg st="6" end="6"/>
                                            </p:txEl>
                                          </p:spTgt>
                                        </p:tgtEl>
                                        <p:attrNameLst>
                                          <p:attrName>style.visibility</p:attrName>
                                        </p:attrNameLst>
                                      </p:cBhvr>
                                      <p:to>
                                        <p:strVal val="visible"/>
                                      </p:to>
                                    </p:set>
                                  </p:childTnLst>
                                </p:cTn>
                              </p:par>
                            </p:childTnLst>
                          </p:cTn>
                        </p:par>
                      </p:childTnLst>
                    </p:cTn>
                  </p:par>
                  <p:par>
                    <p:cTn id="1363" fill="hold">
                      <p:stCondLst>
                        <p:cond delay="indefinite"/>
                      </p:stCondLst>
                      <p:childTnLst>
                        <p:par>
                          <p:cTn id="1364" fill="hold">
                            <p:stCondLst>
                              <p:cond delay="0"/>
                            </p:stCondLst>
                            <p:childTnLst>
                              <p:par>
                                <p:cTn id="1365" presetID="1" presetClass="entr" presetSubtype="0" fill="hold" nodeType="clickEffect">
                                  <p:stCondLst>
                                    <p:cond delay="0"/>
                                  </p:stCondLst>
                                  <p:childTnLst>
                                    <p:set>
                                      <p:cBhvr>
                                        <p:cTn id="1366" dur="1" fill="hold">
                                          <p:stCondLst>
                                            <p:cond delay="0"/>
                                          </p:stCondLst>
                                        </p:cTn>
                                        <p:tgtEl>
                                          <p:spTgt spid="381">
                                            <p:txEl>
                                              <p:pRg st="7" end="7"/>
                                            </p:txEl>
                                          </p:spTgt>
                                        </p:tgtEl>
                                        <p:attrNameLst>
                                          <p:attrName>style.visibility</p:attrName>
                                        </p:attrNameLst>
                                      </p:cBhvr>
                                      <p:to>
                                        <p:strVal val="visible"/>
                                      </p:to>
                                    </p:set>
                                  </p:childTnLst>
                                </p:cTn>
                              </p:par>
                            </p:childTnLst>
                          </p:cTn>
                        </p:par>
                      </p:childTnLst>
                    </p:cTn>
                  </p:par>
                  <p:par>
                    <p:cTn id="1367" fill="hold">
                      <p:stCondLst>
                        <p:cond delay="indefinite"/>
                      </p:stCondLst>
                      <p:childTnLst>
                        <p:par>
                          <p:cTn id="1368" fill="hold">
                            <p:stCondLst>
                              <p:cond delay="0"/>
                            </p:stCondLst>
                            <p:childTnLst>
                              <p:par>
                                <p:cTn id="1369" presetID="1" presetClass="entr" presetSubtype="0" fill="hold" nodeType="clickEffect">
                                  <p:stCondLst>
                                    <p:cond delay="0"/>
                                  </p:stCondLst>
                                  <p:childTnLst>
                                    <p:set>
                                      <p:cBhvr>
                                        <p:cTn id="1370" dur="1" fill="hold">
                                          <p:stCondLst>
                                            <p:cond delay="0"/>
                                          </p:stCondLst>
                                        </p:cTn>
                                        <p:tgtEl>
                                          <p:spTgt spid="381">
                                            <p:txEl>
                                              <p:pRg st="8" end="8"/>
                                            </p:txEl>
                                          </p:spTgt>
                                        </p:tgtEl>
                                        <p:attrNameLst>
                                          <p:attrName>style.visibility</p:attrName>
                                        </p:attrNameLst>
                                      </p:cBhvr>
                                      <p:to>
                                        <p:strVal val="visible"/>
                                      </p:to>
                                    </p:set>
                                  </p:childTnLst>
                                </p:cTn>
                              </p:par>
                            </p:childTnLst>
                          </p:cTn>
                        </p:par>
                      </p:childTnLst>
                    </p:cTn>
                  </p:par>
                  <p:par>
                    <p:cTn id="1371" fill="hold">
                      <p:stCondLst>
                        <p:cond delay="indefinite"/>
                      </p:stCondLst>
                      <p:childTnLst>
                        <p:par>
                          <p:cTn id="1372" fill="hold">
                            <p:stCondLst>
                              <p:cond delay="0"/>
                            </p:stCondLst>
                            <p:childTnLst>
                              <p:par>
                                <p:cTn id="1373" presetID="1" presetClass="entr" presetSubtype="0" fill="hold" nodeType="clickEffect">
                                  <p:stCondLst>
                                    <p:cond delay="0"/>
                                  </p:stCondLst>
                                  <p:childTnLst>
                                    <p:set>
                                      <p:cBhvr>
                                        <p:cTn id="1374" dur="1" fill="hold">
                                          <p:stCondLst>
                                            <p:cond delay="0"/>
                                          </p:stCondLst>
                                        </p:cTn>
                                        <p:tgtEl>
                                          <p:spTgt spid="382">
                                            <p:txEl>
                                              <p:pRg st="0" end="0"/>
                                            </p:txEl>
                                          </p:spTgt>
                                        </p:tgtEl>
                                        <p:attrNameLst>
                                          <p:attrName>style.visibility</p:attrName>
                                        </p:attrNameLst>
                                      </p:cBhvr>
                                      <p:to>
                                        <p:strVal val="visible"/>
                                      </p:to>
                                    </p:set>
                                  </p:childTnLst>
                                </p:cTn>
                              </p:par>
                            </p:childTnLst>
                          </p:cTn>
                        </p:par>
                      </p:childTnLst>
                    </p:cTn>
                  </p:par>
                  <p:par>
                    <p:cTn id="1375" fill="hold">
                      <p:stCondLst>
                        <p:cond delay="indefinite"/>
                      </p:stCondLst>
                      <p:childTnLst>
                        <p:par>
                          <p:cTn id="1376" fill="hold">
                            <p:stCondLst>
                              <p:cond delay="0"/>
                            </p:stCondLst>
                            <p:childTnLst>
                              <p:par>
                                <p:cTn id="1377" presetID="1" presetClass="entr" presetSubtype="0" fill="hold" nodeType="clickEffect">
                                  <p:stCondLst>
                                    <p:cond delay="0"/>
                                  </p:stCondLst>
                                  <p:childTnLst>
                                    <p:set>
                                      <p:cBhvr>
                                        <p:cTn id="1378" dur="1" fill="hold">
                                          <p:stCondLst>
                                            <p:cond delay="0"/>
                                          </p:stCondLst>
                                        </p:cTn>
                                        <p:tgtEl>
                                          <p:spTgt spid="382">
                                            <p:txEl>
                                              <p:pRg st="1" end="1"/>
                                            </p:txEl>
                                          </p:spTgt>
                                        </p:tgtEl>
                                        <p:attrNameLst>
                                          <p:attrName>style.visibility</p:attrName>
                                        </p:attrNameLst>
                                      </p:cBhvr>
                                      <p:to>
                                        <p:strVal val="visible"/>
                                      </p:to>
                                    </p:set>
                                  </p:childTnLst>
                                </p:cTn>
                              </p:par>
                            </p:childTnLst>
                          </p:cTn>
                        </p:par>
                      </p:childTnLst>
                    </p:cTn>
                  </p:par>
                  <p:par>
                    <p:cTn id="1379" fill="hold">
                      <p:stCondLst>
                        <p:cond delay="indefinite"/>
                      </p:stCondLst>
                      <p:childTnLst>
                        <p:par>
                          <p:cTn id="1380" fill="hold">
                            <p:stCondLst>
                              <p:cond delay="0"/>
                            </p:stCondLst>
                            <p:childTnLst>
                              <p:par>
                                <p:cTn id="1381" presetID="1" presetClass="entr" presetSubtype="0" fill="hold" nodeType="clickEffect">
                                  <p:stCondLst>
                                    <p:cond delay="0"/>
                                  </p:stCondLst>
                                  <p:childTnLst>
                                    <p:set>
                                      <p:cBhvr>
                                        <p:cTn id="1382" dur="1" fill="hold">
                                          <p:stCondLst>
                                            <p:cond delay="0"/>
                                          </p:stCondLst>
                                        </p:cTn>
                                        <p:tgtEl>
                                          <p:spTgt spid="382">
                                            <p:txEl>
                                              <p:pRg st="2" end="2"/>
                                            </p:txEl>
                                          </p:spTgt>
                                        </p:tgtEl>
                                        <p:attrNameLst>
                                          <p:attrName>style.visibility</p:attrName>
                                        </p:attrNameLst>
                                      </p:cBhvr>
                                      <p:to>
                                        <p:strVal val="visible"/>
                                      </p:to>
                                    </p:set>
                                  </p:childTnLst>
                                </p:cTn>
                              </p:par>
                            </p:childTnLst>
                          </p:cTn>
                        </p:par>
                      </p:childTnLst>
                    </p:cTn>
                  </p:par>
                  <p:par>
                    <p:cTn id="1383" fill="hold">
                      <p:stCondLst>
                        <p:cond delay="indefinite"/>
                      </p:stCondLst>
                      <p:childTnLst>
                        <p:par>
                          <p:cTn id="1384" fill="hold">
                            <p:stCondLst>
                              <p:cond delay="0"/>
                            </p:stCondLst>
                            <p:childTnLst>
                              <p:par>
                                <p:cTn id="1385" presetID="1" presetClass="entr" presetSubtype="0" fill="hold" nodeType="clickEffect">
                                  <p:stCondLst>
                                    <p:cond delay="0"/>
                                  </p:stCondLst>
                                  <p:childTnLst>
                                    <p:set>
                                      <p:cBhvr>
                                        <p:cTn id="1386" dur="1" fill="hold">
                                          <p:stCondLst>
                                            <p:cond delay="0"/>
                                          </p:stCondLst>
                                        </p:cTn>
                                        <p:tgtEl>
                                          <p:spTgt spid="382">
                                            <p:txEl>
                                              <p:pRg st="3" end="3"/>
                                            </p:txEl>
                                          </p:spTgt>
                                        </p:tgtEl>
                                        <p:attrNameLst>
                                          <p:attrName>style.visibility</p:attrName>
                                        </p:attrNameLst>
                                      </p:cBhvr>
                                      <p:to>
                                        <p:strVal val="visible"/>
                                      </p:to>
                                    </p:set>
                                  </p:childTnLst>
                                </p:cTn>
                              </p:par>
                            </p:childTnLst>
                          </p:cTn>
                        </p:par>
                      </p:childTnLst>
                    </p:cTn>
                  </p:par>
                  <p:par>
                    <p:cTn id="1387" fill="hold">
                      <p:stCondLst>
                        <p:cond delay="indefinite"/>
                      </p:stCondLst>
                      <p:childTnLst>
                        <p:par>
                          <p:cTn id="1388" fill="hold">
                            <p:stCondLst>
                              <p:cond delay="0"/>
                            </p:stCondLst>
                            <p:childTnLst>
                              <p:par>
                                <p:cTn id="1389" presetID="1" presetClass="entr" presetSubtype="0" fill="hold" nodeType="clickEffect">
                                  <p:stCondLst>
                                    <p:cond delay="0"/>
                                  </p:stCondLst>
                                  <p:childTnLst>
                                    <p:set>
                                      <p:cBhvr>
                                        <p:cTn id="1390" dur="1" fill="hold">
                                          <p:stCondLst>
                                            <p:cond delay="0"/>
                                          </p:stCondLst>
                                        </p:cTn>
                                        <p:tgtEl>
                                          <p:spTgt spid="382">
                                            <p:txEl>
                                              <p:pRg st="4" end="4"/>
                                            </p:txEl>
                                          </p:spTgt>
                                        </p:tgtEl>
                                        <p:attrNameLst>
                                          <p:attrName>style.visibility</p:attrName>
                                        </p:attrNameLst>
                                      </p:cBhvr>
                                      <p:to>
                                        <p:strVal val="visible"/>
                                      </p:to>
                                    </p:set>
                                  </p:childTnLst>
                                </p:cTn>
                              </p:par>
                            </p:childTnLst>
                          </p:cTn>
                        </p:par>
                      </p:childTnLst>
                    </p:cTn>
                  </p:par>
                  <p:par>
                    <p:cTn id="1391" fill="hold">
                      <p:stCondLst>
                        <p:cond delay="indefinite"/>
                      </p:stCondLst>
                      <p:childTnLst>
                        <p:par>
                          <p:cTn id="1392" fill="hold">
                            <p:stCondLst>
                              <p:cond delay="0"/>
                            </p:stCondLst>
                            <p:childTnLst>
                              <p:par>
                                <p:cTn id="1393" presetID="1" presetClass="entr" presetSubtype="0" fill="hold" nodeType="clickEffect">
                                  <p:stCondLst>
                                    <p:cond delay="0"/>
                                  </p:stCondLst>
                                  <p:childTnLst>
                                    <p:set>
                                      <p:cBhvr>
                                        <p:cTn id="1394" dur="1" fill="hold">
                                          <p:stCondLst>
                                            <p:cond delay="0"/>
                                          </p:stCondLst>
                                        </p:cTn>
                                        <p:tgtEl>
                                          <p:spTgt spid="382">
                                            <p:txEl>
                                              <p:pRg st="5" end="5"/>
                                            </p:txEl>
                                          </p:spTgt>
                                        </p:tgtEl>
                                        <p:attrNameLst>
                                          <p:attrName>style.visibility</p:attrName>
                                        </p:attrNameLst>
                                      </p:cBhvr>
                                      <p:to>
                                        <p:strVal val="visible"/>
                                      </p:to>
                                    </p:set>
                                  </p:childTnLst>
                                </p:cTn>
                              </p:par>
                            </p:childTnLst>
                          </p:cTn>
                        </p:par>
                      </p:childTnLst>
                    </p:cTn>
                  </p:par>
                  <p:par>
                    <p:cTn id="1395" fill="hold">
                      <p:stCondLst>
                        <p:cond delay="indefinite"/>
                      </p:stCondLst>
                      <p:childTnLst>
                        <p:par>
                          <p:cTn id="1396" fill="hold">
                            <p:stCondLst>
                              <p:cond delay="0"/>
                            </p:stCondLst>
                            <p:childTnLst>
                              <p:par>
                                <p:cTn id="1397" presetID="1" presetClass="entr" presetSubtype="0" fill="hold" nodeType="clickEffect">
                                  <p:stCondLst>
                                    <p:cond delay="0"/>
                                  </p:stCondLst>
                                  <p:childTnLst>
                                    <p:set>
                                      <p:cBhvr>
                                        <p:cTn id="1398" dur="1" fill="hold">
                                          <p:stCondLst>
                                            <p:cond delay="0"/>
                                          </p:stCondLst>
                                        </p:cTn>
                                        <p:tgtEl>
                                          <p:spTgt spid="382">
                                            <p:txEl>
                                              <p:pRg st="6" end="6"/>
                                            </p:txEl>
                                          </p:spTgt>
                                        </p:tgtEl>
                                        <p:attrNameLst>
                                          <p:attrName>style.visibility</p:attrName>
                                        </p:attrNameLst>
                                      </p:cBhvr>
                                      <p:to>
                                        <p:strVal val="visible"/>
                                      </p:to>
                                    </p:set>
                                  </p:childTnLst>
                                </p:cTn>
                              </p:par>
                            </p:childTnLst>
                          </p:cTn>
                        </p:par>
                      </p:childTnLst>
                    </p:cTn>
                  </p:par>
                  <p:par>
                    <p:cTn id="1399" fill="hold">
                      <p:stCondLst>
                        <p:cond delay="indefinite"/>
                      </p:stCondLst>
                      <p:childTnLst>
                        <p:par>
                          <p:cTn id="1400" fill="hold">
                            <p:stCondLst>
                              <p:cond delay="0"/>
                            </p:stCondLst>
                            <p:childTnLst>
                              <p:par>
                                <p:cTn id="1401" presetID="1" presetClass="entr" presetSubtype="0" fill="hold" nodeType="clickEffect">
                                  <p:stCondLst>
                                    <p:cond delay="0"/>
                                  </p:stCondLst>
                                  <p:childTnLst>
                                    <p:set>
                                      <p:cBhvr>
                                        <p:cTn id="1402" dur="1" fill="hold">
                                          <p:stCondLst>
                                            <p:cond delay="0"/>
                                          </p:stCondLst>
                                        </p:cTn>
                                        <p:tgtEl>
                                          <p:spTgt spid="382">
                                            <p:txEl>
                                              <p:pRg st="7" end="7"/>
                                            </p:txEl>
                                          </p:spTgt>
                                        </p:tgtEl>
                                        <p:attrNameLst>
                                          <p:attrName>style.visibility</p:attrName>
                                        </p:attrNameLst>
                                      </p:cBhvr>
                                      <p:to>
                                        <p:strVal val="visible"/>
                                      </p:to>
                                    </p:set>
                                  </p:childTnLst>
                                </p:cTn>
                              </p:par>
                            </p:childTnLst>
                          </p:cTn>
                        </p:par>
                      </p:childTnLst>
                    </p:cTn>
                  </p:par>
                  <p:par>
                    <p:cTn id="1403" fill="hold">
                      <p:stCondLst>
                        <p:cond delay="indefinite"/>
                      </p:stCondLst>
                      <p:childTnLst>
                        <p:par>
                          <p:cTn id="1404" fill="hold">
                            <p:stCondLst>
                              <p:cond delay="0"/>
                            </p:stCondLst>
                            <p:childTnLst>
                              <p:par>
                                <p:cTn id="1405" presetID="1" presetClass="entr" presetSubtype="0" fill="hold" nodeType="clickEffect">
                                  <p:stCondLst>
                                    <p:cond delay="0"/>
                                  </p:stCondLst>
                                  <p:childTnLst>
                                    <p:set>
                                      <p:cBhvr>
                                        <p:cTn id="1406" dur="1" fill="hold">
                                          <p:stCondLst>
                                            <p:cond delay="0"/>
                                          </p:stCondLst>
                                        </p:cTn>
                                        <p:tgtEl>
                                          <p:spTgt spid="382">
                                            <p:txEl>
                                              <p:pRg st="8" end="8"/>
                                            </p:txEl>
                                          </p:spTgt>
                                        </p:tgtEl>
                                        <p:attrNameLst>
                                          <p:attrName>style.visibility</p:attrName>
                                        </p:attrNameLst>
                                      </p:cBhvr>
                                      <p:to>
                                        <p:strVal val="visible"/>
                                      </p:to>
                                    </p:set>
                                  </p:childTnLst>
                                </p:cTn>
                              </p:par>
                            </p:childTnLst>
                          </p:cTn>
                        </p:par>
                      </p:childTnLst>
                    </p:cTn>
                  </p:par>
                  <p:par>
                    <p:cTn id="1407" fill="hold">
                      <p:stCondLst>
                        <p:cond delay="indefinite"/>
                      </p:stCondLst>
                      <p:childTnLst>
                        <p:par>
                          <p:cTn id="1408" fill="hold">
                            <p:stCondLst>
                              <p:cond delay="0"/>
                            </p:stCondLst>
                            <p:childTnLst>
                              <p:par>
                                <p:cTn id="1409" presetID="1" presetClass="entr" presetSubtype="0" fill="hold" nodeType="clickEffect">
                                  <p:stCondLst>
                                    <p:cond delay="0"/>
                                  </p:stCondLst>
                                  <p:childTnLst>
                                    <p:set>
                                      <p:cBhvr>
                                        <p:cTn id="1410" dur="1" fill="hold">
                                          <p:stCondLst>
                                            <p:cond delay="0"/>
                                          </p:stCondLst>
                                        </p:cTn>
                                        <p:tgtEl>
                                          <p:spTgt spid="383">
                                            <p:txEl>
                                              <p:pRg st="0" end="0"/>
                                            </p:txEl>
                                          </p:spTgt>
                                        </p:tgtEl>
                                        <p:attrNameLst>
                                          <p:attrName>style.visibility</p:attrName>
                                        </p:attrNameLst>
                                      </p:cBhvr>
                                      <p:to>
                                        <p:strVal val="visible"/>
                                      </p:to>
                                    </p:set>
                                  </p:childTnLst>
                                </p:cTn>
                              </p:par>
                            </p:childTnLst>
                          </p:cTn>
                        </p:par>
                      </p:childTnLst>
                    </p:cTn>
                  </p:par>
                  <p:par>
                    <p:cTn id="1411" fill="hold">
                      <p:stCondLst>
                        <p:cond delay="indefinite"/>
                      </p:stCondLst>
                      <p:childTnLst>
                        <p:par>
                          <p:cTn id="1412" fill="hold">
                            <p:stCondLst>
                              <p:cond delay="0"/>
                            </p:stCondLst>
                            <p:childTnLst>
                              <p:par>
                                <p:cTn id="1413" presetID="1" presetClass="entr" presetSubtype="0" fill="hold" nodeType="clickEffect">
                                  <p:stCondLst>
                                    <p:cond delay="0"/>
                                  </p:stCondLst>
                                  <p:childTnLst>
                                    <p:set>
                                      <p:cBhvr>
                                        <p:cTn id="1414" dur="1" fill="hold">
                                          <p:stCondLst>
                                            <p:cond delay="0"/>
                                          </p:stCondLst>
                                        </p:cTn>
                                        <p:tgtEl>
                                          <p:spTgt spid="383">
                                            <p:txEl>
                                              <p:pRg st="1" end="1"/>
                                            </p:txEl>
                                          </p:spTgt>
                                        </p:tgtEl>
                                        <p:attrNameLst>
                                          <p:attrName>style.visibility</p:attrName>
                                        </p:attrNameLst>
                                      </p:cBhvr>
                                      <p:to>
                                        <p:strVal val="visible"/>
                                      </p:to>
                                    </p:set>
                                  </p:childTnLst>
                                </p:cTn>
                              </p:par>
                            </p:childTnLst>
                          </p:cTn>
                        </p:par>
                      </p:childTnLst>
                    </p:cTn>
                  </p:par>
                  <p:par>
                    <p:cTn id="1415" fill="hold">
                      <p:stCondLst>
                        <p:cond delay="indefinite"/>
                      </p:stCondLst>
                      <p:childTnLst>
                        <p:par>
                          <p:cTn id="1416" fill="hold">
                            <p:stCondLst>
                              <p:cond delay="0"/>
                            </p:stCondLst>
                            <p:childTnLst>
                              <p:par>
                                <p:cTn id="1417" presetID="1" presetClass="entr" presetSubtype="0" fill="hold" nodeType="clickEffect">
                                  <p:stCondLst>
                                    <p:cond delay="0"/>
                                  </p:stCondLst>
                                  <p:childTnLst>
                                    <p:set>
                                      <p:cBhvr>
                                        <p:cTn id="1418" dur="1" fill="hold">
                                          <p:stCondLst>
                                            <p:cond delay="0"/>
                                          </p:stCondLst>
                                        </p:cTn>
                                        <p:tgtEl>
                                          <p:spTgt spid="383">
                                            <p:txEl>
                                              <p:pRg st="2" end="2"/>
                                            </p:txEl>
                                          </p:spTgt>
                                        </p:tgtEl>
                                        <p:attrNameLst>
                                          <p:attrName>style.visibility</p:attrName>
                                        </p:attrNameLst>
                                      </p:cBhvr>
                                      <p:to>
                                        <p:strVal val="visible"/>
                                      </p:to>
                                    </p:set>
                                  </p:childTnLst>
                                </p:cTn>
                              </p:par>
                            </p:childTnLst>
                          </p:cTn>
                        </p:par>
                      </p:childTnLst>
                    </p:cTn>
                  </p:par>
                  <p:par>
                    <p:cTn id="1419" fill="hold">
                      <p:stCondLst>
                        <p:cond delay="indefinite"/>
                      </p:stCondLst>
                      <p:childTnLst>
                        <p:par>
                          <p:cTn id="1420" fill="hold">
                            <p:stCondLst>
                              <p:cond delay="0"/>
                            </p:stCondLst>
                            <p:childTnLst>
                              <p:par>
                                <p:cTn id="1421" presetID="1" presetClass="entr" presetSubtype="0" fill="hold" nodeType="clickEffect">
                                  <p:stCondLst>
                                    <p:cond delay="0"/>
                                  </p:stCondLst>
                                  <p:childTnLst>
                                    <p:set>
                                      <p:cBhvr>
                                        <p:cTn id="1422" dur="1" fill="hold">
                                          <p:stCondLst>
                                            <p:cond delay="0"/>
                                          </p:stCondLst>
                                        </p:cTn>
                                        <p:tgtEl>
                                          <p:spTgt spid="383">
                                            <p:txEl>
                                              <p:pRg st="3" end="3"/>
                                            </p:txEl>
                                          </p:spTgt>
                                        </p:tgtEl>
                                        <p:attrNameLst>
                                          <p:attrName>style.visibility</p:attrName>
                                        </p:attrNameLst>
                                      </p:cBhvr>
                                      <p:to>
                                        <p:strVal val="visible"/>
                                      </p:to>
                                    </p:set>
                                  </p:childTnLst>
                                </p:cTn>
                              </p:par>
                            </p:childTnLst>
                          </p:cTn>
                        </p:par>
                      </p:childTnLst>
                    </p:cTn>
                  </p:par>
                  <p:par>
                    <p:cTn id="1423" fill="hold">
                      <p:stCondLst>
                        <p:cond delay="indefinite"/>
                      </p:stCondLst>
                      <p:childTnLst>
                        <p:par>
                          <p:cTn id="1424" fill="hold">
                            <p:stCondLst>
                              <p:cond delay="0"/>
                            </p:stCondLst>
                            <p:childTnLst>
                              <p:par>
                                <p:cTn id="1425" presetID="1" presetClass="entr" presetSubtype="0" fill="hold" nodeType="clickEffect">
                                  <p:stCondLst>
                                    <p:cond delay="0"/>
                                  </p:stCondLst>
                                  <p:childTnLst>
                                    <p:set>
                                      <p:cBhvr>
                                        <p:cTn id="1426" dur="1" fill="hold">
                                          <p:stCondLst>
                                            <p:cond delay="0"/>
                                          </p:stCondLst>
                                        </p:cTn>
                                        <p:tgtEl>
                                          <p:spTgt spid="383">
                                            <p:txEl>
                                              <p:pRg st="4" end="4"/>
                                            </p:txEl>
                                          </p:spTgt>
                                        </p:tgtEl>
                                        <p:attrNameLst>
                                          <p:attrName>style.visibility</p:attrName>
                                        </p:attrNameLst>
                                      </p:cBhvr>
                                      <p:to>
                                        <p:strVal val="visible"/>
                                      </p:to>
                                    </p:set>
                                  </p:childTnLst>
                                </p:cTn>
                              </p:par>
                            </p:childTnLst>
                          </p:cTn>
                        </p:par>
                      </p:childTnLst>
                    </p:cTn>
                  </p:par>
                  <p:par>
                    <p:cTn id="1427" fill="hold">
                      <p:stCondLst>
                        <p:cond delay="indefinite"/>
                      </p:stCondLst>
                      <p:childTnLst>
                        <p:par>
                          <p:cTn id="1428" fill="hold">
                            <p:stCondLst>
                              <p:cond delay="0"/>
                            </p:stCondLst>
                            <p:childTnLst>
                              <p:par>
                                <p:cTn id="1429" presetID="1" presetClass="entr" presetSubtype="0" fill="hold" nodeType="clickEffect">
                                  <p:stCondLst>
                                    <p:cond delay="0"/>
                                  </p:stCondLst>
                                  <p:childTnLst>
                                    <p:set>
                                      <p:cBhvr>
                                        <p:cTn id="1430" dur="1" fill="hold">
                                          <p:stCondLst>
                                            <p:cond delay="0"/>
                                          </p:stCondLst>
                                        </p:cTn>
                                        <p:tgtEl>
                                          <p:spTgt spid="383">
                                            <p:txEl>
                                              <p:pRg st="5" end="5"/>
                                            </p:txEl>
                                          </p:spTgt>
                                        </p:tgtEl>
                                        <p:attrNameLst>
                                          <p:attrName>style.visibility</p:attrName>
                                        </p:attrNameLst>
                                      </p:cBhvr>
                                      <p:to>
                                        <p:strVal val="visible"/>
                                      </p:to>
                                    </p:set>
                                  </p:childTnLst>
                                </p:cTn>
                              </p:par>
                            </p:childTnLst>
                          </p:cTn>
                        </p:par>
                      </p:childTnLst>
                    </p:cTn>
                  </p:par>
                  <p:par>
                    <p:cTn id="1431" fill="hold">
                      <p:stCondLst>
                        <p:cond delay="indefinite"/>
                      </p:stCondLst>
                      <p:childTnLst>
                        <p:par>
                          <p:cTn id="1432" fill="hold">
                            <p:stCondLst>
                              <p:cond delay="0"/>
                            </p:stCondLst>
                            <p:childTnLst>
                              <p:par>
                                <p:cTn id="1433" presetID="1" presetClass="entr" presetSubtype="0" fill="hold" nodeType="clickEffect">
                                  <p:stCondLst>
                                    <p:cond delay="0"/>
                                  </p:stCondLst>
                                  <p:childTnLst>
                                    <p:set>
                                      <p:cBhvr>
                                        <p:cTn id="1434" dur="1" fill="hold">
                                          <p:stCondLst>
                                            <p:cond delay="0"/>
                                          </p:stCondLst>
                                        </p:cTn>
                                        <p:tgtEl>
                                          <p:spTgt spid="383">
                                            <p:txEl>
                                              <p:pRg st="6" end="6"/>
                                            </p:txEl>
                                          </p:spTgt>
                                        </p:tgtEl>
                                        <p:attrNameLst>
                                          <p:attrName>style.visibility</p:attrName>
                                        </p:attrNameLst>
                                      </p:cBhvr>
                                      <p:to>
                                        <p:strVal val="visible"/>
                                      </p:to>
                                    </p:set>
                                  </p:childTnLst>
                                </p:cTn>
                              </p:par>
                            </p:childTnLst>
                          </p:cTn>
                        </p:par>
                      </p:childTnLst>
                    </p:cTn>
                  </p:par>
                  <p:par>
                    <p:cTn id="1435" fill="hold">
                      <p:stCondLst>
                        <p:cond delay="indefinite"/>
                      </p:stCondLst>
                      <p:childTnLst>
                        <p:par>
                          <p:cTn id="1436" fill="hold">
                            <p:stCondLst>
                              <p:cond delay="0"/>
                            </p:stCondLst>
                            <p:childTnLst>
                              <p:par>
                                <p:cTn id="1437" presetID="1" presetClass="entr" presetSubtype="0" fill="hold" nodeType="clickEffect">
                                  <p:stCondLst>
                                    <p:cond delay="0"/>
                                  </p:stCondLst>
                                  <p:childTnLst>
                                    <p:set>
                                      <p:cBhvr>
                                        <p:cTn id="1438" dur="1" fill="hold">
                                          <p:stCondLst>
                                            <p:cond delay="0"/>
                                          </p:stCondLst>
                                        </p:cTn>
                                        <p:tgtEl>
                                          <p:spTgt spid="383">
                                            <p:txEl>
                                              <p:pRg st="7" end="7"/>
                                            </p:txEl>
                                          </p:spTgt>
                                        </p:tgtEl>
                                        <p:attrNameLst>
                                          <p:attrName>style.visibility</p:attrName>
                                        </p:attrNameLst>
                                      </p:cBhvr>
                                      <p:to>
                                        <p:strVal val="visible"/>
                                      </p:to>
                                    </p:set>
                                  </p:childTnLst>
                                </p:cTn>
                              </p:par>
                            </p:childTnLst>
                          </p:cTn>
                        </p:par>
                      </p:childTnLst>
                    </p:cTn>
                  </p:par>
                  <p:par>
                    <p:cTn id="1439" fill="hold">
                      <p:stCondLst>
                        <p:cond delay="indefinite"/>
                      </p:stCondLst>
                      <p:childTnLst>
                        <p:par>
                          <p:cTn id="1440" fill="hold">
                            <p:stCondLst>
                              <p:cond delay="0"/>
                            </p:stCondLst>
                            <p:childTnLst>
                              <p:par>
                                <p:cTn id="1441" presetID="1" presetClass="entr" presetSubtype="0" fill="hold" nodeType="clickEffect">
                                  <p:stCondLst>
                                    <p:cond delay="0"/>
                                  </p:stCondLst>
                                  <p:childTnLst>
                                    <p:set>
                                      <p:cBhvr>
                                        <p:cTn id="1442" dur="1" fill="hold">
                                          <p:stCondLst>
                                            <p:cond delay="0"/>
                                          </p:stCondLst>
                                        </p:cTn>
                                        <p:tgtEl>
                                          <p:spTgt spid="383">
                                            <p:txEl>
                                              <p:pRg st="8" end="8"/>
                                            </p:txEl>
                                          </p:spTgt>
                                        </p:tgtEl>
                                        <p:attrNameLst>
                                          <p:attrName>style.visibility</p:attrName>
                                        </p:attrNameLst>
                                      </p:cBhvr>
                                      <p:to>
                                        <p:strVal val="visible"/>
                                      </p:to>
                                    </p:set>
                                  </p:childTnLst>
                                </p:cTn>
                              </p:par>
                            </p:childTnLst>
                          </p:cTn>
                        </p:par>
                      </p:childTnLst>
                    </p:cTn>
                  </p:par>
                  <p:par>
                    <p:cTn id="1443" fill="hold">
                      <p:stCondLst>
                        <p:cond delay="indefinite"/>
                      </p:stCondLst>
                      <p:childTnLst>
                        <p:par>
                          <p:cTn id="1444" fill="hold">
                            <p:stCondLst>
                              <p:cond delay="0"/>
                            </p:stCondLst>
                            <p:childTnLst>
                              <p:par>
                                <p:cTn id="1445" presetID="1" presetClass="entr" presetSubtype="0" fill="hold" nodeType="clickEffect">
                                  <p:stCondLst>
                                    <p:cond delay="0"/>
                                  </p:stCondLst>
                                  <p:childTnLst>
                                    <p:set>
                                      <p:cBhvr>
                                        <p:cTn id="1446" dur="1" fill="hold">
                                          <p:stCondLst>
                                            <p:cond delay="0"/>
                                          </p:stCondLst>
                                        </p:cTn>
                                        <p:tgtEl>
                                          <p:spTgt spid="384">
                                            <p:txEl>
                                              <p:pRg st="0" end="0"/>
                                            </p:txEl>
                                          </p:spTgt>
                                        </p:tgtEl>
                                        <p:attrNameLst>
                                          <p:attrName>style.visibility</p:attrName>
                                        </p:attrNameLst>
                                      </p:cBhvr>
                                      <p:to>
                                        <p:strVal val="visible"/>
                                      </p:to>
                                    </p:set>
                                  </p:childTnLst>
                                </p:cTn>
                              </p:par>
                            </p:childTnLst>
                          </p:cTn>
                        </p:par>
                      </p:childTnLst>
                    </p:cTn>
                  </p:par>
                  <p:par>
                    <p:cTn id="1447" fill="hold">
                      <p:stCondLst>
                        <p:cond delay="indefinite"/>
                      </p:stCondLst>
                      <p:childTnLst>
                        <p:par>
                          <p:cTn id="1448" fill="hold">
                            <p:stCondLst>
                              <p:cond delay="0"/>
                            </p:stCondLst>
                            <p:childTnLst>
                              <p:par>
                                <p:cTn id="1449" presetID="1" presetClass="entr" presetSubtype="0" fill="hold" nodeType="clickEffect">
                                  <p:stCondLst>
                                    <p:cond delay="0"/>
                                  </p:stCondLst>
                                  <p:childTnLst>
                                    <p:set>
                                      <p:cBhvr>
                                        <p:cTn id="1450" dur="1" fill="hold">
                                          <p:stCondLst>
                                            <p:cond delay="0"/>
                                          </p:stCondLst>
                                        </p:cTn>
                                        <p:tgtEl>
                                          <p:spTgt spid="384">
                                            <p:txEl>
                                              <p:pRg st="1" end="1"/>
                                            </p:txEl>
                                          </p:spTgt>
                                        </p:tgtEl>
                                        <p:attrNameLst>
                                          <p:attrName>style.visibility</p:attrName>
                                        </p:attrNameLst>
                                      </p:cBhvr>
                                      <p:to>
                                        <p:strVal val="visible"/>
                                      </p:to>
                                    </p:set>
                                  </p:childTnLst>
                                </p:cTn>
                              </p:par>
                            </p:childTnLst>
                          </p:cTn>
                        </p:par>
                      </p:childTnLst>
                    </p:cTn>
                  </p:par>
                  <p:par>
                    <p:cTn id="1451" fill="hold">
                      <p:stCondLst>
                        <p:cond delay="indefinite"/>
                      </p:stCondLst>
                      <p:childTnLst>
                        <p:par>
                          <p:cTn id="1452" fill="hold">
                            <p:stCondLst>
                              <p:cond delay="0"/>
                            </p:stCondLst>
                            <p:childTnLst>
                              <p:par>
                                <p:cTn id="1453" presetID="1" presetClass="entr" presetSubtype="0" fill="hold" nodeType="clickEffect">
                                  <p:stCondLst>
                                    <p:cond delay="0"/>
                                  </p:stCondLst>
                                  <p:childTnLst>
                                    <p:set>
                                      <p:cBhvr>
                                        <p:cTn id="1454" dur="1" fill="hold">
                                          <p:stCondLst>
                                            <p:cond delay="0"/>
                                          </p:stCondLst>
                                        </p:cTn>
                                        <p:tgtEl>
                                          <p:spTgt spid="384">
                                            <p:txEl>
                                              <p:pRg st="2" end="2"/>
                                            </p:txEl>
                                          </p:spTgt>
                                        </p:tgtEl>
                                        <p:attrNameLst>
                                          <p:attrName>style.visibility</p:attrName>
                                        </p:attrNameLst>
                                      </p:cBhvr>
                                      <p:to>
                                        <p:strVal val="visible"/>
                                      </p:to>
                                    </p:set>
                                  </p:childTnLst>
                                </p:cTn>
                              </p:par>
                            </p:childTnLst>
                          </p:cTn>
                        </p:par>
                      </p:childTnLst>
                    </p:cTn>
                  </p:par>
                  <p:par>
                    <p:cTn id="1455" fill="hold">
                      <p:stCondLst>
                        <p:cond delay="indefinite"/>
                      </p:stCondLst>
                      <p:childTnLst>
                        <p:par>
                          <p:cTn id="1456" fill="hold">
                            <p:stCondLst>
                              <p:cond delay="0"/>
                            </p:stCondLst>
                            <p:childTnLst>
                              <p:par>
                                <p:cTn id="1457" presetID="1" presetClass="entr" presetSubtype="0" fill="hold" nodeType="clickEffect">
                                  <p:stCondLst>
                                    <p:cond delay="0"/>
                                  </p:stCondLst>
                                  <p:childTnLst>
                                    <p:set>
                                      <p:cBhvr>
                                        <p:cTn id="1458" dur="1" fill="hold">
                                          <p:stCondLst>
                                            <p:cond delay="0"/>
                                          </p:stCondLst>
                                        </p:cTn>
                                        <p:tgtEl>
                                          <p:spTgt spid="384">
                                            <p:txEl>
                                              <p:pRg st="3" end="3"/>
                                            </p:txEl>
                                          </p:spTgt>
                                        </p:tgtEl>
                                        <p:attrNameLst>
                                          <p:attrName>style.visibility</p:attrName>
                                        </p:attrNameLst>
                                      </p:cBhvr>
                                      <p:to>
                                        <p:strVal val="visible"/>
                                      </p:to>
                                    </p:set>
                                  </p:childTnLst>
                                </p:cTn>
                              </p:par>
                            </p:childTnLst>
                          </p:cTn>
                        </p:par>
                      </p:childTnLst>
                    </p:cTn>
                  </p:par>
                  <p:par>
                    <p:cTn id="1459" fill="hold">
                      <p:stCondLst>
                        <p:cond delay="indefinite"/>
                      </p:stCondLst>
                      <p:childTnLst>
                        <p:par>
                          <p:cTn id="1460" fill="hold">
                            <p:stCondLst>
                              <p:cond delay="0"/>
                            </p:stCondLst>
                            <p:childTnLst>
                              <p:par>
                                <p:cTn id="1461" presetID="1" presetClass="entr" presetSubtype="0" fill="hold" nodeType="clickEffect">
                                  <p:stCondLst>
                                    <p:cond delay="0"/>
                                  </p:stCondLst>
                                  <p:childTnLst>
                                    <p:set>
                                      <p:cBhvr>
                                        <p:cTn id="1462" dur="1" fill="hold">
                                          <p:stCondLst>
                                            <p:cond delay="0"/>
                                          </p:stCondLst>
                                        </p:cTn>
                                        <p:tgtEl>
                                          <p:spTgt spid="384">
                                            <p:txEl>
                                              <p:pRg st="4" end="4"/>
                                            </p:txEl>
                                          </p:spTgt>
                                        </p:tgtEl>
                                        <p:attrNameLst>
                                          <p:attrName>style.visibility</p:attrName>
                                        </p:attrNameLst>
                                      </p:cBhvr>
                                      <p:to>
                                        <p:strVal val="visible"/>
                                      </p:to>
                                    </p:set>
                                  </p:childTnLst>
                                </p:cTn>
                              </p:par>
                            </p:childTnLst>
                          </p:cTn>
                        </p:par>
                      </p:childTnLst>
                    </p:cTn>
                  </p:par>
                  <p:par>
                    <p:cTn id="1463" fill="hold">
                      <p:stCondLst>
                        <p:cond delay="indefinite"/>
                      </p:stCondLst>
                      <p:childTnLst>
                        <p:par>
                          <p:cTn id="1464" fill="hold">
                            <p:stCondLst>
                              <p:cond delay="0"/>
                            </p:stCondLst>
                            <p:childTnLst>
                              <p:par>
                                <p:cTn id="1465" presetID="1" presetClass="entr" presetSubtype="0" fill="hold" nodeType="clickEffect">
                                  <p:stCondLst>
                                    <p:cond delay="0"/>
                                  </p:stCondLst>
                                  <p:childTnLst>
                                    <p:set>
                                      <p:cBhvr>
                                        <p:cTn id="1466" dur="1" fill="hold">
                                          <p:stCondLst>
                                            <p:cond delay="0"/>
                                          </p:stCondLst>
                                        </p:cTn>
                                        <p:tgtEl>
                                          <p:spTgt spid="384">
                                            <p:txEl>
                                              <p:pRg st="5" end="5"/>
                                            </p:txEl>
                                          </p:spTgt>
                                        </p:tgtEl>
                                        <p:attrNameLst>
                                          <p:attrName>style.visibility</p:attrName>
                                        </p:attrNameLst>
                                      </p:cBhvr>
                                      <p:to>
                                        <p:strVal val="visible"/>
                                      </p:to>
                                    </p:set>
                                  </p:childTnLst>
                                </p:cTn>
                              </p:par>
                            </p:childTnLst>
                          </p:cTn>
                        </p:par>
                      </p:childTnLst>
                    </p:cTn>
                  </p:par>
                  <p:par>
                    <p:cTn id="1467" fill="hold">
                      <p:stCondLst>
                        <p:cond delay="indefinite"/>
                      </p:stCondLst>
                      <p:childTnLst>
                        <p:par>
                          <p:cTn id="1468" fill="hold">
                            <p:stCondLst>
                              <p:cond delay="0"/>
                            </p:stCondLst>
                            <p:childTnLst>
                              <p:par>
                                <p:cTn id="1469" presetID="1" presetClass="entr" presetSubtype="0" fill="hold" nodeType="clickEffect">
                                  <p:stCondLst>
                                    <p:cond delay="0"/>
                                  </p:stCondLst>
                                  <p:childTnLst>
                                    <p:set>
                                      <p:cBhvr>
                                        <p:cTn id="1470" dur="1" fill="hold">
                                          <p:stCondLst>
                                            <p:cond delay="0"/>
                                          </p:stCondLst>
                                        </p:cTn>
                                        <p:tgtEl>
                                          <p:spTgt spid="384">
                                            <p:txEl>
                                              <p:pRg st="6" end="6"/>
                                            </p:txEl>
                                          </p:spTgt>
                                        </p:tgtEl>
                                        <p:attrNameLst>
                                          <p:attrName>style.visibility</p:attrName>
                                        </p:attrNameLst>
                                      </p:cBhvr>
                                      <p:to>
                                        <p:strVal val="visible"/>
                                      </p:to>
                                    </p:set>
                                  </p:childTnLst>
                                </p:cTn>
                              </p:par>
                            </p:childTnLst>
                          </p:cTn>
                        </p:par>
                      </p:childTnLst>
                    </p:cTn>
                  </p:par>
                  <p:par>
                    <p:cTn id="1471" fill="hold">
                      <p:stCondLst>
                        <p:cond delay="indefinite"/>
                      </p:stCondLst>
                      <p:childTnLst>
                        <p:par>
                          <p:cTn id="1472" fill="hold">
                            <p:stCondLst>
                              <p:cond delay="0"/>
                            </p:stCondLst>
                            <p:childTnLst>
                              <p:par>
                                <p:cTn id="1473" presetID="1" presetClass="entr" presetSubtype="0" fill="hold" nodeType="clickEffect">
                                  <p:stCondLst>
                                    <p:cond delay="0"/>
                                  </p:stCondLst>
                                  <p:childTnLst>
                                    <p:set>
                                      <p:cBhvr>
                                        <p:cTn id="1474" dur="1" fill="hold">
                                          <p:stCondLst>
                                            <p:cond delay="0"/>
                                          </p:stCondLst>
                                        </p:cTn>
                                        <p:tgtEl>
                                          <p:spTgt spid="384">
                                            <p:txEl>
                                              <p:pRg st="7" end="7"/>
                                            </p:txEl>
                                          </p:spTgt>
                                        </p:tgtEl>
                                        <p:attrNameLst>
                                          <p:attrName>style.visibility</p:attrName>
                                        </p:attrNameLst>
                                      </p:cBhvr>
                                      <p:to>
                                        <p:strVal val="visible"/>
                                      </p:to>
                                    </p:set>
                                  </p:childTnLst>
                                </p:cTn>
                              </p:par>
                            </p:childTnLst>
                          </p:cTn>
                        </p:par>
                      </p:childTnLst>
                    </p:cTn>
                  </p:par>
                  <p:par>
                    <p:cTn id="1475" fill="hold">
                      <p:stCondLst>
                        <p:cond delay="indefinite"/>
                      </p:stCondLst>
                      <p:childTnLst>
                        <p:par>
                          <p:cTn id="1476" fill="hold">
                            <p:stCondLst>
                              <p:cond delay="0"/>
                            </p:stCondLst>
                            <p:childTnLst>
                              <p:par>
                                <p:cTn id="1477" presetID="1" presetClass="entr" presetSubtype="0" fill="hold" nodeType="clickEffect">
                                  <p:stCondLst>
                                    <p:cond delay="0"/>
                                  </p:stCondLst>
                                  <p:childTnLst>
                                    <p:set>
                                      <p:cBhvr>
                                        <p:cTn id="1478" dur="1" fill="hold">
                                          <p:stCondLst>
                                            <p:cond delay="0"/>
                                          </p:stCondLst>
                                        </p:cTn>
                                        <p:tgtEl>
                                          <p:spTgt spid="384">
                                            <p:txEl>
                                              <p:pRg st="8" end="8"/>
                                            </p:txEl>
                                          </p:spTgt>
                                        </p:tgtEl>
                                        <p:attrNameLst>
                                          <p:attrName>style.visibility</p:attrName>
                                        </p:attrNameLst>
                                      </p:cBhvr>
                                      <p:to>
                                        <p:strVal val="visible"/>
                                      </p:to>
                                    </p:set>
                                  </p:childTnLst>
                                </p:cTn>
                              </p:par>
                            </p:childTnLst>
                          </p:cTn>
                        </p:par>
                      </p:childTnLst>
                    </p:cTn>
                  </p:par>
                  <p:par>
                    <p:cTn id="1479" fill="hold">
                      <p:stCondLst>
                        <p:cond delay="indefinite"/>
                      </p:stCondLst>
                      <p:childTnLst>
                        <p:par>
                          <p:cTn id="1480" fill="hold">
                            <p:stCondLst>
                              <p:cond delay="0"/>
                            </p:stCondLst>
                            <p:childTnLst>
                              <p:par>
                                <p:cTn id="1481" presetID="1" presetClass="entr" presetSubtype="0" fill="hold" nodeType="clickEffect">
                                  <p:stCondLst>
                                    <p:cond delay="0"/>
                                  </p:stCondLst>
                                  <p:childTnLst>
                                    <p:set>
                                      <p:cBhvr>
                                        <p:cTn id="1482" dur="1" fill="hold">
                                          <p:stCondLst>
                                            <p:cond delay="0"/>
                                          </p:stCondLst>
                                        </p:cTn>
                                        <p:tgtEl>
                                          <p:spTgt spid="385">
                                            <p:txEl>
                                              <p:pRg st="0" end="0"/>
                                            </p:txEl>
                                          </p:spTgt>
                                        </p:tgtEl>
                                        <p:attrNameLst>
                                          <p:attrName>style.visibility</p:attrName>
                                        </p:attrNameLst>
                                      </p:cBhvr>
                                      <p:to>
                                        <p:strVal val="visible"/>
                                      </p:to>
                                    </p:set>
                                  </p:childTnLst>
                                </p:cTn>
                              </p:par>
                            </p:childTnLst>
                          </p:cTn>
                        </p:par>
                      </p:childTnLst>
                    </p:cTn>
                  </p:par>
                  <p:par>
                    <p:cTn id="1483" fill="hold">
                      <p:stCondLst>
                        <p:cond delay="indefinite"/>
                      </p:stCondLst>
                      <p:childTnLst>
                        <p:par>
                          <p:cTn id="1484" fill="hold">
                            <p:stCondLst>
                              <p:cond delay="0"/>
                            </p:stCondLst>
                            <p:childTnLst>
                              <p:par>
                                <p:cTn id="1485" presetID="1" presetClass="entr" presetSubtype="0" fill="hold" nodeType="clickEffect">
                                  <p:stCondLst>
                                    <p:cond delay="0"/>
                                  </p:stCondLst>
                                  <p:childTnLst>
                                    <p:set>
                                      <p:cBhvr>
                                        <p:cTn id="1486" dur="1" fill="hold">
                                          <p:stCondLst>
                                            <p:cond delay="0"/>
                                          </p:stCondLst>
                                        </p:cTn>
                                        <p:tgtEl>
                                          <p:spTgt spid="385">
                                            <p:txEl>
                                              <p:pRg st="1" end="1"/>
                                            </p:txEl>
                                          </p:spTgt>
                                        </p:tgtEl>
                                        <p:attrNameLst>
                                          <p:attrName>style.visibility</p:attrName>
                                        </p:attrNameLst>
                                      </p:cBhvr>
                                      <p:to>
                                        <p:strVal val="visible"/>
                                      </p:to>
                                    </p:set>
                                  </p:childTnLst>
                                </p:cTn>
                              </p:par>
                            </p:childTnLst>
                          </p:cTn>
                        </p:par>
                      </p:childTnLst>
                    </p:cTn>
                  </p:par>
                  <p:par>
                    <p:cTn id="1487" fill="hold">
                      <p:stCondLst>
                        <p:cond delay="indefinite"/>
                      </p:stCondLst>
                      <p:childTnLst>
                        <p:par>
                          <p:cTn id="1488" fill="hold">
                            <p:stCondLst>
                              <p:cond delay="0"/>
                            </p:stCondLst>
                            <p:childTnLst>
                              <p:par>
                                <p:cTn id="1489" presetID="1" presetClass="entr" presetSubtype="0" fill="hold" nodeType="clickEffect">
                                  <p:stCondLst>
                                    <p:cond delay="0"/>
                                  </p:stCondLst>
                                  <p:childTnLst>
                                    <p:set>
                                      <p:cBhvr>
                                        <p:cTn id="1490" dur="1" fill="hold">
                                          <p:stCondLst>
                                            <p:cond delay="0"/>
                                          </p:stCondLst>
                                        </p:cTn>
                                        <p:tgtEl>
                                          <p:spTgt spid="385">
                                            <p:txEl>
                                              <p:pRg st="2" end="2"/>
                                            </p:txEl>
                                          </p:spTgt>
                                        </p:tgtEl>
                                        <p:attrNameLst>
                                          <p:attrName>style.visibility</p:attrName>
                                        </p:attrNameLst>
                                      </p:cBhvr>
                                      <p:to>
                                        <p:strVal val="visible"/>
                                      </p:to>
                                    </p:set>
                                  </p:childTnLst>
                                </p:cTn>
                              </p:par>
                            </p:childTnLst>
                          </p:cTn>
                        </p:par>
                      </p:childTnLst>
                    </p:cTn>
                  </p:par>
                  <p:par>
                    <p:cTn id="1491" fill="hold">
                      <p:stCondLst>
                        <p:cond delay="indefinite"/>
                      </p:stCondLst>
                      <p:childTnLst>
                        <p:par>
                          <p:cTn id="1492" fill="hold">
                            <p:stCondLst>
                              <p:cond delay="0"/>
                            </p:stCondLst>
                            <p:childTnLst>
                              <p:par>
                                <p:cTn id="1493" presetID="1" presetClass="entr" presetSubtype="0" fill="hold" nodeType="clickEffect">
                                  <p:stCondLst>
                                    <p:cond delay="0"/>
                                  </p:stCondLst>
                                  <p:childTnLst>
                                    <p:set>
                                      <p:cBhvr>
                                        <p:cTn id="1494" dur="1" fill="hold">
                                          <p:stCondLst>
                                            <p:cond delay="0"/>
                                          </p:stCondLst>
                                        </p:cTn>
                                        <p:tgtEl>
                                          <p:spTgt spid="385">
                                            <p:txEl>
                                              <p:pRg st="3" end="3"/>
                                            </p:txEl>
                                          </p:spTgt>
                                        </p:tgtEl>
                                        <p:attrNameLst>
                                          <p:attrName>style.visibility</p:attrName>
                                        </p:attrNameLst>
                                      </p:cBhvr>
                                      <p:to>
                                        <p:strVal val="visible"/>
                                      </p:to>
                                    </p:set>
                                  </p:childTnLst>
                                </p:cTn>
                              </p:par>
                            </p:childTnLst>
                          </p:cTn>
                        </p:par>
                      </p:childTnLst>
                    </p:cTn>
                  </p:par>
                  <p:par>
                    <p:cTn id="1495" fill="hold">
                      <p:stCondLst>
                        <p:cond delay="indefinite"/>
                      </p:stCondLst>
                      <p:childTnLst>
                        <p:par>
                          <p:cTn id="1496" fill="hold">
                            <p:stCondLst>
                              <p:cond delay="0"/>
                            </p:stCondLst>
                            <p:childTnLst>
                              <p:par>
                                <p:cTn id="1497" presetID="1" presetClass="entr" presetSubtype="0" fill="hold" nodeType="clickEffect">
                                  <p:stCondLst>
                                    <p:cond delay="0"/>
                                  </p:stCondLst>
                                  <p:childTnLst>
                                    <p:set>
                                      <p:cBhvr>
                                        <p:cTn id="1498" dur="1" fill="hold">
                                          <p:stCondLst>
                                            <p:cond delay="0"/>
                                          </p:stCondLst>
                                        </p:cTn>
                                        <p:tgtEl>
                                          <p:spTgt spid="385">
                                            <p:txEl>
                                              <p:pRg st="4" end="4"/>
                                            </p:txEl>
                                          </p:spTgt>
                                        </p:tgtEl>
                                        <p:attrNameLst>
                                          <p:attrName>style.visibility</p:attrName>
                                        </p:attrNameLst>
                                      </p:cBhvr>
                                      <p:to>
                                        <p:strVal val="visible"/>
                                      </p:to>
                                    </p:set>
                                  </p:childTnLst>
                                </p:cTn>
                              </p:par>
                            </p:childTnLst>
                          </p:cTn>
                        </p:par>
                      </p:childTnLst>
                    </p:cTn>
                  </p:par>
                  <p:par>
                    <p:cTn id="1499" fill="hold">
                      <p:stCondLst>
                        <p:cond delay="indefinite"/>
                      </p:stCondLst>
                      <p:childTnLst>
                        <p:par>
                          <p:cTn id="1500" fill="hold">
                            <p:stCondLst>
                              <p:cond delay="0"/>
                            </p:stCondLst>
                            <p:childTnLst>
                              <p:par>
                                <p:cTn id="1501" presetID="1" presetClass="entr" presetSubtype="0" fill="hold" nodeType="clickEffect">
                                  <p:stCondLst>
                                    <p:cond delay="0"/>
                                  </p:stCondLst>
                                  <p:childTnLst>
                                    <p:set>
                                      <p:cBhvr>
                                        <p:cTn id="1502" dur="1" fill="hold">
                                          <p:stCondLst>
                                            <p:cond delay="0"/>
                                          </p:stCondLst>
                                        </p:cTn>
                                        <p:tgtEl>
                                          <p:spTgt spid="385">
                                            <p:txEl>
                                              <p:pRg st="5" end="5"/>
                                            </p:txEl>
                                          </p:spTgt>
                                        </p:tgtEl>
                                        <p:attrNameLst>
                                          <p:attrName>style.visibility</p:attrName>
                                        </p:attrNameLst>
                                      </p:cBhvr>
                                      <p:to>
                                        <p:strVal val="visible"/>
                                      </p:to>
                                    </p:set>
                                  </p:childTnLst>
                                </p:cTn>
                              </p:par>
                            </p:childTnLst>
                          </p:cTn>
                        </p:par>
                      </p:childTnLst>
                    </p:cTn>
                  </p:par>
                  <p:par>
                    <p:cTn id="1503" fill="hold">
                      <p:stCondLst>
                        <p:cond delay="indefinite"/>
                      </p:stCondLst>
                      <p:childTnLst>
                        <p:par>
                          <p:cTn id="1504" fill="hold">
                            <p:stCondLst>
                              <p:cond delay="0"/>
                            </p:stCondLst>
                            <p:childTnLst>
                              <p:par>
                                <p:cTn id="1505" presetID="1" presetClass="entr" presetSubtype="0" fill="hold" nodeType="clickEffect">
                                  <p:stCondLst>
                                    <p:cond delay="0"/>
                                  </p:stCondLst>
                                  <p:childTnLst>
                                    <p:set>
                                      <p:cBhvr>
                                        <p:cTn id="1506" dur="1" fill="hold">
                                          <p:stCondLst>
                                            <p:cond delay="0"/>
                                          </p:stCondLst>
                                        </p:cTn>
                                        <p:tgtEl>
                                          <p:spTgt spid="385">
                                            <p:txEl>
                                              <p:pRg st="6" end="6"/>
                                            </p:txEl>
                                          </p:spTgt>
                                        </p:tgtEl>
                                        <p:attrNameLst>
                                          <p:attrName>style.visibility</p:attrName>
                                        </p:attrNameLst>
                                      </p:cBhvr>
                                      <p:to>
                                        <p:strVal val="visible"/>
                                      </p:to>
                                    </p:set>
                                  </p:childTnLst>
                                </p:cTn>
                              </p:par>
                            </p:childTnLst>
                          </p:cTn>
                        </p:par>
                      </p:childTnLst>
                    </p:cTn>
                  </p:par>
                  <p:par>
                    <p:cTn id="1507" fill="hold">
                      <p:stCondLst>
                        <p:cond delay="indefinite"/>
                      </p:stCondLst>
                      <p:childTnLst>
                        <p:par>
                          <p:cTn id="1508" fill="hold">
                            <p:stCondLst>
                              <p:cond delay="0"/>
                            </p:stCondLst>
                            <p:childTnLst>
                              <p:par>
                                <p:cTn id="1509" presetID="1" presetClass="entr" presetSubtype="0" fill="hold" nodeType="clickEffect">
                                  <p:stCondLst>
                                    <p:cond delay="0"/>
                                  </p:stCondLst>
                                  <p:childTnLst>
                                    <p:set>
                                      <p:cBhvr>
                                        <p:cTn id="1510" dur="1" fill="hold">
                                          <p:stCondLst>
                                            <p:cond delay="0"/>
                                          </p:stCondLst>
                                        </p:cTn>
                                        <p:tgtEl>
                                          <p:spTgt spid="385">
                                            <p:txEl>
                                              <p:pRg st="7" end="7"/>
                                            </p:txEl>
                                          </p:spTgt>
                                        </p:tgtEl>
                                        <p:attrNameLst>
                                          <p:attrName>style.visibility</p:attrName>
                                        </p:attrNameLst>
                                      </p:cBhvr>
                                      <p:to>
                                        <p:strVal val="visible"/>
                                      </p:to>
                                    </p:set>
                                  </p:childTnLst>
                                </p:cTn>
                              </p:par>
                            </p:childTnLst>
                          </p:cTn>
                        </p:par>
                      </p:childTnLst>
                    </p:cTn>
                  </p:par>
                  <p:par>
                    <p:cTn id="1511" fill="hold">
                      <p:stCondLst>
                        <p:cond delay="indefinite"/>
                      </p:stCondLst>
                      <p:childTnLst>
                        <p:par>
                          <p:cTn id="1512" fill="hold">
                            <p:stCondLst>
                              <p:cond delay="0"/>
                            </p:stCondLst>
                            <p:childTnLst>
                              <p:par>
                                <p:cTn id="1513" presetID="1" presetClass="entr" presetSubtype="0" fill="hold" nodeType="clickEffect">
                                  <p:stCondLst>
                                    <p:cond delay="0"/>
                                  </p:stCondLst>
                                  <p:childTnLst>
                                    <p:set>
                                      <p:cBhvr>
                                        <p:cTn id="1514" dur="1" fill="hold">
                                          <p:stCondLst>
                                            <p:cond delay="0"/>
                                          </p:stCondLst>
                                        </p:cTn>
                                        <p:tgtEl>
                                          <p:spTgt spid="38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Activity">
  <p:cSld name="Activity">
    <p:spTree>
      <p:nvGrpSpPr>
        <p:cNvPr id="1" name="Shape 386"/>
        <p:cNvGrpSpPr/>
        <p:nvPr/>
      </p:nvGrpSpPr>
      <p:grpSpPr>
        <a:xfrm>
          <a:off x="0" y="0"/>
          <a:ext cx="0" cy="0"/>
          <a:chOff x="0" y="0"/>
          <a:chExt cx="0" cy="0"/>
        </a:xfrm>
      </p:grpSpPr>
      <p:sp>
        <p:nvSpPr>
          <p:cNvPr id="387" name="Google Shape;387;p64"/>
          <p:cNvSpPr txBox="1">
            <a:spLocks noGrp="1"/>
          </p:cNvSpPr>
          <p:nvPr>
            <p:ph type="title"/>
          </p:nvPr>
        </p:nvSpPr>
        <p:spPr>
          <a:xfrm>
            <a:off x="1039579" y="119975"/>
            <a:ext cx="7795200" cy="577200"/>
          </a:xfrm>
          <a:prstGeom prst="rect">
            <a:avLst/>
          </a:prstGeom>
          <a:noFill/>
          <a:ln>
            <a:noFill/>
          </a:ln>
        </p:spPr>
        <p:txBody>
          <a:bodyPr spcFirstLastPara="1" wrap="square" lIns="68575" tIns="34275" rIns="68575" bIns="34275" anchor="ctr" anchorCtr="0">
            <a:normAutofit/>
          </a:bodyPr>
          <a:lstStyle>
            <a:lvl1pPr lvl="0" algn="l">
              <a:lnSpc>
                <a:spcPct val="100000"/>
              </a:lnSpc>
              <a:spcBef>
                <a:spcPts val="0"/>
              </a:spcBef>
              <a:spcAft>
                <a:spcPts val="0"/>
              </a:spcAft>
              <a:buClr>
                <a:schemeClr val="dk2"/>
              </a:buClr>
              <a:buSzPts val="3300"/>
              <a:buFont typeface="Calibri"/>
              <a:buNone/>
              <a:defRPr b="1">
                <a:solidFill>
                  <a:schemeClr val="dk2"/>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88" name="Google Shape;388;p64"/>
          <p:cNvSpPr txBox="1">
            <a:spLocks noGrp="1"/>
          </p:cNvSpPr>
          <p:nvPr>
            <p:ph type="body" idx="1"/>
          </p:nvPr>
        </p:nvSpPr>
        <p:spPr>
          <a:xfrm>
            <a:off x="300382" y="768629"/>
            <a:ext cx="3399300" cy="38643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800"/>
              <a:buNone/>
              <a:defRPr sz="1800"/>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cxnSp>
        <p:nvCxnSpPr>
          <p:cNvPr id="389" name="Google Shape;389;p64"/>
          <p:cNvCxnSpPr/>
          <p:nvPr/>
        </p:nvCxnSpPr>
        <p:spPr>
          <a:xfrm>
            <a:off x="300382" y="736560"/>
            <a:ext cx="8534400" cy="0"/>
          </a:xfrm>
          <a:prstGeom prst="straightConnector1">
            <a:avLst/>
          </a:prstGeom>
          <a:noFill/>
          <a:ln w="63500" cap="flat" cmpd="thickThin">
            <a:solidFill>
              <a:schemeClr val="lt2"/>
            </a:solidFill>
            <a:prstDash val="solid"/>
            <a:miter lim="800000"/>
            <a:headEnd type="none" w="sm" len="sm"/>
            <a:tailEnd type="none" w="sm" len="sm"/>
          </a:ln>
        </p:spPr>
      </p:cxnSp>
      <p:sp>
        <p:nvSpPr>
          <p:cNvPr id="390" name="Google Shape;390;p64"/>
          <p:cNvSpPr txBox="1">
            <a:spLocks noGrp="1"/>
          </p:cNvSpPr>
          <p:nvPr>
            <p:ph type="body" idx="2"/>
          </p:nvPr>
        </p:nvSpPr>
        <p:spPr>
          <a:xfrm>
            <a:off x="3699710" y="784668"/>
            <a:ext cx="5135100" cy="4258500"/>
          </a:xfrm>
          <a:prstGeom prst="rect">
            <a:avLst/>
          </a:prstGeom>
          <a:noFill/>
          <a:ln w="38100" cap="flat" cmpd="sng">
            <a:solidFill>
              <a:schemeClr val="dk1"/>
            </a:solidFill>
            <a:prstDash val="solid"/>
            <a:round/>
            <a:headEnd type="none" w="sm" len="sm"/>
            <a:tailEnd type="none" w="sm" len="sm"/>
          </a:ln>
        </p:spPr>
        <p:txBody>
          <a:bodyPr spcFirstLastPara="1" wrap="square" lIns="68575" tIns="34275" rIns="68575" bIns="34275" anchor="t" anchorCtr="0">
            <a:noAutofit/>
          </a:bodyPr>
          <a:lstStyle>
            <a:lvl1pPr marL="457200" lvl="0" indent="-228600" algn="l">
              <a:lnSpc>
                <a:spcPct val="100000"/>
              </a:lnSpc>
              <a:spcBef>
                <a:spcPts val="0"/>
              </a:spcBef>
              <a:spcAft>
                <a:spcPts val="0"/>
              </a:spcAft>
              <a:buSzPts val="1800"/>
              <a:buNone/>
              <a:defRPr sz="1800" b="1">
                <a:latin typeface="Consolas"/>
                <a:ea typeface="Consolas"/>
                <a:cs typeface="Consolas"/>
                <a:sym typeface="Consolas"/>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391" name="Google Shape;391;p64"/>
          <p:cNvSpPr txBox="1">
            <a:spLocks noGrp="1"/>
          </p:cNvSpPr>
          <p:nvPr>
            <p:ph type="body" idx="3"/>
          </p:nvPr>
        </p:nvSpPr>
        <p:spPr>
          <a:xfrm>
            <a:off x="-2811780" y="230948"/>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392" name="Google Shape;392;p64"/>
          <p:cNvSpPr txBox="1">
            <a:spLocks noGrp="1"/>
          </p:cNvSpPr>
          <p:nvPr>
            <p:ph type="body" idx="4"/>
          </p:nvPr>
        </p:nvSpPr>
        <p:spPr>
          <a:xfrm>
            <a:off x="-2811780" y="467191"/>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393" name="Google Shape;393;p64"/>
          <p:cNvSpPr txBox="1">
            <a:spLocks noGrp="1"/>
          </p:cNvSpPr>
          <p:nvPr>
            <p:ph type="body" idx="5"/>
          </p:nvPr>
        </p:nvSpPr>
        <p:spPr>
          <a:xfrm>
            <a:off x="-2811780" y="692863"/>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394" name="Google Shape;394;p64"/>
          <p:cNvSpPr txBox="1">
            <a:spLocks noGrp="1"/>
          </p:cNvSpPr>
          <p:nvPr>
            <p:ph type="body" idx="6"/>
          </p:nvPr>
        </p:nvSpPr>
        <p:spPr>
          <a:xfrm>
            <a:off x="-2811780" y="917200"/>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395" name="Google Shape;395;p64"/>
          <p:cNvSpPr txBox="1">
            <a:spLocks noGrp="1"/>
          </p:cNvSpPr>
          <p:nvPr>
            <p:ph type="body" idx="7"/>
          </p:nvPr>
        </p:nvSpPr>
        <p:spPr>
          <a:xfrm>
            <a:off x="-2811780" y="1140214"/>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396" name="Google Shape;396;p64"/>
          <p:cNvSpPr txBox="1">
            <a:spLocks noGrp="1"/>
          </p:cNvSpPr>
          <p:nvPr>
            <p:ph type="body" idx="8"/>
          </p:nvPr>
        </p:nvSpPr>
        <p:spPr>
          <a:xfrm>
            <a:off x="-2811780" y="1370827"/>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397" name="Google Shape;397;p64"/>
          <p:cNvSpPr txBox="1">
            <a:spLocks noGrp="1"/>
          </p:cNvSpPr>
          <p:nvPr>
            <p:ph type="body" idx="9"/>
          </p:nvPr>
        </p:nvSpPr>
        <p:spPr>
          <a:xfrm>
            <a:off x="-2811780" y="1595164"/>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398" name="Google Shape;398;p64"/>
          <p:cNvSpPr txBox="1">
            <a:spLocks noGrp="1"/>
          </p:cNvSpPr>
          <p:nvPr>
            <p:ph type="body" idx="13"/>
          </p:nvPr>
        </p:nvSpPr>
        <p:spPr>
          <a:xfrm>
            <a:off x="-2811780" y="1826381"/>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399" name="Google Shape;399;p64"/>
          <p:cNvSpPr txBox="1">
            <a:spLocks noGrp="1"/>
          </p:cNvSpPr>
          <p:nvPr>
            <p:ph type="body" idx="14"/>
          </p:nvPr>
        </p:nvSpPr>
        <p:spPr>
          <a:xfrm>
            <a:off x="-2811780" y="2070151"/>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400" name="Google Shape;400;p64"/>
          <p:cNvSpPr txBox="1">
            <a:spLocks noGrp="1"/>
          </p:cNvSpPr>
          <p:nvPr>
            <p:ph type="body" idx="15"/>
          </p:nvPr>
        </p:nvSpPr>
        <p:spPr>
          <a:xfrm>
            <a:off x="-2811780" y="2307013"/>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401" name="Google Shape;401;p64"/>
          <p:cNvSpPr txBox="1">
            <a:spLocks noGrp="1"/>
          </p:cNvSpPr>
          <p:nvPr>
            <p:ph type="body" idx="16"/>
          </p:nvPr>
        </p:nvSpPr>
        <p:spPr>
          <a:xfrm>
            <a:off x="-2811780" y="2531350"/>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402" name="Google Shape;402;p64"/>
          <p:cNvSpPr txBox="1">
            <a:spLocks noGrp="1"/>
          </p:cNvSpPr>
          <p:nvPr>
            <p:ph type="body" idx="17"/>
          </p:nvPr>
        </p:nvSpPr>
        <p:spPr>
          <a:xfrm>
            <a:off x="-2811780" y="2750212"/>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403" name="Google Shape;403;p64"/>
          <p:cNvSpPr/>
          <p:nvPr/>
        </p:nvSpPr>
        <p:spPr>
          <a:xfrm>
            <a:off x="277239" y="109654"/>
            <a:ext cx="633000" cy="578700"/>
          </a:xfrm>
          <a:prstGeom prst="roundRect">
            <a:avLst>
              <a:gd name="adj" fmla="val 16667"/>
            </a:avLst>
          </a:prstGeom>
          <a:gradFill>
            <a:gsLst>
              <a:gs pos="0">
                <a:srgbClr val="FFFFFF"/>
              </a:gs>
              <a:gs pos="66000">
                <a:srgbClr val="FFFFFF"/>
              </a:gs>
              <a:gs pos="100000">
                <a:schemeClr val="dk2"/>
              </a:gs>
            </a:gsLst>
            <a:path path="circle">
              <a:fillToRect l="50000" t="50000" r="50000" b="50000"/>
            </a:path>
            <a:tileRect/>
          </a:gradFill>
          <a:ln w="12700" cap="flat" cmpd="sng">
            <a:solidFill>
              <a:srgbClr val="A2460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404" name="Google Shape;404;p64"/>
          <p:cNvSpPr/>
          <p:nvPr/>
        </p:nvSpPr>
        <p:spPr>
          <a:xfrm>
            <a:off x="412441" y="97590"/>
            <a:ext cx="394800" cy="577200"/>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en" sz="3300" b="1" cap="none">
                <a:solidFill>
                  <a:schemeClr val="dk2"/>
                </a:solidFill>
                <a:latin typeface="Calibri"/>
                <a:ea typeface="Calibri"/>
                <a:cs typeface="Calibri"/>
                <a:sym typeface="Calibri"/>
              </a:rPr>
              <a:t>A</a:t>
            </a:r>
            <a:endParaRPr sz="1100"/>
          </a:p>
        </p:txBody>
      </p:sp>
      <p:sp>
        <p:nvSpPr>
          <p:cNvPr id="405" name="Google Shape;405;p64"/>
          <p:cNvSpPr txBox="1">
            <a:spLocks noGrp="1"/>
          </p:cNvSpPr>
          <p:nvPr>
            <p:ph type="body" idx="18"/>
          </p:nvPr>
        </p:nvSpPr>
        <p:spPr>
          <a:xfrm>
            <a:off x="-2811780" y="3036700"/>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406" name="Google Shape;406;p64"/>
          <p:cNvSpPr txBox="1">
            <a:spLocks noGrp="1"/>
          </p:cNvSpPr>
          <p:nvPr>
            <p:ph type="body" idx="19"/>
          </p:nvPr>
        </p:nvSpPr>
        <p:spPr>
          <a:xfrm>
            <a:off x="-2811780" y="3267647"/>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407" name="Google Shape;407;p64"/>
          <p:cNvSpPr txBox="1">
            <a:spLocks noGrp="1"/>
          </p:cNvSpPr>
          <p:nvPr>
            <p:ph type="body" idx="20"/>
          </p:nvPr>
        </p:nvSpPr>
        <p:spPr>
          <a:xfrm>
            <a:off x="-2811780" y="3503890"/>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408" name="Google Shape;408;p64"/>
          <p:cNvSpPr txBox="1">
            <a:spLocks noGrp="1"/>
          </p:cNvSpPr>
          <p:nvPr>
            <p:ph type="body" idx="21"/>
          </p:nvPr>
        </p:nvSpPr>
        <p:spPr>
          <a:xfrm>
            <a:off x="-2811780" y="3729563"/>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409" name="Google Shape;409;p64"/>
          <p:cNvSpPr txBox="1">
            <a:spLocks noGrp="1"/>
          </p:cNvSpPr>
          <p:nvPr>
            <p:ph type="body" idx="22"/>
          </p:nvPr>
        </p:nvSpPr>
        <p:spPr>
          <a:xfrm>
            <a:off x="-2811780" y="3953900"/>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410" name="Google Shape;410;p64"/>
          <p:cNvSpPr txBox="1">
            <a:spLocks noGrp="1"/>
          </p:cNvSpPr>
          <p:nvPr>
            <p:ph type="body" idx="23"/>
          </p:nvPr>
        </p:nvSpPr>
        <p:spPr>
          <a:xfrm>
            <a:off x="-2811780" y="4176913"/>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411" name="Google Shape;411;p64"/>
          <p:cNvSpPr txBox="1">
            <a:spLocks noGrp="1"/>
          </p:cNvSpPr>
          <p:nvPr>
            <p:ph type="body" idx="24"/>
          </p:nvPr>
        </p:nvSpPr>
        <p:spPr>
          <a:xfrm>
            <a:off x="-2811780" y="4407526"/>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412" name="Google Shape;412;p64"/>
          <p:cNvSpPr txBox="1">
            <a:spLocks noGrp="1"/>
          </p:cNvSpPr>
          <p:nvPr>
            <p:ph type="body" idx="25"/>
          </p:nvPr>
        </p:nvSpPr>
        <p:spPr>
          <a:xfrm>
            <a:off x="-2811780" y="4631863"/>
            <a:ext cx="2811900" cy="411600"/>
          </a:xfrm>
          <a:prstGeom prst="rect">
            <a:avLst/>
          </a:prstGeom>
          <a:noFill/>
          <a:ln>
            <a:noFill/>
          </a:ln>
        </p:spPr>
        <p:txBody>
          <a:bodyPr spcFirstLastPara="1" wrap="square" lIns="68575" tIns="34275" rIns="68575" bIns="34275" anchor="t" anchorCtr="0">
            <a:noAutofit/>
          </a:bodyPr>
          <a:lstStyle>
            <a:lvl1pPr marL="457200" lvl="0" indent="-228600" algn="l">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9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9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9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9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90">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90">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90">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91">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91">
                                            <p:txEl>
                                              <p:pRg st="1" end="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91">
                                            <p:txEl>
                                              <p:pRg st="2" end="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91">
                                            <p:txEl>
                                              <p:pRg st="3" end="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91">
                                            <p:txEl>
                                              <p:pRg st="4" end="4"/>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91">
                                            <p:txEl>
                                              <p:pRg st="5" end="5"/>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91">
                                            <p:txEl>
                                              <p:pRg st="6" end="6"/>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391">
                                            <p:txEl>
                                              <p:pRg st="7" end="7"/>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391">
                                            <p:txEl>
                                              <p:pRg st="8" end="8"/>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392">
                                            <p:txEl>
                                              <p:pRg st="0" end="0"/>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392">
                                            <p:txEl>
                                              <p:pRg st="1" end="1"/>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392">
                                            <p:txEl>
                                              <p:pRg st="2" end="2"/>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392">
                                            <p:txEl>
                                              <p:pRg st="3" end="3"/>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392">
                                            <p:txEl>
                                              <p:pRg st="4" end="4"/>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392">
                                            <p:txEl>
                                              <p:pRg st="5" end="5"/>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392">
                                            <p:txEl>
                                              <p:pRg st="6" end="6"/>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392">
                                            <p:txEl>
                                              <p:pRg st="7" end="7"/>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392">
                                            <p:txEl>
                                              <p:pRg st="8" end="8"/>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393">
                                            <p:txEl>
                                              <p:pRg st="0" end="0"/>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393">
                                            <p:txEl>
                                              <p:pRg st="1" end="1"/>
                                            </p:txEl>
                                          </p:spTgt>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393">
                                            <p:txEl>
                                              <p:pRg st="2" end="2"/>
                                            </p:txEl>
                                          </p:spTgt>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393">
                                            <p:txEl>
                                              <p:pRg st="3" end="3"/>
                                            </p:txEl>
                                          </p:spTgt>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393">
                                            <p:txEl>
                                              <p:pRg st="4" end="4"/>
                                            </p:txEl>
                                          </p:spTgt>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393">
                                            <p:txEl>
                                              <p:pRg st="5" end="5"/>
                                            </p:txEl>
                                          </p:spTgt>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393">
                                            <p:txEl>
                                              <p:pRg st="6" end="6"/>
                                            </p:txEl>
                                          </p:spTgt>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393">
                                            <p:txEl>
                                              <p:pRg st="7" end="7"/>
                                            </p:txEl>
                                          </p:spTgt>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393">
                                            <p:txEl>
                                              <p:pRg st="8" end="8"/>
                                            </p:txEl>
                                          </p:spTgt>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nodeType="clickEffect">
                                  <p:stCondLst>
                                    <p:cond delay="0"/>
                                  </p:stCondLst>
                                  <p:childTnLst>
                                    <p:set>
                                      <p:cBhvr>
                                        <p:cTn id="150" dur="1" fill="hold">
                                          <p:stCondLst>
                                            <p:cond delay="0"/>
                                          </p:stCondLst>
                                        </p:cTn>
                                        <p:tgtEl>
                                          <p:spTgt spid="394">
                                            <p:txEl>
                                              <p:pRg st="0" end="0"/>
                                            </p:txEl>
                                          </p:spTgt>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nodeType="clickEffect">
                                  <p:stCondLst>
                                    <p:cond delay="0"/>
                                  </p:stCondLst>
                                  <p:childTnLst>
                                    <p:set>
                                      <p:cBhvr>
                                        <p:cTn id="154" dur="1" fill="hold">
                                          <p:stCondLst>
                                            <p:cond delay="0"/>
                                          </p:stCondLst>
                                        </p:cTn>
                                        <p:tgtEl>
                                          <p:spTgt spid="394">
                                            <p:txEl>
                                              <p:pRg st="1" end="1"/>
                                            </p:txEl>
                                          </p:spTgt>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394">
                                            <p:txEl>
                                              <p:pRg st="2" end="2"/>
                                            </p:txEl>
                                          </p:spTgt>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nodeType="clickEffect">
                                  <p:stCondLst>
                                    <p:cond delay="0"/>
                                  </p:stCondLst>
                                  <p:childTnLst>
                                    <p:set>
                                      <p:cBhvr>
                                        <p:cTn id="162" dur="1" fill="hold">
                                          <p:stCondLst>
                                            <p:cond delay="0"/>
                                          </p:stCondLst>
                                        </p:cTn>
                                        <p:tgtEl>
                                          <p:spTgt spid="394">
                                            <p:txEl>
                                              <p:pRg st="3" end="3"/>
                                            </p:txEl>
                                          </p:spTgt>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nodeType="clickEffect">
                                  <p:stCondLst>
                                    <p:cond delay="0"/>
                                  </p:stCondLst>
                                  <p:childTnLst>
                                    <p:set>
                                      <p:cBhvr>
                                        <p:cTn id="166" dur="1" fill="hold">
                                          <p:stCondLst>
                                            <p:cond delay="0"/>
                                          </p:stCondLst>
                                        </p:cTn>
                                        <p:tgtEl>
                                          <p:spTgt spid="394">
                                            <p:txEl>
                                              <p:pRg st="4" end="4"/>
                                            </p:txEl>
                                          </p:spTgt>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nodeType="clickEffect">
                                  <p:stCondLst>
                                    <p:cond delay="0"/>
                                  </p:stCondLst>
                                  <p:childTnLst>
                                    <p:set>
                                      <p:cBhvr>
                                        <p:cTn id="170" dur="1" fill="hold">
                                          <p:stCondLst>
                                            <p:cond delay="0"/>
                                          </p:stCondLst>
                                        </p:cTn>
                                        <p:tgtEl>
                                          <p:spTgt spid="394">
                                            <p:txEl>
                                              <p:pRg st="5" end="5"/>
                                            </p:txEl>
                                          </p:spTgt>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nodeType="clickEffect">
                                  <p:stCondLst>
                                    <p:cond delay="0"/>
                                  </p:stCondLst>
                                  <p:childTnLst>
                                    <p:set>
                                      <p:cBhvr>
                                        <p:cTn id="174" dur="1" fill="hold">
                                          <p:stCondLst>
                                            <p:cond delay="0"/>
                                          </p:stCondLst>
                                        </p:cTn>
                                        <p:tgtEl>
                                          <p:spTgt spid="394">
                                            <p:txEl>
                                              <p:pRg st="6" end="6"/>
                                            </p:txEl>
                                          </p:spTgt>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nodeType="clickEffect">
                                  <p:stCondLst>
                                    <p:cond delay="0"/>
                                  </p:stCondLst>
                                  <p:childTnLst>
                                    <p:set>
                                      <p:cBhvr>
                                        <p:cTn id="178" dur="1" fill="hold">
                                          <p:stCondLst>
                                            <p:cond delay="0"/>
                                          </p:stCondLst>
                                        </p:cTn>
                                        <p:tgtEl>
                                          <p:spTgt spid="394">
                                            <p:txEl>
                                              <p:pRg st="7" end="7"/>
                                            </p:txEl>
                                          </p:spTgt>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nodeType="clickEffect">
                                  <p:stCondLst>
                                    <p:cond delay="0"/>
                                  </p:stCondLst>
                                  <p:childTnLst>
                                    <p:set>
                                      <p:cBhvr>
                                        <p:cTn id="182" dur="1" fill="hold">
                                          <p:stCondLst>
                                            <p:cond delay="0"/>
                                          </p:stCondLst>
                                        </p:cTn>
                                        <p:tgtEl>
                                          <p:spTgt spid="394">
                                            <p:txEl>
                                              <p:pRg st="8" end="8"/>
                                            </p:txEl>
                                          </p:spTgt>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nodeType="clickEffect">
                                  <p:stCondLst>
                                    <p:cond delay="0"/>
                                  </p:stCondLst>
                                  <p:childTnLst>
                                    <p:set>
                                      <p:cBhvr>
                                        <p:cTn id="186" dur="1" fill="hold">
                                          <p:stCondLst>
                                            <p:cond delay="0"/>
                                          </p:stCondLst>
                                        </p:cTn>
                                        <p:tgtEl>
                                          <p:spTgt spid="395">
                                            <p:txEl>
                                              <p:pRg st="0" end="0"/>
                                            </p:txEl>
                                          </p:spTgt>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nodeType="clickEffect">
                                  <p:stCondLst>
                                    <p:cond delay="0"/>
                                  </p:stCondLst>
                                  <p:childTnLst>
                                    <p:set>
                                      <p:cBhvr>
                                        <p:cTn id="190" dur="1" fill="hold">
                                          <p:stCondLst>
                                            <p:cond delay="0"/>
                                          </p:stCondLst>
                                        </p:cTn>
                                        <p:tgtEl>
                                          <p:spTgt spid="395">
                                            <p:txEl>
                                              <p:pRg st="1" end="1"/>
                                            </p:txEl>
                                          </p:spTgt>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nodeType="clickEffect">
                                  <p:stCondLst>
                                    <p:cond delay="0"/>
                                  </p:stCondLst>
                                  <p:childTnLst>
                                    <p:set>
                                      <p:cBhvr>
                                        <p:cTn id="194" dur="1" fill="hold">
                                          <p:stCondLst>
                                            <p:cond delay="0"/>
                                          </p:stCondLst>
                                        </p:cTn>
                                        <p:tgtEl>
                                          <p:spTgt spid="395">
                                            <p:txEl>
                                              <p:pRg st="2" end="2"/>
                                            </p:txEl>
                                          </p:spTgt>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nodeType="clickEffect">
                                  <p:stCondLst>
                                    <p:cond delay="0"/>
                                  </p:stCondLst>
                                  <p:childTnLst>
                                    <p:set>
                                      <p:cBhvr>
                                        <p:cTn id="198" dur="1" fill="hold">
                                          <p:stCondLst>
                                            <p:cond delay="0"/>
                                          </p:stCondLst>
                                        </p:cTn>
                                        <p:tgtEl>
                                          <p:spTgt spid="395">
                                            <p:txEl>
                                              <p:pRg st="3" end="3"/>
                                            </p:txEl>
                                          </p:spTgt>
                                        </p:tgtEl>
                                        <p:attrNameLst>
                                          <p:attrName>style.visibility</p:attrName>
                                        </p:attrNameLst>
                                      </p:cBhvr>
                                      <p:to>
                                        <p:strVal val="visible"/>
                                      </p:to>
                                    </p:set>
                                  </p:childTnLst>
                                </p:cTn>
                              </p:par>
                            </p:childTnLst>
                          </p:cTn>
                        </p:par>
                      </p:childTnLst>
                    </p:cTn>
                  </p:par>
                  <p:par>
                    <p:cTn id="199" fill="hold">
                      <p:stCondLst>
                        <p:cond delay="indefinite"/>
                      </p:stCondLst>
                      <p:childTnLst>
                        <p:par>
                          <p:cTn id="200" fill="hold">
                            <p:stCondLst>
                              <p:cond delay="0"/>
                            </p:stCondLst>
                            <p:childTnLst>
                              <p:par>
                                <p:cTn id="201" presetID="1" presetClass="entr" presetSubtype="0" fill="hold" nodeType="clickEffect">
                                  <p:stCondLst>
                                    <p:cond delay="0"/>
                                  </p:stCondLst>
                                  <p:childTnLst>
                                    <p:set>
                                      <p:cBhvr>
                                        <p:cTn id="202" dur="1" fill="hold">
                                          <p:stCondLst>
                                            <p:cond delay="0"/>
                                          </p:stCondLst>
                                        </p:cTn>
                                        <p:tgtEl>
                                          <p:spTgt spid="395">
                                            <p:txEl>
                                              <p:pRg st="4" end="4"/>
                                            </p:txEl>
                                          </p:spTgt>
                                        </p:tgtEl>
                                        <p:attrNameLst>
                                          <p:attrName>style.visibility</p:attrName>
                                        </p:attrNameLst>
                                      </p:cBhvr>
                                      <p:to>
                                        <p:strVal val="visible"/>
                                      </p:to>
                                    </p:set>
                                  </p:childTnLst>
                                </p:cTn>
                              </p:par>
                            </p:childTnLst>
                          </p:cTn>
                        </p:par>
                      </p:childTnLst>
                    </p:cTn>
                  </p:par>
                  <p:par>
                    <p:cTn id="203" fill="hold">
                      <p:stCondLst>
                        <p:cond delay="indefinite"/>
                      </p:stCondLst>
                      <p:childTnLst>
                        <p:par>
                          <p:cTn id="204" fill="hold">
                            <p:stCondLst>
                              <p:cond delay="0"/>
                            </p:stCondLst>
                            <p:childTnLst>
                              <p:par>
                                <p:cTn id="205" presetID="1" presetClass="entr" presetSubtype="0" fill="hold" nodeType="clickEffect">
                                  <p:stCondLst>
                                    <p:cond delay="0"/>
                                  </p:stCondLst>
                                  <p:childTnLst>
                                    <p:set>
                                      <p:cBhvr>
                                        <p:cTn id="206" dur="1" fill="hold">
                                          <p:stCondLst>
                                            <p:cond delay="0"/>
                                          </p:stCondLst>
                                        </p:cTn>
                                        <p:tgtEl>
                                          <p:spTgt spid="395">
                                            <p:txEl>
                                              <p:pRg st="5" end="5"/>
                                            </p:txEl>
                                          </p:spTgt>
                                        </p:tgtEl>
                                        <p:attrNameLst>
                                          <p:attrName>style.visibility</p:attrName>
                                        </p:attrNameLst>
                                      </p:cBhvr>
                                      <p:to>
                                        <p:strVal val="visible"/>
                                      </p:to>
                                    </p:set>
                                  </p:childTnLst>
                                </p:cTn>
                              </p:par>
                            </p:childTnLst>
                          </p:cTn>
                        </p:par>
                      </p:childTnLst>
                    </p:cTn>
                  </p:par>
                  <p:par>
                    <p:cTn id="207" fill="hold">
                      <p:stCondLst>
                        <p:cond delay="indefinite"/>
                      </p:stCondLst>
                      <p:childTnLst>
                        <p:par>
                          <p:cTn id="208" fill="hold">
                            <p:stCondLst>
                              <p:cond delay="0"/>
                            </p:stCondLst>
                            <p:childTnLst>
                              <p:par>
                                <p:cTn id="209" presetID="1" presetClass="entr" presetSubtype="0" fill="hold" nodeType="clickEffect">
                                  <p:stCondLst>
                                    <p:cond delay="0"/>
                                  </p:stCondLst>
                                  <p:childTnLst>
                                    <p:set>
                                      <p:cBhvr>
                                        <p:cTn id="210" dur="1" fill="hold">
                                          <p:stCondLst>
                                            <p:cond delay="0"/>
                                          </p:stCondLst>
                                        </p:cTn>
                                        <p:tgtEl>
                                          <p:spTgt spid="395">
                                            <p:txEl>
                                              <p:pRg st="6" end="6"/>
                                            </p:txEl>
                                          </p:spTgt>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presetID="1" presetClass="entr" presetSubtype="0" fill="hold" nodeType="clickEffect">
                                  <p:stCondLst>
                                    <p:cond delay="0"/>
                                  </p:stCondLst>
                                  <p:childTnLst>
                                    <p:set>
                                      <p:cBhvr>
                                        <p:cTn id="214" dur="1" fill="hold">
                                          <p:stCondLst>
                                            <p:cond delay="0"/>
                                          </p:stCondLst>
                                        </p:cTn>
                                        <p:tgtEl>
                                          <p:spTgt spid="395">
                                            <p:txEl>
                                              <p:pRg st="7" end="7"/>
                                            </p:txEl>
                                          </p:spTgt>
                                        </p:tgtEl>
                                        <p:attrNameLst>
                                          <p:attrName>style.visibility</p:attrName>
                                        </p:attrNameLst>
                                      </p:cBhvr>
                                      <p:to>
                                        <p:strVal val="visible"/>
                                      </p:to>
                                    </p:set>
                                  </p:childTnLst>
                                </p:cTn>
                              </p:par>
                            </p:childTnLst>
                          </p:cTn>
                        </p:par>
                      </p:childTnLst>
                    </p:cTn>
                  </p:par>
                  <p:par>
                    <p:cTn id="215" fill="hold">
                      <p:stCondLst>
                        <p:cond delay="indefinite"/>
                      </p:stCondLst>
                      <p:childTnLst>
                        <p:par>
                          <p:cTn id="216" fill="hold">
                            <p:stCondLst>
                              <p:cond delay="0"/>
                            </p:stCondLst>
                            <p:childTnLst>
                              <p:par>
                                <p:cTn id="217" presetID="1" presetClass="entr" presetSubtype="0" fill="hold" nodeType="clickEffect">
                                  <p:stCondLst>
                                    <p:cond delay="0"/>
                                  </p:stCondLst>
                                  <p:childTnLst>
                                    <p:set>
                                      <p:cBhvr>
                                        <p:cTn id="218" dur="1" fill="hold">
                                          <p:stCondLst>
                                            <p:cond delay="0"/>
                                          </p:stCondLst>
                                        </p:cTn>
                                        <p:tgtEl>
                                          <p:spTgt spid="395">
                                            <p:txEl>
                                              <p:pRg st="8" end="8"/>
                                            </p:txEl>
                                          </p:spTgt>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nodeType="clickEffect">
                                  <p:stCondLst>
                                    <p:cond delay="0"/>
                                  </p:stCondLst>
                                  <p:childTnLst>
                                    <p:set>
                                      <p:cBhvr>
                                        <p:cTn id="222" dur="1" fill="hold">
                                          <p:stCondLst>
                                            <p:cond delay="0"/>
                                          </p:stCondLst>
                                        </p:cTn>
                                        <p:tgtEl>
                                          <p:spTgt spid="396">
                                            <p:txEl>
                                              <p:pRg st="0" end="0"/>
                                            </p:txEl>
                                          </p:spTgt>
                                        </p:tgtEl>
                                        <p:attrNameLst>
                                          <p:attrName>style.visibility</p:attrName>
                                        </p:attrNameLst>
                                      </p:cBhvr>
                                      <p:to>
                                        <p:strVal val="visible"/>
                                      </p:to>
                                    </p:set>
                                  </p:childTnLst>
                                </p:cTn>
                              </p:par>
                            </p:childTnLst>
                          </p:cTn>
                        </p:par>
                      </p:childTnLst>
                    </p:cTn>
                  </p:par>
                  <p:par>
                    <p:cTn id="223" fill="hold">
                      <p:stCondLst>
                        <p:cond delay="indefinite"/>
                      </p:stCondLst>
                      <p:childTnLst>
                        <p:par>
                          <p:cTn id="224" fill="hold">
                            <p:stCondLst>
                              <p:cond delay="0"/>
                            </p:stCondLst>
                            <p:childTnLst>
                              <p:par>
                                <p:cTn id="225" presetID="1" presetClass="entr" presetSubtype="0" fill="hold" nodeType="clickEffect">
                                  <p:stCondLst>
                                    <p:cond delay="0"/>
                                  </p:stCondLst>
                                  <p:childTnLst>
                                    <p:set>
                                      <p:cBhvr>
                                        <p:cTn id="226" dur="1" fill="hold">
                                          <p:stCondLst>
                                            <p:cond delay="0"/>
                                          </p:stCondLst>
                                        </p:cTn>
                                        <p:tgtEl>
                                          <p:spTgt spid="396">
                                            <p:txEl>
                                              <p:pRg st="1" end="1"/>
                                            </p:txEl>
                                          </p:spTgt>
                                        </p:tgtEl>
                                        <p:attrNameLst>
                                          <p:attrName>style.visibility</p:attrName>
                                        </p:attrNameLst>
                                      </p:cBhvr>
                                      <p:to>
                                        <p:strVal val="visible"/>
                                      </p:to>
                                    </p:set>
                                  </p:childTnLst>
                                </p:cTn>
                              </p:par>
                            </p:childTnLst>
                          </p:cTn>
                        </p:par>
                      </p:childTnLst>
                    </p:cTn>
                  </p:par>
                  <p:par>
                    <p:cTn id="227" fill="hold">
                      <p:stCondLst>
                        <p:cond delay="indefinite"/>
                      </p:stCondLst>
                      <p:childTnLst>
                        <p:par>
                          <p:cTn id="228" fill="hold">
                            <p:stCondLst>
                              <p:cond delay="0"/>
                            </p:stCondLst>
                            <p:childTnLst>
                              <p:par>
                                <p:cTn id="229" presetID="1" presetClass="entr" presetSubtype="0" fill="hold" nodeType="clickEffect">
                                  <p:stCondLst>
                                    <p:cond delay="0"/>
                                  </p:stCondLst>
                                  <p:childTnLst>
                                    <p:set>
                                      <p:cBhvr>
                                        <p:cTn id="230" dur="1" fill="hold">
                                          <p:stCondLst>
                                            <p:cond delay="0"/>
                                          </p:stCondLst>
                                        </p:cTn>
                                        <p:tgtEl>
                                          <p:spTgt spid="396">
                                            <p:txEl>
                                              <p:pRg st="2" end="2"/>
                                            </p:txEl>
                                          </p:spTgt>
                                        </p:tgtEl>
                                        <p:attrNameLst>
                                          <p:attrName>style.visibility</p:attrName>
                                        </p:attrNameLst>
                                      </p:cBhvr>
                                      <p:to>
                                        <p:strVal val="visible"/>
                                      </p:to>
                                    </p:set>
                                  </p:childTnLst>
                                </p:cTn>
                              </p:par>
                            </p:childTnLst>
                          </p:cTn>
                        </p:par>
                      </p:childTnLst>
                    </p:cTn>
                  </p:par>
                  <p:par>
                    <p:cTn id="231" fill="hold">
                      <p:stCondLst>
                        <p:cond delay="indefinite"/>
                      </p:stCondLst>
                      <p:childTnLst>
                        <p:par>
                          <p:cTn id="232" fill="hold">
                            <p:stCondLst>
                              <p:cond delay="0"/>
                            </p:stCondLst>
                            <p:childTnLst>
                              <p:par>
                                <p:cTn id="233" presetID="1" presetClass="entr" presetSubtype="0" fill="hold" nodeType="clickEffect">
                                  <p:stCondLst>
                                    <p:cond delay="0"/>
                                  </p:stCondLst>
                                  <p:childTnLst>
                                    <p:set>
                                      <p:cBhvr>
                                        <p:cTn id="234" dur="1" fill="hold">
                                          <p:stCondLst>
                                            <p:cond delay="0"/>
                                          </p:stCondLst>
                                        </p:cTn>
                                        <p:tgtEl>
                                          <p:spTgt spid="396">
                                            <p:txEl>
                                              <p:pRg st="3" end="3"/>
                                            </p:txEl>
                                          </p:spTgt>
                                        </p:tgtEl>
                                        <p:attrNameLst>
                                          <p:attrName>style.visibility</p:attrName>
                                        </p:attrNameLst>
                                      </p:cBhvr>
                                      <p:to>
                                        <p:strVal val="visible"/>
                                      </p:to>
                                    </p:set>
                                  </p:childTnLst>
                                </p:cTn>
                              </p:par>
                            </p:childTnLst>
                          </p:cTn>
                        </p:par>
                      </p:childTnLst>
                    </p:cTn>
                  </p:par>
                  <p:par>
                    <p:cTn id="235" fill="hold">
                      <p:stCondLst>
                        <p:cond delay="indefinite"/>
                      </p:stCondLst>
                      <p:childTnLst>
                        <p:par>
                          <p:cTn id="236" fill="hold">
                            <p:stCondLst>
                              <p:cond delay="0"/>
                            </p:stCondLst>
                            <p:childTnLst>
                              <p:par>
                                <p:cTn id="237" presetID="1" presetClass="entr" presetSubtype="0" fill="hold" nodeType="clickEffect">
                                  <p:stCondLst>
                                    <p:cond delay="0"/>
                                  </p:stCondLst>
                                  <p:childTnLst>
                                    <p:set>
                                      <p:cBhvr>
                                        <p:cTn id="238" dur="1" fill="hold">
                                          <p:stCondLst>
                                            <p:cond delay="0"/>
                                          </p:stCondLst>
                                        </p:cTn>
                                        <p:tgtEl>
                                          <p:spTgt spid="396">
                                            <p:txEl>
                                              <p:pRg st="4" end="4"/>
                                            </p:txEl>
                                          </p:spTgt>
                                        </p:tgtEl>
                                        <p:attrNameLst>
                                          <p:attrName>style.visibility</p:attrName>
                                        </p:attrNameLst>
                                      </p:cBhvr>
                                      <p:to>
                                        <p:strVal val="visible"/>
                                      </p:to>
                                    </p:set>
                                  </p:childTnLst>
                                </p:cTn>
                              </p:par>
                            </p:childTnLst>
                          </p:cTn>
                        </p:par>
                      </p:childTnLst>
                    </p:cTn>
                  </p:par>
                  <p:par>
                    <p:cTn id="239" fill="hold">
                      <p:stCondLst>
                        <p:cond delay="indefinite"/>
                      </p:stCondLst>
                      <p:childTnLst>
                        <p:par>
                          <p:cTn id="240" fill="hold">
                            <p:stCondLst>
                              <p:cond delay="0"/>
                            </p:stCondLst>
                            <p:childTnLst>
                              <p:par>
                                <p:cTn id="241" presetID="1" presetClass="entr" presetSubtype="0" fill="hold" nodeType="clickEffect">
                                  <p:stCondLst>
                                    <p:cond delay="0"/>
                                  </p:stCondLst>
                                  <p:childTnLst>
                                    <p:set>
                                      <p:cBhvr>
                                        <p:cTn id="242" dur="1" fill="hold">
                                          <p:stCondLst>
                                            <p:cond delay="0"/>
                                          </p:stCondLst>
                                        </p:cTn>
                                        <p:tgtEl>
                                          <p:spTgt spid="396">
                                            <p:txEl>
                                              <p:pRg st="5" end="5"/>
                                            </p:txEl>
                                          </p:spTgt>
                                        </p:tgtEl>
                                        <p:attrNameLst>
                                          <p:attrName>style.visibility</p:attrName>
                                        </p:attrNameLst>
                                      </p:cBhvr>
                                      <p:to>
                                        <p:strVal val="visible"/>
                                      </p:to>
                                    </p:set>
                                  </p:childTnLst>
                                </p:cTn>
                              </p:par>
                            </p:childTnLst>
                          </p:cTn>
                        </p:par>
                      </p:childTnLst>
                    </p:cTn>
                  </p:par>
                  <p:par>
                    <p:cTn id="243" fill="hold">
                      <p:stCondLst>
                        <p:cond delay="indefinite"/>
                      </p:stCondLst>
                      <p:childTnLst>
                        <p:par>
                          <p:cTn id="244" fill="hold">
                            <p:stCondLst>
                              <p:cond delay="0"/>
                            </p:stCondLst>
                            <p:childTnLst>
                              <p:par>
                                <p:cTn id="245" presetID="1" presetClass="entr" presetSubtype="0" fill="hold" nodeType="clickEffect">
                                  <p:stCondLst>
                                    <p:cond delay="0"/>
                                  </p:stCondLst>
                                  <p:childTnLst>
                                    <p:set>
                                      <p:cBhvr>
                                        <p:cTn id="246" dur="1" fill="hold">
                                          <p:stCondLst>
                                            <p:cond delay="0"/>
                                          </p:stCondLst>
                                        </p:cTn>
                                        <p:tgtEl>
                                          <p:spTgt spid="396">
                                            <p:txEl>
                                              <p:pRg st="6" end="6"/>
                                            </p:txEl>
                                          </p:spTgt>
                                        </p:tgtEl>
                                        <p:attrNameLst>
                                          <p:attrName>style.visibility</p:attrName>
                                        </p:attrNameLst>
                                      </p:cBhvr>
                                      <p:to>
                                        <p:strVal val="visible"/>
                                      </p:to>
                                    </p:set>
                                  </p:childTnLst>
                                </p:cTn>
                              </p:par>
                            </p:childTnLst>
                          </p:cTn>
                        </p:par>
                      </p:childTnLst>
                    </p:cTn>
                  </p:par>
                  <p:par>
                    <p:cTn id="247" fill="hold">
                      <p:stCondLst>
                        <p:cond delay="indefinite"/>
                      </p:stCondLst>
                      <p:childTnLst>
                        <p:par>
                          <p:cTn id="248" fill="hold">
                            <p:stCondLst>
                              <p:cond delay="0"/>
                            </p:stCondLst>
                            <p:childTnLst>
                              <p:par>
                                <p:cTn id="249" presetID="1" presetClass="entr" presetSubtype="0" fill="hold" nodeType="clickEffect">
                                  <p:stCondLst>
                                    <p:cond delay="0"/>
                                  </p:stCondLst>
                                  <p:childTnLst>
                                    <p:set>
                                      <p:cBhvr>
                                        <p:cTn id="250" dur="1" fill="hold">
                                          <p:stCondLst>
                                            <p:cond delay="0"/>
                                          </p:stCondLst>
                                        </p:cTn>
                                        <p:tgtEl>
                                          <p:spTgt spid="396">
                                            <p:txEl>
                                              <p:pRg st="7" end="7"/>
                                            </p:txEl>
                                          </p:spTgt>
                                        </p:tgtEl>
                                        <p:attrNameLst>
                                          <p:attrName>style.visibility</p:attrName>
                                        </p:attrNameLst>
                                      </p:cBhvr>
                                      <p:to>
                                        <p:strVal val="visible"/>
                                      </p:to>
                                    </p:set>
                                  </p:childTnLst>
                                </p:cTn>
                              </p:par>
                            </p:childTnLst>
                          </p:cTn>
                        </p:par>
                      </p:childTnLst>
                    </p:cTn>
                  </p:par>
                  <p:par>
                    <p:cTn id="251" fill="hold">
                      <p:stCondLst>
                        <p:cond delay="indefinite"/>
                      </p:stCondLst>
                      <p:childTnLst>
                        <p:par>
                          <p:cTn id="252" fill="hold">
                            <p:stCondLst>
                              <p:cond delay="0"/>
                            </p:stCondLst>
                            <p:childTnLst>
                              <p:par>
                                <p:cTn id="253" presetID="1" presetClass="entr" presetSubtype="0" fill="hold" nodeType="clickEffect">
                                  <p:stCondLst>
                                    <p:cond delay="0"/>
                                  </p:stCondLst>
                                  <p:childTnLst>
                                    <p:set>
                                      <p:cBhvr>
                                        <p:cTn id="254" dur="1" fill="hold">
                                          <p:stCondLst>
                                            <p:cond delay="0"/>
                                          </p:stCondLst>
                                        </p:cTn>
                                        <p:tgtEl>
                                          <p:spTgt spid="396">
                                            <p:txEl>
                                              <p:pRg st="8" end="8"/>
                                            </p:txEl>
                                          </p:spTgt>
                                        </p:tgtEl>
                                        <p:attrNameLst>
                                          <p:attrName>style.visibility</p:attrName>
                                        </p:attrNameLst>
                                      </p:cBhvr>
                                      <p:to>
                                        <p:strVal val="visible"/>
                                      </p:to>
                                    </p:set>
                                  </p:childTnLst>
                                </p:cTn>
                              </p:par>
                            </p:childTnLst>
                          </p:cTn>
                        </p:par>
                      </p:childTnLst>
                    </p:cTn>
                  </p:par>
                  <p:par>
                    <p:cTn id="255" fill="hold">
                      <p:stCondLst>
                        <p:cond delay="indefinite"/>
                      </p:stCondLst>
                      <p:childTnLst>
                        <p:par>
                          <p:cTn id="256" fill="hold">
                            <p:stCondLst>
                              <p:cond delay="0"/>
                            </p:stCondLst>
                            <p:childTnLst>
                              <p:par>
                                <p:cTn id="257" presetID="1" presetClass="entr" presetSubtype="0" fill="hold" nodeType="clickEffect">
                                  <p:stCondLst>
                                    <p:cond delay="0"/>
                                  </p:stCondLst>
                                  <p:childTnLst>
                                    <p:set>
                                      <p:cBhvr>
                                        <p:cTn id="258" dur="1" fill="hold">
                                          <p:stCondLst>
                                            <p:cond delay="0"/>
                                          </p:stCondLst>
                                        </p:cTn>
                                        <p:tgtEl>
                                          <p:spTgt spid="397">
                                            <p:txEl>
                                              <p:pRg st="0" end="0"/>
                                            </p:txEl>
                                          </p:spTgt>
                                        </p:tgtEl>
                                        <p:attrNameLst>
                                          <p:attrName>style.visibility</p:attrName>
                                        </p:attrNameLst>
                                      </p:cBhvr>
                                      <p:to>
                                        <p:strVal val="visible"/>
                                      </p:to>
                                    </p:set>
                                  </p:childTnLst>
                                </p:cTn>
                              </p:par>
                            </p:childTnLst>
                          </p:cTn>
                        </p:par>
                      </p:childTnLst>
                    </p:cTn>
                  </p:par>
                  <p:par>
                    <p:cTn id="259" fill="hold">
                      <p:stCondLst>
                        <p:cond delay="indefinite"/>
                      </p:stCondLst>
                      <p:childTnLst>
                        <p:par>
                          <p:cTn id="260" fill="hold">
                            <p:stCondLst>
                              <p:cond delay="0"/>
                            </p:stCondLst>
                            <p:childTnLst>
                              <p:par>
                                <p:cTn id="261" presetID="1" presetClass="entr" presetSubtype="0" fill="hold" nodeType="clickEffect">
                                  <p:stCondLst>
                                    <p:cond delay="0"/>
                                  </p:stCondLst>
                                  <p:childTnLst>
                                    <p:set>
                                      <p:cBhvr>
                                        <p:cTn id="262" dur="1" fill="hold">
                                          <p:stCondLst>
                                            <p:cond delay="0"/>
                                          </p:stCondLst>
                                        </p:cTn>
                                        <p:tgtEl>
                                          <p:spTgt spid="397">
                                            <p:txEl>
                                              <p:pRg st="1" end="1"/>
                                            </p:txEl>
                                          </p:spTgt>
                                        </p:tgtEl>
                                        <p:attrNameLst>
                                          <p:attrName>style.visibility</p:attrName>
                                        </p:attrNameLst>
                                      </p:cBhvr>
                                      <p:to>
                                        <p:strVal val="visible"/>
                                      </p:to>
                                    </p:set>
                                  </p:childTnLst>
                                </p:cTn>
                              </p:par>
                            </p:childTnLst>
                          </p:cTn>
                        </p:par>
                      </p:childTnLst>
                    </p:cTn>
                  </p:par>
                  <p:par>
                    <p:cTn id="263" fill="hold">
                      <p:stCondLst>
                        <p:cond delay="indefinite"/>
                      </p:stCondLst>
                      <p:childTnLst>
                        <p:par>
                          <p:cTn id="264" fill="hold">
                            <p:stCondLst>
                              <p:cond delay="0"/>
                            </p:stCondLst>
                            <p:childTnLst>
                              <p:par>
                                <p:cTn id="265" presetID="1" presetClass="entr" presetSubtype="0" fill="hold" nodeType="clickEffect">
                                  <p:stCondLst>
                                    <p:cond delay="0"/>
                                  </p:stCondLst>
                                  <p:childTnLst>
                                    <p:set>
                                      <p:cBhvr>
                                        <p:cTn id="266" dur="1" fill="hold">
                                          <p:stCondLst>
                                            <p:cond delay="0"/>
                                          </p:stCondLst>
                                        </p:cTn>
                                        <p:tgtEl>
                                          <p:spTgt spid="397">
                                            <p:txEl>
                                              <p:pRg st="2" end="2"/>
                                            </p:txEl>
                                          </p:spTgt>
                                        </p:tgtEl>
                                        <p:attrNameLst>
                                          <p:attrName>style.visibility</p:attrName>
                                        </p:attrNameLst>
                                      </p:cBhvr>
                                      <p:to>
                                        <p:strVal val="visible"/>
                                      </p:to>
                                    </p:set>
                                  </p:childTnLst>
                                </p:cTn>
                              </p:par>
                            </p:childTnLst>
                          </p:cTn>
                        </p:par>
                      </p:childTnLst>
                    </p:cTn>
                  </p:par>
                  <p:par>
                    <p:cTn id="267" fill="hold">
                      <p:stCondLst>
                        <p:cond delay="indefinite"/>
                      </p:stCondLst>
                      <p:childTnLst>
                        <p:par>
                          <p:cTn id="268" fill="hold">
                            <p:stCondLst>
                              <p:cond delay="0"/>
                            </p:stCondLst>
                            <p:childTnLst>
                              <p:par>
                                <p:cTn id="269" presetID="1" presetClass="entr" presetSubtype="0" fill="hold" nodeType="clickEffect">
                                  <p:stCondLst>
                                    <p:cond delay="0"/>
                                  </p:stCondLst>
                                  <p:childTnLst>
                                    <p:set>
                                      <p:cBhvr>
                                        <p:cTn id="270" dur="1" fill="hold">
                                          <p:stCondLst>
                                            <p:cond delay="0"/>
                                          </p:stCondLst>
                                        </p:cTn>
                                        <p:tgtEl>
                                          <p:spTgt spid="397">
                                            <p:txEl>
                                              <p:pRg st="3" end="3"/>
                                            </p:txEl>
                                          </p:spTgt>
                                        </p:tgtEl>
                                        <p:attrNameLst>
                                          <p:attrName>style.visibility</p:attrName>
                                        </p:attrNameLst>
                                      </p:cBhvr>
                                      <p:to>
                                        <p:strVal val="visible"/>
                                      </p:to>
                                    </p:set>
                                  </p:childTnLst>
                                </p:cTn>
                              </p:par>
                            </p:childTnLst>
                          </p:cTn>
                        </p:par>
                      </p:childTnLst>
                    </p:cTn>
                  </p:par>
                  <p:par>
                    <p:cTn id="271" fill="hold">
                      <p:stCondLst>
                        <p:cond delay="indefinite"/>
                      </p:stCondLst>
                      <p:childTnLst>
                        <p:par>
                          <p:cTn id="272" fill="hold">
                            <p:stCondLst>
                              <p:cond delay="0"/>
                            </p:stCondLst>
                            <p:childTnLst>
                              <p:par>
                                <p:cTn id="273" presetID="1" presetClass="entr" presetSubtype="0" fill="hold" nodeType="clickEffect">
                                  <p:stCondLst>
                                    <p:cond delay="0"/>
                                  </p:stCondLst>
                                  <p:childTnLst>
                                    <p:set>
                                      <p:cBhvr>
                                        <p:cTn id="274" dur="1" fill="hold">
                                          <p:stCondLst>
                                            <p:cond delay="0"/>
                                          </p:stCondLst>
                                        </p:cTn>
                                        <p:tgtEl>
                                          <p:spTgt spid="397">
                                            <p:txEl>
                                              <p:pRg st="4" end="4"/>
                                            </p:txEl>
                                          </p:spTgt>
                                        </p:tgtEl>
                                        <p:attrNameLst>
                                          <p:attrName>style.visibility</p:attrName>
                                        </p:attrNameLst>
                                      </p:cBhvr>
                                      <p:to>
                                        <p:strVal val="visible"/>
                                      </p:to>
                                    </p:set>
                                  </p:childTnLst>
                                </p:cTn>
                              </p:par>
                            </p:childTnLst>
                          </p:cTn>
                        </p:par>
                      </p:childTnLst>
                    </p:cTn>
                  </p:par>
                  <p:par>
                    <p:cTn id="275" fill="hold">
                      <p:stCondLst>
                        <p:cond delay="indefinite"/>
                      </p:stCondLst>
                      <p:childTnLst>
                        <p:par>
                          <p:cTn id="276" fill="hold">
                            <p:stCondLst>
                              <p:cond delay="0"/>
                            </p:stCondLst>
                            <p:childTnLst>
                              <p:par>
                                <p:cTn id="277" presetID="1" presetClass="entr" presetSubtype="0" fill="hold" nodeType="clickEffect">
                                  <p:stCondLst>
                                    <p:cond delay="0"/>
                                  </p:stCondLst>
                                  <p:childTnLst>
                                    <p:set>
                                      <p:cBhvr>
                                        <p:cTn id="278" dur="1" fill="hold">
                                          <p:stCondLst>
                                            <p:cond delay="0"/>
                                          </p:stCondLst>
                                        </p:cTn>
                                        <p:tgtEl>
                                          <p:spTgt spid="397">
                                            <p:txEl>
                                              <p:pRg st="5" end="5"/>
                                            </p:txEl>
                                          </p:spTgt>
                                        </p:tgtEl>
                                        <p:attrNameLst>
                                          <p:attrName>style.visibility</p:attrName>
                                        </p:attrNameLst>
                                      </p:cBhvr>
                                      <p:to>
                                        <p:strVal val="visible"/>
                                      </p:to>
                                    </p:set>
                                  </p:childTnLst>
                                </p:cTn>
                              </p:par>
                            </p:childTnLst>
                          </p:cTn>
                        </p:par>
                      </p:childTnLst>
                    </p:cTn>
                  </p:par>
                  <p:par>
                    <p:cTn id="279" fill="hold">
                      <p:stCondLst>
                        <p:cond delay="indefinite"/>
                      </p:stCondLst>
                      <p:childTnLst>
                        <p:par>
                          <p:cTn id="280" fill="hold">
                            <p:stCondLst>
                              <p:cond delay="0"/>
                            </p:stCondLst>
                            <p:childTnLst>
                              <p:par>
                                <p:cTn id="281" presetID="1" presetClass="entr" presetSubtype="0" fill="hold" nodeType="clickEffect">
                                  <p:stCondLst>
                                    <p:cond delay="0"/>
                                  </p:stCondLst>
                                  <p:childTnLst>
                                    <p:set>
                                      <p:cBhvr>
                                        <p:cTn id="282" dur="1" fill="hold">
                                          <p:stCondLst>
                                            <p:cond delay="0"/>
                                          </p:stCondLst>
                                        </p:cTn>
                                        <p:tgtEl>
                                          <p:spTgt spid="397">
                                            <p:txEl>
                                              <p:pRg st="6" end="6"/>
                                            </p:txEl>
                                          </p:spTgt>
                                        </p:tgtEl>
                                        <p:attrNameLst>
                                          <p:attrName>style.visibility</p:attrName>
                                        </p:attrNameLst>
                                      </p:cBhvr>
                                      <p:to>
                                        <p:strVal val="visible"/>
                                      </p:to>
                                    </p:set>
                                  </p:childTnLst>
                                </p:cTn>
                              </p:par>
                            </p:childTnLst>
                          </p:cTn>
                        </p:par>
                      </p:childTnLst>
                    </p:cTn>
                  </p:par>
                  <p:par>
                    <p:cTn id="283" fill="hold">
                      <p:stCondLst>
                        <p:cond delay="indefinite"/>
                      </p:stCondLst>
                      <p:childTnLst>
                        <p:par>
                          <p:cTn id="284" fill="hold">
                            <p:stCondLst>
                              <p:cond delay="0"/>
                            </p:stCondLst>
                            <p:childTnLst>
                              <p:par>
                                <p:cTn id="285" presetID="1" presetClass="entr" presetSubtype="0" fill="hold" nodeType="clickEffect">
                                  <p:stCondLst>
                                    <p:cond delay="0"/>
                                  </p:stCondLst>
                                  <p:childTnLst>
                                    <p:set>
                                      <p:cBhvr>
                                        <p:cTn id="286" dur="1" fill="hold">
                                          <p:stCondLst>
                                            <p:cond delay="0"/>
                                          </p:stCondLst>
                                        </p:cTn>
                                        <p:tgtEl>
                                          <p:spTgt spid="397">
                                            <p:txEl>
                                              <p:pRg st="7" end="7"/>
                                            </p:txEl>
                                          </p:spTgt>
                                        </p:tgtEl>
                                        <p:attrNameLst>
                                          <p:attrName>style.visibility</p:attrName>
                                        </p:attrNameLst>
                                      </p:cBhvr>
                                      <p:to>
                                        <p:strVal val="visible"/>
                                      </p:to>
                                    </p:set>
                                  </p:childTnLst>
                                </p:cTn>
                              </p:par>
                            </p:childTnLst>
                          </p:cTn>
                        </p:par>
                      </p:childTnLst>
                    </p:cTn>
                  </p:par>
                  <p:par>
                    <p:cTn id="287" fill="hold">
                      <p:stCondLst>
                        <p:cond delay="indefinite"/>
                      </p:stCondLst>
                      <p:childTnLst>
                        <p:par>
                          <p:cTn id="288" fill="hold">
                            <p:stCondLst>
                              <p:cond delay="0"/>
                            </p:stCondLst>
                            <p:childTnLst>
                              <p:par>
                                <p:cTn id="289" presetID="1" presetClass="entr" presetSubtype="0" fill="hold" nodeType="clickEffect">
                                  <p:stCondLst>
                                    <p:cond delay="0"/>
                                  </p:stCondLst>
                                  <p:childTnLst>
                                    <p:set>
                                      <p:cBhvr>
                                        <p:cTn id="290" dur="1" fill="hold">
                                          <p:stCondLst>
                                            <p:cond delay="0"/>
                                          </p:stCondLst>
                                        </p:cTn>
                                        <p:tgtEl>
                                          <p:spTgt spid="397">
                                            <p:txEl>
                                              <p:pRg st="8" end="8"/>
                                            </p:txEl>
                                          </p:spTgt>
                                        </p:tgtEl>
                                        <p:attrNameLst>
                                          <p:attrName>style.visibility</p:attrName>
                                        </p:attrNameLst>
                                      </p:cBhvr>
                                      <p:to>
                                        <p:strVal val="visible"/>
                                      </p:to>
                                    </p:set>
                                  </p:childTnLst>
                                </p:cTn>
                              </p:par>
                            </p:childTnLst>
                          </p:cTn>
                        </p:par>
                      </p:childTnLst>
                    </p:cTn>
                  </p:par>
                  <p:par>
                    <p:cTn id="291" fill="hold">
                      <p:stCondLst>
                        <p:cond delay="indefinite"/>
                      </p:stCondLst>
                      <p:childTnLst>
                        <p:par>
                          <p:cTn id="292" fill="hold">
                            <p:stCondLst>
                              <p:cond delay="0"/>
                            </p:stCondLst>
                            <p:childTnLst>
                              <p:par>
                                <p:cTn id="293" presetID="1" presetClass="entr" presetSubtype="0" fill="hold" nodeType="clickEffect">
                                  <p:stCondLst>
                                    <p:cond delay="0"/>
                                  </p:stCondLst>
                                  <p:childTnLst>
                                    <p:set>
                                      <p:cBhvr>
                                        <p:cTn id="294" dur="1" fill="hold">
                                          <p:stCondLst>
                                            <p:cond delay="0"/>
                                          </p:stCondLst>
                                        </p:cTn>
                                        <p:tgtEl>
                                          <p:spTgt spid="398">
                                            <p:txEl>
                                              <p:pRg st="0" end="0"/>
                                            </p:txEl>
                                          </p:spTgt>
                                        </p:tgtEl>
                                        <p:attrNameLst>
                                          <p:attrName>style.visibility</p:attrName>
                                        </p:attrNameLst>
                                      </p:cBhvr>
                                      <p:to>
                                        <p:strVal val="visible"/>
                                      </p:to>
                                    </p:set>
                                  </p:childTnLst>
                                </p:cTn>
                              </p:par>
                            </p:childTnLst>
                          </p:cTn>
                        </p:par>
                      </p:childTnLst>
                    </p:cTn>
                  </p:par>
                  <p:par>
                    <p:cTn id="295" fill="hold">
                      <p:stCondLst>
                        <p:cond delay="indefinite"/>
                      </p:stCondLst>
                      <p:childTnLst>
                        <p:par>
                          <p:cTn id="296" fill="hold">
                            <p:stCondLst>
                              <p:cond delay="0"/>
                            </p:stCondLst>
                            <p:childTnLst>
                              <p:par>
                                <p:cTn id="297" presetID="1" presetClass="entr" presetSubtype="0" fill="hold" nodeType="clickEffect">
                                  <p:stCondLst>
                                    <p:cond delay="0"/>
                                  </p:stCondLst>
                                  <p:childTnLst>
                                    <p:set>
                                      <p:cBhvr>
                                        <p:cTn id="298" dur="1" fill="hold">
                                          <p:stCondLst>
                                            <p:cond delay="0"/>
                                          </p:stCondLst>
                                        </p:cTn>
                                        <p:tgtEl>
                                          <p:spTgt spid="398">
                                            <p:txEl>
                                              <p:pRg st="1" end="1"/>
                                            </p:txEl>
                                          </p:spTgt>
                                        </p:tgtEl>
                                        <p:attrNameLst>
                                          <p:attrName>style.visibility</p:attrName>
                                        </p:attrNameLst>
                                      </p:cBhvr>
                                      <p:to>
                                        <p:strVal val="visible"/>
                                      </p:to>
                                    </p:set>
                                  </p:childTnLst>
                                </p:cTn>
                              </p:par>
                            </p:childTnLst>
                          </p:cTn>
                        </p:par>
                      </p:childTnLst>
                    </p:cTn>
                  </p:par>
                  <p:par>
                    <p:cTn id="299" fill="hold">
                      <p:stCondLst>
                        <p:cond delay="indefinite"/>
                      </p:stCondLst>
                      <p:childTnLst>
                        <p:par>
                          <p:cTn id="300" fill="hold">
                            <p:stCondLst>
                              <p:cond delay="0"/>
                            </p:stCondLst>
                            <p:childTnLst>
                              <p:par>
                                <p:cTn id="301" presetID="1" presetClass="entr" presetSubtype="0" fill="hold" nodeType="clickEffect">
                                  <p:stCondLst>
                                    <p:cond delay="0"/>
                                  </p:stCondLst>
                                  <p:childTnLst>
                                    <p:set>
                                      <p:cBhvr>
                                        <p:cTn id="302" dur="1" fill="hold">
                                          <p:stCondLst>
                                            <p:cond delay="0"/>
                                          </p:stCondLst>
                                        </p:cTn>
                                        <p:tgtEl>
                                          <p:spTgt spid="398">
                                            <p:txEl>
                                              <p:pRg st="2" end="2"/>
                                            </p:txEl>
                                          </p:spTgt>
                                        </p:tgtEl>
                                        <p:attrNameLst>
                                          <p:attrName>style.visibility</p:attrName>
                                        </p:attrNameLst>
                                      </p:cBhvr>
                                      <p:to>
                                        <p:strVal val="visible"/>
                                      </p:to>
                                    </p:set>
                                  </p:childTnLst>
                                </p:cTn>
                              </p:par>
                            </p:childTnLst>
                          </p:cTn>
                        </p:par>
                      </p:childTnLst>
                    </p:cTn>
                  </p:par>
                  <p:par>
                    <p:cTn id="303" fill="hold">
                      <p:stCondLst>
                        <p:cond delay="indefinite"/>
                      </p:stCondLst>
                      <p:childTnLst>
                        <p:par>
                          <p:cTn id="304" fill="hold">
                            <p:stCondLst>
                              <p:cond delay="0"/>
                            </p:stCondLst>
                            <p:childTnLst>
                              <p:par>
                                <p:cTn id="305" presetID="1" presetClass="entr" presetSubtype="0" fill="hold" nodeType="clickEffect">
                                  <p:stCondLst>
                                    <p:cond delay="0"/>
                                  </p:stCondLst>
                                  <p:childTnLst>
                                    <p:set>
                                      <p:cBhvr>
                                        <p:cTn id="306" dur="1" fill="hold">
                                          <p:stCondLst>
                                            <p:cond delay="0"/>
                                          </p:stCondLst>
                                        </p:cTn>
                                        <p:tgtEl>
                                          <p:spTgt spid="398">
                                            <p:txEl>
                                              <p:pRg st="3" end="3"/>
                                            </p:txEl>
                                          </p:spTgt>
                                        </p:tgtEl>
                                        <p:attrNameLst>
                                          <p:attrName>style.visibility</p:attrName>
                                        </p:attrNameLst>
                                      </p:cBhvr>
                                      <p:to>
                                        <p:strVal val="visible"/>
                                      </p:to>
                                    </p:set>
                                  </p:childTnLst>
                                </p:cTn>
                              </p:par>
                            </p:childTnLst>
                          </p:cTn>
                        </p:par>
                      </p:childTnLst>
                    </p:cTn>
                  </p:par>
                  <p:par>
                    <p:cTn id="307" fill="hold">
                      <p:stCondLst>
                        <p:cond delay="indefinite"/>
                      </p:stCondLst>
                      <p:childTnLst>
                        <p:par>
                          <p:cTn id="308" fill="hold">
                            <p:stCondLst>
                              <p:cond delay="0"/>
                            </p:stCondLst>
                            <p:childTnLst>
                              <p:par>
                                <p:cTn id="309" presetID="1" presetClass="entr" presetSubtype="0" fill="hold" nodeType="clickEffect">
                                  <p:stCondLst>
                                    <p:cond delay="0"/>
                                  </p:stCondLst>
                                  <p:childTnLst>
                                    <p:set>
                                      <p:cBhvr>
                                        <p:cTn id="310" dur="1" fill="hold">
                                          <p:stCondLst>
                                            <p:cond delay="0"/>
                                          </p:stCondLst>
                                        </p:cTn>
                                        <p:tgtEl>
                                          <p:spTgt spid="398">
                                            <p:txEl>
                                              <p:pRg st="4" end="4"/>
                                            </p:txEl>
                                          </p:spTgt>
                                        </p:tgtEl>
                                        <p:attrNameLst>
                                          <p:attrName>style.visibility</p:attrName>
                                        </p:attrNameLst>
                                      </p:cBhvr>
                                      <p:to>
                                        <p:strVal val="visible"/>
                                      </p:to>
                                    </p:set>
                                  </p:childTnLst>
                                </p:cTn>
                              </p:par>
                            </p:childTnLst>
                          </p:cTn>
                        </p:par>
                      </p:childTnLst>
                    </p:cTn>
                  </p:par>
                  <p:par>
                    <p:cTn id="311" fill="hold">
                      <p:stCondLst>
                        <p:cond delay="indefinite"/>
                      </p:stCondLst>
                      <p:childTnLst>
                        <p:par>
                          <p:cTn id="312" fill="hold">
                            <p:stCondLst>
                              <p:cond delay="0"/>
                            </p:stCondLst>
                            <p:childTnLst>
                              <p:par>
                                <p:cTn id="313" presetID="1" presetClass="entr" presetSubtype="0" fill="hold" nodeType="clickEffect">
                                  <p:stCondLst>
                                    <p:cond delay="0"/>
                                  </p:stCondLst>
                                  <p:childTnLst>
                                    <p:set>
                                      <p:cBhvr>
                                        <p:cTn id="314" dur="1" fill="hold">
                                          <p:stCondLst>
                                            <p:cond delay="0"/>
                                          </p:stCondLst>
                                        </p:cTn>
                                        <p:tgtEl>
                                          <p:spTgt spid="398">
                                            <p:txEl>
                                              <p:pRg st="5" end="5"/>
                                            </p:txEl>
                                          </p:spTgt>
                                        </p:tgtEl>
                                        <p:attrNameLst>
                                          <p:attrName>style.visibility</p:attrName>
                                        </p:attrNameLst>
                                      </p:cBhvr>
                                      <p:to>
                                        <p:strVal val="visible"/>
                                      </p:to>
                                    </p:set>
                                  </p:childTnLst>
                                </p:cTn>
                              </p:par>
                            </p:childTnLst>
                          </p:cTn>
                        </p:par>
                      </p:childTnLst>
                    </p:cTn>
                  </p:par>
                  <p:par>
                    <p:cTn id="315" fill="hold">
                      <p:stCondLst>
                        <p:cond delay="indefinite"/>
                      </p:stCondLst>
                      <p:childTnLst>
                        <p:par>
                          <p:cTn id="316" fill="hold">
                            <p:stCondLst>
                              <p:cond delay="0"/>
                            </p:stCondLst>
                            <p:childTnLst>
                              <p:par>
                                <p:cTn id="317" presetID="1" presetClass="entr" presetSubtype="0" fill="hold" nodeType="clickEffect">
                                  <p:stCondLst>
                                    <p:cond delay="0"/>
                                  </p:stCondLst>
                                  <p:childTnLst>
                                    <p:set>
                                      <p:cBhvr>
                                        <p:cTn id="318" dur="1" fill="hold">
                                          <p:stCondLst>
                                            <p:cond delay="0"/>
                                          </p:stCondLst>
                                        </p:cTn>
                                        <p:tgtEl>
                                          <p:spTgt spid="398">
                                            <p:txEl>
                                              <p:pRg st="6" end="6"/>
                                            </p:txEl>
                                          </p:spTgt>
                                        </p:tgtEl>
                                        <p:attrNameLst>
                                          <p:attrName>style.visibility</p:attrName>
                                        </p:attrNameLst>
                                      </p:cBhvr>
                                      <p:to>
                                        <p:strVal val="visible"/>
                                      </p:to>
                                    </p:set>
                                  </p:childTnLst>
                                </p:cTn>
                              </p:par>
                            </p:childTnLst>
                          </p:cTn>
                        </p:par>
                      </p:childTnLst>
                    </p:cTn>
                  </p:par>
                  <p:par>
                    <p:cTn id="319" fill="hold">
                      <p:stCondLst>
                        <p:cond delay="indefinite"/>
                      </p:stCondLst>
                      <p:childTnLst>
                        <p:par>
                          <p:cTn id="320" fill="hold">
                            <p:stCondLst>
                              <p:cond delay="0"/>
                            </p:stCondLst>
                            <p:childTnLst>
                              <p:par>
                                <p:cTn id="321" presetID="1" presetClass="entr" presetSubtype="0" fill="hold" nodeType="clickEffect">
                                  <p:stCondLst>
                                    <p:cond delay="0"/>
                                  </p:stCondLst>
                                  <p:childTnLst>
                                    <p:set>
                                      <p:cBhvr>
                                        <p:cTn id="322" dur="1" fill="hold">
                                          <p:stCondLst>
                                            <p:cond delay="0"/>
                                          </p:stCondLst>
                                        </p:cTn>
                                        <p:tgtEl>
                                          <p:spTgt spid="398">
                                            <p:txEl>
                                              <p:pRg st="7" end="7"/>
                                            </p:txEl>
                                          </p:spTgt>
                                        </p:tgtEl>
                                        <p:attrNameLst>
                                          <p:attrName>style.visibility</p:attrName>
                                        </p:attrNameLst>
                                      </p:cBhvr>
                                      <p:to>
                                        <p:strVal val="visible"/>
                                      </p:to>
                                    </p:set>
                                  </p:childTnLst>
                                </p:cTn>
                              </p:par>
                            </p:childTnLst>
                          </p:cTn>
                        </p:par>
                      </p:childTnLst>
                    </p:cTn>
                  </p:par>
                  <p:par>
                    <p:cTn id="323" fill="hold">
                      <p:stCondLst>
                        <p:cond delay="indefinite"/>
                      </p:stCondLst>
                      <p:childTnLst>
                        <p:par>
                          <p:cTn id="324" fill="hold">
                            <p:stCondLst>
                              <p:cond delay="0"/>
                            </p:stCondLst>
                            <p:childTnLst>
                              <p:par>
                                <p:cTn id="325" presetID="1" presetClass="entr" presetSubtype="0" fill="hold" nodeType="clickEffect">
                                  <p:stCondLst>
                                    <p:cond delay="0"/>
                                  </p:stCondLst>
                                  <p:childTnLst>
                                    <p:set>
                                      <p:cBhvr>
                                        <p:cTn id="326" dur="1" fill="hold">
                                          <p:stCondLst>
                                            <p:cond delay="0"/>
                                          </p:stCondLst>
                                        </p:cTn>
                                        <p:tgtEl>
                                          <p:spTgt spid="398">
                                            <p:txEl>
                                              <p:pRg st="8" end="8"/>
                                            </p:txEl>
                                          </p:spTgt>
                                        </p:tgtEl>
                                        <p:attrNameLst>
                                          <p:attrName>style.visibility</p:attrName>
                                        </p:attrNameLst>
                                      </p:cBhvr>
                                      <p:to>
                                        <p:strVal val="visible"/>
                                      </p:to>
                                    </p:set>
                                  </p:childTnLst>
                                </p:cTn>
                              </p:par>
                            </p:childTnLst>
                          </p:cTn>
                        </p:par>
                      </p:childTnLst>
                    </p:cTn>
                  </p:par>
                  <p:par>
                    <p:cTn id="327" fill="hold">
                      <p:stCondLst>
                        <p:cond delay="indefinite"/>
                      </p:stCondLst>
                      <p:childTnLst>
                        <p:par>
                          <p:cTn id="328" fill="hold">
                            <p:stCondLst>
                              <p:cond delay="0"/>
                            </p:stCondLst>
                            <p:childTnLst>
                              <p:par>
                                <p:cTn id="329" presetID="1" presetClass="entr" presetSubtype="0" fill="hold" nodeType="clickEffect">
                                  <p:stCondLst>
                                    <p:cond delay="0"/>
                                  </p:stCondLst>
                                  <p:childTnLst>
                                    <p:set>
                                      <p:cBhvr>
                                        <p:cTn id="330" dur="1" fill="hold">
                                          <p:stCondLst>
                                            <p:cond delay="0"/>
                                          </p:stCondLst>
                                        </p:cTn>
                                        <p:tgtEl>
                                          <p:spTgt spid="399">
                                            <p:txEl>
                                              <p:pRg st="0" end="0"/>
                                            </p:txEl>
                                          </p:spTgt>
                                        </p:tgtEl>
                                        <p:attrNameLst>
                                          <p:attrName>style.visibility</p:attrName>
                                        </p:attrNameLst>
                                      </p:cBhvr>
                                      <p:to>
                                        <p:strVal val="visible"/>
                                      </p:to>
                                    </p:set>
                                  </p:childTnLst>
                                </p:cTn>
                              </p:par>
                            </p:childTnLst>
                          </p:cTn>
                        </p:par>
                      </p:childTnLst>
                    </p:cTn>
                  </p:par>
                  <p:par>
                    <p:cTn id="331" fill="hold">
                      <p:stCondLst>
                        <p:cond delay="indefinite"/>
                      </p:stCondLst>
                      <p:childTnLst>
                        <p:par>
                          <p:cTn id="332" fill="hold">
                            <p:stCondLst>
                              <p:cond delay="0"/>
                            </p:stCondLst>
                            <p:childTnLst>
                              <p:par>
                                <p:cTn id="333" presetID="1" presetClass="entr" presetSubtype="0" fill="hold" nodeType="clickEffect">
                                  <p:stCondLst>
                                    <p:cond delay="0"/>
                                  </p:stCondLst>
                                  <p:childTnLst>
                                    <p:set>
                                      <p:cBhvr>
                                        <p:cTn id="334" dur="1" fill="hold">
                                          <p:stCondLst>
                                            <p:cond delay="0"/>
                                          </p:stCondLst>
                                        </p:cTn>
                                        <p:tgtEl>
                                          <p:spTgt spid="399">
                                            <p:txEl>
                                              <p:pRg st="1" end="1"/>
                                            </p:txEl>
                                          </p:spTgt>
                                        </p:tgtEl>
                                        <p:attrNameLst>
                                          <p:attrName>style.visibility</p:attrName>
                                        </p:attrNameLst>
                                      </p:cBhvr>
                                      <p:to>
                                        <p:strVal val="visible"/>
                                      </p:to>
                                    </p:set>
                                  </p:childTnLst>
                                </p:cTn>
                              </p:par>
                            </p:childTnLst>
                          </p:cTn>
                        </p:par>
                      </p:childTnLst>
                    </p:cTn>
                  </p:par>
                  <p:par>
                    <p:cTn id="335" fill="hold">
                      <p:stCondLst>
                        <p:cond delay="indefinite"/>
                      </p:stCondLst>
                      <p:childTnLst>
                        <p:par>
                          <p:cTn id="336" fill="hold">
                            <p:stCondLst>
                              <p:cond delay="0"/>
                            </p:stCondLst>
                            <p:childTnLst>
                              <p:par>
                                <p:cTn id="337" presetID="1" presetClass="entr" presetSubtype="0" fill="hold" nodeType="clickEffect">
                                  <p:stCondLst>
                                    <p:cond delay="0"/>
                                  </p:stCondLst>
                                  <p:childTnLst>
                                    <p:set>
                                      <p:cBhvr>
                                        <p:cTn id="338" dur="1" fill="hold">
                                          <p:stCondLst>
                                            <p:cond delay="0"/>
                                          </p:stCondLst>
                                        </p:cTn>
                                        <p:tgtEl>
                                          <p:spTgt spid="399">
                                            <p:txEl>
                                              <p:pRg st="2" end="2"/>
                                            </p:txEl>
                                          </p:spTgt>
                                        </p:tgtEl>
                                        <p:attrNameLst>
                                          <p:attrName>style.visibility</p:attrName>
                                        </p:attrNameLst>
                                      </p:cBhvr>
                                      <p:to>
                                        <p:strVal val="visible"/>
                                      </p:to>
                                    </p:set>
                                  </p:childTnLst>
                                </p:cTn>
                              </p:par>
                            </p:childTnLst>
                          </p:cTn>
                        </p:par>
                      </p:childTnLst>
                    </p:cTn>
                  </p:par>
                  <p:par>
                    <p:cTn id="339" fill="hold">
                      <p:stCondLst>
                        <p:cond delay="indefinite"/>
                      </p:stCondLst>
                      <p:childTnLst>
                        <p:par>
                          <p:cTn id="340" fill="hold">
                            <p:stCondLst>
                              <p:cond delay="0"/>
                            </p:stCondLst>
                            <p:childTnLst>
                              <p:par>
                                <p:cTn id="341" presetID="1" presetClass="entr" presetSubtype="0" fill="hold" nodeType="clickEffect">
                                  <p:stCondLst>
                                    <p:cond delay="0"/>
                                  </p:stCondLst>
                                  <p:childTnLst>
                                    <p:set>
                                      <p:cBhvr>
                                        <p:cTn id="342" dur="1" fill="hold">
                                          <p:stCondLst>
                                            <p:cond delay="0"/>
                                          </p:stCondLst>
                                        </p:cTn>
                                        <p:tgtEl>
                                          <p:spTgt spid="399">
                                            <p:txEl>
                                              <p:pRg st="3" end="3"/>
                                            </p:txEl>
                                          </p:spTgt>
                                        </p:tgtEl>
                                        <p:attrNameLst>
                                          <p:attrName>style.visibility</p:attrName>
                                        </p:attrNameLst>
                                      </p:cBhvr>
                                      <p:to>
                                        <p:strVal val="visible"/>
                                      </p:to>
                                    </p:set>
                                  </p:childTnLst>
                                </p:cTn>
                              </p:par>
                            </p:childTnLst>
                          </p:cTn>
                        </p:par>
                      </p:childTnLst>
                    </p:cTn>
                  </p:par>
                  <p:par>
                    <p:cTn id="343" fill="hold">
                      <p:stCondLst>
                        <p:cond delay="indefinite"/>
                      </p:stCondLst>
                      <p:childTnLst>
                        <p:par>
                          <p:cTn id="344" fill="hold">
                            <p:stCondLst>
                              <p:cond delay="0"/>
                            </p:stCondLst>
                            <p:childTnLst>
                              <p:par>
                                <p:cTn id="345" presetID="1" presetClass="entr" presetSubtype="0" fill="hold" nodeType="clickEffect">
                                  <p:stCondLst>
                                    <p:cond delay="0"/>
                                  </p:stCondLst>
                                  <p:childTnLst>
                                    <p:set>
                                      <p:cBhvr>
                                        <p:cTn id="346" dur="1" fill="hold">
                                          <p:stCondLst>
                                            <p:cond delay="0"/>
                                          </p:stCondLst>
                                        </p:cTn>
                                        <p:tgtEl>
                                          <p:spTgt spid="399">
                                            <p:txEl>
                                              <p:pRg st="4" end="4"/>
                                            </p:txEl>
                                          </p:spTgt>
                                        </p:tgtEl>
                                        <p:attrNameLst>
                                          <p:attrName>style.visibility</p:attrName>
                                        </p:attrNameLst>
                                      </p:cBhvr>
                                      <p:to>
                                        <p:strVal val="visible"/>
                                      </p:to>
                                    </p:set>
                                  </p:childTnLst>
                                </p:cTn>
                              </p:par>
                            </p:childTnLst>
                          </p:cTn>
                        </p:par>
                      </p:childTnLst>
                    </p:cTn>
                  </p:par>
                  <p:par>
                    <p:cTn id="347" fill="hold">
                      <p:stCondLst>
                        <p:cond delay="indefinite"/>
                      </p:stCondLst>
                      <p:childTnLst>
                        <p:par>
                          <p:cTn id="348" fill="hold">
                            <p:stCondLst>
                              <p:cond delay="0"/>
                            </p:stCondLst>
                            <p:childTnLst>
                              <p:par>
                                <p:cTn id="349" presetID="1" presetClass="entr" presetSubtype="0" fill="hold" nodeType="clickEffect">
                                  <p:stCondLst>
                                    <p:cond delay="0"/>
                                  </p:stCondLst>
                                  <p:childTnLst>
                                    <p:set>
                                      <p:cBhvr>
                                        <p:cTn id="350" dur="1" fill="hold">
                                          <p:stCondLst>
                                            <p:cond delay="0"/>
                                          </p:stCondLst>
                                        </p:cTn>
                                        <p:tgtEl>
                                          <p:spTgt spid="399">
                                            <p:txEl>
                                              <p:pRg st="5" end="5"/>
                                            </p:txEl>
                                          </p:spTgt>
                                        </p:tgtEl>
                                        <p:attrNameLst>
                                          <p:attrName>style.visibility</p:attrName>
                                        </p:attrNameLst>
                                      </p:cBhvr>
                                      <p:to>
                                        <p:strVal val="visible"/>
                                      </p:to>
                                    </p:set>
                                  </p:childTnLst>
                                </p:cTn>
                              </p:par>
                            </p:childTnLst>
                          </p:cTn>
                        </p:par>
                      </p:childTnLst>
                    </p:cTn>
                  </p:par>
                  <p:par>
                    <p:cTn id="351" fill="hold">
                      <p:stCondLst>
                        <p:cond delay="indefinite"/>
                      </p:stCondLst>
                      <p:childTnLst>
                        <p:par>
                          <p:cTn id="352" fill="hold">
                            <p:stCondLst>
                              <p:cond delay="0"/>
                            </p:stCondLst>
                            <p:childTnLst>
                              <p:par>
                                <p:cTn id="353" presetID="1" presetClass="entr" presetSubtype="0" fill="hold" nodeType="clickEffect">
                                  <p:stCondLst>
                                    <p:cond delay="0"/>
                                  </p:stCondLst>
                                  <p:childTnLst>
                                    <p:set>
                                      <p:cBhvr>
                                        <p:cTn id="354" dur="1" fill="hold">
                                          <p:stCondLst>
                                            <p:cond delay="0"/>
                                          </p:stCondLst>
                                        </p:cTn>
                                        <p:tgtEl>
                                          <p:spTgt spid="399">
                                            <p:txEl>
                                              <p:pRg st="6" end="6"/>
                                            </p:txEl>
                                          </p:spTgt>
                                        </p:tgtEl>
                                        <p:attrNameLst>
                                          <p:attrName>style.visibility</p:attrName>
                                        </p:attrNameLst>
                                      </p:cBhvr>
                                      <p:to>
                                        <p:strVal val="visible"/>
                                      </p:to>
                                    </p:set>
                                  </p:childTnLst>
                                </p:cTn>
                              </p:par>
                            </p:childTnLst>
                          </p:cTn>
                        </p:par>
                      </p:childTnLst>
                    </p:cTn>
                  </p:par>
                  <p:par>
                    <p:cTn id="355" fill="hold">
                      <p:stCondLst>
                        <p:cond delay="indefinite"/>
                      </p:stCondLst>
                      <p:childTnLst>
                        <p:par>
                          <p:cTn id="356" fill="hold">
                            <p:stCondLst>
                              <p:cond delay="0"/>
                            </p:stCondLst>
                            <p:childTnLst>
                              <p:par>
                                <p:cTn id="357" presetID="1" presetClass="entr" presetSubtype="0" fill="hold" nodeType="clickEffect">
                                  <p:stCondLst>
                                    <p:cond delay="0"/>
                                  </p:stCondLst>
                                  <p:childTnLst>
                                    <p:set>
                                      <p:cBhvr>
                                        <p:cTn id="358" dur="1" fill="hold">
                                          <p:stCondLst>
                                            <p:cond delay="0"/>
                                          </p:stCondLst>
                                        </p:cTn>
                                        <p:tgtEl>
                                          <p:spTgt spid="399">
                                            <p:txEl>
                                              <p:pRg st="7" end="7"/>
                                            </p:txEl>
                                          </p:spTgt>
                                        </p:tgtEl>
                                        <p:attrNameLst>
                                          <p:attrName>style.visibility</p:attrName>
                                        </p:attrNameLst>
                                      </p:cBhvr>
                                      <p:to>
                                        <p:strVal val="visible"/>
                                      </p:to>
                                    </p:set>
                                  </p:childTnLst>
                                </p:cTn>
                              </p:par>
                            </p:childTnLst>
                          </p:cTn>
                        </p:par>
                      </p:childTnLst>
                    </p:cTn>
                  </p:par>
                  <p:par>
                    <p:cTn id="359" fill="hold">
                      <p:stCondLst>
                        <p:cond delay="indefinite"/>
                      </p:stCondLst>
                      <p:childTnLst>
                        <p:par>
                          <p:cTn id="360" fill="hold">
                            <p:stCondLst>
                              <p:cond delay="0"/>
                            </p:stCondLst>
                            <p:childTnLst>
                              <p:par>
                                <p:cTn id="361" presetID="1" presetClass="entr" presetSubtype="0" fill="hold" nodeType="clickEffect">
                                  <p:stCondLst>
                                    <p:cond delay="0"/>
                                  </p:stCondLst>
                                  <p:childTnLst>
                                    <p:set>
                                      <p:cBhvr>
                                        <p:cTn id="362" dur="1" fill="hold">
                                          <p:stCondLst>
                                            <p:cond delay="0"/>
                                          </p:stCondLst>
                                        </p:cTn>
                                        <p:tgtEl>
                                          <p:spTgt spid="399">
                                            <p:txEl>
                                              <p:pRg st="8" end="8"/>
                                            </p:txEl>
                                          </p:spTgt>
                                        </p:tgtEl>
                                        <p:attrNameLst>
                                          <p:attrName>style.visibility</p:attrName>
                                        </p:attrNameLst>
                                      </p:cBhvr>
                                      <p:to>
                                        <p:strVal val="visible"/>
                                      </p:to>
                                    </p:set>
                                  </p:childTnLst>
                                </p:cTn>
                              </p:par>
                            </p:childTnLst>
                          </p:cTn>
                        </p:par>
                      </p:childTnLst>
                    </p:cTn>
                  </p:par>
                  <p:par>
                    <p:cTn id="363" fill="hold">
                      <p:stCondLst>
                        <p:cond delay="indefinite"/>
                      </p:stCondLst>
                      <p:childTnLst>
                        <p:par>
                          <p:cTn id="364" fill="hold">
                            <p:stCondLst>
                              <p:cond delay="0"/>
                            </p:stCondLst>
                            <p:childTnLst>
                              <p:par>
                                <p:cTn id="365" presetID="1" presetClass="entr" presetSubtype="0" fill="hold" nodeType="clickEffect">
                                  <p:stCondLst>
                                    <p:cond delay="0"/>
                                  </p:stCondLst>
                                  <p:childTnLst>
                                    <p:set>
                                      <p:cBhvr>
                                        <p:cTn id="366" dur="1" fill="hold">
                                          <p:stCondLst>
                                            <p:cond delay="0"/>
                                          </p:stCondLst>
                                        </p:cTn>
                                        <p:tgtEl>
                                          <p:spTgt spid="400">
                                            <p:txEl>
                                              <p:pRg st="0" end="0"/>
                                            </p:txEl>
                                          </p:spTgt>
                                        </p:tgtEl>
                                        <p:attrNameLst>
                                          <p:attrName>style.visibility</p:attrName>
                                        </p:attrNameLst>
                                      </p:cBhvr>
                                      <p:to>
                                        <p:strVal val="visible"/>
                                      </p:to>
                                    </p:set>
                                  </p:childTnLst>
                                </p:cTn>
                              </p:par>
                            </p:childTnLst>
                          </p:cTn>
                        </p:par>
                      </p:childTnLst>
                    </p:cTn>
                  </p:par>
                  <p:par>
                    <p:cTn id="367" fill="hold">
                      <p:stCondLst>
                        <p:cond delay="indefinite"/>
                      </p:stCondLst>
                      <p:childTnLst>
                        <p:par>
                          <p:cTn id="368" fill="hold">
                            <p:stCondLst>
                              <p:cond delay="0"/>
                            </p:stCondLst>
                            <p:childTnLst>
                              <p:par>
                                <p:cTn id="369" presetID="1" presetClass="entr" presetSubtype="0" fill="hold" nodeType="clickEffect">
                                  <p:stCondLst>
                                    <p:cond delay="0"/>
                                  </p:stCondLst>
                                  <p:childTnLst>
                                    <p:set>
                                      <p:cBhvr>
                                        <p:cTn id="370" dur="1" fill="hold">
                                          <p:stCondLst>
                                            <p:cond delay="0"/>
                                          </p:stCondLst>
                                        </p:cTn>
                                        <p:tgtEl>
                                          <p:spTgt spid="400">
                                            <p:txEl>
                                              <p:pRg st="1" end="1"/>
                                            </p:txEl>
                                          </p:spTgt>
                                        </p:tgtEl>
                                        <p:attrNameLst>
                                          <p:attrName>style.visibility</p:attrName>
                                        </p:attrNameLst>
                                      </p:cBhvr>
                                      <p:to>
                                        <p:strVal val="visible"/>
                                      </p:to>
                                    </p:set>
                                  </p:childTnLst>
                                </p:cTn>
                              </p:par>
                            </p:childTnLst>
                          </p:cTn>
                        </p:par>
                      </p:childTnLst>
                    </p:cTn>
                  </p:par>
                  <p:par>
                    <p:cTn id="371" fill="hold">
                      <p:stCondLst>
                        <p:cond delay="indefinite"/>
                      </p:stCondLst>
                      <p:childTnLst>
                        <p:par>
                          <p:cTn id="372" fill="hold">
                            <p:stCondLst>
                              <p:cond delay="0"/>
                            </p:stCondLst>
                            <p:childTnLst>
                              <p:par>
                                <p:cTn id="373" presetID="1" presetClass="entr" presetSubtype="0" fill="hold" nodeType="clickEffect">
                                  <p:stCondLst>
                                    <p:cond delay="0"/>
                                  </p:stCondLst>
                                  <p:childTnLst>
                                    <p:set>
                                      <p:cBhvr>
                                        <p:cTn id="374" dur="1" fill="hold">
                                          <p:stCondLst>
                                            <p:cond delay="0"/>
                                          </p:stCondLst>
                                        </p:cTn>
                                        <p:tgtEl>
                                          <p:spTgt spid="400">
                                            <p:txEl>
                                              <p:pRg st="2" end="2"/>
                                            </p:txEl>
                                          </p:spTgt>
                                        </p:tgtEl>
                                        <p:attrNameLst>
                                          <p:attrName>style.visibility</p:attrName>
                                        </p:attrNameLst>
                                      </p:cBhvr>
                                      <p:to>
                                        <p:strVal val="visible"/>
                                      </p:to>
                                    </p:set>
                                  </p:childTnLst>
                                </p:cTn>
                              </p:par>
                            </p:childTnLst>
                          </p:cTn>
                        </p:par>
                      </p:childTnLst>
                    </p:cTn>
                  </p:par>
                  <p:par>
                    <p:cTn id="375" fill="hold">
                      <p:stCondLst>
                        <p:cond delay="indefinite"/>
                      </p:stCondLst>
                      <p:childTnLst>
                        <p:par>
                          <p:cTn id="376" fill="hold">
                            <p:stCondLst>
                              <p:cond delay="0"/>
                            </p:stCondLst>
                            <p:childTnLst>
                              <p:par>
                                <p:cTn id="377" presetID="1" presetClass="entr" presetSubtype="0" fill="hold" nodeType="clickEffect">
                                  <p:stCondLst>
                                    <p:cond delay="0"/>
                                  </p:stCondLst>
                                  <p:childTnLst>
                                    <p:set>
                                      <p:cBhvr>
                                        <p:cTn id="378" dur="1" fill="hold">
                                          <p:stCondLst>
                                            <p:cond delay="0"/>
                                          </p:stCondLst>
                                        </p:cTn>
                                        <p:tgtEl>
                                          <p:spTgt spid="400">
                                            <p:txEl>
                                              <p:pRg st="3" end="3"/>
                                            </p:txEl>
                                          </p:spTgt>
                                        </p:tgtEl>
                                        <p:attrNameLst>
                                          <p:attrName>style.visibility</p:attrName>
                                        </p:attrNameLst>
                                      </p:cBhvr>
                                      <p:to>
                                        <p:strVal val="visible"/>
                                      </p:to>
                                    </p:set>
                                  </p:childTnLst>
                                </p:cTn>
                              </p:par>
                            </p:childTnLst>
                          </p:cTn>
                        </p:par>
                      </p:childTnLst>
                    </p:cTn>
                  </p:par>
                  <p:par>
                    <p:cTn id="379" fill="hold">
                      <p:stCondLst>
                        <p:cond delay="indefinite"/>
                      </p:stCondLst>
                      <p:childTnLst>
                        <p:par>
                          <p:cTn id="380" fill="hold">
                            <p:stCondLst>
                              <p:cond delay="0"/>
                            </p:stCondLst>
                            <p:childTnLst>
                              <p:par>
                                <p:cTn id="381" presetID="1" presetClass="entr" presetSubtype="0" fill="hold" nodeType="clickEffect">
                                  <p:stCondLst>
                                    <p:cond delay="0"/>
                                  </p:stCondLst>
                                  <p:childTnLst>
                                    <p:set>
                                      <p:cBhvr>
                                        <p:cTn id="382" dur="1" fill="hold">
                                          <p:stCondLst>
                                            <p:cond delay="0"/>
                                          </p:stCondLst>
                                        </p:cTn>
                                        <p:tgtEl>
                                          <p:spTgt spid="400">
                                            <p:txEl>
                                              <p:pRg st="4" end="4"/>
                                            </p:txEl>
                                          </p:spTgt>
                                        </p:tgtEl>
                                        <p:attrNameLst>
                                          <p:attrName>style.visibility</p:attrName>
                                        </p:attrNameLst>
                                      </p:cBhvr>
                                      <p:to>
                                        <p:strVal val="visible"/>
                                      </p:to>
                                    </p:set>
                                  </p:childTnLst>
                                </p:cTn>
                              </p:par>
                            </p:childTnLst>
                          </p:cTn>
                        </p:par>
                      </p:childTnLst>
                    </p:cTn>
                  </p:par>
                  <p:par>
                    <p:cTn id="383" fill="hold">
                      <p:stCondLst>
                        <p:cond delay="indefinite"/>
                      </p:stCondLst>
                      <p:childTnLst>
                        <p:par>
                          <p:cTn id="384" fill="hold">
                            <p:stCondLst>
                              <p:cond delay="0"/>
                            </p:stCondLst>
                            <p:childTnLst>
                              <p:par>
                                <p:cTn id="385" presetID="1" presetClass="entr" presetSubtype="0" fill="hold" nodeType="clickEffect">
                                  <p:stCondLst>
                                    <p:cond delay="0"/>
                                  </p:stCondLst>
                                  <p:childTnLst>
                                    <p:set>
                                      <p:cBhvr>
                                        <p:cTn id="386" dur="1" fill="hold">
                                          <p:stCondLst>
                                            <p:cond delay="0"/>
                                          </p:stCondLst>
                                        </p:cTn>
                                        <p:tgtEl>
                                          <p:spTgt spid="400">
                                            <p:txEl>
                                              <p:pRg st="5" end="5"/>
                                            </p:txEl>
                                          </p:spTgt>
                                        </p:tgtEl>
                                        <p:attrNameLst>
                                          <p:attrName>style.visibility</p:attrName>
                                        </p:attrNameLst>
                                      </p:cBhvr>
                                      <p:to>
                                        <p:strVal val="visible"/>
                                      </p:to>
                                    </p:set>
                                  </p:childTnLst>
                                </p:cTn>
                              </p:par>
                            </p:childTnLst>
                          </p:cTn>
                        </p:par>
                      </p:childTnLst>
                    </p:cTn>
                  </p:par>
                  <p:par>
                    <p:cTn id="387" fill="hold">
                      <p:stCondLst>
                        <p:cond delay="indefinite"/>
                      </p:stCondLst>
                      <p:childTnLst>
                        <p:par>
                          <p:cTn id="388" fill="hold">
                            <p:stCondLst>
                              <p:cond delay="0"/>
                            </p:stCondLst>
                            <p:childTnLst>
                              <p:par>
                                <p:cTn id="389" presetID="1" presetClass="entr" presetSubtype="0" fill="hold" nodeType="clickEffect">
                                  <p:stCondLst>
                                    <p:cond delay="0"/>
                                  </p:stCondLst>
                                  <p:childTnLst>
                                    <p:set>
                                      <p:cBhvr>
                                        <p:cTn id="390" dur="1" fill="hold">
                                          <p:stCondLst>
                                            <p:cond delay="0"/>
                                          </p:stCondLst>
                                        </p:cTn>
                                        <p:tgtEl>
                                          <p:spTgt spid="400">
                                            <p:txEl>
                                              <p:pRg st="6" end="6"/>
                                            </p:txEl>
                                          </p:spTgt>
                                        </p:tgtEl>
                                        <p:attrNameLst>
                                          <p:attrName>style.visibility</p:attrName>
                                        </p:attrNameLst>
                                      </p:cBhvr>
                                      <p:to>
                                        <p:strVal val="visible"/>
                                      </p:to>
                                    </p:set>
                                  </p:childTnLst>
                                </p:cTn>
                              </p:par>
                            </p:childTnLst>
                          </p:cTn>
                        </p:par>
                      </p:childTnLst>
                    </p:cTn>
                  </p:par>
                  <p:par>
                    <p:cTn id="391" fill="hold">
                      <p:stCondLst>
                        <p:cond delay="indefinite"/>
                      </p:stCondLst>
                      <p:childTnLst>
                        <p:par>
                          <p:cTn id="392" fill="hold">
                            <p:stCondLst>
                              <p:cond delay="0"/>
                            </p:stCondLst>
                            <p:childTnLst>
                              <p:par>
                                <p:cTn id="393" presetID="1" presetClass="entr" presetSubtype="0" fill="hold" nodeType="clickEffect">
                                  <p:stCondLst>
                                    <p:cond delay="0"/>
                                  </p:stCondLst>
                                  <p:childTnLst>
                                    <p:set>
                                      <p:cBhvr>
                                        <p:cTn id="394" dur="1" fill="hold">
                                          <p:stCondLst>
                                            <p:cond delay="0"/>
                                          </p:stCondLst>
                                        </p:cTn>
                                        <p:tgtEl>
                                          <p:spTgt spid="400">
                                            <p:txEl>
                                              <p:pRg st="7" end="7"/>
                                            </p:txEl>
                                          </p:spTgt>
                                        </p:tgtEl>
                                        <p:attrNameLst>
                                          <p:attrName>style.visibility</p:attrName>
                                        </p:attrNameLst>
                                      </p:cBhvr>
                                      <p:to>
                                        <p:strVal val="visible"/>
                                      </p:to>
                                    </p:set>
                                  </p:childTnLst>
                                </p:cTn>
                              </p:par>
                            </p:childTnLst>
                          </p:cTn>
                        </p:par>
                      </p:childTnLst>
                    </p:cTn>
                  </p:par>
                  <p:par>
                    <p:cTn id="395" fill="hold">
                      <p:stCondLst>
                        <p:cond delay="indefinite"/>
                      </p:stCondLst>
                      <p:childTnLst>
                        <p:par>
                          <p:cTn id="396" fill="hold">
                            <p:stCondLst>
                              <p:cond delay="0"/>
                            </p:stCondLst>
                            <p:childTnLst>
                              <p:par>
                                <p:cTn id="397" presetID="1" presetClass="entr" presetSubtype="0" fill="hold" nodeType="clickEffect">
                                  <p:stCondLst>
                                    <p:cond delay="0"/>
                                  </p:stCondLst>
                                  <p:childTnLst>
                                    <p:set>
                                      <p:cBhvr>
                                        <p:cTn id="398" dur="1" fill="hold">
                                          <p:stCondLst>
                                            <p:cond delay="0"/>
                                          </p:stCondLst>
                                        </p:cTn>
                                        <p:tgtEl>
                                          <p:spTgt spid="400">
                                            <p:txEl>
                                              <p:pRg st="8" end="8"/>
                                            </p:txEl>
                                          </p:spTgt>
                                        </p:tgtEl>
                                        <p:attrNameLst>
                                          <p:attrName>style.visibility</p:attrName>
                                        </p:attrNameLst>
                                      </p:cBhvr>
                                      <p:to>
                                        <p:strVal val="visible"/>
                                      </p:to>
                                    </p:set>
                                  </p:childTnLst>
                                </p:cTn>
                              </p:par>
                            </p:childTnLst>
                          </p:cTn>
                        </p:par>
                      </p:childTnLst>
                    </p:cTn>
                  </p:par>
                  <p:par>
                    <p:cTn id="399" fill="hold">
                      <p:stCondLst>
                        <p:cond delay="indefinite"/>
                      </p:stCondLst>
                      <p:childTnLst>
                        <p:par>
                          <p:cTn id="400" fill="hold">
                            <p:stCondLst>
                              <p:cond delay="0"/>
                            </p:stCondLst>
                            <p:childTnLst>
                              <p:par>
                                <p:cTn id="401" presetID="1" presetClass="entr" presetSubtype="0" fill="hold" nodeType="clickEffect">
                                  <p:stCondLst>
                                    <p:cond delay="0"/>
                                  </p:stCondLst>
                                  <p:childTnLst>
                                    <p:set>
                                      <p:cBhvr>
                                        <p:cTn id="402" dur="1" fill="hold">
                                          <p:stCondLst>
                                            <p:cond delay="0"/>
                                          </p:stCondLst>
                                        </p:cTn>
                                        <p:tgtEl>
                                          <p:spTgt spid="401">
                                            <p:txEl>
                                              <p:pRg st="0" end="0"/>
                                            </p:txEl>
                                          </p:spTgt>
                                        </p:tgtEl>
                                        <p:attrNameLst>
                                          <p:attrName>style.visibility</p:attrName>
                                        </p:attrNameLst>
                                      </p:cBhvr>
                                      <p:to>
                                        <p:strVal val="visible"/>
                                      </p:to>
                                    </p:set>
                                  </p:childTnLst>
                                </p:cTn>
                              </p:par>
                            </p:childTnLst>
                          </p:cTn>
                        </p:par>
                      </p:childTnLst>
                    </p:cTn>
                  </p:par>
                  <p:par>
                    <p:cTn id="403" fill="hold">
                      <p:stCondLst>
                        <p:cond delay="indefinite"/>
                      </p:stCondLst>
                      <p:childTnLst>
                        <p:par>
                          <p:cTn id="404" fill="hold">
                            <p:stCondLst>
                              <p:cond delay="0"/>
                            </p:stCondLst>
                            <p:childTnLst>
                              <p:par>
                                <p:cTn id="405" presetID="1" presetClass="entr" presetSubtype="0" fill="hold" nodeType="clickEffect">
                                  <p:stCondLst>
                                    <p:cond delay="0"/>
                                  </p:stCondLst>
                                  <p:childTnLst>
                                    <p:set>
                                      <p:cBhvr>
                                        <p:cTn id="406" dur="1" fill="hold">
                                          <p:stCondLst>
                                            <p:cond delay="0"/>
                                          </p:stCondLst>
                                        </p:cTn>
                                        <p:tgtEl>
                                          <p:spTgt spid="401">
                                            <p:txEl>
                                              <p:pRg st="1" end="1"/>
                                            </p:txEl>
                                          </p:spTgt>
                                        </p:tgtEl>
                                        <p:attrNameLst>
                                          <p:attrName>style.visibility</p:attrName>
                                        </p:attrNameLst>
                                      </p:cBhvr>
                                      <p:to>
                                        <p:strVal val="visible"/>
                                      </p:to>
                                    </p:set>
                                  </p:childTnLst>
                                </p:cTn>
                              </p:par>
                            </p:childTnLst>
                          </p:cTn>
                        </p:par>
                      </p:childTnLst>
                    </p:cTn>
                  </p:par>
                  <p:par>
                    <p:cTn id="407" fill="hold">
                      <p:stCondLst>
                        <p:cond delay="indefinite"/>
                      </p:stCondLst>
                      <p:childTnLst>
                        <p:par>
                          <p:cTn id="408" fill="hold">
                            <p:stCondLst>
                              <p:cond delay="0"/>
                            </p:stCondLst>
                            <p:childTnLst>
                              <p:par>
                                <p:cTn id="409" presetID="1" presetClass="entr" presetSubtype="0" fill="hold" nodeType="clickEffect">
                                  <p:stCondLst>
                                    <p:cond delay="0"/>
                                  </p:stCondLst>
                                  <p:childTnLst>
                                    <p:set>
                                      <p:cBhvr>
                                        <p:cTn id="410" dur="1" fill="hold">
                                          <p:stCondLst>
                                            <p:cond delay="0"/>
                                          </p:stCondLst>
                                        </p:cTn>
                                        <p:tgtEl>
                                          <p:spTgt spid="401">
                                            <p:txEl>
                                              <p:pRg st="2" end="2"/>
                                            </p:txEl>
                                          </p:spTgt>
                                        </p:tgtEl>
                                        <p:attrNameLst>
                                          <p:attrName>style.visibility</p:attrName>
                                        </p:attrNameLst>
                                      </p:cBhvr>
                                      <p:to>
                                        <p:strVal val="visible"/>
                                      </p:to>
                                    </p:set>
                                  </p:childTnLst>
                                </p:cTn>
                              </p:par>
                            </p:childTnLst>
                          </p:cTn>
                        </p:par>
                      </p:childTnLst>
                    </p:cTn>
                  </p:par>
                  <p:par>
                    <p:cTn id="411" fill="hold">
                      <p:stCondLst>
                        <p:cond delay="indefinite"/>
                      </p:stCondLst>
                      <p:childTnLst>
                        <p:par>
                          <p:cTn id="412" fill="hold">
                            <p:stCondLst>
                              <p:cond delay="0"/>
                            </p:stCondLst>
                            <p:childTnLst>
                              <p:par>
                                <p:cTn id="413" presetID="1" presetClass="entr" presetSubtype="0" fill="hold" nodeType="clickEffect">
                                  <p:stCondLst>
                                    <p:cond delay="0"/>
                                  </p:stCondLst>
                                  <p:childTnLst>
                                    <p:set>
                                      <p:cBhvr>
                                        <p:cTn id="414" dur="1" fill="hold">
                                          <p:stCondLst>
                                            <p:cond delay="0"/>
                                          </p:stCondLst>
                                        </p:cTn>
                                        <p:tgtEl>
                                          <p:spTgt spid="401">
                                            <p:txEl>
                                              <p:pRg st="3" end="3"/>
                                            </p:txEl>
                                          </p:spTgt>
                                        </p:tgtEl>
                                        <p:attrNameLst>
                                          <p:attrName>style.visibility</p:attrName>
                                        </p:attrNameLst>
                                      </p:cBhvr>
                                      <p:to>
                                        <p:strVal val="visible"/>
                                      </p:to>
                                    </p:set>
                                  </p:childTnLst>
                                </p:cTn>
                              </p:par>
                            </p:childTnLst>
                          </p:cTn>
                        </p:par>
                      </p:childTnLst>
                    </p:cTn>
                  </p:par>
                  <p:par>
                    <p:cTn id="415" fill="hold">
                      <p:stCondLst>
                        <p:cond delay="indefinite"/>
                      </p:stCondLst>
                      <p:childTnLst>
                        <p:par>
                          <p:cTn id="416" fill="hold">
                            <p:stCondLst>
                              <p:cond delay="0"/>
                            </p:stCondLst>
                            <p:childTnLst>
                              <p:par>
                                <p:cTn id="417" presetID="1" presetClass="entr" presetSubtype="0" fill="hold" nodeType="clickEffect">
                                  <p:stCondLst>
                                    <p:cond delay="0"/>
                                  </p:stCondLst>
                                  <p:childTnLst>
                                    <p:set>
                                      <p:cBhvr>
                                        <p:cTn id="418" dur="1" fill="hold">
                                          <p:stCondLst>
                                            <p:cond delay="0"/>
                                          </p:stCondLst>
                                        </p:cTn>
                                        <p:tgtEl>
                                          <p:spTgt spid="401">
                                            <p:txEl>
                                              <p:pRg st="4" end="4"/>
                                            </p:txEl>
                                          </p:spTgt>
                                        </p:tgtEl>
                                        <p:attrNameLst>
                                          <p:attrName>style.visibility</p:attrName>
                                        </p:attrNameLst>
                                      </p:cBhvr>
                                      <p:to>
                                        <p:strVal val="visible"/>
                                      </p:to>
                                    </p:set>
                                  </p:childTnLst>
                                </p:cTn>
                              </p:par>
                            </p:childTnLst>
                          </p:cTn>
                        </p:par>
                      </p:childTnLst>
                    </p:cTn>
                  </p:par>
                  <p:par>
                    <p:cTn id="419" fill="hold">
                      <p:stCondLst>
                        <p:cond delay="indefinite"/>
                      </p:stCondLst>
                      <p:childTnLst>
                        <p:par>
                          <p:cTn id="420" fill="hold">
                            <p:stCondLst>
                              <p:cond delay="0"/>
                            </p:stCondLst>
                            <p:childTnLst>
                              <p:par>
                                <p:cTn id="421" presetID="1" presetClass="entr" presetSubtype="0" fill="hold" nodeType="clickEffect">
                                  <p:stCondLst>
                                    <p:cond delay="0"/>
                                  </p:stCondLst>
                                  <p:childTnLst>
                                    <p:set>
                                      <p:cBhvr>
                                        <p:cTn id="422" dur="1" fill="hold">
                                          <p:stCondLst>
                                            <p:cond delay="0"/>
                                          </p:stCondLst>
                                        </p:cTn>
                                        <p:tgtEl>
                                          <p:spTgt spid="401">
                                            <p:txEl>
                                              <p:pRg st="5" end="5"/>
                                            </p:txEl>
                                          </p:spTgt>
                                        </p:tgtEl>
                                        <p:attrNameLst>
                                          <p:attrName>style.visibility</p:attrName>
                                        </p:attrNameLst>
                                      </p:cBhvr>
                                      <p:to>
                                        <p:strVal val="visible"/>
                                      </p:to>
                                    </p:set>
                                  </p:childTnLst>
                                </p:cTn>
                              </p:par>
                            </p:childTnLst>
                          </p:cTn>
                        </p:par>
                      </p:childTnLst>
                    </p:cTn>
                  </p:par>
                  <p:par>
                    <p:cTn id="423" fill="hold">
                      <p:stCondLst>
                        <p:cond delay="indefinite"/>
                      </p:stCondLst>
                      <p:childTnLst>
                        <p:par>
                          <p:cTn id="424" fill="hold">
                            <p:stCondLst>
                              <p:cond delay="0"/>
                            </p:stCondLst>
                            <p:childTnLst>
                              <p:par>
                                <p:cTn id="425" presetID="1" presetClass="entr" presetSubtype="0" fill="hold" nodeType="clickEffect">
                                  <p:stCondLst>
                                    <p:cond delay="0"/>
                                  </p:stCondLst>
                                  <p:childTnLst>
                                    <p:set>
                                      <p:cBhvr>
                                        <p:cTn id="426" dur="1" fill="hold">
                                          <p:stCondLst>
                                            <p:cond delay="0"/>
                                          </p:stCondLst>
                                        </p:cTn>
                                        <p:tgtEl>
                                          <p:spTgt spid="401">
                                            <p:txEl>
                                              <p:pRg st="6" end="6"/>
                                            </p:txEl>
                                          </p:spTgt>
                                        </p:tgtEl>
                                        <p:attrNameLst>
                                          <p:attrName>style.visibility</p:attrName>
                                        </p:attrNameLst>
                                      </p:cBhvr>
                                      <p:to>
                                        <p:strVal val="visible"/>
                                      </p:to>
                                    </p:set>
                                  </p:childTnLst>
                                </p:cTn>
                              </p:par>
                            </p:childTnLst>
                          </p:cTn>
                        </p:par>
                      </p:childTnLst>
                    </p:cTn>
                  </p:par>
                  <p:par>
                    <p:cTn id="427" fill="hold">
                      <p:stCondLst>
                        <p:cond delay="indefinite"/>
                      </p:stCondLst>
                      <p:childTnLst>
                        <p:par>
                          <p:cTn id="428" fill="hold">
                            <p:stCondLst>
                              <p:cond delay="0"/>
                            </p:stCondLst>
                            <p:childTnLst>
                              <p:par>
                                <p:cTn id="429" presetID="1" presetClass="entr" presetSubtype="0" fill="hold" nodeType="clickEffect">
                                  <p:stCondLst>
                                    <p:cond delay="0"/>
                                  </p:stCondLst>
                                  <p:childTnLst>
                                    <p:set>
                                      <p:cBhvr>
                                        <p:cTn id="430" dur="1" fill="hold">
                                          <p:stCondLst>
                                            <p:cond delay="0"/>
                                          </p:stCondLst>
                                        </p:cTn>
                                        <p:tgtEl>
                                          <p:spTgt spid="401">
                                            <p:txEl>
                                              <p:pRg st="7" end="7"/>
                                            </p:txEl>
                                          </p:spTgt>
                                        </p:tgtEl>
                                        <p:attrNameLst>
                                          <p:attrName>style.visibility</p:attrName>
                                        </p:attrNameLst>
                                      </p:cBhvr>
                                      <p:to>
                                        <p:strVal val="visible"/>
                                      </p:to>
                                    </p:set>
                                  </p:childTnLst>
                                </p:cTn>
                              </p:par>
                            </p:childTnLst>
                          </p:cTn>
                        </p:par>
                      </p:childTnLst>
                    </p:cTn>
                  </p:par>
                  <p:par>
                    <p:cTn id="431" fill="hold">
                      <p:stCondLst>
                        <p:cond delay="indefinite"/>
                      </p:stCondLst>
                      <p:childTnLst>
                        <p:par>
                          <p:cTn id="432" fill="hold">
                            <p:stCondLst>
                              <p:cond delay="0"/>
                            </p:stCondLst>
                            <p:childTnLst>
                              <p:par>
                                <p:cTn id="433" presetID="1" presetClass="entr" presetSubtype="0" fill="hold" nodeType="clickEffect">
                                  <p:stCondLst>
                                    <p:cond delay="0"/>
                                  </p:stCondLst>
                                  <p:childTnLst>
                                    <p:set>
                                      <p:cBhvr>
                                        <p:cTn id="434" dur="1" fill="hold">
                                          <p:stCondLst>
                                            <p:cond delay="0"/>
                                          </p:stCondLst>
                                        </p:cTn>
                                        <p:tgtEl>
                                          <p:spTgt spid="401">
                                            <p:txEl>
                                              <p:pRg st="8" end="8"/>
                                            </p:txEl>
                                          </p:spTgt>
                                        </p:tgtEl>
                                        <p:attrNameLst>
                                          <p:attrName>style.visibility</p:attrName>
                                        </p:attrNameLst>
                                      </p:cBhvr>
                                      <p:to>
                                        <p:strVal val="visible"/>
                                      </p:to>
                                    </p:set>
                                  </p:childTnLst>
                                </p:cTn>
                              </p:par>
                            </p:childTnLst>
                          </p:cTn>
                        </p:par>
                      </p:childTnLst>
                    </p:cTn>
                  </p:par>
                  <p:par>
                    <p:cTn id="435" fill="hold">
                      <p:stCondLst>
                        <p:cond delay="indefinite"/>
                      </p:stCondLst>
                      <p:childTnLst>
                        <p:par>
                          <p:cTn id="436" fill="hold">
                            <p:stCondLst>
                              <p:cond delay="0"/>
                            </p:stCondLst>
                            <p:childTnLst>
                              <p:par>
                                <p:cTn id="437" presetID="1" presetClass="entr" presetSubtype="0" fill="hold" nodeType="clickEffect">
                                  <p:stCondLst>
                                    <p:cond delay="0"/>
                                  </p:stCondLst>
                                  <p:childTnLst>
                                    <p:set>
                                      <p:cBhvr>
                                        <p:cTn id="438" dur="1" fill="hold">
                                          <p:stCondLst>
                                            <p:cond delay="0"/>
                                          </p:stCondLst>
                                        </p:cTn>
                                        <p:tgtEl>
                                          <p:spTgt spid="402">
                                            <p:txEl>
                                              <p:pRg st="0" end="0"/>
                                            </p:txEl>
                                          </p:spTgt>
                                        </p:tgtEl>
                                        <p:attrNameLst>
                                          <p:attrName>style.visibility</p:attrName>
                                        </p:attrNameLst>
                                      </p:cBhvr>
                                      <p:to>
                                        <p:strVal val="visible"/>
                                      </p:to>
                                    </p:set>
                                  </p:childTnLst>
                                </p:cTn>
                              </p:par>
                            </p:childTnLst>
                          </p:cTn>
                        </p:par>
                      </p:childTnLst>
                    </p:cTn>
                  </p:par>
                  <p:par>
                    <p:cTn id="439" fill="hold">
                      <p:stCondLst>
                        <p:cond delay="indefinite"/>
                      </p:stCondLst>
                      <p:childTnLst>
                        <p:par>
                          <p:cTn id="440" fill="hold">
                            <p:stCondLst>
                              <p:cond delay="0"/>
                            </p:stCondLst>
                            <p:childTnLst>
                              <p:par>
                                <p:cTn id="441" presetID="1" presetClass="entr" presetSubtype="0" fill="hold" nodeType="clickEffect">
                                  <p:stCondLst>
                                    <p:cond delay="0"/>
                                  </p:stCondLst>
                                  <p:childTnLst>
                                    <p:set>
                                      <p:cBhvr>
                                        <p:cTn id="442" dur="1" fill="hold">
                                          <p:stCondLst>
                                            <p:cond delay="0"/>
                                          </p:stCondLst>
                                        </p:cTn>
                                        <p:tgtEl>
                                          <p:spTgt spid="402">
                                            <p:txEl>
                                              <p:pRg st="1" end="1"/>
                                            </p:txEl>
                                          </p:spTgt>
                                        </p:tgtEl>
                                        <p:attrNameLst>
                                          <p:attrName>style.visibility</p:attrName>
                                        </p:attrNameLst>
                                      </p:cBhvr>
                                      <p:to>
                                        <p:strVal val="visible"/>
                                      </p:to>
                                    </p:set>
                                  </p:childTnLst>
                                </p:cTn>
                              </p:par>
                            </p:childTnLst>
                          </p:cTn>
                        </p:par>
                      </p:childTnLst>
                    </p:cTn>
                  </p:par>
                  <p:par>
                    <p:cTn id="443" fill="hold">
                      <p:stCondLst>
                        <p:cond delay="indefinite"/>
                      </p:stCondLst>
                      <p:childTnLst>
                        <p:par>
                          <p:cTn id="444" fill="hold">
                            <p:stCondLst>
                              <p:cond delay="0"/>
                            </p:stCondLst>
                            <p:childTnLst>
                              <p:par>
                                <p:cTn id="445" presetID="1" presetClass="entr" presetSubtype="0" fill="hold" nodeType="clickEffect">
                                  <p:stCondLst>
                                    <p:cond delay="0"/>
                                  </p:stCondLst>
                                  <p:childTnLst>
                                    <p:set>
                                      <p:cBhvr>
                                        <p:cTn id="446" dur="1" fill="hold">
                                          <p:stCondLst>
                                            <p:cond delay="0"/>
                                          </p:stCondLst>
                                        </p:cTn>
                                        <p:tgtEl>
                                          <p:spTgt spid="402">
                                            <p:txEl>
                                              <p:pRg st="2" end="2"/>
                                            </p:txEl>
                                          </p:spTgt>
                                        </p:tgtEl>
                                        <p:attrNameLst>
                                          <p:attrName>style.visibility</p:attrName>
                                        </p:attrNameLst>
                                      </p:cBhvr>
                                      <p:to>
                                        <p:strVal val="visible"/>
                                      </p:to>
                                    </p:set>
                                  </p:childTnLst>
                                </p:cTn>
                              </p:par>
                            </p:childTnLst>
                          </p:cTn>
                        </p:par>
                      </p:childTnLst>
                    </p:cTn>
                  </p:par>
                  <p:par>
                    <p:cTn id="447" fill="hold">
                      <p:stCondLst>
                        <p:cond delay="indefinite"/>
                      </p:stCondLst>
                      <p:childTnLst>
                        <p:par>
                          <p:cTn id="448" fill="hold">
                            <p:stCondLst>
                              <p:cond delay="0"/>
                            </p:stCondLst>
                            <p:childTnLst>
                              <p:par>
                                <p:cTn id="449" presetID="1" presetClass="entr" presetSubtype="0" fill="hold" nodeType="clickEffect">
                                  <p:stCondLst>
                                    <p:cond delay="0"/>
                                  </p:stCondLst>
                                  <p:childTnLst>
                                    <p:set>
                                      <p:cBhvr>
                                        <p:cTn id="450" dur="1" fill="hold">
                                          <p:stCondLst>
                                            <p:cond delay="0"/>
                                          </p:stCondLst>
                                        </p:cTn>
                                        <p:tgtEl>
                                          <p:spTgt spid="402">
                                            <p:txEl>
                                              <p:pRg st="3" end="3"/>
                                            </p:txEl>
                                          </p:spTgt>
                                        </p:tgtEl>
                                        <p:attrNameLst>
                                          <p:attrName>style.visibility</p:attrName>
                                        </p:attrNameLst>
                                      </p:cBhvr>
                                      <p:to>
                                        <p:strVal val="visible"/>
                                      </p:to>
                                    </p:set>
                                  </p:childTnLst>
                                </p:cTn>
                              </p:par>
                            </p:childTnLst>
                          </p:cTn>
                        </p:par>
                      </p:childTnLst>
                    </p:cTn>
                  </p:par>
                  <p:par>
                    <p:cTn id="451" fill="hold">
                      <p:stCondLst>
                        <p:cond delay="indefinite"/>
                      </p:stCondLst>
                      <p:childTnLst>
                        <p:par>
                          <p:cTn id="452" fill="hold">
                            <p:stCondLst>
                              <p:cond delay="0"/>
                            </p:stCondLst>
                            <p:childTnLst>
                              <p:par>
                                <p:cTn id="453" presetID="1" presetClass="entr" presetSubtype="0" fill="hold" nodeType="clickEffect">
                                  <p:stCondLst>
                                    <p:cond delay="0"/>
                                  </p:stCondLst>
                                  <p:childTnLst>
                                    <p:set>
                                      <p:cBhvr>
                                        <p:cTn id="454" dur="1" fill="hold">
                                          <p:stCondLst>
                                            <p:cond delay="0"/>
                                          </p:stCondLst>
                                        </p:cTn>
                                        <p:tgtEl>
                                          <p:spTgt spid="402">
                                            <p:txEl>
                                              <p:pRg st="4" end="4"/>
                                            </p:txEl>
                                          </p:spTgt>
                                        </p:tgtEl>
                                        <p:attrNameLst>
                                          <p:attrName>style.visibility</p:attrName>
                                        </p:attrNameLst>
                                      </p:cBhvr>
                                      <p:to>
                                        <p:strVal val="visible"/>
                                      </p:to>
                                    </p:set>
                                  </p:childTnLst>
                                </p:cTn>
                              </p:par>
                            </p:childTnLst>
                          </p:cTn>
                        </p:par>
                      </p:childTnLst>
                    </p:cTn>
                  </p:par>
                  <p:par>
                    <p:cTn id="455" fill="hold">
                      <p:stCondLst>
                        <p:cond delay="indefinite"/>
                      </p:stCondLst>
                      <p:childTnLst>
                        <p:par>
                          <p:cTn id="456" fill="hold">
                            <p:stCondLst>
                              <p:cond delay="0"/>
                            </p:stCondLst>
                            <p:childTnLst>
                              <p:par>
                                <p:cTn id="457" presetID="1" presetClass="entr" presetSubtype="0" fill="hold" nodeType="clickEffect">
                                  <p:stCondLst>
                                    <p:cond delay="0"/>
                                  </p:stCondLst>
                                  <p:childTnLst>
                                    <p:set>
                                      <p:cBhvr>
                                        <p:cTn id="458" dur="1" fill="hold">
                                          <p:stCondLst>
                                            <p:cond delay="0"/>
                                          </p:stCondLst>
                                        </p:cTn>
                                        <p:tgtEl>
                                          <p:spTgt spid="402">
                                            <p:txEl>
                                              <p:pRg st="5" end="5"/>
                                            </p:txEl>
                                          </p:spTgt>
                                        </p:tgtEl>
                                        <p:attrNameLst>
                                          <p:attrName>style.visibility</p:attrName>
                                        </p:attrNameLst>
                                      </p:cBhvr>
                                      <p:to>
                                        <p:strVal val="visible"/>
                                      </p:to>
                                    </p:set>
                                  </p:childTnLst>
                                </p:cTn>
                              </p:par>
                            </p:childTnLst>
                          </p:cTn>
                        </p:par>
                      </p:childTnLst>
                    </p:cTn>
                  </p:par>
                  <p:par>
                    <p:cTn id="459" fill="hold">
                      <p:stCondLst>
                        <p:cond delay="indefinite"/>
                      </p:stCondLst>
                      <p:childTnLst>
                        <p:par>
                          <p:cTn id="460" fill="hold">
                            <p:stCondLst>
                              <p:cond delay="0"/>
                            </p:stCondLst>
                            <p:childTnLst>
                              <p:par>
                                <p:cTn id="461" presetID="1" presetClass="entr" presetSubtype="0" fill="hold" nodeType="clickEffect">
                                  <p:stCondLst>
                                    <p:cond delay="0"/>
                                  </p:stCondLst>
                                  <p:childTnLst>
                                    <p:set>
                                      <p:cBhvr>
                                        <p:cTn id="462" dur="1" fill="hold">
                                          <p:stCondLst>
                                            <p:cond delay="0"/>
                                          </p:stCondLst>
                                        </p:cTn>
                                        <p:tgtEl>
                                          <p:spTgt spid="402">
                                            <p:txEl>
                                              <p:pRg st="6" end="6"/>
                                            </p:txEl>
                                          </p:spTgt>
                                        </p:tgtEl>
                                        <p:attrNameLst>
                                          <p:attrName>style.visibility</p:attrName>
                                        </p:attrNameLst>
                                      </p:cBhvr>
                                      <p:to>
                                        <p:strVal val="visible"/>
                                      </p:to>
                                    </p:set>
                                  </p:childTnLst>
                                </p:cTn>
                              </p:par>
                            </p:childTnLst>
                          </p:cTn>
                        </p:par>
                      </p:childTnLst>
                    </p:cTn>
                  </p:par>
                  <p:par>
                    <p:cTn id="463" fill="hold">
                      <p:stCondLst>
                        <p:cond delay="indefinite"/>
                      </p:stCondLst>
                      <p:childTnLst>
                        <p:par>
                          <p:cTn id="464" fill="hold">
                            <p:stCondLst>
                              <p:cond delay="0"/>
                            </p:stCondLst>
                            <p:childTnLst>
                              <p:par>
                                <p:cTn id="465" presetID="1" presetClass="entr" presetSubtype="0" fill="hold" nodeType="clickEffect">
                                  <p:stCondLst>
                                    <p:cond delay="0"/>
                                  </p:stCondLst>
                                  <p:childTnLst>
                                    <p:set>
                                      <p:cBhvr>
                                        <p:cTn id="466" dur="1" fill="hold">
                                          <p:stCondLst>
                                            <p:cond delay="0"/>
                                          </p:stCondLst>
                                        </p:cTn>
                                        <p:tgtEl>
                                          <p:spTgt spid="402">
                                            <p:txEl>
                                              <p:pRg st="7" end="7"/>
                                            </p:txEl>
                                          </p:spTgt>
                                        </p:tgtEl>
                                        <p:attrNameLst>
                                          <p:attrName>style.visibility</p:attrName>
                                        </p:attrNameLst>
                                      </p:cBhvr>
                                      <p:to>
                                        <p:strVal val="visible"/>
                                      </p:to>
                                    </p:set>
                                  </p:childTnLst>
                                </p:cTn>
                              </p:par>
                            </p:childTnLst>
                          </p:cTn>
                        </p:par>
                      </p:childTnLst>
                    </p:cTn>
                  </p:par>
                  <p:par>
                    <p:cTn id="467" fill="hold">
                      <p:stCondLst>
                        <p:cond delay="indefinite"/>
                      </p:stCondLst>
                      <p:childTnLst>
                        <p:par>
                          <p:cTn id="468" fill="hold">
                            <p:stCondLst>
                              <p:cond delay="0"/>
                            </p:stCondLst>
                            <p:childTnLst>
                              <p:par>
                                <p:cTn id="469" presetID="1" presetClass="entr" presetSubtype="0" fill="hold" nodeType="clickEffect">
                                  <p:stCondLst>
                                    <p:cond delay="0"/>
                                  </p:stCondLst>
                                  <p:childTnLst>
                                    <p:set>
                                      <p:cBhvr>
                                        <p:cTn id="470" dur="1" fill="hold">
                                          <p:stCondLst>
                                            <p:cond delay="0"/>
                                          </p:stCondLst>
                                        </p:cTn>
                                        <p:tgtEl>
                                          <p:spTgt spid="402">
                                            <p:txEl>
                                              <p:pRg st="8" end="8"/>
                                            </p:txEl>
                                          </p:spTgt>
                                        </p:tgtEl>
                                        <p:attrNameLst>
                                          <p:attrName>style.visibility</p:attrName>
                                        </p:attrNameLst>
                                      </p:cBhvr>
                                      <p:to>
                                        <p:strVal val="visible"/>
                                      </p:to>
                                    </p:set>
                                  </p:childTnLst>
                                </p:cTn>
                              </p:par>
                            </p:childTnLst>
                          </p:cTn>
                        </p:par>
                      </p:childTnLst>
                    </p:cTn>
                  </p:par>
                  <p:par>
                    <p:cTn id="471" fill="hold">
                      <p:stCondLst>
                        <p:cond delay="indefinite"/>
                      </p:stCondLst>
                      <p:childTnLst>
                        <p:par>
                          <p:cTn id="472" fill="hold">
                            <p:stCondLst>
                              <p:cond delay="0"/>
                            </p:stCondLst>
                            <p:childTnLst>
                              <p:par>
                                <p:cTn id="473" presetID="1" presetClass="entr" presetSubtype="0" fill="hold" nodeType="clickEffect">
                                  <p:stCondLst>
                                    <p:cond delay="0"/>
                                  </p:stCondLst>
                                  <p:childTnLst>
                                    <p:set>
                                      <p:cBhvr>
                                        <p:cTn id="474" dur="1" fill="hold">
                                          <p:stCondLst>
                                            <p:cond delay="0"/>
                                          </p:stCondLst>
                                        </p:cTn>
                                        <p:tgtEl>
                                          <p:spTgt spid="405">
                                            <p:txEl>
                                              <p:pRg st="0" end="0"/>
                                            </p:txEl>
                                          </p:spTgt>
                                        </p:tgtEl>
                                        <p:attrNameLst>
                                          <p:attrName>style.visibility</p:attrName>
                                        </p:attrNameLst>
                                      </p:cBhvr>
                                      <p:to>
                                        <p:strVal val="visible"/>
                                      </p:to>
                                    </p:set>
                                  </p:childTnLst>
                                </p:cTn>
                              </p:par>
                            </p:childTnLst>
                          </p:cTn>
                        </p:par>
                      </p:childTnLst>
                    </p:cTn>
                  </p:par>
                  <p:par>
                    <p:cTn id="475" fill="hold">
                      <p:stCondLst>
                        <p:cond delay="indefinite"/>
                      </p:stCondLst>
                      <p:childTnLst>
                        <p:par>
                          <p:cTn id="476" fill="hold">
                            <p:stCondLst>
                              <p:cond delay="0"/>
                            </p:stCondLst>
                            <p:childTnLst>
                              <p:par>
                                <p:cTn id="477" presetID="1" presetClass="entr" presetSubtype="0" fill="hold" nodeType="clickEffect">
                                  <p:stCondLst>
                                    <p:cond delay="0"/>
                                  </p:stCondLst>
                                  <p:childTnLst>
                                    <p:set>
                                      <p:cBhvr>
                                        <p:cTn id="478" dur="1" fill="hold">
                                          <p:stCondLst>
                                            <p:cond delay="0"/>
                                          </p:stCondLst>
                                        </p:cTn>
                                        <p:tgtEl>
                                          <p:spTgt spid="405">
                                            <p:txEl>
                                              <p:pRg st="1" end="1"/>
                                            </p:txEl>
                                          </p:spTgt>
                                        </p:tgtEl>
                                        <p:attrNameLst>
                                          <p:attrName>style.visibility</p:attrName>
                                        </p:attrNameLst>
                                      </p:cBhvr>
                                      <p:to>
                                        <p:strVal val="visible"/>
                                      </p:to>
                                    </p:set>
                                  </p:childTnLst>
                                </p:cTn>
                              </p:par>
                            </p:childTnLst>
                          </p:cTn>
                        </p:par>
                      </p:childTnLst>
                    </p:cTn>
                  </p:par>
                  <p:par>
                    <p:cTn id="479" fill="hold">
                      <p:stCondLst>
                        <p:cond delay="indefinite"/>
                      </p:stCondLst>
                      <p:childTnLst>
                        <p:par>
                          <p:cTn id="480" fill="hold">
                            <p:stCondLst>
                              <p:cond delay="0"/>
                            </p:stCondLst>
                            <p:childTnLst>
                              <p:par>
                                <p:cTn id="481" presetID="1" presetClass="entr" presetSubtype="0" fill="hold" nodeType="clickEffect">
                                  <p:stCondLst>
                                    <p:cond delay="0"/>
                                  </p:stCondLst>
                                  <p:childTnLst>
                                    <p:set>
                                      <p:cBhvr>
                                        <p:cTn id="482" dur="1" fill="hold">
                                          <p:stCondLst>
                                            <p:cond delay="0"/>
                                          </p:stCondLst>
                                        </p:cTn>
                                        <p:tgtEl>
                                          <p:spTgt spid="405">
                                            <p:txEl>
                                              <p:pRg st="2" end="2"/>
                                            </p:txEl>
                                          </p:spTgt>
                                        </p:tgtEl>
                                        <p:attrNameLst>
                                          <p:attrName>style.visibility</p:attrName>
                                        </p:attrNameLst>
                                      </p:cBhvr>
                                      <p:to>
                                        <p:strVal val="visible"/>
                                      </p:to>
                                    </p:set>
                                  </p:childTnLst>
                                </p:cTn>
                              </p:par>
                            </p:childTnLst>
                          </p:cTn>
                        </p:par>
                      </p:childTnLst>
                    </p:cTn>
                  </p:par>
                  <p:par>
                    <p:cTn id="483" fill="hold">
                      <p:stCondLst>
                        <p:cond delay="indefinite"/>
                      </p:stCondLst>
                      <p:childTnLst>
                        <p:par>
                          <p:cTn id="484" fill="hold">
                            <p:stCondLst>
                              <p:cond delay="0"/>
                            </p:stCondLst>
                            <p:childTnLst>
                              <p:par>
                                <p:cTn id="485" presetID="1" presetClass="entr" presetSubtype="0" fill="hold" nodeType="clickEffect">
                                  <p:stCondLst>
                                    <p:cond delay="0"/>
                                  </p:stCondLst>
                                  <p:childTnLst>
                                    <p:set>
                                      <p:cBhvr>
                                        <p:cTn id="486" dur="1" fill="hold">
                                          <p:stCondLst>
                                            <p:cond delay="0"/>
                                          </p:stCondLst>
                                        </p:cTn>
                                        <p:tgtEl>
                                          <p:spTgt spid="405">
                                            <p:txEl>
                                              <p:pRg st="3" end="3"/>
                                            </p:txEl>
                                          </p:spTgt>
                                        </p:tgtEl>
                                        <p:attrNameLst>
                                          <p:attrName>style.visibility</p:attrName>
                                        </p:attrNameLst>
                                      </p:cBhvr>
                                      <p:to>
                                        <p:strVal val="visible"/>
                                      </p:to>
                                    </p:set>
                                  </p:childTnLst>
                                </p:cTn>
                              </p:par>
                            </p:childTnLst>
                          </p:cTn>
                        </p:par>
                      </p:childTnLst>
                    </p:cTn>
                  </p:par>
                  <p:par>
                    <p:cTn id="487" fill="hold">
                      <p:stCondLst>
                        <p:cond delay="indefinite"/>
                      </p:stCondLst>
                      <p:childTnLst>
                        <p:par>
                          <p:cTn id="488" fill="hold">
                            <p:stCondLst>
                              <p:cond delay="0"/>
                            </p:stCondLst>
                            <p:childTnLst>
                              <p:par>
                                <p:cTn id="489" presetID="1" presetClass="entr" presetSubtype="0" fill="hold" nodeType="clickEffect">
                                  <p:stCondLst>
                                    <p:cond delay="0"/>
                                  </p:stCondLst>
                                  <p:childTnLst>
                                    <p:set>
                                      <p:cBhvr>
                                        <p:cTn id="490" dur="1" fill="hold">
                                          <p:stCondLst>
                                            <p:cond delay="0"/>
                                          </p:stCondLst>
                                        </p:cTn>
                                        <p:tgtEl>
                                          <p:spTgt spid="405">
                                            <p:txEl>
                                              <p:pRg st="4" end="4"/>
                                            </p:txEl>
                                          </p:spTgt>
                                        </p:tgtEl>
                                        <p:attrNameLst>
                                          <p:attrName>style.visibility</p:attrName>
                                        </p:attrNameLst>
                                      </p:cBhvr>
                                      <p:to>
                                        <p:strVal val="visible"/>
                                      </p:to>
                                    </p:set>
                                  </p:childTnLst>
                                </p:cTn>
                              </p:par>
                            </p:childTnLst>
                          </p:cTn>
                        </p:par>
                      </p:childTnLst>
                    </p:cTn>
                  </p:par>
                  <p:par>
                    <p:cTn id="491" fill="hold">
                      <p:stCondLst>
                        <p:cond delay="indefinite"/>
                      </p:stCondLst>
                      <p:childTnLst>
                        <p:par>
                          <p:cTn id="492" fill="hold">
                            <p:stCondLst>
                              <p:cond delay="0"/>
                            </p:stCondLst>
                            <p:childTnLst>
                              <p:par>
                                <p:cTn id="493" presetID="1" presetClass="entr" presetSubtype="0" fill="hold" nodeType="clickEffect">
                                  <p:stCondLst>
                                    <p:cond delay="0"/>
                                  </p:stCondLst>
                                  <p:childTnLst>
                                    <p:set>
                                      <p:cBhvr>
                                        <p:cTn id="494" dur="1" fill="hold">
                                          <p:stCondLst>
                                            <p:cond delay="0"/>
                                          </p:stCondLst>
                                        </p:cTn>
                                        <p:tgtEl>
                                          <p:spTgt spid="405">
                                            <p:txEl>
                                              <p:pRg st="5" end="5"/>
                                            </p:txEl>
                                          </p:spTgt>
                                        </p:tgtEl>
                                        <p:attrNameLst>
                                          <p:attrName>style.visibility</p:attrName>
                                        </p:attrNameLst>
                                      </p:cBhvr>
                                      <p:to>
                                        <p:strVal val="visible"/>
                                      </p:to>
                                    </p:set>
                                  </p:childTnLst>
                                </p:cTn>
                              </p:par>
                            </p:childTnLst>
                          </p:cTn>
                        </p:par>
                      </p:childTnLst>
                    </p:cTn>
                  </p:par>
                  <p:par>
                    <p:cTn id="495" fill="hold">
                      <p:stCondLst>
                        <p:cond delay="indefinite"/>
                      </p:stCondLst>
                      <p:childTnLst>
                        <p:par>
                          <p:cTn id="496" fill="hold">
                            <p:stCondLst>
                              <p:cond delay="0"/>
                            </p:stCondLst>
                            <p:childTnLst>
                              <p:par>
                                <p:cTn id="497" presetID="1" presetClass="entr" presetSubtype="0" fill="hold" nodeType="clickEffect">
                                  <p:stCondLst>
                                    <p:cond delay="0"/>
                                  </p:stCondLst>
                                  <p:childTnLst>
                                    <p:set>
                                      <p:cBhvr>
                                        <p:cTn id="498" dur="1" fill="hold">
                                          <p:stCondLst>
                                            <p:cond delay="0"/>
                                          </p:stCondLst>
                                        </p:cTn>
                                        <p:tgtEl>
                                          <p:spTgt spid="405">
                                            <p:txEl>
                                              <p:pRg st="6" end="6"/>
                                            </p:txEl>
                                          </p:spTgt>
                                        </p:tgtEl>
                                        <p:attrNameLst>
                                          <p:attrName>style.visibility</p:attrName>
                                        </p:attrNameLst>
                                      </p:cBhvr>
                                      <p:to>
                                        <p:strVal val="visible"/>
                                      </p:to>
                                    </p:set>
                                  </p:childTnLst>
                                </p:cTn>
                              </p:par>
                            </p:childTnLst>
                          </p:cTn>
                        </p:par>
                      </p:childTnLst>
                    </p:cTn>
                  </p:par>
                  <p:par>
                    <p:cTn id="499" fill="hold">
                      <p:stCondLst>
                        <p:cond delay="indefinite"/>
                      </p:stCondLst>
                      <p:childTnLst>
                        <p:par>
                          <p:cTn id="500" fill="hold">
                            <p:stCondLst>
                              <p:cond delay="0"/>
                            </p:stCondLst>
                            <p:childTnLst>
                              <p:par>
                                <p:cTn id="501" presetID="1" presetClass="entr" presetSubtype="0" fill="hold" nodeType="clickEffect">
                                  <p:stCondLst>
                                    <p:cond delay="0"/>
                                  </p:stCondLst>
                                  <p:childTnLst>
                                    <p:set>
                                      <p:cBhvr>
                                        <p:cTn id="502" dur="1" fill="hold">
                                          <p:stCondLst>
                                            <p:cond delay="0"/>
                                          </p:stCondLst>
                                        </p:cTn>
                                        <p:tgtEl>
                                          <p:spTgt spid="405">
                                            <p:txEl>
                                              <p:pRg st="7" end="7"/>
                                            </p:txEl>
                                          </p:spTgt>
                                        </p:tgtEl>
                                        <p:attrNameLst>
                                          <p:attrName>style.visibility</p:attrName>
                                        </p:attrNameLst>
                                      </p:cBhvr>
                                      <p:to>
                                        <p:strVal val="visible"/>
                                      </p:to>
                                    </p:set>
                                  </p:childTnLst>
                                </p:cTn>
                              </p:par>
                            </p:childTnLst>
                          </p:cTn>
                        </p:par>
                      </p:childTnLst>
                    </p:cTn>
                  </p:par>
                  <p:par>
                    <p:cTn id="503" fill="hold">
                      <p:stCondLst>
                        <p:cond delay="indefinite"/>
                      </p:stCondLst>
                      <p:childTnLst>
                        <p:par>
                          <p:cTn id="504" fill="hold">
                            <p:stCondLst>
                              <p:cond delay="0"/>
                            </p:stCondLst>
                            <p:childTnLst>
                              <p:par>
                                <p:cTn id="505" presetID="1" presetClass="entr" presetSubtype="0" fill="hold" nodeType="clickEffect">
                                  <p:stCondLst>
                                    <p:cond delay="0"/>
                                  </p:stCondLst>
                                  <p:childTnLst>
                                    <p:set>
                                      <p:cBhvr>
                                        <p:cTn id="506" dur="1" fill="hold">
                                          <p:stCondLst>
                                            <p:cond delay="0"/>
                                          </p:stCondLst>
                                        </p:cTn>
                                        <p:tgtEl>
                                          <p:spTgt spid="405">
                                            <p:txEl>
                                              <p:pRg st="8" end="8"/>
                                            </p:txEl>
                                          </p:spTgt>
                                        </p:tgtEl>
                                        <p:attrNameLst>
                                          <p:attrName>style.visibility</p:attrName>
                                        </p:attrNameLst>
                                      </p:cBhvr>
                                      <p:to>
                                        <p:strVal val="visible"/>
                                      </p:to>
                                    </p:set>
                                  </p:childTnLst>
                                </p:cTn>
                              </p:par>
                            </p:childTnLst>
                          </p:cTn>
                        </p:par>
                      </p:childTnLst>
                    </p:cTn>
                  </p:par>
                  <p:par>
                    <p:cTn id="507" fill="hold">
                      <p:stCondLst>
                        <p:cond delay="indefinite"/>
                      </p:stCondLst>
                      <p:childTnLst>
                        <p:par>
                          <p:cTn id="508" fill="hold">
                            <p:stCondLst>
                              <p:cond delay="0"/>
                            </p:stCondLst>
                            <p:childTnLst>
                              <p:par>
                                <p:cTn id="509" presetID="1" presetClass="entr" presetSubtype="0" fill="hold" nodeType="clickEffect">
                                  <p:stCondLst>
                                    <p:cond delay="0"/>
                                  </p:stCondLst>
                                  <p:childTnLst>
                                    <p:set>
                                      <p:cBhvr>
                                        <p:cTn id="510" dur="1" fill="hold">
                                          <p:stCondLst>
                                            <p:cond delay="0"/>
                                          </p:stCondLst>
                                        </p:cTn>
                                        <p:tgtEl>
                                          <p:spTgt spid="406">
                                            <p:txEl>
                                              <p:pRg st="0" end="0"/>
                                            </p:txEl>
                                          </p:spTgt>
                                        </p:tgtEl>
                                        <p:attrNameLst>
                                          <p:attrName>style.visibility</p:attrName>
                                        </p:attrNameLst>
                                      </p:cBhvr>
                                      <p:to>
                                        <p:strVal val="visible"/>
                                      </p:to>
                                    </p:set>
                                  </p:childTnLst>
                                </p:cTn>
                              </p:par>
                            </p:childTnLst>
                          </p:cTn>
                        </p:par>
                      </p:childTnLst>
                    </p:cTn>
                  </p:par>
                  <p:par>
                    <p:cTn id="511" fill="hold">
                      <p:stCondLst>
                        <p:cond delay="indefinite"/>
                      </p:stCondLst>
                      <p:childTnLst>
                        <p:par>
                          <p:cTn id="512" fill="hold">
                            <p:stCondLst>
                              <p:cond delay="0"/>
                            </p:stCondLst>
                            <p:childTnLst>
                              <p:par>
                                <p:cTn id="513" presetID="1" presetClass="entr" presetSubtype="0" fill="hold" nodeType="clickEffect">
                                  <p:stCondLst>
                                    <p:cond delay="0"/>
                                  </p:stCondLst>
                                  <p:childTnLst>
                                    <p:set>
                                      <p:cBhvr>
                                        <p:cTn id="514" dur="1" fill="hold">
                                          <p:stCondLst>
                                            <p:cond delay="0"/>
                                          </p:stCondLst>
                                        </p:cTn>
                                        <p:tgtEl>
                                          <p:spTgt spid="406">
                                            <p:txEl>
                                              <p:pRg st="1" end="1"/>
                                            </p:txEl>
                                          </p:spTgt>
                                        </p:tgtEl>
                                        <p:attrNameLst>
                                          <p:attrName>style.visibility</p:attrName>
                                        </p:attrNameLst>
                                      </p:cBhvr>
                                      <p:to>
                                        <p:strVal val="visible"/>
                                      </p:to>
                                    </p:set>
                                  </p:childTnLst>
                                </p:cTn>
                              </p:par>
                            </p:childTnLst>
                          </p:cTn>
                        </p:par>
                      </p:childTnLst>
                    </p:cTn>
                  </p:par>
                  <p:par>
                    <p:cTn id="515" fill="hold">
                      <p:stCondLst>
                        <p:cond delay="indefinite"/>
                      </p:stCondLst>
                      <p:childTnLst>
                        <p:par>
                          <p:cTn id="516" fill="hold">
                            <p:stCondLst>
                              <p:cond delay="0"/>
                            </p:stCondLst>
                            <p:childTnLst>
                              <p:par>
                                <p:cTn id="517" presetID="1" presetClass="entr" presetSubtype="0" fill="hold" nodeType="clickEffect">
                                  <p:stCondLst>
                                    <p:cond delay="0"/>
                                  </p:stCondLst>
                                  <p:childTnLst>
                                    <p:set>
                                      <p:cBhvr>
                                        <p:cTn id="518" dur="1" fill="hold">
                                          <p:stCondLst>
                                            <p:cond delay="0"/>
                                          </p:stCondLst>
                                        </p:cTn>
                                        <p:tgtEl>
                                          <p:spTgt spid="406">
                                            <p:txEl>
                                              <p:pRg st="2" end="2"/>
                                            </p:txEl>
                                          </p:spTgt>
                                        </p:tgtEl>
                                        <p:attrNameLst>
                                          <p:attrName>style.visibility</p:attrName>
                                        </p:attrNameLst>
                                      </p:cBhvr>
                                      <p:to>
                                        <p:strVal val="visible"/>
                                      </p:to>
                                    </p:set>
                                  </p:childTnLst>
                                </p:cTn>
                              </p:par>
                            </p:childTnLst>
                          </p:cTn>
                        </p:par>
                      </p:childTnLst>
                    </p:cTn>
                  </p:par>
                  <p:par>
                    <p:cTn id="519" fill="hold">
                      <p:stCondLst>
                        <p:cond delay="indefinite"/>
                      </p:stCondLst>
                      <p:childTnLst>
                        <p:par>
                          <p:cTn id="520" fill="hold">
                            <p:stCondLst>
                              <p:cond delay="0"/>
                            </p:stCondLst>
                            <p:childTnLst>
                              <p:par>
                                <p:cTn id="521" presetID="1" presetClass="entr" presetSubtype="0" fill="hold" nodeType="clickEffect">
                                  <p:stCondLst>
                                    <p:cond delay="0"/>
                                  </p:stCondLst>
                                  <p:childTnLst>
                                    <p:set>
                                      <p:cBhvr>
                                        <p:cTn id="522" dur="1" fill="hold">
                                          <p:stCondLst>
                                            <p:cond delay="0"/>
                                          </p:stCondLst>
                                        </p:cTn>
                                        <p:tgtEl>
                                          <p:spTgt spid="406">
                                            <p:txEl>
                                              <p:pRg st="3" end="3"/>
                                            </p:txEl>
                                          </p:spTgt>
                                        </p:tgtEl>
                                        <p:attrNameLst>
                                          <p:attrName>style.visibility</p:attrName>
                                        </p:attrNameLst>
                                      </p:cBhvr>
                                      <p:to>
                                        <p:strVal val="visible"/>
                                      </p:to>
                                    </p:set>
                                  </p:childTnLst>
                                </p:cTn>
                              </p:par>
                            </p:childTnLst>
                          </p:cTn>
                        </p:par>
                      </p:childTnLst>
                    </p:cTn>
                  </p:par>
                  <p:par>
                    <p:cTn id="523" fill="hold">
                      <p:stCondLst>
                        <p:cond delay="indefinite"/>
                      </p:stCondLst>
                      <p:childTnLst>
                        <p:par>
                          <p:cTn id="524" fill="hold">
                            <p:stCondLst>
                              <p:cond delay="0"/>
                            </p:stCondLst>
                            <p:childTnLst>
                              <p:par>
                                <p:cTn id="525" presetID="1" presetClass="entr" presetSubtype="0" fill="hold" nodeType="clickEffect">
                                  <p:stCondLst>
                                    <p:cond delay="0"/>
                                  </p:stCondLst>
                                  <p:childTnLst>
                                    <p:set>
                                      <p:cBhvr>
                                        <p:cTn id="526" dur="1" fill="hold">
                                          <p:stCondLst>
                                            <p:cond delay="0"/>
                                          </p:stCondLst>
                                        </p:cTn>
                                        <p:tgtEl>
                                          <p:spTgt spid="406">
                                            <p:txEl>
                                              <p:pRg st="4" end="4"/>
                                            </p:txEl>
                                          </p:spTgt>
                                        </p:tgtEl>
                                        <p:attrNameLst>
                                          <p:attrName>style.visibility</p:attrName>
                                        </p:attrNameLst>
                                      </p:cBhvr>
                                      <p:to>
                                        <p:strVal val="visible"/>
                                      </p:to>
                                    </p:set>
                                  </p:childTnLst>
                                </p:cTn>
                              </p:par>
                            </p:childTnLst>
                          </p:cTn>
                        </p:par>
                      </p:childTnLst>
                    </p:cTn>
                  </p:par>
                  <p:par>
                    <p:cTn id="527" fill="hold">
                      <p:stCondLst>
                        <p:cond delay="indefinite"/>
                      </p:stCondLst>
                      <p:childTnLst>
                        <p:par>
                          <p:cTn id="528" fill="hold">
                            <p:stCondLst>
                              <p:cond delay="0"/>
                            </p:stCondLst>
                            <p:childTnLst>
                              <p:par>
                                <p:cTn id="529" presetID="1" presetClass="entr" presetSubtype="0" fill="hold" nodeType="clickEffect">
                                  <p:stCondLst>
                                    <p:cond delay="0"/>
                                  </p:stCondLst>
                                  <p:childTnLst>
                                    <p:set>
                                      <p:cBhvr>
                                        <p:cTn id="530" dur="1" fill="hold">
                                          <p:stCondLst>
                                            <p:cond delay="0"/>
                                          </p:stCondLst>
                                        </p:cTn>
                                        <p:tgtEl>
                                          <p:spTgt spid="406">
                                            <p:txEl>
                                              <p:pRg st="5" end="5"/>
                                            </p:txEl>
                                          </p:spTgt>
                                        </p:tgtEl>
                                        <p:attrNameLst>
                                          <p:attrName>style.visibility</p:attrName>
                                        </p:attrNameLst>
                                      </p:cBhvr>
                                      <p:to>
                                        <p:strVal val="visible"/>
                                      </p:to>
                                    </p:set>
                                  </p:childTnLst>
                                </p:cTn>
                              </p:par>
                            </p:childTnLst>
                          </p:cTn>
                        </p:par>
                      </p:childTnLst>
                    </p:cTn>
                  </p:par>
                  <p:par>
                    <p:cTn id="531" fill="hold">
                      <p:stCondLst>
                        <p:cond delay="indefinite"/>
                      </p:stCondLst>
                      <p:childTnLst>
                        <p:par>
                          <p:cTn id="532" fill="hold">
                            <p:stCondLst>
                              <p:cond delay="0"/>
                            </p:stCondLst>
                            <p:childTnLst>
                              <p:par>
                                <p:cTn id="533" presetID="1" presetClass="entr" presetSubtype="0" fill="hold" nodeType="clickEffect">
                                  <p:stCondLst>
                                    <p:cond delay="0"/>
                                  </p:stCondLst>
                                  <p:childTnLst>
                                    <p:set>
                                      <p:cBhvr>
                                        <p:cTn id="534" dur="1" fill="hold">
                                          <p:stCondLst>
                                            <p:cond delay="0"/>
                                          </p:stCondLst>
                                        </p:cTn>
                                        <p:tgtEl>
                                          <p:spTgt spid="406">
                                            <p:txEl>
                                              <p:pRg st="6" end="6"/>
                                            </p:txEl>
                                          </p:spTgt>
                                        </p:tgtEl>
                                        <p:attrNameLst>
                                          <p:attrName>style.visibility</p:attrName>
                                        </p:attrNameLst>
                                      </p:cBhvr>
                                      <p:to>
                                        <p:strVal val="visible"/>
                                      </p:to>
                                    </p:set>
                                  </p:childTnLst>
                                </p:cTn>
                              </p:par>
                            </p:childTnLst>
                          </p:cTn>
                        </p:par>
                      </p:childTnLst>
                    </p:cTn>
                  </p:par>
                  <p:par>
                    <p:cTn id="535" fill="hold">
                      <p:stCondLst>
                        <p:cond delay="indefinite"/>
                      </p:stCondLst>
                      <p:childTnLst>
                        <p:par>
                          <p:cTn id="536" fill="hold">
                            <p:stCondLst>
                              <p:cond delay="0"/>
                            </p:stCondLst>
                            <p:childTnLst>
                              <p:par>
                                <p:cTn id="537" presetID="1" presetClass="entr" presetSubtype="0" fill="hold" nodeType="clickEffect">
                                  <p:stCondLst>
                                    <p:cond delay="0"/>
                                  </p:stCondLst>
                                  <p:childTnLst>
                                    <p:set>
                                      <p:cBhvr>
                                        <p:cTn id="538" dur="1" fill="hold">
                                          <p:stCondLst>
                                            <p:cond delay="0"/>
                                          </p:stCondLst>
                                        </p:cTn>
                                        <p:tgtEl>
                                          <p:spTgt spid="406">
                                            <p:txEl>
                                              <p:pRg st="7" end="7"/>
                                            </p:txEl>
                                          </p:spTgt>
                                        </p:tgtEl>
                                        <p:attrNameLst>
                                          <p:attrName>style.visibility</p:attrName>
                                        </p:attrNameLst>
                                      </p:cBhvr>
                                      <p:to>
                                        <p:strVal val="visible"/>
                                      </p:to>
                                    </p:set>
                                  </p:childTnLst>
                                </p:cTn>
                              </p:par>
                            </p:childTnLst>
                          </p:cTn>
                        </p:par>
                      </p:childTnLst>
                    </p:cTn>
                  </p:par>
                  <p:par>
                    <p:cTn id="539" fill="hold">
                      <p:stCondLst>
                        <p:cond delay="indefinite"/>
                      </p:stCondLst>
                      <p:childTnLst>
                        <p:par>
                          <p:cTn id="540" fill="hold">
                            <p:stCondLst>
                              <p:cond delay="0"/>
                            </p:stCondLst>
                            <p:childTnLst>
                              <p:par>
                                <p:cTn id="541" presetID="1" presetClass="entr" presetSubtype="0" fill="hold" nodeType="clickEffect">
                                  <p:stCondLst>
                                    <p:cond delay="0"/>
                                  </p:stCondLst>
                                  <p:childTnLst>
                                    <p:set>
                                      <p:cBhvr>
                                        <p:cTn id="542" dur="1" fill="hold">
                                          <p:stCondLst>
                                            <p:cond delay="0"/>
                                          </p:stCondLst>
                                        </p:cTn>
                                        <p:tgtEl>
                                          <p:spTgt spid="406">
                                            <p:txEl>
                                              <p:pRg st="8" end="8"/>
                                            </p:txEl>
                                          </p:spTgt>
                                        </p:tgtEl>
                                        <p:attrNameLst>
                                          <p:attrName>style.visibility</p:attrName>
                                        </p:attrNameLst>
                                      </p:cBhvr>
                                      <p:to>
                                        <p:strVal val="visible"/>
                                      </p:to>
                                    </p:set>
                                  </p:childTnLst>
                                </p:cTn>
                              </p:par>
                            </p:childTnLst>
                          </p:cTn>
                        </p:par>
                      </p:childTnLst>
                    </p:cTn>
                  </p:par>
                  <p:par>
                    <p:cTn id="543" fill="hold">
                      <p:stCondLst>
                        <p:cond delay="indefinite"/>
                      </p:stCondLst>
                      <p:childTnLst>
                        <p:par>
                          <p:cTn id="544" fill="hold">
                            <p:stCondLst>
                              <p:cond delay="0"/>
                            </p:stCondLst>
                            <p:childTnLst>
                              <p:par>
                                <p:cTn id="545" presetID="1" presetClass="entr" presetSubtype="0" fill="hold" nodeType="clickEffect">
                                  <p:stCondLst>
                                    <p:cond delay="0"/>
                                  </p:stCondLst>
                                  <p:childTnLst>
                                    <p:set>
                                      <p:cBhvr>
                                        <p:cTn id="546" dur="1" fill="hold">
                                          <p:stCondLst>
                                            <p:cond delay="0"/>
                                          </p:stCondLst>
                                        </p:cTn>
                                        <p:tgtEl>
                                          <p:spTgt spid="407">
                                            <p:txEl>
                                              <p:pRg st="0" end="0"/>
                                            </p:txEl>
                                          </p:spTgt>
                                        </p:tgtEl>
                                        <p:attrNameLst>
                                          <p:attrName>style.visibility</p:attrName>
                                        </p:attrNameLst>
                                      </p:cBhvr>
                                      <p:to>
                                        <p:strVal val="visible"/>
                                      </p:to>
                                    </p:set>
                                  </p:childTnLst>
                                </p:cTn>
                              </p:par>
                            </p:childTnLst>
                          </p:cTn>
                        </p:par>
                      </p:childTnLst>
                    </p:cTn>
                  </p:par>
                  <p:par>
                    <p:cTn id="547" fill="hold">
                      <p:stCondLst>
                        <p:cond delay="indefinite"/>
                      </p:stCondLst>
                      <p:childTnLst>
                        <p:par>
                          <p:cTn id="548" fill="hold">
                            <p:stCondLst>
                              <p:cond delay="0"/>
                            </p:stCondLst>
                            <p:childTnLst>
                              <p:par>
                                <p:cTn id="549" presetID="1" presetClass="entr" presetSubtype="0" fill="hold" nodeType="clickEffect">
                                  <p:stCondLst>
                                    <p:cond delay="0"/>
                                  </p:stCondLst>
                                  <p:childTnLst>
                                    <p:set>
                                      <p:cBhvr>
                                        <p:cTn id="550" dur="1" fill="hold">
                                          <p:stCondLst>
                                            <p:cond delay="0"/>
                                          </p:stCondLst>
                                        </p:cTn>
                                        <p:tgtEl>
                                          <p:spTgt spid="407">
                                            <p:txEl>
                                              <p:pRg st="1" end="1"/>
                                            </p:txEl>
                                          </p:spTgt>
                                        </p:tgtEl>
                                        <p:attrNameLst>
                                          <p:attrName>style.visibility</p:attrName>
                                        </p:attrNameLst>
                                      </p:cBhvr>
                                      <p:to>
                                        <p:strVal val="visible"/>
                                      </p:to>
                                    </p:set>
                                  </p:childTnLst>
                                </p:cTn>
                              </p:par>
                            </p:childTnLst>
                          </p:cTn>
                        </p:par>
                      </p:childTnLst>
                    </p:cTn>
                  </p:par>
                  <p:par>
                    <p:cTn id="551" fill="hold">
                      <p:stCondLst>
                        <p:cond delay="indefinite"/>
                      </p:stCondLst>
                      <p:childTnLst>
                        <p:par>
                          <p:cTn id="552" fill="hold">
                            <p:stCondLst>
                              <p:cond delay="0"/>
                            </p:stCondLst>
                            <p:childTnLst>
                              <p:par>
                                <p:cTn id="553" presetID="1" presetClass="entr" presetSubtype="0" fill="hold" nodeType="clickEffect">
                                  <p:stCondLst>
                                    <p:cond delay="0"/>
                                  </p:stCondLst>
                                  <p:childTnLst>
                                    <p:set>
                                      <p:cBhvr>
                                        <p:cTn id="554" dur="1" fill="hold">
                                          <p:stCondLst>
                                            <p:cond delay="0"/>
                                          </p:stCondLst>
                                        </p:cTn>
                                        <p:tgtEl>
                                          <p:spTgt spid="407">
                                            <p:txEl>
                                              <p:pRg st="2" end="2"/>
                                            </p:txEl>
                                          </p:spTgt>
                                        </p:tgtEl>
                                        <p:attrNameLst>
                                          <p:attrName>style.visibility</p:attrName>
                                        </p:attrNameLst>
                                      </p:cBhvr>
                                      <p:to>
                                        <p:strVal val="visible"/>
                                      </p:to>
                                    </p:set>
                                  </p:childTnLst>
                                </p:cTn>
                              </p:par>
                            </p:childTnLst>
                          </p:cTn>
                        </p:par>
                      </p:childTnLst>
                    </p:cTn>
                  </p:par>
                  <p:par>
                    <p:cTn id="555" fill="hold">
                      <p:stCondLst>
                        <p:cond delay="indefinite"/>
                      </p:stCondLst>
                      <p:childTnLst>
                        <p:par>
                          <p:cTn id="556" fill="hold">
                            <p:stCondLst>
                              <p:cond delay="0"/>
                            </p:stCondLst>
                            <p:childTnLst>
                              <p:par>
                                <p:cTn id="557" presetID="1" presetClass="entr" presetSubtype="0" fill="hold" nodeType="clickEffect">
                                  <p:stCondLst>
                                    <p:cond delay="0"/>
                                  </p:stCondLst>
                                  <p:childTnLst>
                                    <p:set>
                                      <p:cBhvr>
                                        <p:cTn id="558" dur="1" fill="hold">
                                          <p:stCondLst>
                                            <p:cond delay="0"/>
                                          </p:stCondLst>
                                        </p:cTn>
                                        <p:tgtEl>
                                          <p:spTgt spid="407">
                                            <p:txEl>
                                              <p:pRg st="3" end="3"/>
                                            </p:txEl>
                                          </p:spTgt>
                                        </p:tgtEl>
                                        <p:attrNameLst>
                                          <p:attrName>style.visibility</p:attrName>
                                        </p:attrNameLst>
                                      </p:cBhvr>
                                      <p:to>
                                        <p:strVal val="visible"/>
                                      </p:to>
                                    </p:set>
                                  </p:childTnLst>
                                </p:cTn>
                              </p:par>
                            </p:childTnLst>
                          </p:cTn>
                        </p:par>
                      </p:childTnLst>
                    </p:cTn>
                  </p:par>
                  <p:par>
                    <p:cTn id="559" fill="hold">
                      <p:stCondLst>
                        <p:cond delay="indefinite"/>
                      </p:stCondLst>
                      <p:childTnLst>
                        <p:par>
                          <p:cTn id="560" fill="hold">
                            <p:stCondLst>
                              <p:cond delay="0"/>
                            </p:stCondLst>
                            <p:childTnLst>
                              <p:par>
                                <p:cTn id="561" presetID="1" presetClass="entr" presetSubtype="0" fill="hold" nodeType="clickEffect">
                                  <p:stCondLst>
                                    <p:cond delay="0"/>
                                  </p:stCondLst>
                                  <p:childTnLst>
                                    <p:set>
                                      <p:cBhvr>
                                        <p:cTn id="562" dur="1" fill="hold">
                                          <p:stCondLst>
                                            <p:cond delay="0"/>
                                          </p:stCondLst>
                                        </p:cTn>
                                        <p:tgtEl>
                                          <p:spTgt spid="407">
                                            <p:txEl>
                                              <p:pRg st="4" end="4"/>
                                            </p:txEl>
                                          </p:spTgt>
                                        </p:tgtEl>
                                        <p:attrNameLst>
                                          <p:attrName>style.visibility</p:attrName>
                                        </p:attrNameLst>
                                      </p:cBhvr>
                                      <p:to>
                                        <p:strVal val="visible"/>
                                      </p:to>
                                    </p:set>
                                  </p:childTnLst>
                                </p:cTn>
                              </p:par>
                            </p:childTnLst>
                          </p:cTn>
                        </p:par>
                      </p:childTnLst>
                    </p:cTn>
                  </p:par>
                  <p:par>
                    <p:cTn id="563" fill="hold">
                      <p:stCondLst>
                        <p:cond delay="indefinite"/>
                      </p:stCondLst>
                      <p:childTnLst>
                        <p:par>
                          <p:cTn id="564" fill="hold">
                            <p:stCondLst>
                              <p:cond delay="0"/>
                            </p:stCondLst>
                            <p:childTnLst>
                              <p:par>
                                <p:cTn id="565" presetID="1" presetClass="entr" presetSubtype="0" fill="hold" nodeType="clickEffect">
                                  <p:stCondLst>
                                    <p:cond delay="0"/>
                                  </p:stCondLst>
                                  <p:childTnLst>
                                    <p:set>
                                      <p:cBhvr>
                                        <p:cTn id="566" dur="1" fill="hold">
                                          <p:stCondLst>
                                            <p:cond delay="0"/>
                                          </p:stCondLst>
                                        </p:cTn>
                                        <p:tgtEl>
                                          <p:spTgt spid="407">
                                            <p:txEl>
                                              <p:pRg st="5" end="5"/>
                                            </p:txEl>
                                          </p:spTgt>
                                        </p:tgtEl>
                                        <p:attrNameLst>
                                          <p:attrName>style.visibility</p:attrName>
                                        </p:attrNameLst>
                                      </p:cBhvr>
                                      <p:to>
                                        <p:strVal val="visible"/>
                                      </p:to>
                                    </p:set>
                                  </p:childTnLst>
                                </p:cTn>
                              </p:par>
                            </p:childTnLst>
                          </p:cTn>
                        </p:par>
                      </p:childTnLst>
                    </p:cTn>
                  </p:par>
                  <p:par>
                    <p:cTn id="567" fill="hold">
                      <p:stCondLst>
                        <p:cond delay="indefinite"/>
                      </p:stCondLst>
                      <p:childTnLst>
                        <p:par>
                          <p:cTn id="568" fill="hold">
                            <p:stCondLst>
                              <p:cond delay="0"/>
                            </p:stCondLst>
                            <p:childTnLst>
                              <p:par>
                                <p:cTn id="569" presetID="1" presetClass="entr" presetSubtype="0" fill="hold" nodeType="clickEffect">
                                  <p:stCondLst>
                                    <p:cond delay="0"/>
                                  </p:stCondLst>
                                  <p:childTnLst>
                                    <p:set>
                                      <p:cBhvr>
                                        <p:cTn id="570" dur="1" fill="hold">
                                          <p:stCondLst>
                                            <p:cond delay="0"/>
                                          </p:stCondLst>
                                        </p:cTn>
                                        <p:tgtEl>
                                          <p:spTgt spid="407">
                                            <p:txEl>
                                              <p:pRg st="6" end="6"/>
                                            </p:txEl>
                                          </p:spTgt>
                                        </p:tgtEl>
                                        <p:attrNameLst>
                                          <p:attrName>style.visibility</p:attrName>
                                        </p:attrNameLst>
                                      </p:cBhvr>
                                      <p:to>
                                        <p:strVal val="visible"/>
                                      </p:to>
                                    </p:set>
                                  </p:childTnLst>
                                </p:cTn>
                              </p:par>
                            </p:childTnLst>
                          </p:cTn>
                        </p:par>
                      </p:childTnLst>
                    </p:cTn>
                  </p:par>
                  <p:par>
                    <p:cTn id="571" fill="hold">
                      <p:stCondLst>
                        <p:cond delay="indefinite"/>
                      </p:stCondLst>
                      <p:childTnLst>
                        <p:par>
                          <p:cTn id="572" fill="hold">
                            <p:stCondLst>
                              <p:cond delay="0"/>
                            </p:stCondLst>
                            <p:childTnLst>
                              <p:par>
                                <p:cTn id="573" presetID="1" presetClass="entr" presetSubtype="0" fill="hold" nodeType="clickEffect">
                                  <p:stCondLst>
                                    <p:cond delay="0"/>
                                  </p:stCondLst>
                                  <p:childTnLst>
                                    <p:set>
                                      <p:cBhvr>
                                        <p:cTn id="574" dur="1" fill="hold">
                                          <p:stCondLst>
                                            <p:cond delay="0"/>
                                          </p:stCondLst>
                                        </p:cTn>
                                        <p:tgtEl>
                                          <p:spTgt spid="407">
                                            <p:txEl>
                                              <p:pRg st="7" end="7"/>
                                            </p:txEl>
                                          </p:spTgt>
                                        </p:tgtEl>
                                        <p:attrNameLst>
                                          <p:attrName>style.visibility</p:attrName>
                                        </p:attrNameLst>
                                      </p:cBhvr>
                                      <p:to>
                                        <p:strVal val="visible"/>
                                      </p:to>
                                    </p:set>
                                  </p:childTnLst>
                                </p:cTn>
                              </p:par>
                            </p:childTnLst>
                          </p:cTn>
                        </p:par>
                      </p:childTnLst>
                    </p:cTn>
                  </p:par>
                  <p:par>
                    <p:cTn id="575" fill="hold">
                      <p:stCondLst>
                        <p:cond delay="indefinite"/>
                      </p:stCondLst>
                      <p:childTnLst>
                        <p:par>
                          <p:cTn id="576" fill="hold">
                            <p:stCondLst>
                              <p:cond delay="0"/>
                            </p:stCondLst>
                            <p:childTnLst>
                              <p:par>
                                <p:cTn id="577" presetID="1" presetClass="entr" presetSubtype="0" fill="hold" nodeType="clickEffect">
                                  <p:stCondLst>
                                    <p:cond delay="0"/>
                                  </p:stCondLst>
                                  <p:childTnLst>
                                    <p:set>
                                      <p:cBhvr>
                                        <p:cTn id="578" dur="1" fill="hold">
                                          <p:stCondLst>
                                            <p:cond delay="0"/>
                                          </p:stCondLst>
                                        </p:cTn>
                                        <p:tgtEl>
                                          <p:spTgt spid="407">
                                            <p:txEl>
                                              <p:pRg st="8" end="8"/>
                                            </p:txEl>
                                          </p:spTgt>
                                        </p:tgtEl>
                                        <p:attrNameLst>
                                          <p:attrName>style.visibility</p:attrName>
                                        </p:attrNameLst>
                                      </p:cBhvr>
                                      <p:to>
                                        <p:strVal val="visible"/>
                                      </p:to>
                                    </p:set>
                                  </p:childTnLst>
                                </p:cTn>
                              </p:par>
                            </p:childTnLst>
                          </p:cTn>
                        </p:par>
                      </p:childTnLst>
                    </p:cTn>
                  </p:par>
                  <p:par>
                    <p:cTn id="579" fill="hold">
                      <p:stCondLst>
                        <p:cond delay="indefinite"/>
                      </p:stCondLst>
                      <p:childTnLst>
                        <p:par>
                          <p:cTn id="580" fill="hold">
                            <p:stCondLst>
                              <p:cond delay="0"/>
                            </p:stCondLst>
                            <p:childTnLst>
                              <p:par>
                                <p:cTn id="581" presetID="1" presetClass="entr" presetSubtype="0" fill="hold" nodeType="clickEffect">
                                  <p:stCondLst>
                                    <p:cond delay="0"/>
                                  </p:stCondLst>
                                  <p:childTnLst>
                                    <p:set>
                                      <p:cBhvr>
                                        <p:cTn id="582" dur="1" fill="hold">
                                          <p:stCondLst>
                                            <p:cond delay="0"/>
                                          </p:stCondLst>
                                        </p:cTn>
                                        <p:tgtEl>
                                          <p:spTgt spid="408">
                                            <p:txEl>
                                              <p:pRg st="0" end="0"/>
                                            </p:txEl>
                                          </p:spTgt>
                                        </p:tgtEl>
                                        <p:attrNameLst>
                                          <p:attrName>style.visibility</p:attrName>
                                        </p:attrNameLst>
                                      </p:cBhvr>
                                      <p:to>
                                        <p:strVal val="visible"/>
                                      </p:to>
                                    </p:set>
                                  </p:childTnLst>
                                </p:cTn>
                              </p:par>
                            </p:childTnLst>
                          </p:cTn>
                        </p:par>
                      </p:childTnLst>
                    </p:cTn>
                  </p:par>
                  <p:par>
                    <p:cTn id="583" fill="hold">
                      <p:stCondLst>
                        <p:cond delay="indefinite"/>
                      </p:stCondLst>
                      <p:childTnLst>
                        <p:par>
                          <p:cTn id="584" fill="hold">
                            <p:stCondLst>
                              <p:cond delay="0"/>
                            </p:stCondLst>
                            <p:childTnLst>
                              <p:par>
                                <p:cTn id="585" presetID="1" presetClass="entr" presetSubtype="0" fill="hold" nodeType="clickEffect">
                                  <p:stCondLst>
                                    <p:cond delay="0"/>
                                  </p:stCondLst>
                                  <p:childTnLst>
                                    <p:set>
                                      <p:cBhvr>
                                        <p:cTn id="586" dur="1" fill="hold">
                                          <p:stCondLst>
                                            <p:cond delay="0"/>
                                          </p:stCondLst>
                                        </p:cTn>
                                        <p:tgtEl>
                                          <p:spTgt spid="408">
                                            <p:txEl>
                                              <p:pRg st="1" end="1"/>
                                            </p:txEl>
                                          </p:spTgt>
                                        </p:tgtEl>
                                        <p:attrNameLst>
                                          <p:attrName>style.visibility</p:attrName>
                                        </p:attrNameLst>
                                      </p:cBhvr>
                                      <p:to>
                                        <p:strVal val="visible"/>
                                      </p:to>
                                    </p:set>
                                  </p:childTnLst>
                                </p:cTn>
                              </p:par>
                            </p:childTnLst>
                          </p:cTn>
                        </p:par>
                      </p:childTnLst>
                    </p:cTn>
                  </p:par>
                  <p:par>
                    <p:cTn id="587" fill="hold">
                      <p:stCondLst>
                        <p:cond delay="indefinite"/>
                      </p:stCondLst>
                      <p:childTnLst>
                        <p:par>
                          <p:cTn id="588" fill="hold">
                            <p:stCondLst>
                              <p:cond delay="0"/>
                            </p:stCondLst>
                            <p:childTnLst>
                              <p:par>
                                <p:cTn id="589" presetID="1" presetClass="entr" presetSubtype="0" fill="hold" nodeType="clickEffect">
                                  <p:stCondLst>
                                    <p:cond delay="0"/>
                                  </p:stCondLst>
                                  <p:childTnLst>
                                    <p:set>
                                      <p:cBhvr>
                                        <p:cTn id="590" dur="1" fill="hold">
                                          <p:stCondLst>
                                            <p:cond delay="0"/>
                                          </p:stCondLst>
                                        </p:cTn>
                                        <p:tgtEl>
                                          <p:spTgt spid="408">
                                            <p:txEl>
                                              <p:pRg st="2" end="2"/>
                                            </p:txEl>
                                          </p:spTgt>
                                        </p:tgtEl>
                                        <p:attrNameLst>
                                          <p:attrName>style.visibility</p:attrName>
                                        </p:attrNameLst>
                                      </p:cBhvr>
                                      <p:to>
                                        <p:strVal val="visible"/>
                                      </p:to>
                                    </p:set>
                                  </p:childTnLst>
                                </p:cTn>
                              </p:par>
                            </p:childTnLst>
                          </p:cTn>
                        </p:par>
                      </p:childTnLst>
                    </p:cTn>
                  </p:par>
                  <p:par>
                    <p:cTn id="591" fill="hold">
                      <p:stCondLst>
                        <p:cond delay="indefinite"/>
                      </p:stCondLst>
                      <p:childTnLst>
                        <p:par>
                          <p:cTn id="592" fill="hold">
                            <p:stCondLst>
                              <p:cond delay="0"/>
                            </p:stCondLst>
                            <p:childTnLst>
                              <p:par>
                                <p:cTn id="593" presetID="1" presetClass="entr" presetSubtype="0" fill="hold" nodeType="clickEffect">
                                  <p:stCondLst>
                                    <p:cond delay="0"/>
                                  </p:stCondLst>
                                  <p:childTnLst>
                                    <p:set>
                                      <p:cBhvr>
                                        <p:cTn id="594" dur="1" fill="hold">
                                          <p:stCondLst>
                                            <p:cond delay="0"/>
                                          </p:stCondLst>
                                        </p:cTn>
                                        <p:tgtEl>
                                          <p:spTgt spid="408">
                                            <p:txEl>
                                              <p:pRg st="3" end="3"/>
                                            </p:txEl>
                                          </p:spTgt>
                                        </p:tgtEl>
                                        <p:attrNameLst>
                                          <p:attrName>style.visibility</p:attrName>
                                        </p:attrNameLst>
                                      </p:cBhvr>
                                      <p:to>
                                        <p:strVal val="visible"/>
                                      </p:to>
                                    </p:set>
                                  </p:childTnLst>
                                </p:cTn>
                              </p:par>
                            </p:childTnLst>
                          </p:cTn>
                        </p:par>
                      </p:childTnLst>
                    </p:cTn>
                  </p:par>
                  <p:par>
                    <p:cTn id="595" fill="hold">
                      <p:stCondLst>
                        <p:cond delay="indefinite"/>
                      </p:stCondLst>
                      <p:childTnLst>
                        <p:par>
                          <p:cTn id="596" fill="hold">
                            <p:stCondLst>
                              <p:cond delay="0"/>
                            </p:stCondLst>
                            <p:childTnLst>
                              <p:par>
                                <p:cTn id="597" presetID="1" presetClass="entr" presetSubtype="0" fill="hold" nodeType="clickEffect">
                                  <p:stCondLst>
                                    <p:cond delay="0"/>
                                  </p:stCondLst>
                                  <p:childTnLst>
                                    <p:set>
                                      <p:cBhvr>
                                        <p:cTn id="598" dur="1" fill="hold">
                                          <p:stCondLst>
                                            <p:cond delay="0"/>
                                          </p:stCondLst>
                                        </p:cTn>
                                        <p:tgtEl>
                                          <p:spTgt spid="408">
                                            <p:txEl>
                                              <p:pRg st="4" end="4"/>
                                            </p:txEl>
                                          </p:spTgt>
                                        </p:tgtEl>
                                        <p:attrNameLst>
                                          <p:attrName>style.visibility</p:attrName>
                                        </p:attrNameLst>
                                      </p:cBhvr>
                                      <p:to>
                                        <p:strVal val="visible"/>
                                      </p:to>
                                    </p:set>
                                  </p:childTnLst>
                                </p:cTn>
                              </p:par>
                            </p:childTnLst>
                          </p:cTn>
                        </p:par>
                      </p:childTnLst>
                    </p:cTn>
                  </p:par>
                  <p:par>
                    <p:cTn id="599" fill="hold">
                      <p:stCondLst>
                        <p:cond delay="indefinite"/>
                      </p:stCondLst>
                      <p:childTnLst>
                        <p:par>
                          <p:cTn id="600" fill="hold">
                            <p:stCondLst>
                              <p:cond delay="0"/>
                            </p:stCondLst>
                            <p:childTnLst>
                              <p:par>
                                <p:cTn id="601" presetID="1" presetClass="entr" presetSubtype="0" fill="hold" nodeType="clickEffect">
                                  <p:stCondLst>
                                    <p:cond delay="0"/>
                                  </p:stCondLst>
                                  <p:childTnLst>
                                    <p:set>
                                      <p:cBhvr>
                                        <p:cTn id="602" dur="1" fill="hold">
                                          <p:stCondLst>
                                            <p:cond delay="0"/>
                                          </p:stCondLst>
                                        </p:cTn>
                                        <p:tgtEl>
                                          <p:spTgt spid="408">
                                            <p:txEl>
                                              <p:pRg st="5" end="5"/>
                                            </p:txEl>
                                          </p:spTgt>
                                        </p:tgtEl>
                                        <p:attrNameLst>
                                          <p:attrName>style.visibility</p:attrName>
                                        </p:attrNameLst>
                                      </p:cBhvr>
                                      <p:to>
                                        <p:strVal val="visible"/>
                                      </p:to>
                                    </p:set>
                                  </p:childTnLst>
                                </p:cTn>
                              </p:par>
                            </p:childTnLst>
                          </p:cTn>
                        </p:par>
                      </p:childTnLst>
                    </p:cTn>
                  </p:par>
                  <p:par>
                    <p:cTn id="603" fill="hold">
                      <p:stCondLst>
                        <p:cond delay="indefinite"/>
                      </p:stCondLst>
                      <p:childTnLst>
                        <p:par>
                          <p:cTn id="604" fill="hold">
                            <p:stCondLst>
                              <p:cond delay="0"/>
                            </p:stCondLst>
                            <p:childTnLst>
                              <p:par>
                                <p:cTn id="605" presetID="1" presetClass="entr" presetSubtype="0" fill="hold" nodeType="clickEffect">
                                  <p:stCondLst>
                                    <p:cond delay="0"/>
                                  </p:stCondLst>
                                  <p:childTnLst>
                                    <p:set>
                                      <p:cBhvr>
                                        <p:cTn id="606" dur="1" fill="hold">
                                          <p:stCondLst>
                                            <p:cond delay="0"/>
                                          </p:stCondLst>
                                        </p:cTn>
                                        <p:tgtEl>
                                          <p:spTgt spid="408">
                                            <p:txEl>
                                              <p:pRg st="6" end="6"/>
                                            </p:txEl>
                                          </p:spTgt>
                                        </p:tgtEl>
                                        <p:attrNameLst>
                                          <p:attrName>style.visibility</p:attrName>
                                        </p:attrNameLst>
                                      </p:cBhvr>
                                      <p:to>
                                        <p:strVal val="visible"/>
                                      </p:to>
                                    </p:set>
                                  </p:childTnLst>
                                </p:cTn>
                              </p:par>
                            </p:childTnLst>
                          </p:cTn>
                        </p:par>
                      </p:childTnLst>
                    </p:cTn>
                  </p:par>
                  <p:par>
                    <p:cTn id="607" fill="hold">
                      <p:stCondLst>
                        <p:cond delay="indefinite"/>
                      </p:stCondLst>
                      <p:childTnLst>
                        <p:par>
                          <p:cTn id="608" fill="hold">
                            <p:stCondLst>
                              <p:cond delay="0"/>
                            </p:stCondLst>
                            <p:childTnLst>
                              <p:par>
                                <p:cTn id="609" presetID="1" presetClass="entr" presetSubtype="0" fill="hold" nodeType="clickEffect">
                                  <p:stCondLst>
                                    <p:cond delay="0"/>
                                  </p:stCondLst>
                                  <p:childTnLst>
                                    <p:set>
                                      <p:cBhvr>
                                        <p:cTn id="610" dur="1" fill="hold">
                                          <p:stCondLst>
                                            <p:cond delay="0"/>
                                          </p:stCondLst>
                                        </p:cTn>
                                        <p:tgtEl>
                                          <p:spTgt spid="408">
                                            <p:txEl>
                                              <p:pRg st="7" end="7"/>
                                            </p:txEl>
                                          </p:spTgt>
                                        </p:tgtEl>
                                        <p:attrNameLst>
                                          <p:attrName>style.visibility</p:attrName>
                                        </p:attrNameLst>
                                      </p:cBhvr>
                                      <p:to>
                                        <p:strVal val="visible"/>
                                      </p:to>
                                    </p:set>
                                  </p:childTnLst>
                                </p:cTn>
                              </p:par>
                            </p:childTnLst>
                          </p:cTn>
                        </p:par>
                      </p:childTnLst>
                    </p:cTn>
                  </p:par>
                  <p:par>
                    <p:cTn id="611" fill="hold">
                      <p:stCondLst>
                        <p:cond delay="indefinite"/>
                      </p:stCondLst>
                      <p:childTnLst>
                        <p:par>
                          <p:cTn id="612" fill="hold">
                            <p:stCondLst>
                              <p:cond delay="0"/>
                            </p:stCondLst>
                            <p:childTnLst>
                              <p:par>
                                <p:cTn id="613" presetID="1" presetClass="entr" presetSubtype="0" fill="hold" nodeType="clickEffect">
                                  <p:stCondLst>
                                    <p:cond delay="0"/>
                                  </p:stCondLst>
                                  <p:childTnLst>
                                    <p:set>
                                      <p:cBhvr>
                                        <p:cTn id="614" dur="1" fill="hold">
                                          <p:stCondLst>
                                            <p:cond delay="0"/>
                                          </p:stCondLst>
                                        </p:cTn>
                                        <p:tgtEl>
                                          <p:spTgt spid="408">
                                            <p:txEl>
                                              <p:pRg st="8" end="8"/>
                                            </p:txEl>
                                          </p:spTgt>
                                        </p:tgtEl>
                                        <p:attrNameLst>
                                          <p:attrName>style.visibility</p:attrName>
                                        </p:attrNameLst>
                                      </p:cBhvr>
                                      <p:to>
                                        <p:strVal val="visible"/>
                                      </p:to>
                                    </p:set>
                                  </p:childTnLst>
                                </p:cTn>
                              </p:par>
                            </p:childTnLst>
                          </p:cTn>
                        </p:par>
                      </p:childTnLst>
                    </p:cTn>
                  </p:par>
                  <p:par>
                    <p:cTn id="615" fill="hold">
                      <p:stCondLst>
                        <p:cond delay="indefinite"/>
                      </p:stCondLst>
                      <p:childTnLst>
                        <p:par>
                          <p:cTn id="616" fill="hold">
                            <p:stCondLst>
                              <p:cond delay="0"/>
                            </p:stCondLst>
                            <p:childTnLst>
                              <p:par>
                                <p:cTn id="617" presetID="1" presetClass="entr" presetSubtype="0" fill="hold" nodeType="clickEffect">
                                  <p:stCondLst>
                                    <p:cond delay="0"/>
                                  </p:stCondLst>
                                  <p:childTnLst>
                                    <p:set>
                                      <p:cBhvr>
                                        <p:cTn id="618" dur="1" fill="hold">
                                          <p:stCondLst>
                                            <p:cond delay="0"/>
                                          </p:stCondLst>
                                        </p:cTn>
                                        <p:tgtEl>
                                          <p:spTgt spid="409">
                                            <p:txEl>
                                              <p:pRg st="0" end="0"/>
                                            </p:txEl>
                                          </p:spTgt>
                                        </p:tgtEl>
                                        <p:attrNameLst>
                                          <p:attrName>style.visibility</p:attrName>
                                        </p:attrNameLst>
                                      </p:cBhvr>
                                      <p:to>
                                        <p:strVal val="visible"/>
                                      </p:to>
                                    </p:set>
                                  </p:childTnLst>
                                </p:cTn>
                              </p:par>
                            </p:childTnLst>
                          </p:cTn>
                        </p:par>
                      </p:childTnLst>
                    </p:cTn>
                  </p:par>
                  <p:par>
                    <p:cTn id="619" fill="hold">
                      <p:stCondLst>
                        <p:cond delay="indefinite"/>
                      </p:stCondLst>
                      <p:childTnLst>
                        <p:par>
                          <p:cTn id="620" fill="hold">
                            <p:stCondLst>
                              <p:cond delay="0"/>
                            </p:stCondLst>
                            <p:childTnLst>
                              <p:par>
                                <p:cTn id="621" presetID="1" presetClass="entr" presetSubtype="0" fill="hold" nodeType="clickEffect">
                                  <p:stCondLst>
                                    <p:cond delay="0"/>
                                  </p:stCondLst>
                                  <p:childTnLst>
                                    <p:set>
                                      <p:cBhvr>
                                        <p:cTn id="622" dur="1" fill="hold">
                                          <p:stCondLst>
                                            <p:cond delay="0"/>
                                          </p:stCondLst>
                                        </p:cTn>
                                        <p:tgtEl>
                                          <p:spTgt spid="409">
                                            <p:txEl>
                                              <p:pRg st="1" end="1"/>
                                            </p:txEl>
                                          </p:spTgt>
                                        </p:tgtEl>
                                        <p:attrNameLst>
                                          <p:attrName>style.visibility</p:attrName>
                                        </p:attrNameLst>
                                      </p:cBhvr>
                                      <p:to>
                                        <p:strVal val="visible"/>
                                      </p:to>
                                    </p:set>
                                  </p:childTnLst>
                                </p:cTn>
                              </p:par>
                            </p:childTnLst>
                          </p:cTn>
                        </p:par>
                      </p:childTnLst>
                    </p:cTn>
                  </p:par>
                  <p:par>
                    <p:cTn id="623" fill="hold">
                      <p:stCondLst>
                        <p:cond delay="indefinite"/>
                      </p:stCondLst>
                      <p:childTnLst>
                        <p:par>
                          <p:cTn id="624" fill="hold">
                            <p:stCondLst>
                              <p:cond delay="0"/>
                            </p:stCondLst>
                            <p:childTnLst>
                              <p:par>
                                <p:cTn id="625" presetID="1" presetClass="entr" presetSubtype="0" fill="hold" nodeType="clickEffect">
                                  <p:stCondLst>
                                    <p:cond delay="0"/>
                                  </p:stCondLst>
                                  <p:childTnLst>
                                    <p:set>
                                      <p:cBhvr>
                                        <p:cTn id="626" dur="1" fill="hold">
                                          <p:stCondLst>
                                            <p:cond delay="0"/>
                                          </p:stCondLst>
                                        </p:cTn>
                                        <p:tgtEl>
                                          <p:spTgt spid="409">
                                            <p:txEl>
                                              <p:pRg st="2" end="2"/>
                                            </p:txEl>
                                          </p:spTgt>
                                        </p:tgtEl>
                                        <p:attrNameLst>
                                          <p:attrName>style.visibility</p:attrName>
                                        </p:attrNameLst>
                                      </p:cBhvr>
                                      <p:to>
                                        <p:strVal val="visible"/>
                                      </p:to>
                                    </p:set>
                                  </p:childTnLst>
                                </p:cTn>
                              </p:par>
                            </p:childTnLst>
                          </p:cTn>
                        </p:par>
                      </p:childTnLst>
                    </p:cTn>
                  </p:par>
                  <p:par>
                    <p:cTn id="627" fill="hold">
                      <p:stCondLst>
                        <p:cond delay="indefinite"/>
                      </p:stCondLst>
                      <p:childTnLst>
                        <p:par>
                          <p:cTn id="628" fill="hold">
                            <p:stCondLst>
                              <p:cond delay="0"/>
                            </p:stCondLst>
                            <p:childTnLst>
                              <p:par>
                                <p:cTn id="629" presetID="1" presetClass="entr" presetSubtype="0" fill="hold" nodeType="clickEffect">
                                  <p:stCondLst>
                                    <p:cond delay="0"/>
                                  </p:stCondLst>
                                  <p:childTnLst>
                                    <p:set>
                                      <p:cBhvr>
                                        <p:cTn id="630" dur="1" fill="hold">
                                          <p:stCondLst>
                                            <p:cond delay="0"/>
                                          </p:stCondLst>
                                        </p:cTn>
                                        <p:tgtEl>
                                          <p:spTgt spid="409">
                                            <p:txEl>
                                              <p:pRg st="3" end="3"/>
                                            </p:txEl>
                                          </p:spTgt>
                                        </p:tgtEl>
                                        <p:attrNameLst>
                                          <p:attrName>style.visibility</p:attrName>
                                        </p:attrNameLst>
                                      </p:cBhvr>
                                      <p:to>
                                        <p:strVal val="visible"/>
                                      </p:to>
                                    </p:set>
                                  </p:childTnLst>
                                </p:cTn>
                              </p:par>
                            </p:childTnLst>
                          </p:cTn>
                        </p:par>
                      </p:childTnLst>
                    </p:cTn>
                  </p:par>
                  <p:par>
                    <p:cTn id="631" fill="hold">
                      <p:stCondLst>
                        <p:cond delay="indefinite"/>
                      </p:stCondLst>
                      <p:childTnLst>
                        <p:par>
                          <p:cTn id="632" fill="hold">
                            <p:stCondLst>
                              <p:cond delay="0"/>
                            </p:stCondLst>
                            <p:childTnLst>
                              <p:par>
                                <p:cTn id="633" presetID="1" presetClass="entr" presetSubtype="0" fill="hold" nodeType="clickEffect">
                                  <p:stCondLst>
                                    <p:cond delay="0"/>
                                  </p:stCondLst>
                                  <p:childTnLst>
                                    <p:set>
                                      <p:cBhvr>
                                        <p:cTn id="634" dur="1" fill="hold">
                                          <p:stCondLst>
                                            <p:cond delay="0"/>
                                          </p:stCondLst>
                                        </p:cTn>
                                        <p:tgtEl>
                                          <p:spTgt spid="409">
                                            <p:txEl>
                                              <p:pRg st="4" end="4"/>
                                            </p:txEl>
                                          </p:spTgt>
                                        </p:tgtEl>
                                        <p:attrNameLst>
                                          <p:attrName>style.visibility</p:attrName>
                                        </p:attrNameLst>
                                      </p:cBhvr>
                                      <p:to>
                                        <p:strVal val="visible"/>
                                      </p:to>
                                    </p:set>
                                  </p:childTnLst>
                                </p:cTn>
                              </p:par>
                            </p:childTnLst>
                          </p:cTn>
                        </p:par>
                      </p:childTnLst>
                    </p:cTn>
                  </p:par>
                  <p:par>
                    <p:cTn id="635" fill="hold">
                      <p:stCondLst>
                        <p:cond delay="indefinite"/>
                      </p:stCondLst>
                      <p:childTnLst>
                        <p:par>
                          <p:cTn id="636" fill="hold">
                            <p:stCondLst>
                              <p:cond delay="0"/>
                            </p:stCondLst>
                            <p:childTnLst>
                              <p:par>
                                <p:cTn id="637" presetID="1" presetClass="entr" presetSubtype="0" fill="hold" nodeType="clickEffect">
                                  <p:stCondLst>
                                    <p:cond delay="0"/>
                                  </p:stCondLst>
                                  <p:childTnLst>
                                    <p:set>
                                      <p:cBhvr>
                                        <p:cTn id="638" dur="1" fill="hold">
                                          <p:stCondLst>
                                            <p:cond delay="0"/>
                                          </p:stCondLst>
                                        </p:cTn>
                                        <p:tgtEl>
                                          <p:spTgt spid="409">
                                            <p:txEl>
                                              <p:pRg st="5" end="5"/>
                                            </p:txEl>
                                          </p:spTgt>
                                        </p:tgtEl>
                                        <p:attrNameLst>
                                          <p:attrName>style.visibility</p:attrName>
                                        </p:attrNameLst>
                                      </p:cBhvr>
                                      <p:to>
                                        <p:strVal val="visible"/>
                                      </p:to>
                                    </p:set>
                                  </p:childTnLst>
                                </p:cTn>
                              </p:par>
                            </p:childTnLst>
                          </p:cTn>
                        </p:par>
                      </p:childTnLst>
                    </p:cTn>
                  </p:par>
                  <p:par>
                    <p:cTn id="639" fill="hold">
                      <p:stCondLst>
                        <p:cond delay="indefinite"/>
                      </p:stCondLst>
                      <p:childTnLst>
                        <p:par>
                          <p:cTn id="640" fill="hold">
                            <p:stCondLst>
                              <p:cond delay="0"/>
                            </p:stCondLst>
                            <p:childTnLst>
                              <p:par>
                                <p:cTn id="641" presetID="1" presetClass="entr" presetSubtype="0" fill="hold" nodeType="clickEffect">
                                  <p:stCondLst>
                                    <p:cond delay="0"/>
                                  </p:stCondLst>
                                  <p:childTnLst>
                                    <p:set>
                                      <p:cBhvr>
                                        <p:cTn id="642" dur="1" fill="hold">
                                          <p:stCondLst>
                                            <p:cond delay="0"/>
                                          </p:stCondLst>
                                        </p:cTn>
                                        <p:tgtEl>
                                          <p:spTgt spid="409">
                                            <p:txEl>
                                              <p:pRg st="6" end="6"/>
                                            </p:txEl>
                                          </p:spTgt>
                                        </p:tgtEl>
                                        <p:attrNameLst>
                                          <p:attrName>style.visibility</p:attrName>
                                        </p:attrNameLst>
                                      </p:cBhvr>
                                      <p:to>
                                        <p:strVal val="visible"/>
                                      </p:to>
                                    </p:set>
                                  </p:childTnLst>
                                </p:cTn>
                              </p:par>
                            </p:childTnLst>
                          </p:cTn>
                        </p:par>
                      </p:childTnLst>
                    </p:cTn>
                  </p:par>
                  <p:par>
                    <p:cTn id="643" fill="hold">
                      <p:stCondLst>
                        <p:cond delay="indefinite"/>
                      </p:stCondLst>
                      <p:childTnLst>
                        <p:par>
                          <p:cTn id="644" fill="hold">
                            <p:stCondLst>
                              <p:cond delay="0"/>
                            </p:stCondLst>
                            <p:childTnLst>
                              <p:par>
                                <p:cTn id="645" presetID="1" presetClass="entr" presetSubtype="0" fill="hold" nodeType="clickEffect">
                                  <p:stCondLst>
                                    <p:cond delay="0"/>
                                  </p:stCondLst>
                                  <p:childTnLst>
                                    <p:set>
                                      <p:cBhvr>
                                        <p:cTn id="646" dur="1" fill="hold">
                                          <p:stCondLst>
                                            <p:cond delay="0"/>
                                          </p:stCondLst>
                                        </p:cTn>
                                        <p:tgtEl>
                                          <p:spTgt spid="409">
                                            <p:txEl>
                                              <p:pRg st="7" end="7"/>
                                            </p:txEl>
                                          </p:spTgt>
                                        </p:tgtEl>
                                        <p:attrNameLst>
                                          <p:attrName>style.visibility</p:attrName>
                                        </p:attrNameLst>
                                      </p:cBhvr>
                                      <p:to>
                                        <p:strVal val="visible"/>
                                      </p:to>
                                    </p:set>
                                  </p:childTnLst>
                                </p:cTn>
                              </p:par>
                            </p:childTnLst>
                          </p:cTn>
                        </p:par>
                      </p:childTnLst>
                    </p:cTn>
                  </p:par>
                  <p:par>
                    <p:cTn id="647" fill="hold">
                      <p:stCondLst>
                        <p:cond delay="indefinite"/>
                      </p:stCondLst>
                      <p:childTnLst>
                        <p:par>
                          <p:cTn id="648" fill="hold">
                            <p:stCondLst>
                              <p:cond delay="0"/>
                            </p:stCondLst>
                            <p:childTnLst>
                              <p:par>
                                <p:cTn id="649" presetID="1" presetClass="entr" presetSubtype="0" fill="hold" nodeType="clickEffect">
                                  <p:stCondLst>
                                    <p:cond delay="0"/>
                                  </p:stCondLst>
                                  <p:childTnLst>
                                    <p:set>
                                      <p:cBhvr>
                                        <p:cTn id="650" dur="1" fill="hold">
                                          <p:stCondLst>
                                            <p:cond delay="0"/>
                                          </p:stCondLst>
                                        </p:cTn>
                                        <p:tgtEl>
                                          <p:spTgt spid="409">
                                            <p:txEl>
                                              <p:pRg st="8" end="8"/>
                                            </p:txEl>
                                          </p:spTgt>
                                        </p:tgtEl>
                                        <p:attrNameLst>
                                          <p:attrName>style.visibility</p:attrName>
                                        </p:attrNameLst>
                                      </p:cBhvr>
                                      <p:to>
                                        <p:strVal val="visible"/>
                                      </p:to>
                                    </p:set>
                                  </p:childTnLst>
                                </p:cTn>
                              </p:par>
                            </p:childTnLst>
                          </p:cTn>
                        </p:par>
                      </p:childTnLst>
                    </p:cTn>
                  </p:par>
                  <p:par>
                    <p:cTn id="651" fill="hold">
                      <p:stCondLst>
                        <p:cond delay="indefinite"/>
                      </p:stCondLst>
                      <p:childTnLst>
                        <p:par>
                          <p:cTn id="652" fill="hold">
                            <p:stCondLst>
                              <p:cond delay="0"/>
                            </p:stCondLst>
                            <p:childTnLst>
                              <p:par>
                                <p:cTn id="653" presetID="1" presetClass="entr" presetSubtype="0" fill="hold" nodeType="clickEffect">
                                  <p:stCondLst>
                                    <p:cond delay="0"/>
                                  </p:stCondLst>
                                  <p:childTnLst>
                                    <p:set>
                                      <p:cBhvr>
                                        <p:cTn id="654" dur="1" fill="hold">
                                          <p:stCondLst>
                                            <p:cond delay="0"/>
                                          </p:stCondLst>
                                        </p:cTn>
                                        <p:tgtEl>
                                          <p:spTgt spid="410">
                                            <p:txEl>
                                              <p:pRg st="0" end="0"/>
                                            </p:txEl>
                                          </p:spTgt>
                                        </p:tgtEl>
                                        <p:attrNameLst>
                                          <p:attrName>style.visibility</p:attrName>
                                        </p:attrNameLst>
                                      </p:cBhvr>
                                      <p:to>
                                        <p:strVal val="visible"/>
                                      </p:to>
                                    </p:set>
                                  </p:childTnLst>
                                </p:cTn>
                              </p:par>
                            </p:childTnLst>
                          </p:cTn>
                        </p:par>
                      </p:childTnLst>
                    </p:cTn>
                  </p:par>
                  <p:par>
                    <p:cTn id="655" fill="hold">
                      <p:stCondLst>
                        <p:cond delay="indefinite"/>
                      </p:stCondLst>
                      <p:childTnLst>
                        <p:par>
                          <p:cTn id="656" fill="hold">
                            <p:stCondLst>
                              <p:cond delay="0"/>
                            </p:stCondLst>
                            <p:childTnLst>
                              <p:par>
                                <p:cTn id="657" presetID="1" presetClass="entr" presetSubtype="0" fill="hold" nodeType="clickEffect">
                                  <p:stCondLst>
                                    <p:cond delay="0"/>
                                  </p:stCondLst>
                                  <p:childTnLst>
                                    <p:set>
                                      <p:cBhvr>
                                        <p:cTn id="658" dur="1" fill="hold">
                                          <p:stCondLst>
                                            <p:cond delay="0"/>
                                          </p:stCondLst>
                                        </p:cTn>
                                        <p:tgtEl>
                                          <p:spTgt spid="410">
                                            <p:txEl>
                                              <p:pRg st="1" end="1"/>
                                            </p:txEl>
                                          </p:spTgt>
                                        </p:tgtEl>
                                        <p:attrNameLst>
                                          <p:attrName>style.visibility</p:attrName>
                                        </p:attrNameLst>
                                      </p:cBhvr>
                                      <p:to>
                                        <p:strVal val="visible"/>
                                      </p:to>
                                    </p:set>
                                  </p:childTnLst>
                                </p:cTn>
                              </p:par>
                            </p:childTnLst>
                          </p:cTn>
                        </p:par>
                      </p:childTnLst>
                    </p:cTn>
                  </p:par>
                  <p:par>
                    <p:cTn id="659" fill="hold">
                      <p:stCondLst>
                        <p:cond delay="indefinite"/>
                      </p:stCondLst>
                      <p:childTnLst>
                        <p:par>
                          <p:cTn id="660" fill="hold">
                            <p:stCondLst>
                              <p:cond delay="0"/>
                            </p:stCondLst>
                            <p:childTnLst>
                              <p:par>
                                <p:cTn id="661" presetID="1" presetClass="entr" presetSubtype="0" fill="hold" nodeType="clickEffect">
                                  <p:stCondLst>
                                    <p:cond delay="0"/>
                                  </p:stCondLst>
                                  <p:childTnLst>
                                    <p:set>
                                      <p:cBhvr>
                                        <p:cTn id="662" dur="1" fill="hold">
                                          <p:stCondLst>
                                            <p:cond delay="0"/>
                                          </p:stCondLst>
                                        </p:cTn>
                                        <p:tgtEl>
                                          <p:spTgt spid="410">
                                            <p:txEl>
                                              <p:pRg st="2" end="2"/>
                                            </p:txEl>
                                          </p:spTgt>
                                        </p:tgtEl>
                                        <p:attrNameLst>
                                          <p:attrName>style.visibility</p:attrName>
                                        </p:attrNameLst>
                                      </p:cBhvr>
                                      <p:to>
                                        <p:strVal val="visible"/>
                                      </p:to>
                                    </p:set>
                                  </p:childTnLst>
                                </p:cTn>
                              </p:par>
                            </p:childTnLst>
                          </p:cTn>
                        </p:par>
                      </p:childTnLst>
                    </p:cTn>
                  </p:par>
                  <p:par>
                    <p:cTn id="663" fill="hold">
                      <p:stCondLst>
                        <p:cond delay="indefinite"/>
                      </p:stCondLst>
                      <p:childTnLst>
                        <p:par>
                          <p:cTn id="664" fill="hold">
                            <p:stCondLst>
                              <p:cond delay="0"/>
                            </p:stCondLst>
                            <p:childTnLst>
                              <p:par>
                                <p:cTn id="665" presetID="1" presetClass="entr" presetSubtype="0" fill="hold" nodeType="clickEffect">
                                  <p:stCondLst>
                                    <p:cond delay="0"/>
                                  </p:stCondLst>
                                  <p:childTnLst>
                                    <p:set>
                                      <p:cBhvr>
                                        <p:cTn id="666" dur="1" fill="hold">
                                          <p:stCondLst>
                                            <p:cond delay="0"/>
                                          </p:stCondLst>
                                        </p:cTn>
                                        <p:tgtEl>
                                          <p:spTgt spid="410">
                                            <p:txEl>
                                              <p:pRg st="3" end="3"/>
                                            </p:txEl>
                                          </p:spTgt>
                                        </p:tgtEl>
                                        <p:attrNameLst>
                                          <p:attrName>style.visibility</p:attrName>
                                        </p:attrNameLst>
                                      </p:cBhvr>
                                      <p:to>
                                        <p:strVal val="visible"/>
                                      </p:to>
                                    </p:set>
                                  </p:childTnLst>
                                </p:cTn>
                              </p:par>
                            </p:childTnLst>
                          </p:cTn>
                        </p:par>
                      </p:childTnLst>
                    </p:cTn>
                  </p:par>
                  <p:par>
                    <p:cTn id="667" fill="hold">
                      <p:stCondLst>
                        <p:cond delay="indefinite"/>
                      </p:stCondLst>
                      <p:childTnLst>
                        <p:par>
                          <p:cTn id="668" fill="hold">
                            <p:stCondLst>
                              <p:cond delay="0"/>
                            </p:stCondLst>
                            <p:childTnLst>
                              <p:par>
                                <p:cTn id="669" presetID="1" presetClass="entr" presetSubtype="0" fill="hold" nodeType="clickEffect">
                                  <p:stCondLst>
                                    <p:cond delay="0"/>
                                  </p:stCondLst>
                                  <p:childTnLst>
                                    <p:set>
                                      <p:cBhvr>
                                        <p:cTn id="670" dur="1" fill="hold">
                                          <p:stCondLst>
                                            <p:cond delay="0"/>
                                          </p:stCondLst>
                                        </p:cTn>
                                        <p:tgtEl>
                                          <p:spTgt spid="410">
                                            <p:txEl>
                                              <p:pRg st="4" end="4"/>
                                            </p:txEl>
                                          </p:spTgt>
                                        </p:tgtEl>
                                        <p:attrNameLst>
                                          <p:attrName>style.visibility</p:attrName>
                                        </p:attrNameLst>
                                      </p:cBhvr>
                                      <p:to>
                                        <p:strVal val="visible"/>
                                      </p:to>
                                    </p:set>
                                  </p:childTnLst>
                                </p:cTn>
                              </p:par>
                            </p:childTnLst>
                          </p:cTn>
                        </p:par>
                      </p:childTnLst>
                    </p:cTn>
                  </p:par>
                  <p:par>
                    <p:cTn id="671" fill="hold">
                      <p:stCondLst>
                        <p:cond delay="indefinite"/>
                      </p:stCondLst>
                      <p:childTnLst>
                        <p:par>
                          <p:cTn id="672" fill="hold">
                            <p:stCondLst>
                              <p:cond delay="0"/>
                            </p:stCondLst>
                            <p:childTnLst>
                              <p:par>
                                <p:cTn id="673" presetID="1" presetClass="entr" presetSubtype="0" fill="hold" nodeType="clickEffect">
                                  <p:stCondLst>
                                    <p:cond delay="0"/>
                                  </p:stCondLst>
                                  <p:childTnLst>
                                    <p:set>
                                      <p:cBhvr>
                                        <p:cTn id="674" dur="1" fill="hold">
                                          <p:stCondLst>
                                            <p:cond delay="0"/>
                                          </p:stCondLst>
                                        </p:cTn>
                                        <p:tgtEl>
                                          <p:spTgt spid="410">
                                            <p:txEl>
                                              <p:pRg st="5" end="5"/>
                                            </p:txEl>
                                          </p:spTgt>
                                        </p:tgtEl>
                                        <p:attrNameLst>
                                          <p:attrName>style.visibility</p:attrName>
                                        </p:attrNameLst>
                                      </p:cBhvr>
                                      <p:to>
                                        <p:strVal val="visible"/>
                                      </p:to>
                                    </p:set>
                                  </p:childTnLst>
                                </p:cTn>
                              </p:par>
                            </p:childTnLst>
                          </p:cTn>
                        </p:par>
                      </p:childTnLst>
                    </p:cTn>
                  </p:par>
                  <p:par>
                    <p:cTn id="675" fill="hold">
                      <p:stCondLst>
                        <p:cond delay="indefinite"/>
                      </p:stCondLst>
                      <p:childTnLst>
                        <p:par>
                          <p:cTn id="676" fill="hold">
                            <p:stCondLst>
                              <p:cond delay="0"/>
                            </p:stCondLst>
                            <p:childTnLst>
                              <p:par>
                                <p:cTn id="677" presetID="1" presetClass="entr" presetSubtype="0" fill="hold" nodeType="clickEffect">
                                  <p:stCondLst>
                                    <p:cond delay="0"/>
                                  </p:stCondLst>
                                  <p:childTnLst>
                                    <p:set>
                                      <p:cBhvr>
                                        <p:cTn id="678" dur="1" fill="hold">
                                          <p:stCondLst>
                                            <p:cond delay="0"/>
                                          </p:stCondLst>
                                        </p:cTn>
                                        <p:tgtEl>
                                          <p:spTgt spid="410">
                                            <p:txEl>
                                              <p:pRg st="6" end="6"/>
                                            </p:txEl>
                                          </p:spTgt>
                                        </p:tgtEl>
                                        <p:attrNameLst>
                                          <p:attrName>style.visibility</p:attrName>
                                        </p:attrNameLst>
                                      </p:cBhvr>
                                      <p:to>
                                        <p:strVal val="visible"/>
                                      </p:to>
                                    </p:set>
                                  </p:childTnLst>
                                </p:cTn>
                              </p:par>
                            </p:childTnLst>
                          </p:cTn>
                        </p:par>
                      </p:childTnLst>
                    </p:cTn>
                  </p:par>
                  <p:par>
                    <p:cTn id="679" fill="hold">
                      <p:stCondLst>
                        <p:cond delay="indefinite"/>
                      </p:stCondLst>
                      <p:childTnLst>
                        <p:par>
                          <p:cTn id="680" fill="hold">
                            <p:stCondLst>
                              <p:cond delay="0"/>
                            </p:stCondLst>
                            <p:childTnLst>
                              <p:par>
                                <p:cTn id="681" presetID="1" presetClass="entr" presetSubtype="0" fill="hold" nodeType="clickEffect">
                                  <p:stCondLst>
                                    <p:cond delay="0"/>
                                  </p:stCondLst>
                                  <p:childTnLst>
                                    <p:set>
                                      <p:cBhvr>
                                        <p:cTn id="682" dur="1" fill="hold">
                                          <p:stCondLst>
                                            <p:cond delay="0"/>
                                          </p:stCondLst>
                                        </p:cTn>
                                        <p:tgtEl>
                                          <p:spTgt spid="410">
                                            <p:txEl>
                                              <p:pRg st="7" end="7"/>
                                            </p:txEl>
                                          </p:spTgt>
                                        </p:tgtEl>
                                        <p:attrNameLst>
                                          <p:attrName>style.visibility</p:attrName>
                                        </p:attrNameLst>
                                      </p:cBhvr>
                                      <p:to>
                                        <p:strVal val="visible"/>
                                      </p:to>
                                    </p:set>
                                  </p:childTnLst>
                                </p:cTn>
                              </p:par>
                            </p:childTnLst>
                          </p:cTn>
                        </p:par>
                      </p:childTnLst>
                    </p:cTn>
                  </p:par>
                  <p:par>
                    <p:cTn id="683" fill="hold">
                      <p:stCondLst>
                        <p:cond delay="indefinite"/>
                      </p:stCondLst>
                      <p:childTnLst>
                        <p:par>
                          <p:cTn id="684" fill="hold">
                            <p:stCondLst>
                              <p:cond delay="0"/>
                            </p:stCondLst>
                            <p:childTnLst>
                              <p:par>
                                <p:cTn id="685" presetID="1" presetClass="entr" presetSubtype="0" fill="hold" nodeType="clickEffect">
                                  <p:stCondLst>
                                    <p:cond delay="0"/>
                                  </p:stCondLst>
                                  <p:childTnLst>
                                    <p:set>
                                      <p:cBhvr>
                                        <p:cTn id="686" dur="1" fill="hold">
                                          <p:stCondLst>
                                            <p:cond delay="0"/>
                                          </p:stCondLst>
                                        </p:cTn>
                                        <p:tgtEl>
                                          <p:spTgt spid="410">
                                            <p:txEl>
                                              <p:pRg st="8" end="8"/>
                                            </p:txEl>
                                          </p:spTgt>
                                        </p:tgtEl>
                                        <p:attrNameLst>
                                          <p:attrName>style.visibility</p:attrName>
                                        </p:attrNameLst>
                                      </p:cBhvr>
                                      <p:to>
                                        <p:strVal val="visible"/>
                                      </p:to>
                                    </p:set>
                                  </p:childTnLst>
                                </p:cTn>
                              </p:par>
                            </p:childTnLst>
                          </p:cTn>
                        </p:par>
                      </p:childTnLst>
                    </p:cTn>
                  </p:par>
                  <p:par>
                    <p:cTn id="687" fill="hold">
                      <p:stCondLst>
                        <p:cond delay="indefinite"/>
                      </p:stCondLst>
                      <p:childTnLst>
                        <p:par>
                          <p:cTn id="688" fill="hold">
                            <p:stCondLst>
                              <p:cond delay="0"/>
                            </p:stCondLst>
                            <p:childTnLst>
                              <p:par>
                                <p:cTn id="689" presetID="1" presetClass="entr" presetSubtype="0" fill="hold" nodeType="clickEffect">
                                  <p:stCondLst>
                                    <p:cond delay="0"/>
                                  </p:stCondLst>
                                  <p:childTnLst>
                                    <p:set>
                                      <p:cBhvr>
                                        <p:cTn id="690" dur="1" fill="hold">
                                          <p:stCondLst>
                                            <p:cond delay="0"/>
                                          </p:stCondLst>
                                        </p:cTn>
                                        <p:tgtEl>
                                          <p:spTgt spid="411">
                                            <p:txEl>
                                              <p:pRg st="0" end="0"/>
                                            </p:txEl>
                                          </p:spTgt>
                                        </p:tgtEl>
                                        <p:attrNameLst>
                                          <p:attrName>style.visibility</p:attrName>
                                        </p:attrNameLst>
                                      </p:cBhvr>
                                      <p:to>
                                        <p:strVal val="visible"/>
                                      </p:to>
                                    </p:set>
                                  </p:childTnLst>
                                </p:cTn>
                              </p:par>
                            </p:childTnLst>
                          </p:cTn>
                        </p:par>
                      </p:childTnLst>
                    </p:cTn>
                  </p:par>
                  <p:par>
                    <p:cTn id="691" fill="hold">
                      <p:stCondLst>
                        <p:cond delay="indefinite"/>
                      </p:stCondLst>
                      <p:childTnLst>
                        <p:par>
                          <p:cTn id="692" fill="hold">
                            <p:stCondLst>
                              <p:cond delay="0"/>
                            </p:stCondLst>
                            <p:childTnLst>
                              <p:par>
                                <p:cTn id="693" presetID="1" presetClass="entr" presetSubtype="0" fill="hold" nodeType="clickEffect">
                                  <p:stCondLst>
                                    <p:cond delay="0"/>
                                  </p:stCondLst>
                                  <p:childTnLst>
                                    <p:set>
                                      <p:cBhvr>
                                        <p:cTn id="694" dur="1" fill="hold">
                                          <p:stCondLst>
                                            <p:cond delay="0"/>
                                          </p:stCondLst>
                                        </p:cTn>
                                        <p:tgtEl>
                                          <p:spTgt spid="411">
                                            <p:txEl>
                                              <p:pRg st="1" end="1"/>
                                            </p:txEl>
                                          </p:spTgt>
                                        </p:tgtEl>
                                        <p:attrNameLst>
                                          <p:attrName>style.visibility</p:attrName>
                                        </p:attrNameLst>
                                      </p:cBhvr>
                                      <p:to>
                                        <p:strVal val="visible"/>
                                      </p:to>
                                    </p:set>
                                  </p:childTnLst>
                                </p:cTn>
                              </p:par>
                            </p:childTnLst>
                          </p:cTn>
                        </p:par>
                      </p:childTnLst>
                    </p:cTn>
                  </p:par>
                  <p:par>
                    <p:cTn id="695" fill="hold">
                      <p:stCondLst>
                        <p:cond delay="indefinite"/>
                      </p:stCondLst>
                      <p:childTnLst>
                        <p:par>
                          <p:cTn id="696" fill="hold">
                            <p:stCondLst>
                              <p:cond delay="0"/>
                            </p:stCondLst>
                            <p:childTnLst>
                              <p:par>
                                <p:cTn id="697" presetID="1" presetClass="entr" presetSubtype="0" fill="hold" nodeType="clickEffect">
                                  <p:stCondLst>
                                    <p:cond delay="0"/>
                                  </p:stCondLst>
                                  <p:childTnLst>
                                    <p:set>
                                      <p:cBhvr>
                                        <p:cTn id="698" dur="1" fill="hold">
                                          <p:stCondLst>
                                            <p:cond delay="0"/>
                                          </p:stCondLst>
                                        </p:cTn>
                                        <p:tgtEl>
                                          <p:spTgt spid="411">
                                            <p:txEl>
                                              <p:pRg st="2" end="2"/>
                                            </p:txEl>
                                          </p:spTgt>
                                        </p:tgtEl>
                                        <p:attrNameLst>
                                          <p:attrName>style.visibility</p:attrName>
                                        </p:attrNameLst>
                                      </p:cBhvr>
                                      <p:to>
                                        <p:strVal val="visible"/>
                                      </p:to>
                                    </p:set>
                                  </p:childTnLst>
                                </p:cTn>
                              </p:par>
                            </p:childTnLst>
                          </p:cTn>
                        </p:par>
                      </p:childTnLst>
                    </p:cTn>
                  </p:par>
                  <p:par>
                    <p:cTn id="699" fill="hold">
                      <p:stCondLst>
                        <p:cond delay="indefinite"/>
                      </p:stCondLst>
                      <p:childTnLst>
                        <p:par>
                          <p:cTn id="700" fill="hold">
                            <p:stCondLst>
                              <p:cond delay="0"/>
                            </p:stCondLst>
                            <p:childTnLst>
                              <p:par>
                                <p:cTn id="701" presetID="1" presetClass="entr" presetSubtype="0" fill="hold" nodeType="clickEffect">
                                  <p:stCondLst>
                                    <p:cond delay="0"/>
                                  </p:stCondLst>
                                  <p:childTnLst>
                                    <p:set>
                                      <p:cBhvr>
                                        <p:cTn id="702" dur="1" fill="hold">
                                          <p:stCondLst>
                                            <p:cond delay="0"/>
                                          </p:stCondLst>
                                        </p:cTn>
                                        <p:tgtEl>
                                          <p:spTgt spid="411">
                                            <p:txEl>
                                              <p:pRg st="3" end="3"/>
                                            </p:txEl>
                                          </p:spTgt>
                                        </p:tgtEl>
                                        <p:attrNameLst>
                                          <p:attrName>style.visibility</p:attrName>
                                        </p:attrNameLst>
                                      </p:cBhvr>
                                      <p:to>
                                        <p:strVal val="visible"/>
                                      </p:to>
                                    </p:set>
                                  </p:childTnLst>
                                </p:cTn>
                              </p:par>
                            </p:childTnLst>
                          </p:cTn>
                        </p:par>
                      </p:childTnLst>
                    </p:cTn>
                  </p:par>
                  <p:par>
                    <p:cTn id="703" fill="hold">
                      <p:stCondLst>
                        <p:cond delay="indefinite"/>
                      </p:stCondLst>
                      <p:childTnLst>
                        <p:par>
                          <p:cTn id="704" fill="hold">
                            <p:stCondLst>
                              <p:cond delay="0"/>
                            </p:stCondLst>
                            <p:childTnLst>
                              <p:par>
                                <p:cTn id="705" presetID="1" presetClass="entr" presetSubtype="0" fill="hold" nodeType="clickEffect">
                                  <p:stCondLst>
                                    <p:cond delay="0"/>
                                  </p:stCondLst>
                                  <p:childTnLst>
                                    <p:set>
                                      <p:cBhvr>
                                        <p:cTn id="706" dur="1" fill="hold">
                                          <p:stCondLst>
                                            <p:cond delay="0"/>
                                          </p:stCondLst>
                                        </p:cTn>
                                        <p:tgtEl>
                                          <p:spTgt spid="411">
                                            <p:txEl>
                                              <p:pRg st="4" end="4"/>
                                            </p:txEl>
                                          </p:spTgt>
                                        </p:tgtEl>
                                        <p:attrNameLst>
                                          <p:attrName>style.visibility</p:attrName>
                                        </p:attrNameLst>
                                      </p:cBhvr>
                                      <p:to>
                                        <p:strVal val="visible"/>
                                      </p:to>
                                    </p:set>
                                  </p:childTnLst>
                                </p:cTn>
                              </p:par>
                            </p:childTnLst>
                          </p:cTn>
                        </p:par>
                      </p:childTnLst>
                    </p:cTn>
                  </p:par>
                  <p:par>
                    <p:cTn id="707" fill="hold">
                      <p:stCondLst>
                        <p:cond delay="indefinite"/>
                      </p:stCondLst>
                      <p:childTnLst>
                        <p:par>
                          <p:cTn id="708" fill="hold">
                            <p:stCondLst>
                              <p:cond delay="0"/>
                            </p:stCondLst>
                            <p:childTnLst>
                              <p:par>
                                <p:cTn id="709" presetID="1" presetClass="entr" presetSubtype="0" fill="hold" nodeType="clickEffect">
                                  <p:stCondLst>
                                    <p:cond delay="0"/>
                                  </p:stCondLst>
                                  <p:childTnLst>
                                    <p:set>
                                      <p:cBhvr>
                                        <p:cTn id="710" dur="1" fill="hold">
                                          <p:stCondLst>
                                            <p:cond delay="0"/>
                                          </p:stCondLst>
                                        </p:cTn>
                                        <p:tgtEl>
                                          <p:spTgt spid="411">
                                            <p:txEl>
                                              <p:pRg st="5" end="5"/>
                                            </p:txEl>
                                          </p:spTgt>
                                        </p:tgtEl>
                                        <p:attrNameLst>
                                          <p:attrName>style.visibility</p:attrName>
                                        </p:attrNameLst>
                                      </p:cBhvr>
                                      <p:to>
                                        <p:strVal val="visible"/>
                                      </p:to>
                                    </p:set>
                                  </p:childTnLst>
                                </p:cTn>
                              </p:par>
                            </p:childTnLst>
                          </p:cTn>
                        </p:par>
                      </p:childTnLst>
                    </p:cTn>
                  </p:par>
                  <p:par>
                    <p:cTn id="711" fill="hold">
                      <p:stCondLst>
                        <p:cond delay="indefinite"/>
                      </p:stCondLst>
                      <p:childTnLst>
                        <p:par>
                          <p:cTn id="712" fill="hold">
                            <p:stCondLst>
                              <p:cond delay="0"/>
                            </p:stCondLst>
                            <p:childTnLst>
                              <p:par>
                                <p:cTn id="713" presetID="1" presetClass="entr" presetSubtype="0" fill="hold" nodeType="clickEffect">
                                  <p:stCondLst>
                                    <p:cond delay="0"/>
                                  </p:stCondLst>
                                  <p:childTnLst>
                                    <p:set>
                                      <p:cBhvr>
                                        <p:cTn id="714" dur="1" fill="hold">
                                          <p:stCondLst>
                                            <p:cond delay="0"/>
                                          </p:stCondLst>
                                        </p:cTn>
                                        <p:tgtEl>
                                          <p:spTgt spid="411">
                                            <p:txEl>
                                              <p:pRg st="6" end="6"/>
                                            </p:txEl>
                                          </p:spTgt>
                                        </p:tgtEl>
                                        <p:attrNameLst>
                                          <p:attrName>style.visibility</p:attrName>
                                        </p:attrNameLst>
                                      </p:cBhvr>
                                      <p:to>
                                        <p:strVal val="visible"/>
                                      </p:to>
                                    </p:set>
                                  </p:childTnLst>
                                </p:cTn>
                              </p:par>
                            </p:childTnLst>
                          </p:cTn>
                        </p:par>
                      </p:childTnLst>
                    </p:cTn>
                  </p:par>
                  <p:par>
                    <p:cTn id="715" fill="hold">
                      <p:stCondLst>
                        <p:cond delay="indefinite"/>
                      </p:stCondLst>
                      <p:childTnLst>
                        <p:par>
                          <p:cTn id="716" fill="hold">
                            <p:stCondLst>
                              <p:cond delay="0"/>
                            </p:stCondLst>
                            <p:childTnLst>
                              <p:par>
                                <p:cTn id="717" presetID="1" presetClass="entr" presetSubtype="0" fill="hold" nodeType="clickEffect">
                                  <p:stCondLst>
                                    <p:cond delay="0"/>
                                  </p:stCondLst>
                                  <p:childTnLst>
                                    <p:set>
                                      <p:cBhvr>
                                        <p:cTn id="718" dur="1" fill="hold">
                                          <p:stCondLst>
                                            <p:cond delay="0"/>
                                          </p:stCondLst>
                                        </p:cTn>
                                        <p:tgtEl>
                                          <p:spTgt spid="411">
                                            <p:txEl>
                                              <p:pRg st="7" end="7"/>
                                            </p:txEl>
                                          </p:spTgt>
                                        </p:tgtEl>
                                        <p:attrNameLst>
                                          <p:attrName>style.visibility</p:attrName>
                                        </p:attrNameLst>
                                      </p:cBhvr>
                                      <p:to>
                                        <p:strVal val="visible"/>
                                      </p:to>
                                    </p:set>
                                  </p:childTnLst>
                                </p:cTn>
                              </p:par>
                            </p:childTnLst>
                          </p:cTn>
                        </p:par>
                      </p:childTnLst>
                    </p:cTn>
                  </p:par>
                  <p:par>
                    <p:cTn id="719" fill="hold">
                      <p:stCondLst>
                        <p:cond delay="indefinite"/>
                      </p:stCondLst>
                      <p:childTnLst>
                        <p:par>
                          <p:cTn id="720" fill="hold">
                            <p:stCondLst>
                              <p:cond delay="0"/>
                            </p:stCondLst>
                            <p:childTnLst>
                              <p:par>
                                <p:cTn id="721" presetID="1" presetClass="entr" presetSubtype="0" fill="hold" nodeType="clickEffect">
                                  <p:stCondLst>
                                    <p:cond delay="0"/>
                                  </p:stCondLst>
                                  <p:childTnLst>
                                    <p:set>
                                      <p:cBhvr>
                                        <p:cTn id="722" dur="1" fill="hold">
                                          <p:stCondLst>
                                            <p:cond delay="0"/>
                                          </p:stCondLst>
                                        </p:cTn>
                                        <p:tgtEl>
                                          <p:spTgt spid="411">
                                            <p:txEl>
                                              <p:pRg st="8" end="8"/>
                                            </p:txEl>
                                          </p:spTgt>
                                        </p:tgtEl>
                                        <p:attrNameLst>
                                          <p:attrName>style.visibility</p:attrName>
                                        </p:attrNameLst>
                                      </p:cBhvr>
                                      <p:to>
                                        <p:strVal val="visible"/>
                                      </p:to>
                                    </p:set>
                                  </p:childTnLst>
                                </p:cTn>
                              </p:par>
                            </p:childTnLst>
                          </p:cTn>
                        </p:par>
                      </p:childTnLst>
                    </p:cTn>
                  </p:par>
                  <p:par>
                    <p:cTn id="723" fill="hold">
                      <p:stCondLst>
                        <p:cond delay="indefinite"/>
                      </p:stCondLst>
                      <p:childTnLst>
                        <p:par>
                          <p:cTn id="724" fill="hold">
                            <p:stCondLst>
                              <p:cond delay="0"/>
                            </p:stCondLst>
                            <p:childTnLst>
                              <p:par>
                                <p:cTn id="725" presetID="1" presetClass="entr" presetSubtype="0" fill="hold" nodeType="clickEffect">
                                  <p:stCondLst>
                                    <p:cond delay="0"/>
                                  </p:stCondLst>
                                  <p:childTnLst>
                                    <p:set>
                                      <p:cBhvr>
                                        <p:cTn id="726" dur="1" fill="hold">
                                          <p:stCondLst>
                                            <p:cond delay="0"/>
                                          </p:stCondLst>
                                        </p:cTn>
                                        <p:tgtEl>
                                          <p:spTgt spid="412">
                                            <p:txEl>
                                              <p:pRg st="0" end="0"/>
                                            </p:txEl>
                                          </p:spTgt>
                                        </p:tgtEl>
                                        <p:attrNameLst>
                                          <p:attrName>style.visibility</p:attrName>
                                        </p:attrNameLst>
                                      </p:cBhvr>
                                      <p:to>
                                        <p:strVal val="visible"/>
                                      </p:to>
                                    </p:set>
                                  </p:childTnLst>
                                </p:cTn>
                              </p:par>
                            </p:childTnLst>
                          </p:cTn>
                        </p:par>
                      </p:childTnLst>
                    </p:cTn>
                  </p:par>
                  <p:par>
                    <p:cTn id="727" fill="hold">
                      <p:stCondLst>
                        <p:cond delay="indefinite"/>
                      </p:stCondLst>
                      <p:childTnLst>
                        <p:par>
                          <p:cTn id="728" fill="hold">
                            <p:stCondLst>
                              <p:cond delay="0"/>
                            </p:stCondLst>
                            <p:childTnLst>
                              <p:par>
                                <p:cTn id="729" presetID="1" presetClass="entr" presetSubtype="0" fill="hold" nodeType="clickEffect">
                                  <p:stCondLst>
                                    <p:cond delay="0"/>
                                  </p:stCondLst>
                                  <p:childTnLst>
                                    <p:set>
                                      <p:cBhvr>
                                        <p:cTn id="730" dur="1" fill="hold">
                                          <p:stCondLst>
                                            <p:cond delay="0"/>
                                          </p:stCondLst>
                                        </p:cTn>
                                        <p:tgtEl>
                                          <p:spTgt spid="412">
                                            <p:txEl>
                                              <p:pRg st="1" end="1"/>
                                            </p:txEl>
                                          </p:spTgt>
                                        </p:tgtEl>
                                        <p:attrNameLst>
                                          <p:attrName>style.visibility</p:attrName>
                                        </p:attrNameLst>
                                      </p:cBhvr>
                                      <p:to>
                                        <p:strVal val="visible"/>
                                      </p:to>
                                    </p:set>
                                  </p:childTnLst>
                                </p:cTn>
                              </p:par>
                            </p:childTnLst>
                          </p:cTn>
                        </p:par>
                      </p:childTnLst>
                    </p:cTn>
                  </p:par>
                  <p:par>
                    <p:cTn id="731" fill="hold">
                      <p:stCondLst>
                        <p:cond delay="indefinite"/>
                      </p:stCondLst>
                      <p:childTnLst>
                        <p:par>
                          <p:cTn id="732" fill="hold">
                            <p:stCondLst>
                              <p:cond delay="0"/>
                            </p:stCondLst>
                            <p:childTnLst>
                              <p:par>
                                <p:cTn id="733" presetID="1" presetClass="entr" presetSubtype="0" fill="hold" nodeType="clickEffect">
                                  <p:stCondLst>
                                    <p:cond delay="0"/>
                                  </p:stCondLst>
                                  <p:childTnLst>
                                    <p:set>
                                      <p:cBhvr>
                                        <p:cTn id="734" dur="1" fill="hold">
                                          <p:stCondLst>
                                            <p:cond delay="0"/>
                                          </p:stCondLst>
                                        </p:cTn>
                                        <p:tgtEl>
                                          <p:spTgt spid="412">
                                            <p:txEl>
                                              <p:pRg st="2" end="2"/>
                                            </p:txEl>
                                          </p:spTgt>
                                        </p:tgtEl>
                                        <p:attrNameLst>
                                          <p:attrName>style.visibility</p:attrName>
                                        </p:attrNameLst>
                                      </p:cBhvr>
                                      <p:to>
                                        <p:strVal val="visible"/>
                                      </p:to>
                                    </p:set>
                                  </p:childTnLst>
                                </p:cTn>
                              </p:par>
                            </p:childTnLst>
                          </p:cTn>
                        </p:par>
                      </p:childTnLst>
                    </p:cTn>
                  </p:par>
                  <p:par>
                    <p:cTn id="735" fill="hold">
                      <p:stCondLst>
                        <p:cond delay="indefinite"/>
                      </p:stCondLst>
                      <p:childTnLst>
                        <p:par>
                          <p:cTn id="736" fill="hold">
                            <p:stCondLst>
                              <p:cond delay="0"/>
                            </p:stCondLst>
                            <p:childTnLst>
                              <p:par>
                                <p:cTn id="737" presetID="1" presetClass="entr" presetSubtype="0" fill="hold" nodeType="clickEffect">
                                  <p:stCondLst>
                                    <p:cond delay="0"/>
                                  </p:stCondLst>
                                  <p:childTnLst>
                                    <p:set>
                                      <p:cBhvr>
                                        <p:cTn id="738" dur="1" fill="hold">
                                          <p:stCondLst>
                                            <p:cond delay="0"/>
                                          </p:stCondLst>
                                        </p:cTn>
                                        <p:tgtEl>
                                          <p:spTgt spid="412">
                                            <p:txEl>
                                              <p:pRg st="3" end="3"/>
                                            </p:txEl>
                                          </p:spTgt>
                                        </p:tgtEl>
                                        <p:attrNameLst>
                                          <p:attrName>style.visibility</p:attrName>
                                        </p:attrNameLst>
                                      </p:cBhvr>
                                      <p:to>
                                        <p:strVal val="visible"/>
                                      </p:to>
                                    </p:set>
                                  </p:childTnLst>
                                </p:cTn>
                              </p:par>
                            </p:childTnLst>
                          </p:cTn>
                        </p:par>
                      </p:childTnLst>
                    </p:cTn>
                  </p:par>
                  <p:par>
                    <p:cTn id="739" fill="hold">
                      <p:stCondLst>
                        <p:cond delay="indefinite"/>
                      </p:stCondLst>
                      <p:childTnLst>
                        <p:par>
                          <p:cTn id="740" fill="hold">
                            <p:stCondLst>
                              <p:cond delay="0"/>
                            </p:stCondLst>
                            <p:childTnLst>
                              <p:par>
                                <p:cTn id="741" presetID="1" presetClass="entr" presetSubtype="0" fill="hold" nodeType="clickEffect">
                                  <p:stCondLst>
                                    <p:cond delay="0"/>
                                  </p:stCondLst>
                                  <p:childTnLst>
                                    <p:set>
                                      <p:cBhvr>
                                        <p:cTn id="742" dur="1" fill="hold">
                                          <p:stCondLst>
                                            <p:cond delay="0"/>
                                          </p:stCondLst>
                                        </p:cTn>
                                        <p:tgtEl>
                                          <p:spTgt spid="412">
                                            <p:txEl>
                                              <p:pRg st="4" end="4"/>
                                            </p:txEl>
                                          </p:spTgt>
                                        </p:tgtEl>
                                        <p:attrNameLst>
                                          <p:attrName>style.visibility</p:attrName>
                                        </p:attrNameLst>
                                      </p:cBhvr>
                                      <p:to>
                                        <p:strVal val="visible"/>
                                      </p:to>
                                    </p:set>
                                  </p:childTnLst>
                                </p:cTn>
                              </p:par>
                            </p:childTnLst>
                          </p:cTn>
                        </p:par>
                      </p:childTnLst>
                    </p:cTn>
                  </p:par>
                  <p:par>
                    <p:cTn id="743" fill="hold">
                      <p:stCondLst>
                        <p:cond delay="indefinite"/>
                      </p:stCondLst>
                      <p:childTnLst>
                        <p:par>
                          <p:cTn id="744" fill="hold">
                            <p:stCondLst>
                              <p:cond delay="0"/>
                            </p:stCondLst>
                            <p:childTnLst>
                              <p:par>
                                <p:cTn id="745" presetID="1" presetClass="entr" presetSubtype="0" fill="hold" nodeType="clickEffect">
                                  <p:stCondLst>
                                    <p:cond delay="0"/>
                                  </p:stCondLst>
                                  <p:childTnLst>
                                    <p:set>
                                      <p:cBhvr>
                                        <p:cTn id="746" dur="1" fill="hold">
                                          <p:stCondLst>
                                            <p:cond delay="0"/>
                                          </p:stCondLst>
                                        </p:cTn>
                                        <p:tgtEl>
                                          <p:spTgt spid="412">
                                            <p:txEl>
                                              <p:pRg st="5" end="5"/>
                                            </p:txEl>
                                          </p:spTgt>
                                        </p:tgtEl>
                                        <p:attrNameLst>
                                          <p:attrName>style.visibility</p:attrName>
                                        </p:attrNameLst>
                                      </p:cBhvr>
                                      <p:to>
                                        <p:strVal val="visible"/>
                                      </p:to>
                                    </p:set>
                                  </p:childTnLst>
                                </p:cTn>
                              </p:par>
                            </p:childTnLst>
                          </p:cTn>
                        </p:par>
                      </p:childTnLst>
                    </p:cTn>
                  </p:par>
                  <p:par>
                    <p:cTn id="747" fill="hold">
                      <p:stCondLst>
                        <p:cond delay="indefinite"/>
                      </p:stCondLst>
                      <p:childTnLst>
                        <p:par>
                          <p:cTn id="748" fill="hold">
                            <p:stCondLst>
                              <p:cond delay="0"/>
                            </p:stCondLst>
                            <p:childTnLst>
                              <p:par>
                                <p:cTn id="749" presetID="1" presetClass="entr" presetSubtype="0" fill="hold" nodeType="clickEffect">
                                  <p:stCondLst>
                                    <p:cond delay="0"/>
                                  </p:stCondLst>
                                  <p:childTnLst>
                                    <p:set>
                                      <p:cBhvr>
                                        <p:cTn id="750" dur="1" fill="hold">
                                          <p:stCondLst>
                                            <p:cond delay="0"/>
                                          </p:stCondLst>
                                        </p:cTn>
                                        <p:tgtEl>
                                          <p:spTgt spid="412">
                                            <p:txEl>
                                              <p:pRg st="6" end="6"/>
                                            </p:txEl>
                                          </p:spTgt>
                                        </p:tgtEl>
                                        <p:attrNameLst>
                                          <p:attrName>style.visibility</p:attrName>
                                        </p:attrNameLst>
                                      </p:cBhvr>
                                      <p:to>
                                        <p:strVal val="visible"/>
                                      </p:to>
                                    </p:set>
                                  </p:childTnLst>
                                </p:cTn>
                              </p:par>
                            </p:childTnLst>
                          </p:cTn>
                        </p:par>
                      </p:childTnLst>
                    </p:cTn>
                  </p:par>
                  <p:par>
                    <p:cTn id="751" fill="hold">
                      <p:stCondLst>
                        <p:cond delay="indefinite"/>
                      </p:stCondLst>
                      <p:childTnLst>
                        <p:par>
                          <p:cTn id="752" fill="hold">
                            <p:stCondLst>
                              <p:cond delay="0"/>
                            </p:stCondLst>
                            <p:childTnLst>
                              <p:par>
                                <p:cTn id="753" presetID="1" presetClass="entr" presetSubtype="0" fill="hold" nodeType="clickEffect">
                                  <p:stCondLst>
                                    <p:cond delay="0"/>
                                  </p:stCondLst>
                                  <p:childTnLst>
                                    <p:set>
                                      <p:cBhvr>
                                        <p:cTn id="754" dur="1" fill="hold">
                                          <p:stCondLst>
                                            <p:cond delay="0"/>
                                          </p:stCondLst>
                                        </p:cTn>
                                        <p:tgtEl>
                                          <p:spTgt spid="412">
                                            <p:txEl>
                                              <p:pRg st="7" end="7"/>
                                            </p:txEl>
                                          </p:spTgt>
                                        </p:tgtEl>
                                        <p:attrNameLst>
                                          <p:attrName>style.visibility</p:attrName>
                                        </p:attrNameLst>
                                      </p:cBhvr>
                                      <p:to>
                                        <p:strVal val="visible"/>
                                      </p:to>
                                    </p:set>
                                  </p:childTnLst>
                                </p:cTn>
                              </p:par>
                            </p:childTnLst>
                          </p:cTn>
                        </p:par>
                      </p:childTnLst>
                    </p:cTn>
                  </p:par>
                  <p:par>
                    <p:cTn id="755" fill="hold">
                      <p:stCondLst>
                        <p:cond delay="indefinite"/>
                      </p:stCondLst>
                      <p:childTnLst>
                        <p:par>
                          <p:cTn id="756" fill="hold">
                            <p:stCondLst>
                              <p:cond delay="0"/>
                            </p:stCondLst>
                            <p:childTnLst>
                              <p:par>
                                <p:cTn id="757" presetID="1" presetClass="entr" presetSubtype="0" fill="hold" nodeType="clickEffect">
                                  <p:stCondLst>
                                    <p:cond delay="0"/>
                                  </p:stCondLst>
                                  <p:childTnLst>
                                    <p:set>
                                      <p:cBhvr>
                                        <p:cTn id="758" dur="1" fill="hold">
                                          <p:stCondLst>
                                            <p:cond delay="0"/>
                                          </p:stCondLst>
                                        </p:cTn>
                                        <p:tgtEl>
                                          <p:spTgt spid="41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417"/>
        <p:cNvGrpSpPr/>
        <p:nvPr/>
      </p:nvGrpSpPr>
      <p:grpSpPr>
        <a:xfrm>
          <a:off x="0" y="0"/>
          <a:ext cx="0" cy="0"/>
          <a:chOff x="0" y="0"/>
          <a:chExt cx="0" cy="0"/>
        </a:xfrm>
      </p:grpSpPr>
      <p:sp>
        <p:nvSpPr>
          <p:cNvPr id="418" name="Google Shape;418;p66"/>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419" name="Google Shape;419;p66"/>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420" name="Google Shape;420;p66"/>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sp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421" name="Google Shape;421;p66"/>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422"/>
        <p:cNvGrpSpPr/>
        <p:nvPr/>
      </p:nvGrpSpPr>
      <p:grpSpPr>
        <a:xfrm>
          <a:off x="0" y="0"/>
          <a:ext cx="0" cy="0"/>
          <a:chOff x="0" y="0"/>
          <a:chExt cx="0" cy="0"/>
        </a:xfrm>
      </p:grpSpPr>
      <p:sp>
        <p:nvSpPr>
          <p:cNvPr id="423" name="Google Shape;423;p67"/>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424" name="Google Shape;424;p67"/>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425" name="Google Shape;425;p67"/>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426" name="Google Shape;426;p67"/>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27"/>
        <p:cNvGrpSpPr/>
        <p:nvPr/>
      </p:nvGrpSpPr>
      <p:grpSpPr>
        <a:xfrm>
          <a:off x="0" y="0"/>
          <a:ext cx="0" cy="0"/>
          <a:chOff x="0" y="0"/>
          <a:chExt cx="0" cy="0"/>
        </a:xfrm>
      </p:grpSpPr>
      <p:sp>
        <p:nvSpPr>
          <p:cNvPr id="428" name="Google Shape;428;p68"/>
          <p:cNvSpPr/>
          <p:nvPr/>
        </p:nvSpPr>
        <p:spPr>
          <a:xfrm>
            <a:off x="-125"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429" name="Google Shape;429;p68"/>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68"/>
          <p:cNvSpPr txBox="1">
            <a:spLocks noGrp="1"/>
          </p:cNvSpPr>
          <p:nvPr>
            <p:ph type="title"/>
          </p:nvPr>
        </p:nvSpPr>
        <p:spPr>
          <a:xfrm>
            <a:off x="311725" y="500925"/>
            <a:ext cx="3706500" cy="6381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431" name="Google Shape;431;p68"/>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432" name="Google Shape;432;p68"/>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433" name="Google Shape;433;p68"/>
          <p:cNvSpPr txBox="1">
            <a:spLocks noGrp="1"/>
          </p:cNvSpPr>
          <p:nvPr>
            <p:ph type="body" idx="2"/>
          </p:nvPr>
        </p:nvSpPr>
        <p:spPr>
          <a:xfrm>
            <a:off x="315425" y="1286175"/>
            <a:ext cx="3706500" cy="26973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Clr>
                <a:srgbClr val="FFFFFF"/>
              </a:buClr>
              <a:buSzPts val="1300"/>
              <a:buChar char="●"/>
              <a:defRPr>
                <a:solidFill>
                  <a:srgbClr val="FFFFFF"/>
                </a:solidFill>
              </a:defRPr>
            </a:lvl1pPr>
            <a:lvl2pPr marL="914400" lvl="1" indent="-298450">
              <a:spcBef>
                <a:spcPts val="1600"/>
              </a:spcBef>
              <a:spcAft>
                <a:spcPts val="0"/>
              </a:spcAft>
              <a:buClr>
                <a:srgbClr val="FFFFFF"/>
              </a:buClr>
              <a:buSzPts val="1100"/>
              <a:buChar char="○"/>
              <a:defRPr>
                <a:solidFill>
                  <a:srgbClr val="FFFFFF"/>
                </a:solidFill>
              </a:defRPr>
            </a:lvl2pPr>
            <a:lvl3pPr marL="1371600" lvl="2" indent="-298450">
              <a:spcBef>
                <a:spcPts val="1600"/>
              </a:spcBef>
              <a:spcAft>
                <a:spcPts val="0"/>
              </a:spcAft>
              <a:buClr>
                <a:srgbClr val="FFFFFF"/>
              </a:buClr>
              <a:buSzPts val="1100"/>
              <a:buChar char="■"/>
              <a:defRPr>
                <a:solidFill>
                  <a:srgbClr val="FFFFFF"/>
                </a:solidFill>
              </a:defRPr>
            </a:lvl3pPr>
            <a:lvl4pPr marL="1828800" lvl="3" indent="-298450">
              <a:spcBef>
                <a:spcPts val="1600"/>
              </a:spcBef>
              <a:spcAft>
                <a:spcPts val="0"/>
              </a:spcAft>
              <a:buClr>
                <a:srgbClr val="FFFFFF"/>
              </a:buClr>
              <a:buSzPts val="1100"/>
              <a:buChar char="●"/>
              <a:defRPr>
                <a:solidFill>
                  <a:srgbClr val="FFFFFF"/>
                </a:solidFill>
              </a:defRPr>
            </a:lvl4pPr>
            <a:lvl5pPr marL="2286000" lvl="4" indent="-298450">
              <a:spcBef>
                <a:spcPts val="1600"/>
              </a:spcBef>
              <a:spcAft>
                <a:spcPts val="0"/>
              </a:spcAft>
              <a:buClr>
                <a:srgbClr val="FFFFFF"/>
              </a:buClr>
              <a:buSzPts val="1100"/>
              <a:buChar char="○"/>
              <a:defRPr>
                <a:solidFill>
                  <a:srgbClr val="FFFFFF"/>
                </a:solidFill>
              </a:defRPr>
            </a:lvl5pPr>
            <a:lvl6pPr marL="2743200" lvl="5" indent="-298450">
              <a:spcBef>
                <a:spcPts val="1600"/>
              </a:spcBef>
              <a:spcAft>
                <a:spcPts val="0"/>
              </a:spcAft>
              <a:buClr>
                <a:srgbClr val="FFFFFF"/>
              </a:buClr>
              <a:buSzPts val="1100"/>
              <a:buChar char="■"/>
              <a:defRPr>
                <a:solidFill>
                  <a:srgbClr val="FFFFFF"/>
                </a:solidFill>
              </a:defRPr>
            </a:lvl6pPr>
            <a:lvl7pPr marL="3200400" lvl="6" indent="-298450">
              <a:spcBef>
                <a:spcPts val="1600"/>
              </a:spcBef>
              <a:spcAft>
                <a:spcPts val="0"/>
              </a:spcAft>
              <a:buClr>
                <a:srgbClr val="FFFFFF"/>
              </a:buClr>
              <a:buSzPts val="1100"/>
              <a:buChar char="●"/>
              <a:defRPr>
                <a:solidFill>
                  <a:srgbClr val="FFFFFF"/>
                </a:solidFill>
              </a:defRPr>
            </a:lvl7pPr>
            <a:lvl8pPr marL="3657600" lvl="7" indent="-298450">
              <a:spcBef>
                <a:spcPts val="1600"/>
              </a:spcBef>
              <a:spcAft>
                <a:spcPts val="0"/>
              </a:spcAft>
              <a:buClr>
                <a:srgbClr val="FFFFFF"/>
              </a:buClr>
              <a:buSzPts val="1100"/>
              <a:buChar char="○"/>
              <a:defRPr>
                <a:solidFill>
                  <a:srgbClr val="FFFFFF"/>
                </a:solidFill>
              </a:defRPr>
            </a:lvl8pPr>
            <a:lvl9pPr marL="4114800" lvl="8" indent="-298450">
              <a:spcBef>
                <a:spcPts val="1600"/>
              </a:spcBef>
              <a:spcAft>
                <a:spcPts val="1600"/>
              </a:spcAft>
              <a:buClr>
                <a:srgbClr val="FFFFFF"/>
              </a:buClr>
              <a:buSzPts val="1100"/>
              <a:buChar char="■"/>
              <a:defRPr>
                <a:solidFill>
                  <a:srgbClr val="FFFFFF"/>
                </a:solidFill>
              </a:defRPr>
            </a:lvl9pPr>
          </a:lstStyle>
          <a:p>
            <a:endParaRPr/>
          </a:p>
        </p:txBody>
      </p:sp>
      <p:sp>
        <p:nvSpPr>
          <p:cNvPr id="434" name="Google Shape;434;p68"/>
          <p:cNvSpPr txBox="1">
            <a:spLocks noGrp="1"/>
          </p:cNvSpPr>
          <p:nvPr>
            <p:ph type="body" idx="3"/>
          </p:nvPr>
        </p:nvSpPr>
        <p:spPr>
          <a:xfrm>
            <a:off x="3154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lvl1pPr marL="457200" lvl="0"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35"/>
        <p:cNvGrpSpPr/>
        <p:nvPr/>
      </p:nvGrpSpPr>
      <p:grpSpPr>
        <a:xfrm>
          <a:off x="0" y="0"/>
          <a:ext cx="0" cy="0"/>
          <a:chOff x="0" y="0"/>
          <a:chExt cx="0" cy="0"/>
        </a:xfrm>
      </p:grpSpPr>
      <p:sp>
        <p:nvSpPr>
          <p:cNvPr id="436" name="Google Shape;436;p69"/>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69"/>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438" name="Google Shape;438;p69"/>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439" name="Google Shape;439;p69"/>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440" name="Google Shape;440;p69"/>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41"/>
        <p:cNvGrpSpPr/>
        <p:nvPr/>
      </p:nvGrpSpPr>
      <p:grpSpPr>
        <a:xfrm>
          <a:off x="0" y="0"/>
          <a:ext cx="0" cy="0"/>
          <a:chOff x="0" y="0"/>
          <a:chExt cx="0" cy="0"/>
        </a:xfrm>
      </p:grpSpPr>
      <p:sp>
        <p:nvSpPr>
          <p:cNvPr id="442" name="Google Shape;442;p70"/>
          <p:cNvSpPr/>
          <p:nvPr/>
        </p:nvSpPr>
        <p:spPr>
          <a:xfrm>
            <a:off x="0" y="0"/>
            <a:ext cx="9144000" cy="729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70"/>
          <p:cNvSpPr txBox="1">
            <a:spLocks noGrp="1"/>
          </p:cNvSpPr>
          <p:nvPr>
            <p:ph type="title"/>
          </p:nvPr>
        </p:nvSpPr>
        <p:spPr>
          <a:xfrm>
            <a:off x="311700" y="105275"/>
            <a:ext cx="8520600" cy="6237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444" name="Google Shape;444;p70"/>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45"/>
        <p:cNvGrpSpPr/>
        <p:nvPr/>
      </p:nvGrpSpPr>
      <p:grpSpPr>
        <a:xfrm>
          <a:off x="0" y="0"/>
          <a:ext cx="0" cy="0"/>
          <a:chOff x="0" y="0"/>
          <a:chExt cx="0" cy="0"/>
        </a:xfrm>
      </p:grpSpPr>
      <p:sp>
        <p:nvSpPr>
          <p:cNvPr id="446" name="Google Shape;446;p71"/>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71"/>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448" name="Google Shape;448;p71"/>
          <p:cNvSpPr txBox="1">
            <a:spLocks noGrp="1"/>
          </p:cNvSpPr>
          <p:nvPr>
            <p:ph type="sldNum" idx="12"/>
          </p:nvPr>
        </p:nvSpPr>
        <p:spPr>
          <a:xfrm>
            <a:off x="90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449" name="Google Shape;449;p71"/>
          <p:cNvSpPr txBox="1">
            <a:spLocks noGrp="1"/>
          </p:cNvSpPr>
          <p:nvPr>
            <p:ph type="title"/>
          </p:nvPr>
        </p:nvSpPr>
        <p:spPr>
          <a:xfrm>
            <a:off x="5264725" y="500925"/>
            <a:ext cx="3706500" cy="6381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450" name="Google Shape;450;p71"/>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451" name="Google Shape;451;p71"/>
          <p:cNvSpPr txBox="1">
            <a:spLocks noGrp="1"/>
          </p:cNvSpPr>
          <p:nvPr>
            <p:ph type="body" idx="2"/>
          </p:nvPr>
        </p:nvSpPr>
        <p:spPr>
          <a:xfrm>
            <a:off x="5192225" y="1286175"/>
            <a:ext cx="3706500" cy="26973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Clr>
                <a:srgbClr val="FFFFFF"/>
              </a:buClr>
              <a:buSzPts val="1300"/>
              <a:buChar char="●"/>
              <a:defRPr>
                <a:solidFill>
                  <a:srgbClr val="FFFFFF"/>
                </a:solidFill>
              </a:defRPr>
            </a:lvl1pPr>
            <a:lvl2pPr marL="914400" lvl="1" indent="-298450">
              <a:spcBef>
                <a:spcPts val="1600"/>
              </a:spcBef>
              <a:spcAft>
                <a:spcPts val="0"/>
              </a:spcAft>
              <a:buClr>
                <a:srgbClr val="FFFFFF"/>
              </a:buClr>
              <a:buSzPts val="1100"/>
              <a:buChar char="○"/>
              <a:defRPr>
                <a:solidFill>
                  <a:srgbClr val="FFFFFF"/>
                </a:solidFill>
              </a:defRPr>
            </a:lvl2pPr>
            <a:lvl3pPr marL="1371600" lvl="2" indent="-298450">
              <a:spcBef>
                <a:spcPts val="1600"/>
              </a:spcBef>
              <a:spcAft>
                <a:spcPts val="0"/>
              </a:spcAft>
              <a:buClr>
                <a:srgbClr val="FFFFFF"/>
              </a:buClr>
              <a:buSzPts val="1100"/>
              <a:buChar char="■"/>
              <a:defRPr>
                <a:solidFill>
                  <a:srgbClr val="FFFFFF"/>
                </a:solidFill>
              </a:defRPr>
            </a:lvl3pPr>
            <a:lvl4pPr marL="1828800" lvl="3" indent="-298450">
              <a:spcBef>
                <a:spcPts val="1600"/>
              </a:spcBef>
              <a:spcAft>
                <a:spcPts val="0"/>
              </a:spcAft>
              <a:buClr>
                <a:srgbClr val="FFFFFF"/>
              </a:buClr>
              <a:buSzPts val="1100"/>
              <a:buChar char="●"/>
              <a:defRPr>
                <a:solidFill>
                  <a:srgbClr val="FFFFFF"/>
                </a:solidFill>
              </a:defRPr>
            </a:lvl4pPr>
            <a:lvl5pPr marL="2286000" lvl="4" indent="-298450">
              <a:spcBef>
                <a:spcPts val="1600"/>
              </a:spcBef>
              <a:spcAft>
                <a:spcPts val="0"/>
              </a:spcAft>
              <a:buClr>
                <a:srgbClr val="FFFFFF"/>
              </a:buClr>
              <a:buSzPts val="1100"/>
              <a:buChar char="○"/>
              <a:defRPr>
                <a:solidFill>
                  <a:srgbClr val="FFFFFF"/>
                </a:solidFill>
              </a:defRPr>
            </a:lvl5pPr>
            <a:lvl6pPr marL="2743200" lvl="5" indent="-298450">
              <a:spcBef>
                <a:spcPts val="1600"/>
              </a:spcBef>
              <a:spcAft>
                <a:spcPts val="0"/>
              </a:spcAft>
              <a:buClr>
                <a:srgbClr val="FFFFFF"/>
              </a:buClr>
              <a:buSzPts val="1100"/>
              <a:buChar char="■"/>
              <a:defRPr>
                <a:solidFill>
                  <a:srgbClr val="FFFFFF"/>
                </a:solidFill>
              </a:defRPr>
            </a:lvl6pPr>
            <a:lvl7pPr marL="3200400" lvl="6" indent="-298450">
              <a:spcBef>
                <a:spcPts val="1600"/>
              </a:spcBef>
              <a:spcAft>
                <a:spcPts val="0"/>
              </a:spcAft>
              <a:buClr>
                <a:srgbClr val="FFFFFF"/>
              </a:buClr>
              <a:buSzPts val="1100"/>
              <a:buChar char="●"/>
              <a:defRPr>
                <a:solidFill>
                  <a:srgbClr val="FFFFFF"/>
                </a:solidFill>
              </a:defRPr>
            </a:lvl7pPr>
            <a:lvl8pPr marL="3657600" lvl="7" indent="-298450">
              <a:spcBef>
                <a:spcPts val="1600"/>
              </a:spcBef>
              <a:spcAft>
                <a:spcPts val="0"/>
              </a:spcAft>
              <a:buClr>
                <a:srgbClr val="FFFFFF"/>
              </a:buClr>
              <a:buSzPts val="1100"/>
              <a:buChar char="○"/>
              <a:defRPr>
                <a:solidFill>
                  <a:srgbClr val="FFFFFF"/>
                </a:solidFill>
              </a:defRPr>
            </a:lvl8pPr>
            <a:lvl9pPr marL="4114800" lvl="8" indent="-298450">
              <a:spcBef>
                <a:spcPts val="1600"/>
              </a:spcBef>
              <a:spcAft>
                <a:spcPts val="1600"/>
              </a:spcAft>
              <a:buClr>
                <a:srgbClr val="FFFFFF"/>
              </a:buClr>
              <a:buSzPts val="1100"/>
              <a:buChar char="■"/>
              <a:defRPr>
                <a:solidFill>
                  <a:srgbClr val="FFFFFF"/>
                </a:solidFill>
              </a:defRPr>
            </a:lvl9pPr>
          </a:lstStyle>
          <a:p>
            <a:endParaRPr/>
          </a:p>
        </p:txBody>
      </p:sp>
      <p:sp>
        <p:nvSpPr>
          <p:cNvPr id="452" name="Google Shape;452;p71"/>
          <p:cNvSpPr txBox="1">
            <a:spLocks noGrp="1"/>
          </p:cNvSpPr>
          <p:nvPr>
            <p:ph type="body" idx="3"/>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lvl1pPr marL="457200" lvl="0"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453"/>
        <p:cNvGrpSpPr/>
        <p:nvPr/>
      </p:nvGrpSpPr>
      <p:grpSpPr>
        <a:xfrm>
          <a:off x="0" y="0"/>
          <a:ext cx="0" cy="0"/>
          <a:chOff x="0" y="0"/>
          <a:chExt cx="0" cy="0"/>
        </a:xfrm>
      </p:grpSpPr>
      <p:sp>
        <p:nvSpPr>
          <p:cNvPr id="454" name="Google Shape;454;p72"/>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455" name="Google Shape;455;p72"/>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6"/>
        <p:cNvGrpSpPr/>
        <p:nvPr/>
      </p:nvGrpSpPr>
      <p:grpSpPr>
        <a:xfrm>
          <a:off x="0" y="0"/>
          <a:ext cx="0" cy="0"/>
          <a:chOff x="0" y="0"/>
          <a:chExt cx="0" cy="0"/>
        </a:xfrm>
      </p:grpSpPr>
      <p:sp>
        <p:nvSpPr>
          <p:cNvPr id="457" name="Google Shape;457;p73"/>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73"/>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459" name="Google Shape;459;p73"/>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sp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460" name="Google Shape;460;p73"/>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461" name="Google Shape;461;p73"/>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62"/>
        <p:cNvGrpSpPr/>
        <p:nvPr/>
      </p:nvGrpSpPr>
      <p:grpSpPr>
        <a:xfrm>
          <a:off x="0" y="0"/>
          <a:ext cx="0" cy="0"/>
          <a:chOff x="0" y="0"/>
          <a:chExt cx="0" cy="0"/>
        </a:xfrm>
      </p:grpSpPr>
      <p:sp>
        <p:nvSpPr>
          <p:cNvPr id="463" name="Google Shape;463;p74"/>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74"/>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spAutoFit/>
          </a:bodyPr>
          <a:lstStyle>
            <a:lvl1pPr marL="457200" lvl="0" indent="-2286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465" name="Google Shape;465;p74"/>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466"/>
        <p:cNvGrpSpPr/>
        <p:nvPr/>
      </p:nvGrpSpPr>
      <p:grpSpPr>
        <a:xfrm>
          <a:off x="0" y="0"/>
          <a:ext cx="0" cy="0"/>
          <a:chOff x="0" y="0"/>
          <a:chExt cx="0" cy="0"/>
        </a:xfrm>
      </p:grpSpPr>
      <p:sp>
        <p:nvSpPr>
          <p:cNvPr id="467" name="Google Shape;467;p75"/>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sp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468" name="Google Shape;468;p75"/>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1600"/>
              </a:spcBef>
              <a:spcAft>
                <a:spcPts val="0"/>
              </a:spcAft>
              <a:buClr>
                <a:schemeClr val="accent2"/>
              </a:buClr>
              <a:buSzPts val="1100"/>
              <a:buChar char="○"/>
              <a:defRPr>
                <a:solidFill>
                  <a:schemeClr val="accent2"/>
                </a:solidFill>
              </a:defRPr>
            </a:lvl2pPr>
            <a:lvl3pPr marL="1371600" lvl="2" indent="-298450">
              <a:spcBef>
                <a:spcPts val="1600"/>
              </a:spcBef>
              <a:spcAft>
                <a:spcPts val="0"/>
              </a:spcAft>
              <a:buClr>
                <a:schemeClr val="accent2"/>
              </a:buClr>
              <a:buSzPts val="1100"/>
              <a:buChar char="■"/>
              <a:defRPr>
                <a:solidFill>
                  <a:schemeClr val="accent2"/>
                </a:solidFill>
              </a:defRPr>
            </a:lvl3pPr>
            <a:lvl4pPr marL="1828800" lvl="3" indent="-298450">
              <a:spcBef>
                <a:spcPts val="1600"/>
              </a:spcBef>
              <a:spcAft>
                <a:spcPts val="0"/>
              </a:spcAft>
              <a:buClr>
                <a:schemeClr val="accent2"/>
              </a:buClr>
              <a:buSzPts val="1100"/>
              <a:buChar char="●"/>
              <a:defRPr>
                <a:solidFill>
                  <a:schemeClr val="accent2"/>
                </a:solidFill>
              </a:defRPr>
            </a:lvl4pPr>
            <a:lvl5pPr marL="2286000" lvl="4" indent="-298450">
              <a:spcBef>
                <a:spcPts val="1600"/>
              </a:spcBef>
              <a:spcAft>
                <a:spcPts val="0"/>
              </a:spcAft>
              <a:buClr>
                <a:schemeClr val="accent2"/>
              </a:buClr>
              <a:buSzPts val="1100"/>
              <a:buChar char="○"/>
              <a:defRPr>
                <a:solidFill>
                  <a:schemeClr val="accent2"/>
                </a:solidFill>
              </a:defRPr>
            </a:lvl5pPr>
            <a:lvl6pPr marL="2743200" lvl="5" indent="-298450">
              <a:spcBef>
                <a:spcPts val="1600"/>
              </a:spcBef>
              <a:spcAft>
                <a:spcPts val="0"/>
              </a:spcAft>
              <a:buClr>
                <a:schemeClr val="accent2"/>
              </a:buClr>
              <a:buSzPts val="1100"/>
              <a:buChar char="■"/>
              <a:defRPr>
                <a:solidFill>
                  <a:schemeClr val="accent2"/>
                </a:solidFill>
              </a:defRPr>
            </a:lvl6pPr>
            <a:lvl7pPr marL="3200400" lvl="6" indent="-298450">
              <a:spcBef>
                <a:spcPts val="1600"/>
              </a:spcBef>
              <a:spcAft>
                <a:spcPts val="0"/>
              </a:spcAft>
              <a:buClr>
                <a:schemeClr val="accent2"/>
              </a:buClr>
              <a:buSzPts val="1100"/>
              <a:buChar char="●"/>
              <a:defRPr>
                <a:solidFill>
                  <a:schemeClr val="accent2"/>
                </a:solidFill>
              </a:defRPr>
            </a:lvl7pPr>
            <a:lvl8pPr marL="3657600" lvl="7" indent="-298450">
              <a:spcBef>
                <a:spcPts val="1600"/>
              </a:spcBef>
              <a:spcAft>
                <a:spcPts val="0"/>
              </a:spcAft>
              <a:buClr>
                <a:schemeClr val="accent2"/>
              </a:buClr>
              <a:buSzPts val="1100"/>
              <a:buChar char="○"/>
              <a:defRPr>
                <a:solidFill>
                  <a:schemeClr val="accent2"/>
                </a:solidFill>
              </a:defRPr>
            </a:lvl8pPr>
            <a:lvl9pPr marL="4114800" lvl="8" indent="-298450">
              <a:spcBef>
                <a:spcPts val="1600"/>
              </a:spcBef>
              <a:spcAft>
                <a:spcPts val="1600"/>
              </a:spcAft>
              <a:buClr>
                <a:schemeClr val="accent2"/>
              </a:buClr>
              <a:buSzPts val="1100"/>
              <a:buChar char="■"/>
              <a:defRPr>
                <a:solidFill>
                  <a:schemeClr val="accent2"/>
                </a:solidFill>
              </a:defRPr>
            </a:lvl9pPr>
          </a:lstStyle>
          <a:p>
            <a:endParaRPr/>
          </a:p>
        </p:txBody>
      </p:sp>
      <p:sp>
        <p:nvSpPr>
          <p:cNvPr id="469" name="Google Shape;469;p75"/>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70"/>
        <p:cNvGrpSpPr/>
        <p:nvPr/>
      </p:nvGrpSpPr>
      <p:grpSpPr>
        <a:xfrm>
          <a:off x="0" y="0"/>
          <a:ext cx="0" cy="0"/>
          <a:chOff x="0" y="0"/>
          <a:chExt cx="0" cy="0"/>
        </a:xfrm>
      </p:grpSpPr>
      <p:sp>
        <p:nvSpPr>
          <p:cNvPr id="471" name="Google Shape;471;p76"/>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472"/>
        <p:cNvGrpSpPr/>
        <p:nvPr/>
      </p:nvGrpSpPr>
      <p:grpSpPr>
        <a:xfrm>
          <a:off x="0" y="0"/>
          <a:ext cx="0" cy="0"/>
          <a:chOff x="0" y="0"/>
          <a:chExt cx="0" cy="0"/>
        </a:xfrm>
      </p:grpSpPr>
      <p:sp>
        <p:nvSpPr>
          <p:cNvPr id="473" name="Google Shape;473;p77"/>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77"/>
          <p:cNvSpPr txBox="1">
            <a:spLocks noGrp="1"/>
          </p:cNvSpPr>
          <p:nvPr>
            <p:ph type="title"/>
          </p:nvPr>
        </p:nvSpPr>
        <p:spPr>
          <a:xfrm>
            <a:off x="311700" y="315925"/>
            <a:ext cx="8520600" cy="8313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475" name="Google Shape;475;p77"/>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476" name="Google Shape;476;p77"/>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Title and body 2">
  <p:cSld name="TITLE_AND_BODY_2">
    <p:spTree>
      <p:nvGrpSpPr>
        <p:cNvPr id="1" name="Shape 477"/>
        <p:cNvGrpSpPr/>
        <p:nvPr/>
      </p:nvGrpSpPr>
      <p:grpSpPr>
        <a:xfrm>
          <a:off x="0" y="0"/>
          <a:ext cx="0" cy="0"/>
          <a:chOff x="0" y="0"/>
          <a:chExt cx="0" cy="0"/>
        </a:xfrm>
      </p:grpSpPr>
      <p:sp>
        <p:nvSpPr>
          <p:cNvPr id="478" name="Google Shape;478;p7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479" name="Google Shape;479;p7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480" name="Google Shape;480;p78"/>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theme" Target="../theme/theme2.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slideLayout" Target="../slideLayouts/slideLayout42.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slideLayout" Target="../slideLayouts/slideLayout41.xml"/><Relationship Id="rId17" Type="http://schemas.openxmlformats.org/officeDocument/2006/relationships/theme" Target="../theme/theme3.xml"/><Relationship Id="rId2" Type="http://schemas.openxmlformats.org/officeDocument/2006/relationships/slideLayout" Target="../slideLayouts/slideLayout31.xml"/><Relationship Id="rId16" Type="http://schemas.openxmlformats.org/officeDocument/2006/relationships/slideLayout" Target="../slideLayouts/slideLayout45.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5" Type="http://schemas.openxmlformats.org/officeDocument/2006/relationships/slideLayout" Target="../slideLayouts/slideLayout4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slideLayout" Target="../slideLayouts/slideLayout4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slideLayout" Target="../slideLayouts/slideLayout58.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2" Type="http://schemas.openxmlformats.org/officeDocument/2006/relationships/slideLayout" Target="../slideLayouts/slideLayout47.xml"/><Relationship Id="rId16" Type="http://schemas.openxmlformats.org/officeDocument/2006/relationships/theme" Target="../theme/theme4.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5" Type="http://schemas.openxmlformats.org/officeDocument/2006/relationships/slideLayout" Target="../slideLayouts/slideLayout6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slideLayout" Target="../slideLayouts/slideLayout5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slideLayout" Target="../slideLayouts/slideLayout73.xml"/><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 Id="rId14"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1pPr>
            <a:lvl2pPr marR="0" lvl="1"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2pPr>
            <a:lvl3pPr marR="0" lvl="2"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3pPr>
            <a:lvl4pPr marR="0" lvl="3"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4pPr>
            <a:lvl5pPr marR="0" lvl="4"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5pPr>
            <a:lvl6pPr marR="0" lvl="5"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6pPr>
            <a:lvl7pPr marR="0" lvl="6"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7pPr>
            <a:lvl8pPr marR="0" lvl="7"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8pPr>
            <a:lvl9pPr marR="0" lvl="8"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94"/>
        <p:cNvGrpSpPr/>
        <p:nvPr/>
      </p:nvGrpSpPr>
      <p:grpSpPr>
        <a:xfrm>
          <a:off x="0" y="0"/>
          <a:ext cx="0" cy="0"/>
          <a:chOff x="0" y="0"/>
          <a:chExt cx="0" cy="0"/>
        </a:xfrm>
      </p:grpSpPr>
      <p:sp>
        <p:nvSpPr>
          <p:cNvPr id="95" name="Google Shape;95;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96" name="Google Shape;96;p1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rtl="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rtl="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97" name="Google Shape;97;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2"/>
                </a:solidFill>
                <a:latin typeface="Roboto"/>
                <a:ea typeface="Roboto"/>
                <a:cs typeface="Roboto"/>
                <a:sym typeface="Roboto"/>
              </a:defRPr>
            </a:lvl1pPr>
            <a:lvl2pPr lvl="1" algn="r" rtl="0">
              <a:buNone/>
              <a:defRPr sz="1000">
                <a:solidFill>
                  <a:schemeClr val="dk2"/>
                </a:solidFill>
                <a:latin typeface="Roboto"/>
                <a:ea typeface="Roboto"/>
                <a:cs typeface="Roboto"/>
                <a:sym typeface="Roboto"/>
              </a:defRPr>
            </a:lvl2pPr>
            <a:lvl3pPr lvl="2" algn="r" rtl="0">
              <a:buNone/>
              <a:defRPr sz="1000">
                <a:solidFill>
                  <a:schemeClr val="dk2"/>
                </a:solidFill>
                <a:latin typeface="Roboto"/>
                <a:ea typeface="Roboto"/>
                <a:cs typeface="Roboto"/>
                <a:sym typeface="Roboto"/>
              </a:defRPr>
            </a:lvl3pPr>
            <a:lvl4pPr lvl="3" algn="r" rtl="0">
              <a:buNone/>
              <a:defRPr sz="1000">
                <a:solidFill>
                  <a:schemeClr val="dk2"/>
                </a:solidFill>
                <a:latin typeface="Roboto"/>
                <a:ea typeface="Roboto"/>
                <a:cs typeface="Roboto"/>
                <a:sym typeface="Roboto"/>
              </a:defRPr>
            </a:lvl4pPr>
            <a:lvl5pPr lvl="4" algn="r" rtl="0">
              <a:buNone/>
              <a:defRPr sz="1000">
                <a:solidFill>
                  <a:schemeClr val="dk2"/>
                </a:solidFill>
                <a:latin typeface="Roboto"/>
                <a:ea typeface="Roboto"/>
                <a:cs typeface="Roboto"/>
                <a:sym typeface="Roboto"/>
              </a:defRPr>
            </a:lvl5pPr>
            <a:lvl6pPr lvl="5" algn="r" rtl="0">
              <a:buNone/>
              <a:defRPr sz="1000">
                <a:solidFill>
                  <a:schemeClr val="dk2"/>
                </a:solidFill>
                <a:latin typeface="Roboto"/>
                <a:ea typeface="Roboto"/>
                <a:cs typeface="Roboto"/>
                <a:sym typeface="Roboto"/>
              </a:defRPr>
            </a:lvl6pPr>
            <a:lvl7pPr lvl="6" algn="r" rtl="0">
              <a:buNone/>
              <a:defRPr sz="1000">
                <a:solidFill>
                  <a:schemeClr val="dk2"/>
                </a:solidFill>
                <a:latin typeface="Roboto"/>
                <a:ea typeface="Roboto"/>
                <a:cs typeface="Roboto"/>
                <a:sym typeface="Roboto"/>
              </a:defRPr>
            </a:lvl7pPr>
            <a:lvl8pPr lvl="7" algn="r" rtl="0">
              <a:buNone/>
              <a:defRPr sz="1000">
                <a:solidFill>
                  <a:schemeClr val="dk2"/>
                </a:solidFill>
                <a:latin typeface="Roboto"/>
                <a:ea typeface="Roboto"/>
                <a:cs typeface="Roboto"/>
                <a:sym typeface="Roboto"/>
              </a:defRPr>
            </a:lvl8pPr>
            <a:lvl9pPr lvl="8" algn="r" rtl="0">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179"/>
        <p:cNvGrpSpPr/>
        <p:nvPr/>
      </p:nvGrpSpPr>
      <p:grpSpPr>
        <a:xfrm>
          <a:off x="0" y="0"/>
          <a:ext cx="0" cy="0"/>
          <a:chOff x="0" y="0"/>
          <a:chExt cx="0" cy="0"/>
        </a:xfrm>
      </p:grpSpPr>
      <p:sp>
        <p:nvSpPr>
          <p:cNvPr id="180" name="Google Shape;180;p3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181" name="Google Shape;181;p3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182" name="Google Shape;182;p3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 id="2147483691" r:id="rId15"/>
    <p:sldLayoutId id="2147483692" r:id="rId1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272"/>
        <p:cNvGrpSpPr/>
        <p:nvPr/>
      </p:nvGrpSpPr>
      <p:grpSpPr>
        <a:xfrm>
          <a:off x="0" y="0"/>
          <a:ext cx="0" cy="0"/>
          <a:chOff x="0" y="0"/>
          <a:chExt cx="0" cy="0"/>
        </a:xfrm>
      </p:grpSpPr>
      <p:sp>
        <p:nvSpPr>
          <p:cNvPr id="273" name="Google Shape;273;p4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274" name="Google Shape;274;p4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275" name="Google Shape;275;p4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 id="2147483707"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413"/>
        <p:cNvGrpSpPr/>
        <p:nvPr/>
      </p:nvGrpSpPr>
      <p:grpSpPr>
        <a:xfrm>
          <a:off x="0" y="0"/>
          <a:ext cx="0" cy="0"/>
          <a:chOff x="0" y="0"/>
          <a:chExt cx="0" cy="0"/>
        </a:xfrm>
      </p:grpSpPr>
      <p:sp>
        <p:nvSpPr>
          <p:cNvPr id="414" name="Google Shape;414;p6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sp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415" name="Google Shape;415;p6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sp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416" name="Google Shape;416;p65"/>
          <p:cNvSpPr txBox="1">
            <a:spLocks noGrp="1"/>
          </p:cNvSpPr>
          <p:nvPr>
            <p:ph type="sldNum" idx="12"/>
          </p:nvPr>
        </p:nvSpPr>
        <p:spPr>
          <a:xfrm>
            <a:off x="8472458" y="4663217"/>
            <a:ext cx="548700" cy="338700"/>
          </a:xfrm>
          <a:prstGeom prst="rect">
            <a:avLst/>
          </a:prstGeom>
          <a:noFill/>
          <a:ln>
            <a:noFill/>
          </a:ln>
        </p:spPr>
        <p:txBody>
          <a:bodyPr spcFirstLastPara="1" wrap="square" lIns="91425" tIns="91425" rIns="91425" bIns="91425" anchor="ctr" anchorCtr="0">
            <a:sp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5.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5.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5.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5.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5.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5.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6.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5.xml"/><Relationship Id="rId6" Type="http://schemas.openxmlformats.org/officeDocument/2006/relationships/image" Target="../media/image15.png"/><Relationship Id="rId5" Type="http://schemas.openxmlformats.org/officeDocument/2006/relationships/image" Target="../media/image11.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5.xml"/><Relationship Id="rId5" Type="http://schemas.openxmlformats.org/officeDocument/2006/relationships/image" Target="../media/image15.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5.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5.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5.xml"/><Relationship Id="rId5" Type="http://schemas.openxmlformats.org/officeDocument/2006/relationships/image" Target="../media/image16.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5.xml"/><Relationship Id="rId5" Type="http://schemas.openxmlformats.org/officeDocument/2006/relationships/image" Target="../media/image18.png"/><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3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15.xml"/><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2.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9.xml"/><Relationship Id="rId1" Type="http://schemas.openxmlformats.org/officeDocument/2006/relationships/slideLayout" Target="../slideLayouts/slideLayout15.xml"/><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3.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2.xml"/><Relationship Id="rId1" Type="http://schemas.openxmlformats.org/officeDocument/2006/relationships/slideLayout" Target="../slideLayouts/slideLayout15.xml"/><Relationship Id="rId4" Type="http://schemas.openxmlformats.org/officeDocument/2006/relationships/image" Target="../media/image20.png"/></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4.png"/><Relationship Id="rId7" Type="http://schemas.openxmlformats.org/officeDocument/2006/relationships/image" Target="../media/image11.png"/><Relationship Id="rId2" Type="http://schemas.openxmlformats.org/officeDocument/2006/relationships/notesSlide" Target="../notesSlides/notesSlide35.xml"/><Relationship Id="rId1" Type="http://schemas.openxmlformats.org/officeDocument/2006/relationships/slideLayout" Target="../slideLayouts/slideLayout15.xml"/><Relationship Id="rId6" Type="http://schemas.openxmlformats.org/officeDocument/2006/relationships/image" Target="../media/image9.png"/><Relationship Id="rId5" Type="http://schemas.openxmlformats.org/officeDocument/2006/relationships/image" Target="../media/image22.png"/><Relationship Id="rId4" Type="http://schemas.openxmlformats.org/officeDocument/2006/relationships/image" Target="../media/image24.png"/><Relationship Id="rId9" Type="http://schemas.openxmlformats.org/officeDocument/2006/relationships/image" Target="../media/image20.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5.xml"/></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8.xml"/><Relationship Id="rId1" Type="http://schemas.openxmlformats.org/officeDocument/2006/relationships/slideLayout" Target="../slideLayouts/slideLayout65.xml"/><Relationship Id="rId4" Type="http://schemas.openxmlformats.org/officeDocument/2006/relationships/image" Target="../media/image26.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5.xml"/></Relationships>
</file>

<file path=ppt/slides/_rels/slide4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1.xml"/><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2.xml"/><Relationship Id="rId1" Type="http://schemas.openxmlformats.org/officeDocument/2006/relationships/slideLayout" Target="../slideLayouts/slideLayout65.xml"/></Relationships>
</file>

<file path=ppt/slides/_rels/slide4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3.xml"/><Relationship Id="rId1" Type="http://schemas.openxmlformats.org/officeDocument/2006/relationships/slideLayout" Target="../slideLayouts/slideLayout65.xml"/></Relationships>
</file>

<file path=ppt/slides/_rels/slide4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4.xml"/><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3" Type="http://schemas.openxmlformats.org/officeDocument/2006/relationships/hyperlink" Target="https://en.wikipedia.org/wiki/Shunting-yard_algorithm" TargetMode="External"/><Relationship Id="rId2" Type="http://schemas.openxmlformats.org/officeDocument/2006/relationships/notesSlide" Target="../notesSlides/notesSlide45.xml"/><Relationship Id="rId1" Type="http://schemas.openxmlformats.org/officeDocument/2006/relationships/slideLayout" Target="../slideLayouts/slideLayout3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5.xml"/></Relationships>
</file>

<file path=ppt/slides/_rels/slide4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7.xml"/><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8.xml"/><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4.xml"/></Relationships>
</file>

<file path=ppt/slides/_rels/slide6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0.xml"/><Relationship Id="rId1" Type="http://schemas.openxmlformats.org/officeDocument/2006/relationships/slideLayout" Target="../slideLayouts/slideLayout1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4.xml"/></Relationships>
</file>

<file path=ppt/slides/_rels/slide6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2.xml"/><Relationship Id="rId1" Type="http://schemas.openxmlformats.org/officeDocument/2006/relationships/slideLayout" Target="../slideLayouts/slideLayout34.xml"/></Relationships>
</file>

<file path=ppt/slides/_rels/slide6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3.xml"/><Relationship Id="rId1" Type="http://schemas.openxmlformats.org/officeDocument/2006/relationships/slideLayout" Target="../slideLayouts/slideLayout34.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48.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5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50.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50.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5.xml"/></Relationships>
</file>

<file path=ppt/slides/_rels/slide6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9.xml"/><Relationship Id="rId1" Type="http://schemas.openxmlformats.org/officeDocument/2006/relationships/slideLayout" Target="../slideLayouts/slideLayout64.xml"/></Relationships>
</file>

<file path=ppt/slides/_rels/slide70.xml.rels><?xml version="1.0" encoding="UTF-8" standalone="yes"?>
<Relationships xmlns="http://schemas.openxmlformats.org/package/2006/relationships"><Relationship Id="rId8" Type="http://schemas.openxmlformats.org/officeDocument/2006/relationships/hyperlink" Target="https://docs.google.com/presentation/d/1hPpmRyPZ2X_mdvwAiipWP4Jw8yjGkMDjjhX4AToHLII/edit#slide=id.g1fcac5a0e77_0_502" TargetMode="External"/><Relationship Id="rId13" Type="http://schemas.openxmlformats.org/officeDocument/2006/relationships/hyperlink" Target="https://docs.google.com/presentation/d/1hPpmRyPZ2X_mdvwAiipWP4Jw8yjGkMDjjhX4AToHLII/edit#slide=id.g3256ce43515_0_191" TargetMode="External"/><Relationship Id="rId3" Type="http://schemas.openxmlformats.org/officeDocument/2006/relationships/hyperlink" Target="https://docs.google.com/presentation/d/1hPpmRyPZ2X_mdvwAiipWP4Jw8yjGkMDjjhX4AToHLII/edit#slide=id.p19" TargetMode="External"/><Relationship Id="rId7" Type="http://schemas.openxmlformats.org/officeDocument/2006/relationships/hyperlink" Target="https://docs.google.com/presentation/d/1hPpmRyPZ2X_mdvwAiipWP4Jw8yjGkMDjjhX4AToHLII/edit#slide=id.g1d361f69cb2_0_468" TargetMode="External"/><Relationship Id="rId12" Type="http://schemas.openxmlformats.org/officeDocument/2006/relationships/hyperlink" Target="https://docs.google.com/presentation/d/1hPpmRyPZ2X_mdvwAiipWP4Jw8yjGkMDjjhX4AToHLII/edit#slide=id.g1d361f69cb2_0_941" TargetMode="External"/><Relationship Id="rId2" Type="http://schemas.openxmlformats.org/officeDocument/2006/relationships/notesSlide" Target="../notesSlides/notesSlide70.xml"/><Relationship Id="rId1" Type="http://schemas.openxmlformats.org/officeDocument/2006/relationships/slideLayout" Target="../slideLayouts/slideLayout71.xml"/><Relationship Id="rId6" Type="http://schemas.openxmlformats.org/officeDocument/2006/relationships/hyperlink" Target="https://docs.google.com/presentation/d/1hPpmRyPZ2X_mdvwAiipWP4Jw8yjGkMDjjhX4AToHLII/edit#slide=id.g1d361f69cb2_0_366" TargetMode="External"/><Relationship Id="rId11" Type="http://schemas.openxmlformats.org/officeDocument/2006/relationships/hyperlink" Target="https://docs.google.com/presentation/d/1hPpmRyPZ2X_mdvwAiipWP4Jw8yjGkMDjjhX4AToHLII/edit#slide=id.g1d361f69cb2_0_927" TargetMode="External"/><Relationship Id="rId5" Type="http://schemas.openxmlformats.org/officeDocument/2006/relationships/hyperlink" Target="https://docs.google.com/presentation/d/1hPpmRyPZ2X_mdvwAiipWP4Jw8yjGkMDjjhX4AToHLII/edit#slide=id.p23" TargetMode="External"/><Relationship Id="rId10" Type="http://schemas.openxmlformats.org/officeDocument/2006/relationships/hyperlink" Target="https://docs.google.com/presentation/d/1hPpmRyPZ2X_mdvwAiipWP4Jw8yjGkMDjjhX4AToHLII/edit#slide=id.g1d361f69cb2_0_860" TargetMode="External"/><Relationship Id="rId4" Type="http://schemas.openxmlformats.org/officeDocument/2006/relationships/hyperlink" Target="https://docs.google.com/presentation/d/1hPpmRyPZ2X_mdvwAiipWP4Jw8yjGkMDjjhX4AToHLII/edit#slide=id.p20" TargetMode="External"/><Relationship Id="rId9" Type="http://schemas.openxmlformats.org/officeDocument/2006/relationships/hyperlink" Target="https://docs.google.com/presentation/d/1hPpmRyPZ2X_mdvwAiipWP4Jw8yjGkMDjjhX4AToHLII/edit#slide=id.g1fcac5a0e77_0_616" TargetMode="External"/><Relationship Id="rId14" Type="http://schemas.openxmlformats.org/officeDocument/2006/relationships/image" Target="../media/image33.png"/></Relationships>
</file>

<file path=ppt/slides/_rels/slide7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1.xml"/><Relationship Id="rId1" Type="http://schemas.openxmlformats.org/officeDocument/2006/relationships/slideLayout" Target="../slideLayouts/slideLayout33.xml"/><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p79"/>
          <p:cNvSpPr txBox="1">
            <a:spLocks noGrp="1"/>
          </p:cNvSpPr>
          <p:nvPr>
            <p:ph type="ctrTitle"/>
          </p:nvPr>
        </p:nvSpPr>
        <p:spPr>
          <a:xfrm>
            <a:off x="311700" y="539725"/>
            <a:ext cx="8520600" cy="1282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600"/>
              <a:buNone/>
            </a:pPr>
            <a:r>
              <a:rPr lang="en"/>
              <a:t>GCIS-124</a:t>
            </a:r>
            <a:endParaRPr/>
          </a:p>
          <a:p>
            <a:pPr marL="0" lvl="0" indent="0" algn="l" rtl="0">
              <a:lnSpc>
                <a:spcPct val="100000"/>
              </a:lnSpc>
              <a:spcBef>
                <a:spcPts val="0"/>
              </a:spcBef>
              <a:spcAft>
                <a:spcPts val="0"/>
              </a:spcAft>
              <a:buSzPts val="3600"/>
              <a:buNone/>
            </a:pPr>
            <a:r>
              <a:rPr lang="en" sz="3100"/>
              <a:t>Software Development &amp; Problem Solving</a:t>
            </a:r>
            <a:endParaRPr sz="3100"/>
          </a:p>
        </p:txBody>
      </p:sp>
      <p:sp>
        <p:nvSpPr>
          <p:cNvPr id="486" name="Google Shape;486;p79"/>
          <p:cNvSpPr txBox="1">
            <a:spLocks noGrp="1"/>
          </p:cNvSpPr>
          <p:nvPr>
            <p:ph type="subTitle" idx="1"/>
          </p:nvPr>
        </p:nvSpPr>
        <p:spPr>
          <a:xfrm>
            <a:off x="311700" y="1878550"/>
            <a:ext cx="4491300" cy="738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600"/>
              <a:buNone/>
            </a:pPr>
            <a:r>
              <a:rPr lang="en" sz="2600" i="1"/>
              <a:t>3: Inheritance</a:t>
            </a:r>
            <a:endParaRPr sz="2600" i="1">
              <a:solidFill>
                <a:srgbClr val="FF0000"/>
              </a:solidFill>
            </a:endParaRPr>
          </a:p>
        </p:txBody>
      </p:sp>
      <p:grpSp>
        <p:nvGrpSpPr>
          <p:cNvPr id="487" name="Google Shape;487;p79"/>
          <p:cNvGrpSpPr/>
          <p:nvPr/>
        </p:nvGrpSpPr>
        <p:grpSpPr>
          <a:xfrm>
            <a:off x="5001999" y="4264475"/>
            <a:ext cx="3908400" cy="738300"/>
            <a:chOff x="5001999" y="4264475"/>
            <a:chExt cx="3908400" cy="738300"/>
          </a:xfrm>
        </p:grpSpPr>
        <p:sp>
          <p:nvSpPr>
            <p:cNvPr id="488" name="Google Shape;488;p79"/>
            <p:cNvSpPr/>
            <p:nvPr/>
          </p:nvSpPr>
          <p:spPr>
            <a:xfrm>
              <a:off x="5001999" y="4264475"/>
              <a:ext cx="3908400" cy="738300"/>
            </a:xfrm>
            <a:prstGeom prst="rect">
              <a:avLst/>
            </a:prstGeom>
            <a:solidFill>
              <a:srgbClr val="FFFFFF"/>
            </a:solidFill>
            <a:ln w="9525" cap="flat" cmpd="sng">
              <a:solidFill>
                <a:srgbClr val="626B7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89" name="Google Shape;489;p79"/>
            <p:cNvPicPr preferRelativeResize="0"/>
            <p:nvPr/>
          </p:nvPicPr>
          <p:blipFill rotWithShape="1">
            <a:blip r:embed="rId3">
              <a:alphaModFix/>
            </a:blip>
            <a:srcRect/>
            <a:stretch/>
          </p:blipFill>
          <p:spPr>
            <a:xfrm>
              <a:off x="5088600" y="4363853"/>
              <a:ext cx="3725223" cy="544845"/>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80"/>
          <p:cNvSpPr txBox="1">
            <a:spLocks noGrp="1"/>
          </p:cNvSpPr>
          <p:nvPr>
            <p:ph type="title"/>
          </p:nvPr>
        </p:nvSpPr>
        <p:spPr>
          <a:xfrm>
            <a:off x="311725" y="348525"/>
            <a:ext cx="3706500" cy="63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Inheritance</a:t>
            </a:r>
            <a:endParaRPr/>
          </a:p>
        </p:txBody>
      </p:sp>
      <p:sp>
        <p:nvSpPr>
          <p:cNvPr id="495" name="Google Shape;495;p80"/>
          <p:cNvSpPr txBox="1">
            <a:spLocks noGrp="1"/>
          </p:cNvSpPr>
          <p:nvPr>
            <p:ph type="body" idx="1"/>
          </p:nvPr>
        </p:nvSpPr>
        <p:spPr>
          <a:xfrm>
            <a:off x="4568475" y="119925"/>
            <a:ext cx="4166400" cy="4947300"/>
          </a:xfrm>
          <a:prstGeom prst="rect">
            <a:avLst/>
          </a:prstGeom>
          <a:noFill/>
          <a:ln>
            <a:noFill/>
          </a:ln>
        </p:spPr>
        <p:txBody>
          <a:bodyPr spcFirstLastPara="1" wrap="square" lIns="91425" tIns="91425" rIns="91425" bIns="91425" anchor="t" anchorCtr="0">
            <a:spAutoFit/>
          </a:bodyPr>
          <a:lstStyle/>
          <a:p>
            <a:pPr marL="457200" lvl="0" indent="-311150" algn="l" rtl="0">
              <a:lnSpc>
                <a:spcPct val="115000"/>
              </a:lnSpc>
              <a:spcBef>
                <a:spcPts val="0"/>
              </a:spcBef>
              <a:spcAft>
                <a:spcPts val="0"/>
              </a:spcAft>
              <a:buSzPts val="1300"/>
              <a:buChar char="●"/>
            </a:pPr>
            <a:r>
              <a:rPr lang="en" dirty="0"/>
              <a:t>In the previous unit, we learned how to create classes in Java that include:</a:t>
            </a:r>
            <a:endParaRPr dirty="0"/>
          </a:p>
          <a:p>
            <a:pPr marL="914400" lvl="1" indent="-298450" algn="l" rtl="0">
              <a:lnSpc>
                <a:spcPct val="115000"/>
              </a:lnSpc>
              <a:spcBef>
                <a:spcPts val="0"/>
              </a:spcBef>
              <a:spcAft>
                <a:spcPts val="0"/>
              </a:spcAft>
              <a:buSzPts val="1100"/>
              <a:buChar char="○"/>
            </a:pPr>
            <a:r>
              <a:rPr lang="en" dirty="0">
                <a:highlight>
                  <a:srgbClr val="FFFF00"/>
                </a:highlight>
              </a:rPr>
              <a:t>State (Fields)</a:t>
            </a:r>
            <a:endParaRPr dirty="0">
              <a:highlight>
                <a:srgbClr val="FFFF00"/>
              </a:highlight>
            </a:endParaRPr>
          </a:p>
          <a:p>
            <a:pPr marL="914400" lvl="1" indent="-298450" algn="l" rtl="0">
              <a:lnSpc>
                <a:spcPct val="115000"/>
              </a:lnSpc>
              <a:spcBef>
                <a:spcPts val="0"/>
              </a:spcBef>
              <a:spcAft>
                <a:spcPts val="0"/>
              </a:spcAft>
              <a:buSzPts val="1100"/>
              <a:buChar char="○"/>
            </a:pPr>
            <a:r>
              <a:rPr lang="en" dirty="0">
                <a:highlight>
                  <a:srgbClr val="FFFF00"/>
                </a:highlight>
              </a:rPr>
              <a:t>Behavior (Methods)</a:t>
            </a:r>
            <a:endParaRPr dirty="0">
              <a:highlight>
                <a:srgbClr val="FFFF00"/>
              </a:highlight>
            </a:endParaRPr>
          </a:p>
          <a:p>
            <a:pPr marL="914400" lvl="1" indent="-298450" algn="l" rtl="0">
              <a:lnSpc>
                <a:spcPct val="115000"/>
              </a:lnSpc>
              <a:spcBef>
                <a:spcPts val="0"/>
              </a:spcBef>
              <a:spcAft>
                <a:spcPts val="0"/>
              </a:spcAft>
              <a:buSzPts val="1100"/>
              <a:buChar char="○"/>
            </a:pPr>
            <a:r>
              <a:rPr lang="en" dirty="0">
                <a:highlight>
                  <a:srgbClr val="FFFF00"/>
                </a:highlight>
              </a:rPr>
              <a:t>Data privacy (Access Modifiers)</a:t>
            </a:r>
            <a:endParaRPr dirty="0">
              <a:highlight>
                <a:srgbClr val="FFFF00"/>
              </a:highlight>
            </a:endParaRPr>
          </a:p>
          <a:p>
            <a:pPr marL="914400" lvl="1" indent="-298450" algn="l" rtl="0">
              <a:lnSpc>
                <a:spcPct val="115000"/>
              </a:lnSpc>
              <a:spcBef>
                <a:spcPts val="0"/>
              </a:spcBef>
              <a:spcAft>
                <a:spcPts val="0"/>
              </a:spcAft>
              <a:buSzPts val="1100"/>
              <a:buChar char="○"/>
            </a:pPr>
            <a:r>
              <a:rPr lang="en" dirty="0">
                <a:highlight>
                  <a:srgbClr val="FFFF00"/>
                </a:highlight>
              </a:rPr>
              <a:t>Constructors</a:t>
            </a:r>
            <a:endParaRPr dirty="0">
              <a:highlight>
                <a:srgbClr val="FFFF00"/>
              </a:highlight>
            </a:endParaRPr>
          </a:p>
          <a:p>
            <a:pPr marL="914400" lvl="1" indent="-298450" algn="l" rtl="0">
              <a:lnSpc>
                <a:spcPct val="115000"/>
              </a:lnSpc>
              <a:spcBef>
                <a:spcPts val="0"/>
              </a:spcBef>
              <a:spcAft>
                <a:spcPts val="0"/>
              </a:spcAft>
              <a:buSzPts val="1100"/>
              <a:buChar char="○"/>
            </a:pPr>
            <a:r>
              <a:rPr lang="en" dirty="0">
                <a:highlight>
                  <a:srgbClr val="FFFF00"/>
                </a:highlight>
              </a:rPr>
              <a:t>Static and non-static state and behavior</a:t>
            </a:r>
            <a:endParaRPr dirty="0">
              <a:highlight>
                <a:srgbClr val="FFFF00"/>
              </a:highlight>
            </a:endParaRPr>
          </a:p>
          <a:p>
            <a:pPr marL="457200" lvl="0" indent="-311150" algn="l" rtl="0">
              <a:lnSpc>
                <a:spcPct val="115000"/>
              </a:lnSpc>
              <a:spcBef>
                <a:spcPts val="1000"/>
              </a:spcBef>
              <a:spcAft>
                <a:spcPts val="0"/>
              </a:spcAft>
              <a:buSzPts val="1300"/>
              <a:buChar char="●"/>
            </a:pPr>
            <a:r>
              <a:rPr lang="en" dirty="0"/>
              <a:t>During this unit we will learn about a very powerful feature of object-oriented programming: </a:t>
            </a:r>
            <a:r>
              <a:rPr lang="en" b="1" i="1" dirty="0">
                <a:solidFill>
                  <a:srgbClr val="FF0000"/>
                </a:solidFill>
              </a:rPr>
              <a:t>inheritance</a:t>
            </a:r>
            <a:r>
              <a:rPr lang="en" dirty="0"/>
              <a:t>.</a:t>
            </a:r>
            <a:endParaRPr dirty="0"/>
          </a:p>
          <a:p>
            <a:pPr marL="914400" lvl="1" indent="-298450" algn="l" rtl="0">
              <a:lnSpc>
                <a:spcPct val="115000"/>
              </a:lnSpc>
              <a:spcBef>
                <a:spcPts val="0"/>
              </a:spcBef>
              <a:spcAft>
                <a:spcPts val="0"/>
              </a:spcAft>
              <a:buSzPts val="1100"/>
              <a:buChar char="○"/>
            </a:pPr>
            <a:r>
              <a:rPr lang="en" dirty="0">
                <a:highlight>
                  <a:srgbClr val="FFFF00"/>
                </a:highlight>
              </a:rPr>
              <a:t>Subclassing</a:t>
            </a:r>
            <a:endParaRPr dirty="0">
              <a:highlight>
                <a:srgbClr val="FFFF00"/>
              </a:highlight>
            </a:endParaRPr>
          </a:p>
          <a:p>
            <a:pPr marL="914400" lvl="1" indent="-298450" algn="l" rtl="0">
              <a:lnSpc>
                <a:spcPct val="115000"/>
              </a:lnSpc>
              <a:spcBef>
                <a:spcPts val="0"/>
              </a:spcBef>
              <a:spcAft>
                <a:spcPts val="0"/>
              </a:spcAft>
              <a:buSzPts val="1100"/>
              <a:buChar char="○"/>
            </a:pPr>
            <a:r>
              <a:rPr lang="en" dirty="0">
                <a:highlight>
                  <a:srgbClr val="FFFF00"/>
                </a:highlight>
              </a:rPr>
              <a:t>Overriding Methods</a:t>
            </a:r>
            <a:endParaRPr dirty="0">
              <a:highlight>
                <a:srgbClr val="FFFF00"/>
              </a:highlight>
            </a:endParaRPr>
          </a:p>
          <a:p>
            <a:pPr marL="914400" lvl="1" indent="-298450" algn="l" rtl="0">
              <a:lnSpc>
                <a:spcPct val="115000"/>
              </a:lnSpc>
              <a:spcBef>
                <a:spcPts val="0"/>
              </a:spcBef>
              <a:spcAft>
                <a:spcPts val="0"/>
              </a:spcAft>
              <a:buSzPts val="1100"/>
              <a:buChar char="○"/>
            </a:pPr>
            <a:r>
              <a:rPr lang="en" dirty="0"/>
              <a:t>Polymorphism</a:t>
            </a:r>
            <a:endParaRPr dirty="0"/>
          </a:p>
          <a:p>
            <a:pPr marL="914400" lvl="1" indent="-298450" algn="l" rtl="0">
              <a:lnSpc>
                <a:spcPct val="115000"/>
              </a:lnSpc>
              <a:spcBef>
                <a:spcPts val="0"/>
              </a:spcBef>
              <a:spcAft>
                <a:spcPts val="0"/>
              </a:spcAft>
              <a:buSzPts val="1100"/>
              <a:buChar char="○"/>
            </a:pPr>
            <a:r>
              <a:rPr lang="en" dirty="0"/>
              <a:t>Abstract Classes</a:t>
            </a:r>
            <a:endParaRPr dirty="0"/>
          </a:p>
          <a:p>
            <a:pPr marL="914400" lvl="1" indent="-298450" algn="l" rtl="0">
              <a:lnSpc>
                <a:spcPct val="115000"/>
              </a:lnSpc>
              <a:spcBef>
                <a:spcPts val="0"/>
              </a:spcBef>
              <a:spcAft>
                <a:spcPts val="0"/>
              </a:spcAft>
              <a:buSzPts val="1100"/>
              <a:buChar char="○"/>
            </a:pPr>
            <a:r>
              <a:rPr lang="en" dirty="0"/>
              <a:t>Interfaces</a:t>
            </a:r>
            <a:endParaRPr dirty="0"/>
          </a:p>
          <a:p>
            <a:pPr marL="914400" lvl="1" indent="-298450" algn="l" rtl="0">
              <a:lnSpc>
                <a:spcPct val="115000"/>
              </a:lnSpc>
              <a:spcBef>
                <a:spcPts val="0"/>
              </a:spcBef>
              <a:spcAft>
                <a:spcPts val="0"/>
              </a:spcAft>
              <a:buSzPts val="1100"/>
              <a:buChar char="○"/>
            </a:pPr>
            <a:r>
              <a:rPr lang="en" dirty="0"/>
              <a:t>Lambdas (a little bit)</a:t>
            </a:r>
            <a:endParaRPr dirty="0"/>
          </a:p>
          <a:p>
            <a:pPr marL="457200" lvl="0" indent="-311150" algn="l" rtl="0">
              <a:lnSpc>
                <a:spcPct val="115000"/>
              </a:lnSpc>
              <a:spcBef>
                <a:spcPts val="1000"/>
              </a:spcBef>
              <a:spcAft>
                <a:spcPts val="0"/>
              </a:spcAft>
              <a:buSzPts val="1300"/>
              <a:buChar char="●"/>
            </a:pPr>
            <a:r>
              <a:rPr lang="en" dirty="0"/>
              <a:t>To begin, we will specifically focus on </a:t>
            </a:r>
            <a:r>
              <a:rPr lang="en" b="1" i="1" dirty="0">
                <a:solidFill>
                  <a:srgbClr val="FF0000"/>
                </a:solidFill>
              </a:rPr>
              <a:t>reuse</a:t>
            </a:r>
            <a:r>
              <a:rPr lang="en" dirty="0">
                <a:solidFill>
                  <a:srgbClr val="FF0000"/>
                </a:solidFill>
              </a:rPr>
              <a:t> </a:t>
            </a:r>
            <a:r>
              <a:rPr lang="en" dirty="0"/>
              <a:t>through subclassing.</a:t>
            </a:r>
            <a:endParaRPr dirty="0"/>
          </a:p>
          <a:p>
            <a:pPr marL="914400" lvl="1" indent="-298450" algn="l" rtl="0">
              <a:lnSpc>
                <a:spcPct val="115000"/>
              </a:lnSpc>
              <a:spcBef>
                <a:spcPts val="0"/>
              </a:spcBef>
              <a:spcAft>
                <a:spcPts val="0"/>
              </a:spcAft>
              <a:buSzPts val="1100"/>
              <a:buChar char="○"/>
            </a:pPr>
            <a:r>
              <a:rPr lang="en" dirty="0"/>
              <a:t>One class </a:t>
            </a:r>
            <a:r>
              <a:rPr lang="en" b="1" i="1" dirty="0">
                <a:solidFill>
                  <a:srgbClr val="FF0000"/>
                </a:solidFill>
              </a:rPr>
              <a:t>inherits </a:t>
            </a:r>
            <a:r>
              <a:rPr lang="en" dirty="0"/>
              <a:t>the state and behavior defined in another class.</a:t>
            </a:r>
            <a:endParaRPr dirty="0"/>
          </a:p>
          <a:p>
            <a:pPr marL="914400" lvl="1" indent="-298450" algn="l" rtl="0">
              <a:lnSpc>
                <a:spcPct val="115000"/>
              </a:lnSpc>
              <a:spcBef>
                <a:spcPts val="0"/>
              </a:spcBef>
              <a:spcAft>
                <a:spcPts val="0"/>
              </a:spcAft>
              <a:buSzPts val="1100"/>
              <a:buChar char="○"/>
            </a:pPr>
            <a:r>
              <a:rPr lang="en" dirty="0"/>
              <a:t>The new class can then modify existing behavior or add new state and/or behavior.</a:t>
            </a:r>
            <a:endParaRPr dirty="0"/>
          </a:p>
        </p:txBody>
      </p:sp>
      <p:sp>
        <p:nvSpPr>
          <p:cNvPr id="496" name="Google Shape;496;p8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2</a:t>
            </a:fld>
            <a:endParaRPr/>
          </a:p>
        </p:txBody>
      </p:sp>
      <p:sp>
        <p:nvSpPr>
          <p:cNvPr id="497" name="Google Shape;497;p80"/>
          <p:cNvSpPr txBox="1">
            <a:spLocks noGrp="1"/>
          </p:cNvSpPr>
          <p:nvPr>
            <p:ph type="body" idx="3"/>
          </p:nvPr>
        </p:nvSpPr>
        <p:spPr>
          <a:xfrm>
            <a:off x="315425" y="3937250"/>
            <a:ext cx="3706500" cy="744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a:t>We'll spend most of this unit using different types of </a:t>
            </a:r>
            <a:r>
              <a:rPr lang="en" b="1" i="1">
                <a:solidFill>
                  <a:srgbClr val="FF0000"/>
                </a:solidFill>
              </a:rPr>
              <a:t>inheritance</a:t>
            </a:r>
            <a:r>
              <a:rPr lang="en">
                <a:solidFill>
                  <a:srgbClr val="FF0000"/>
                </a:solidFill>
              </a:rPr>
              <a:t> </a:t>
            </a:r>
            <a:r>
              <a:rPr lang="en"/>
              <a:t>to implement an RPG based on the classic </a:t>
            </a:r>
            <a:r>
              <a:rPr lang="en" i="1"/>
              <a:t>Goats vs. Trolls</a:t>
            </a:r>
            <a:r>
              <a:rPr lang="en"/>
              <a:t> CCG.</a:t>
            </a:r>
            <a:endParaRPr/>
          </a:p>
        </p:txBody>
      </p:sp>
      <p:pic>
        <p:nvPicPr>
          <p:cNvPr id="498" name="Google Shape;498;p80"/>
          <p:cNvPicPr preferRelativeResize="0"/>
          <p:nvPr/>
        </p:nvPicPr>
        <p:blipFill rotWithShape="1">
          <a:blip r:embed="rId3">
            <a:alphaModFix/>
          </a:blip>
          <a:srcRect/>
          <a:stretch/>
        </p:blipFill>
        <p:spPr>
          <a:xfrm>
            <a:off x="562225" y="1050135"/>
            <a:ext cx="3052199" cy="2668315"/>
          </a:xfrm>
          <a:prstGeom prst="rect">
            <a:avLst/>
          </a:prstGeom>
          <a:noFill/>
          <a:ln w="19050" cap="flat" cmpd="sng">
            <a:solidFill>
              <a:srgbClr val="B7B7B7"/>
            </a:solidFill>
            <a:prstDash val="solid"/>
            <a:round/>
            <a:headEnd type="none" w="sm" len="sm"/>
            <a:tailEnd type="none" w="sm" len="sm"/>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9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9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9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9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9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9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9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9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95">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95">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95">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95">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95">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95">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4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p81"/>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Goats vs. Trolls V: The Trolls Strike Back</a:t>
            </a:r>
            <a:endParaRPr/>
          </a:p>
          <a:p>
            <a:pPr marL="0" lvl="0" indent="0" algn="l" rtl="0">
              <a:lnSpc>
                <a:spcPct val="100000"/>
              </a:lnSpc>
              <a:spcBef>
                <a:spcPts val="0"/>
              </a:spcBef>
              <a:spcAft>
                <a:spcPts val="0"/>
              </a:spcAft>
              <a:buSzPts val="2800"/>
              <a:buNone/>
            </a:pPr>
            <a:endParaRPr/>
          </a:p>
          <a:p>
            <a:pPr marL="0" lvl="0" indent="0" algn="l" rtl="0">
              <a:lnSpc>
                <a:spcPct val="100000"/>
              </a:lnSpc>
              <a:spcBef>
                <a:spcPts val="0"/>
              </a:spcBef>
              <a:spcAft>
                <a:spcPts val="0"/>
              </a:spcAft>
              <a:buSzPts val="2800"/>
              <a:buNone/>
            </a:pPr>
            <a:endParaRPr/>
          </a:p>
        </p:txBody>
      </p:sp>
      <p:sp>
        <p:nvSpPr>
          <p:cNvPr id="504" name="Google Shape;504;p81"/>
          <p:cNvSpPr txBox="1">
            <a:spLocks noGrp="1"/>
          </p:cNvSpPr>
          <p:nvPr>
            <p:ph type="body" idx="1"/>
          </p:nvPr>
        </p:nvSpPr>
        <p:spPr>
          <a:xfrm>
            <a:off x="3411925" y="1353300"/>
            <a:ext cx="5344200" cy="1797600"/>
          </a:xfrm>
          <a:prstGeom prst="rect">
            <a:avLst/>
          </a:prstGeom>
          <a:noFill/>
          <a:ln>
            <a:noFill/>
          </a:ln>
        </p:spPr>
        <p:txBody>
          <a:bodyPr spcFirstLastPara="1" wrap="square" lIns="91425" tIns="91425" rIns="91425" bIns="91425" anchor="t" anchorCtr="0">
            <a:noAutofit/>
          </a:bodyPr>
          <a:lstStyle/>
          <a:p>
            <a:pPr marL="0" lvl="0" indent="0" algn="l" rtl="0">
              <a:lnSpc>
                <a:spcPct val="110000"/>
              </a:lnSpc>
              <a:spcBef>
                <a:spcPts val="0"/>
              </a:spcBef>
              <a:spcAft>
                <a:spcPts val="1600"/>
              </a:spcAft>
              <a:buSzPts val="1300"/>
              <a:buNone/>
            </a:pPr>
            <a:r>
              <a:rPr lang="en"/>
              <a:t>The </a:t>
            </a:r>
            <a:r>
              <a:rPr lang="en" i="1"/>
              <a:t>Goats vs. Trolls</a:t>
            </a:r>
            <a:r>
              <a:rPr lang="en"/>
              <a:t> CCG has been so wildly successful that the powers that be have decided to expand the IP into a new video game inspired by the classic JRPGs of the 1980s. Your software development company has been contracted to develop the highly anticipated game: </a:t>
            </a:r>
            <a:r>
              <a:rPr lang="en" i="1"/>
              <a:t>Goats vs. Trolls: The RPG</a:t>
            </a:r>
            <a:r>
              <a:rPr lang="en"/>
              <a:t>. The player will control a party of 4 goats, as they battle against endless waves of enemy trolls. Your team will begin its design by focusing on the heroic Goats.</a:t>
            </a:r>
            <a:endParaRPr/>
          </a:p>
        </p:txBody>
      </p:sp>
      <p:sp>
        <p:nvSpPr>
          <p:cNvPr id="505" name="Google Shape;505;p8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3</a:t>
            </a:fld>
            <a:endParaRPr/>
          </a:p>
        </p:txBody>
      </p:sp>
      <p:graphicFrame>
        <p:nvGraphicFramePr>
          <p:cNvPr id="506" name="Google Shape;506;p81"/>
          <p:cNvGraphicFramePr/>
          <p:nvPr/>
        </p:nvGraphicFramePr>
        <p:xfrm>
          <a:off x="3371925" y="3041350"/>
          <a:ext cx="3000000" cy="3000000"/>
        </p:xfrm>
        <a:graphic>
          <a:graphicData uri="http://schemas.openxmlformats.org/drawingml/2006/table">
            <a:tbl>
              <a:tblPr>
                <a:noFill/>
                <a:tableStyleId>{8CDE0EAC-EDFA-49A2-864E-461DE6BB09B6}</a:tableStyleId>
              </a:tblPr>
              <a:tblGrid>
                <a:gridCol w="1346025">
                  <a:extLst>
                    <a:ext uri="{9D8B030D-6E8A-4147-A177-3AD203B41FA5}">
                      <a16:colId xmlns:a16="http://schemas.microsoft.com/office/drawing/2014/main" val="20000"/>
                    </a:ext>
                  </a:extLst>
                </a:gridCol>
                <a:gridCol w="1056350">
                  <a:extLst>
                    <a:ext uri="{9D8B030D-6E8A-4147-A177-3AD203B41FA5}">
                      <a16:colId xmlns:a16="http://schemas.microsoft.com/office/drawing/2014/main" val="20001"/>
                    </a:ext>
                  </a:extLst>
                </a:gridCol>
                <a:gridCol w="1680075">
                  <a:extLst>
                    <a:ext uri="{9D8B030D-6E8A-4147-A177-3AD203B41FA5}">
                      <a16:colId xmlns:a16="http://schemas.microsoft.com/office/drawing/2014/main" val="20002"/>
                    </a:ext>
                  </a:extLst>
                </a:gridCol>
                <a:gridCol w="1301675">
                  <a:extLst>
                    <a:ext uri="{9D8B030D-6E8A-4147-A177-3AD203B41FA5}">
                      <a16:colId xmlns:a16="http://schemas.microsoft.com/office/drawing/2014/main" val="20003"/>
                    </a:ext>
                  </a:extLst>
                </a:gridCol>
              </a:tblGrid>
              <a:tr h="377750">
                <a:tc>
                  <a:txBody>
                    <a:bodyPr/>
                    <a:lstStyle/>
                    <a:p>
                      <a:pPr marL="0" marR="0" lvl="0" indent="0" algn="ctr" rtl="0">
                        <a:lnSpc>
                          <a:spcPct val="100000"/>
                        </a:lnSpc>
                        <a:spcBef>
                          <a:spcPts val="0"/>
                        </a:spcBef>
                        <a:spcAft>
                          <a:spcPts val="0"/>
                        </a:spcAft>
                        <a:buClr>
                          <a:srgbClr val="000000"/>
                        </a:buClr>
                        <a:buSzPts val="1200"/>
                        <a:buFont typeface="Arial"/>
                        <a:buNone/>
                      </a:pPr>
                      <a:r>
                        <a:rPr lang="en" sz="1200" b="1" u="none" strike="noStrike" cap="none">
                          <a:solidFill>
                            <a:srgbClr val="FFFFFF"/>
                          </a:solidFill>
                        </a:rPr>
                        <a:t>Type</a:t>
                      </a:r>
                      <a:endParaRPr sz="1200" b="1" u="none" strike="noStrike" cap="none">
                        <a:solidFill>
                          <a:srgbClr val="FFFFFF"/>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b="1" u="none" strike="noStrike" cap="none">
                          <a:solidFill>
                            <a:srgbClr val="FFFFFF"/>
                          </a:solidFill>
                        </a:rPr>
                        <a:t>Hit Points</a:t>
                      </a:r>
                      <a:endParaRPr sz="1200" b="1" u="none" strike="noStrike" cap="none">
                        <a:solidFill>
                          <a:srgbClr val="FFFFFF"/>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b="1" u="none" strike="noStrike" cap="none">
                          <a:solidFill>
                            <a:srgbClr val="FFFFFF"/>
                          </a:solidFill>
                        </a:rPr>
                        <a:t>Attack </a:t>
                      </a:r>
                      <a:endParaRPr sz="1200" b="1" u="none" strike="noStrike" cap="none">
                        <a:solidFill>
                          <a:srgbClr val="FFFFFF"/>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b="1" u="none" strike="noStrike" cap="none">
                          <a:solidFill>
                            <a:srgbClr val="FFFFFF"/>
                          </a:solidFill>
                        </a:rPr>
                        <a:t>Special</a:t>
                      </a:r>
                      <a:endParaRPr sz="1200" b="1" u="none" strike="noStrike" cap="none">
                        <a:solidFill>
                          <a:srgbClr val="FFFFFF"/>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801225">
                <a:tc>
                  <a:txBody>
                    <a:bodyPr/>
                    <a:lstStyle/>
                    <a:p>
                      <a:pPr marL="0" marR="0" lvl="0" indent="0" algn="r" rtl="0">
                        <a:lnSpc>
                          <a:spcPct val="100000"/>
                        </a:lnSpc>
                        <a:spcBef>
                          <a:spcPts val="0"/>
                        </a:spcBef>
                        <a:spcAft>
                          <a:spcPts val="0"/>
                        </a:spcAft>
                        <a:buClr>
                          <a:srgbClr val="000000"/>
                        </a:buClr>
                        <a:buSzPts val="1200"/>
                        <a:buFont typeface="Arial"/>
                        <a:buNone/>
                      </a:pPr>
                      <a:r>
                        <a:rPr lang="en" sz="1200" u="none" strike="noStrike" cap="none"/>
                        <a:t>Mage</a:t>
                      </a:r>
                      <a:endParaRPr sz="1200" u="none" strike="noStrike" cap="none"/>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t>1</a:t>
                      </a:r>
                      <a:r>
                        <a:rPr lang="en" sz="1200"/>
                        <a:t>2</a:t>
                      </a:r>
                      <a:r>
                        <a:rPr lang="en" sz="1200" u="none" strike="noStrike" cap="none"/>
                        <a:t>0</a:t>
                      </a:r>
                      <a:endParaRPr sz="1200" u="none" strike="noStrike" cap="none"/>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t>Magic Missile</a:t>
                      </a:r>
                      <a:endParaRPr sz="1200" u="none" strike="noStrike" cap="none"/>
                    </a:p>
                    <a:p>
                      <a:pPr marL="0" marR="0" lvl="0" indent="0" algn="ctr" rtl="0">
                        <a:lnSpc>
                          <a:spcPct val="100000"/>
                        </a:lnSpc>
                        <a:spcBef>
                          <a:spcPts val="0"/>
                        </a:spcBef>
                        <a:spcAft>
                          <a:spcPts val="0"/>
                        </a:spcAft>
                        <a:buClr>
                          <a:srgbClr val="000000"/>
                        </a:buClr>
                        <a:buSzPts val="1200"/>
                        <a:buFont typeface="Arial"/>
                        <a:buNone/>
                      </a:pPr>
                      <a:r>
                        <a:rPr lang="en" sz="1200" u="none" strike="noStrike" cap="none"/>
                        <a:t>9 (Magic Damage)</a:t>
                      </a:r>
                      <a:endParaRPr sz="1200" u="none" strike="noStrike" cap="none"/>
                    </a:p>
                    <a:p>
                      <a:pPr marL="0" marR="0" lvl="0" indent="0" algn="ctr" rtl="0">
                        <a:lnSpc>
                          <a:spcPct val="100000"/>
                        </a:lnSpc>
                        <a:spcBef>
                          <a:spcPts val="0"/>
                        </a:spcBef>
                        <a:spcAft>
                          <a:spcPts val="0"/>
                        </a:spcAft>
                        <a:buClr>
                          <a:srgbClr val="000000"/>
                        </a:buClr>
                        <a:buSzPts val="1200"/>
                        <a:buFont typeface="Arial"/>
                        <a:buNone/>
                      </a:pPr>
                      <a:r>
                        <a:rPr lang="en" sz="1200" u="none" strike="noStrike" cap="none"/>
                        <a:t>hits 4 times</a:t>
                      </a:r>
                      <a:endParaRPr sz="1200" u="none" strike="noStrike" cap="none"/>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t>+25% physical damage taken </a:t>
                      </a:r>
                      <a:endParaRPr sz="1000" u="none" strike="noStrike" cap="none"/>
                    </a:p>
                    <a:p>
                      <a:pPr marL="0" marR="0" lvl="0" indent="0" algn="ctr" rtl="0">
                        <a:lnSpc>
                          <a:spcPct val="100000"/>
                        </a:lnSpc>
                        <a:spcBef>
                          <a:spcPts val="0"/>
                        </a:spcBef>
                        <a:spcAft>
                          <a:spcPts val="0"/>
                        </a:spcAft>
                        <a:buClr>
                          <a:srgbClr val="000000"/>
                        </a:buClr>
                        <a:buSzPts val="1000"/>
                        <a:buFont typeface="Arial"/>
                        <a:buNone/>
                      </a:pPr>
                      <a:r>
                        <a:rPr lang="en" sz="1000" u="none" strike="noStrike" cap="none"/>
                        <a:t>-25% magical damage taken</a:t>
                      </a:r>
                      <a:endParaRPr sz="1000" u="none" strike="noStrike" cap="none"/>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801225">
                <a:tc>
                  <a:txBody>
                    <a:bodyPr/>
                    <a:lstStyle/>
                    <a:p>
                      <a:pPr marL="0" marR="0" lvl="0" indent="0" algn="r" rtl="0">
                        <a:lnSpc>
                          <a:spcPct val="100000"/>
                        </a:lnSpc>
                        <a:spcBef>
                          <a:spcPts val="0"/>
                        </a:spcBef>
                        <a:spcAft>
                          <a:spcPts val="0"/>
                        </a:spcAft>
                        <a:buClr>
                          <a:srgbClr val="000000"/>
                        </a:buClr>
                        <a:buSzPts val="1200"/>
                        <a:buFont typeface="Arial"/>
                        <a:buNone/>
                      </a:pPr>
                      <a:r>
                        <a:rPr lang="en" sz="1200" u="none" strike="noStrike" cap="none"/>
                        <a:t>Fighter</a:t>
                      </a:r>
                      <a:endParaRPr sz="1200" u="none" strike="noStrike" cap="none"/>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t>150</a:t>
                      </a:r>
                      <a:endParaRPr sz="1200" u="none" strike="noStrike" cap="none"/>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t>Cleave</a:t>
                      </a:r>
                      <a:endParaRPr sz="1200" u="none" strike="noStrike" cap="none"/>
                    </a:p>
                    <a:p>
                      <a:pPr marL="0" marR="0" lvl="0" indent="0" algn="ctr" rtl="0">
                        <a:lnSpc>
                          <a:spcPct val="100000"/>
                        </a:lnSpc>
                        <a:spcBef>
                          <a:spcPts val="0"/>
                        </a:spcBef>
                        <a:spcAft>
                          <a:spcPts val="0"/>
                        </a:spcAft>
                        <a:buClr>
                          <a:srgbClr val="000000"/>
                        </a:buClr>
                        <a:buSzPts val="1200"/>
                        <a:buFont typeface="Arial"/>
                        <a:buNone/>
                      </a:pPr>
                      <a:r>
                        <a:rPr lang="en" sz="1200" u="none" strike="noStrike" cap="none"/>
                        <a:t>25 (Physical Damage)</a:t>
                      </a:r>
                      <a:endParaRPr sz="1200" u="none" strike="noStrike" cap="none"/>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000" u="none" strike="noStrike" cap="none"/>
                        <a:t>-25% physical damage taken </a:t>
                      </a:r>
                      <a:endParaRPr sz="1000" u="none" strike="noStrike" cap="none"/>
                    </a:p>
                    <a:p>
                      <a:pPr marL="0" marR="0" lvl="0" indent="0" algn="ctr" rtl="0">
                        <a:lnSpc>
                          <a:spcPct val="100000"/>
                        </a:lnSpc>
                        <a:spcBef>
                          <a:spcPts val="0"/>
                        </a:spcBef>
                        <a:spcAft>
                          <a:spcPts val="0"/>
                        </a:spcAft>
                        <a:buClr>
                          <a:srgbClr val="000000"/>
                        </a:buClr>
                        <a:buSzPts val="1100"/>
                        <a:buFont typeface="Arial"/>
                        <a:buNone/>
                      </a:pPr>
                      <a:r>
                        <a:rPr lang="en" sz="1000" u="none" strike="noStrike" cap="none"/>
                        <a:t>+25% magical damage taken </a:t>
                      </a:r>
                      <a:endParaRPr sz="1000" u="none" strike="noStrike" cap="none"/>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bl>
          </a:graphicData>
        </a:graphic>
      </p:graphicFrame>
      <p:sp>
        <p:nvSpPr>
          <p:cNvPr id="507" name="Google Shape;507;p81"/>
          <p:cNvSpPr txBox="1"/>
          <p:nvPr/>
        </p:nvSpPr>
        <p:spPr>
          <a:xfrm>
            <a:off x="181225" y="4208325"/>
            <a:ext cx="3052200" cy="802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As the screen above shows, GvTV will leverage modern hardware to enable its cutting edge graphics.</a:t>
            </a:r>
            <a:endParaRPr sz="1400" b="0" i="0" u="none" strike="noStrike" cap="none">
              <a:solidFill>
                <a:srgbClr val="000000"/>
              </a:solidFill>
              <a:latin typeface="Lato"/>
              <a:ea typeface="Lato"/>
              <a:cs typeface="Lato"/>
              <a:sym typeface="Lato"/>
            </a:endParaRPr>
          </a:p>
        </p:txBody>
      </p:sp>
      <p:pic>
        <p:nvPicPr>
          <p:cNvPr id="508" name="Google Shape;508;p81"/>
          <p:cNvPicPr preferRelativeResize="0"/>
          <p:nvPr/>
        </p:nvPicPr>
        <p:blipFill rotWithShape="1">
          <a:blip r:embed="rId3">
            <a:alphaModFix/>
          </a:blip>
          <a:srcRect/>
          <a:stretch/>
        </p:blipFill>
        <p:spPr>
          <a:xfrm>
            <a:off x="181225" y="1431135"/>
            <a:ext cx="3052199" cy="2668315"/>
          </a:xfrm>
          <a:prstGeom prst="rect">
            <a:avLst/>
          </a:prstGeom>
          <a:noFill/>
          <a:ln w="19050" cap="flat" cmpd="sng">
            <a:solidFill>
              <a:srgbClr val="000000"/>
            </a:solidFill>
            <a:prstDash val="solid"/>
            <a:round/>
            <a:headEnd type="none" w="sm" len="sm"/>
            <a:tailEnd type="none" w="sm" len="sm"/>
          </a:ln>
        </p:spPr>
      </p:pic>
      <p:pic>
        <p:nvPicPr>
          <p:cNvPr id="509" name="Google Shape;509;p81"/>
          <p:cNvPicPr preferRelativeResize="0"/>
          <p:nvPr/>
        </p:nvPicPr>
        <p:blipFill rotWithShape="1">
          <a:blip r:embed="rId4">
            <a:alphaModFix/>
          </a:blip>
          <a:srcRect/>
          <a:stretch/>
        </p:blipFill>
        <p:spPr>
          <a:xfrm>
            <a:off x="3578441" y="3479491"/>
            <a:ext cx="438150" cy="685800"/>
          </a:xfrm>
          <a:prstGeom prst="rect">
            <a:avLst/>
          </a:prstGeom>
          <a:noFill/>
          <a:ln>
            <a:noFill/>
          </a:ln>
        </p:spPr>
      </p:pic>
      <p:pic>
        <p:nvPicPr>
          <p:cNvPr id="510" name="Google Shape;510;p81"/>
          <p:cNvPicPr preferRelativeResize="0"/>
          <p:nvPr/>
        </p:nvPicPr>
        <p:blipFill rotWithShape="1">
          <a:blip r:embed="rId5">
            <a:alphaModFix/>
          </a:blip>
          <a:srcRect/>
          <a:stretch/>
        </p:blipFill>
        <p:spPr>
          <a:xfrm>
            <a:off x="3634605" y="4258320"/>
            <a:ext cx="419100" cy="6858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graphicFrame>
        <p:nvGraphicFramePr>
          <p:cNvPr id="515" name="Google Shape;515;p82"/>
          <p:cNvGraphicFramePr/>
          <p:nvPr/>
        </p:nvGraphicFramePr>
        <p:xfrm>
          <a:off x="2490850" y="1574350"/>
          <a:ext cx="3000000" cy="3000000"/>
        </p:xfrm>
        <a:graphic>
          <a:graphicData uri="http://schemas.openxmlformats.org/drawingml/2006/table">
            <a:tbl>
              <a:tblPr>
                <a:noFill/>
                <a:tableStyleId>{8CDE0EAC-EDFA-49A2-864E-461DE6BB09B6}</a:tableStyleId>
              </a:tblPr>
              <a:tblGrid>
                <a:gridCol w="900075">
                  <a:extLst>
                    <a:ext uri="{9D8B030D-6E8A-4147-A177-3AD203B41FA5}">
                      <a16:colId xmlns:a16="http://schemas.microsoft.com/office/drawing/2014/main" val="20000"/>
                    </a:ext>
                  </a:extLst>
                </a:gridCol>
                <a:gridCol w="1785900">
                  <a:extLst>
                    <a:ext uri="{9D8B030D-6E8A-4147-A177-3AD203B41FA5}">
                      <a16:colId xmlns:a16="http://schemas.microsoft.com/office/drawing/2014/main" val="20001"/>
                    </a:ext>
                  </a:extLst>
                </a:gridCol>
                <a:gridCol w="1785900">
                  <a:extLst>
                    <a:ext uri="{9D8B030D-6E8A-4147-A177-3AD203B41FA5}">
                      <a16:colId xmlns:a16="http://schemas.microsoft.com/office/drawing/2014/main" val="20002"/>
                    </a:ext>
                  </a:extLst>
                </a:gridCol>
                <a:gridCol w="1785900">
                  <a:extLst>
                    <a:ext uri="{9D8B030D-6E8A-4147-A177-3AD203B41FA5}">
                      <a16:colId xmlns:a16="http://schemas.microsoft.com/office/drawing/2014/main" val="20003"/>
                    </a:ext>
                  </a:extLst>
                </a:gridCol>
              </a:tblGrid>
              <a:tr h="41705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Class </a:t>
                      </a: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0"/>
                  </a:ext>
                </a:extLst>
              </a:tr>
              <a:tr h="14565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State</a:t>
                      </a: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14565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Behavior</a:t>
                      </a: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bl>
          </a:graphicData>
        </a:graphic>
      </p:graphicFrame>
      <p:sp>
        <p:nvSpPr>
          <p:cNvPr id="516" name="Google Shape;516;p82"/>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Clr>
                <a:srgbClr val="000000"/>
              </a:buClr>
              <a:buSzPts val="1600"/>
              <a:buFont typeface="Arial"/>
              <a:buNone/>
            </a:pPr>
            <a:r>
              <a:rPr lang="en"/>
              <a:t>Domain analysis is the activity of identifying and documenting the commonalities and variabilities in related software systems. Begin your design with a simple domain analysis.</a:t>
            </a:r>
            <a:endParaRPr/>
          </a:p>
        </p:txBody>
      </p:sp>
      <p:sp>
        <p:nvSpPr>
          <p:cNvPr id="517" name="Google Shape;517;p8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a:t>
            </a:fld>
            <a:endParaRPr/>
          </a:p>
        </p:txBody>
      </p:sp>
      <p:sp>
        <p:nvSpPr>
          <p:cNvPr id="518" name="Google Shape;518;p82"/>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Simple Domain Analysis</a:t>
            </a:r>
            <a:endParaRPr/>
          </a:p>
        </p:txBody>
      </p:sp>
      <p:sp>
        <p:nvSpPr>
          <p:cNvPr id="519" name="Google Shape;519;p82"/>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3.1</a:t>
            </a:r>
            <a:endParaRPr/>
          </a:p>
        </p:txBody>
      </p:sp>
      <p:sp>
        <p:nvSpPr>
          <p:cNvPr id="520" name="Google Shape;520;p82"/>
          <p:cNvSpPr txBox="1"/>
          <p:nvPr/>
        </p:nvSpPr>
        <p:spPr>
          <a:xfrm>
            <a:off x="51775" y="1574350"/>
            <a:ext cx="2381700" cy="2385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a:solidFill>
                  <a:schemeClr val="lt2"/>
                </a:solidFill>
                <a:latin typeface="Roboto"/>
                <a:ea typeface="Roboto"/>
                <a:cs typeface="Roboto"/>
                <a:sym typeface="Roboto"/>
              </a:rPr>
              <a:t>In addition to the previous attributes for Mages and Fighters</a:t>
            </a:r>
            <a:r>
              <a:rPr lang="en" sz="1300" b="0" i="0" u="none" strike="noStrike" cap="none">
                <a:solidFill>
                  <a:schemeClr val="lt2"/>
                </a:solidFill>
                <a:latin typeface="Roboto"/>
                <a:ea typeface="Roboto"/>
                <a:cs typeface="Roboto"/>
                <a:sym typeface="Roboto"/>
              </a:rPr>
              <a:t>:</a:t>
            </a:r>
            <a:endParaRPr sz="1300" b="0" i="0" u="none" strike="noStrike" cap="none">
              <a:solidFill>
                <a:schemeClr val="lt2"/>
              </a:solidFill>
              <a:latin typeface="Roboto"/>
              <a:ea typeface="Roboto"/>
              <a:cs typeface="Roboto"/>
              <a:sym typeface="Roboto"/>
            </a:endParaRPr>
          </a:p>
          <a:p>
            <a:pPr marL="457200" marR="0" lvl="0" indent="-311150" algn="l" rtl="0">
              <a:lnSpc>
                <a:spcPct val="100000"/>
              </a:lnSpc>
              <a:spcBef>
                <a:spcPts val="0"/>
              </a:spcBef>
              <a:spcAft>
                <a:spcPts val="0"/>
              </a:spcAft>
              <a:buClr>
                <a:schemeClr val="lt2"/>
              </a:buClr>
              <a:buSzPts val="1300"/>
              <a:buFont typeface="Lato"/>
              <a:buChar char="●"/>
            </a:pPr>
            <a:r>
              <a:rPr lang="en" sz="1300" b="0" i="0" u="none" strike="noStrike" cap="none">
                <a:solidFill>
                  <a:schemeClr val="lt2"/>
                </a:solidFill>
                <a:latin typeface="Roboto"/>
                <a:ea typeface="Roboto"/>
                <a:cs typeface="Roboto"/>
                <a:sym typeface="Roboto"/>
              </a:rPr>
              <a:t>All goats have a </a:t>
            </a:r>
            <a:r>
              <a:rPr lang="en" sz="1300" b="1" i="0" u="sng" strike="noStrike" cap="none">
                <a:solidFill>
                  <a:srgbClr val="FF0000"/>
                </a:solidFill>
                <a:latin typeface="Roboto"/>
                <a:ea typeface="Roboto"/>
                <a:cs typeface="Roboto"/>
                <a:sym typeface="Roboto"/>
              </a:rPr>
              <a:t>name</a:t>
            </a:r>
            <a:r>
              <a:rPr lang="en" sz="1300" b="0" i="0" u="none" strike="noStrike" cap="none">
                <a:solidFill>
                  <a:schemeClr val="lt2"/>
                </a:solidFill>
                <a:latin typeface="Roboto"/>
                <a:ea typeface="Roboto"/>
                <a:cs typeface="Roboto"/>
                <a:sym typeface="Roboto"/>
              </a:rPr>
              <a:t>, e.g. “Hairy Potter.”</a:t>
            </a:r>
            <a:endParaRPr sz="1300" b="0" i="0" u="none" strike="noStrike" cap="none">
              <a:solidFill>
                <a:schemeClr val="lt2"/>
              </a:solidFill>
              <a:latin typeface="Roboto"/>
              <a:ea typeface="Roboto"/>
              <a:cs typeface="Roboto"/>
              <a:sym typeface="Roboto"/>
            </a:endParaRPr>
          </a:p>
          <a:p>
            <a:pPr marL="457200" marR="0" lvl="0" indent="-311150" algn="l" rtl="0">
              <a:lnSpc>
                <a:spcPct val="100000"/>
              </a:lnSpc>
              <a:spcBef>
                <a:spcPts val="0"/>
              </a:spcBef>
              <a:spcAft>
                <a:spcPts val="0"/>
              </a:spcAft>
              <a:buClr>
                <a:schemeClr val="lt2"/>
              </a:buClr>
              <a:buSzPts val="1300"/>
              <a:buFont typeface="Lato"/>
              <a:buChar char="●"/>
            </a:pPr>
            <a:r>
              <a:rPr lang="en" sz="1300" b="0" i="0" u="none" strike="noStrike" cap="none">
                <a:solidFill>
                  <a:schemeClr val="lt2"/>
                </a:solidFill>
                <a:latin typeface="Roboto"/>
                <a:ea typeface="Roboto"/>
                <a:cs typeface="Roboto"/>
                <a:sym typeface="Roboto"/>
              </a:rPr>
              <a:t>All goats can be </a:t>
            </a:r>
            <a:r>
              <a:rPr lang="en" sz="1300" b="1" i="0" u="sng" strike="noStrike" cap="none">
                <a:solidFill>
                  <a:srgbClr val="FF0000"/>
                </a:solidFill>
                <a:latin typeface="Roboto"/>
                <a:ea typeface="Roboto"/>
                <a:cs typeface="Roboto"/>
                <a:sym typeface="Roboto"/>
              </a:rPr>
              <a:t>healed</a:t>
            </a:r>
            <a:r>
              <a:rPr lang="en" sz="1300" b="1" i="0" u="sng" strike="noStrike" cap="none">
                <a:solidFill>
                  <a:schemeClr val="lt2"/>
                </a:solidFill>
                <a:latin typeface="Roboto"/>
                <a:ea typeface="Roboto"/>
                <a:cs typeface="Roboto"/>
                <a:sym typeface="Roboto"/>
              </a:rPr>
              <a:t> </a:t>
            </a:r>
            <a:r>
              <a:rPr lang="en" sz="1300" b="0" i="0" u="none" strike="noStrike" cap="none">
                <a:solidFill>
                  <a:schemeClr val="lt2"/>
                </a:solidFill>
                <a:latin typeface="Roboto"/>
                <a:ea typeface="Roboto"/>
                <a:cs typeface="Roboto"/>
                <a:sym typeface="Roboto"/>
              </a:rPr>
              <a:t>for some of their hit points.</a:t>
            </a:r>
            <a:endParaRPr sz="1300" b="0" i="0" u="none" strike="noStrike" cap="none">
              <a:solidFill>
                <a:schemeClr val="lt2"/>
              </a:solidFill>
              <a:latin typeface="Roboto"/>
              <a:ea typeface="Roboto"/>
              <a:cs typeface="Roboto"/>
              <a:sym typeface="Roboto"/>
            </a:endParaRPr>
          </a:p>
          <a:p>
            <a:pPr marL="457200" marR="0" lvl="0" indent="-311150" algn="l" rtl="0">
              <a:lnSpc>
                <a:spcPct val="100000"/>
              </a:lnSpc>
              <a:spcBef>
                <a:spcPts val="0"/>
              </a:spcBef>
              <a:spcAft>
                <a:spcPts val="0"/>
              </a:spcAft>
              <a:buClr>
                <a:schemeClr val="lt2"/>
              </a:buClr>
              <a:buSzPts val="1300"/>
              <a:buFont typeface="Lato"/>
              <a:buChar char="●"/>
            </a:pPr>
            <a:r>
              <a:rPr lang="en" sz="1300" b="0" i="0" u="none" strike="noStrike" cap="none">
                <a:solidFill>
                  <a:schemeClr val="lt2"/>
                </a:solidFill>
                <a:latin typeface="Roboto"/>
                <a:ea typeface="Roboto"/>
                <a:cs typeface="Roboto"/>
                <a:sym typeface="Roboto"/>
              </a:rPr>
              <a:t>If a goat's current HP drops to 0, the goat is knocked </a:t>
            </a:r>
            <a:r>
              <a:rPr lang="en" sz="1300" b="1" i="0" u="sng" strike="noStrike" cap="none">
                <a:solidFill>
                  <a:srgbClr val="FF0000"/>
                </a:solidFill>
                <a:latin typeface="Roboto"/>
                <a:ea typeface="Roboto"/>
                <a:cs typeface="Roboto"/>
                <a:sym typeface="Roboto"/>
              </a:rPr>
              <a:t>unconscious</a:t>
            </a:r>
            <a:r>
              <a:rPr lang="en" sz="1300" b="0" i="0" u="none" strike="noStrike" cap="none">
                <a:solidFill>
                  <a:schemeClr val="lt2"/>
                </a:solidFill>
                <a:latin typeface="Roboto"/>
                <a:ea typeface="Roboto"/>
                <a:cs typeface="Roboto"/>
                <a:sym typeface="Roboto"/>
              </a:rPr>
              <a:t>.</a:t>
            </a:r>
            <a:endParaRPr sz="1300" b="0" i="0" u="none" strike="noStrike" cap="none">
              <a:solidFill>
                <a:schemeClr val="lt2"/>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graphicFrame>
        <p:nvGraphicFramePr>
          <p:cNvPr id="525" name="Google Shape;525;p83"/>
          <p:cNvGraphicFramePr/>
          <p:nvPr/>
        </p:nvGraphicFramePr>
        <p:xfrm>
          <a:off x="2490850" y="1574350"/>
          <a:ext cx="3000000" cy="3000000"/>
        </p:xfrm>
        <a:graphic>
          <a:graphicData uri="http://schemas.openxmlformats.org/drawingml/2006/table">
            <a:tbl>
              <a:tblPr>
                <a:noFill/>
                <a:tableStyleId>{8CDE0EAC-EDFA-49A2-864E-461DE6BB09B6}</a:tableStyleId>
              </a:tblPr>
              <a:tblGrid>
                <a:gridCol w="900075">
                  <a:extLst>
                    <a:ext uri="{9D8B030D-6E8A-4147-A177-3AD203B41FA5}">
                      <a16:colId xmlns:a16="http://schemas.microsoft.com/office/drawing/2014/main" val="20000"/>
                    </a:ext>
                  </a:extLst>
                </a:gridCol>
                <a:gridCol w="1785900">
                  <a:extLst>
                    <a:ext uri="{9D8B030D-6E8A-4147-A177-3AD203B41FA5}">
                      <a16:colId xmlns:a16="http://schemas.microsoft.com/office/drawing/2014/main" val="20001"/>
                    </a:ext>
                  </a:extLst>
                </a:gridCol>
                <a:gridCol w="1785900">
                  <a:extLst>
                    <a:ext uri="{9D8B030D-6E8A-4147-A177-3AD203B41FA5}">
                      <a16:colId xmlns:a16="http://schemas.microsoft.com/office/drawing/2014/main" val="20002"/>
                    </a:ext>
                  </a:extLst>
                </a:gridCol>
                <a:gridCol w="1785900">
                  <a:extLst>
                    <a:ext uri="{9D8B030D-6E8A-4147-A177-3AD203B41FA5}">
                      <a16:colId xmlns:a16="http://schemas.microsoft.com/office/drawing/2014/main" val="20003"/>
                    </a:ext>
                  </a:extLst>
                </a:gridCol>
              </a:tblGrid>
              <a:tr h="41705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Class </a:t>
                      </a: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0"/>
                  </a:ext>
                </a:extLst>
              </a:tr>
              <a:tr h="14565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State</a:t>
                      </a: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14565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Behavior</a:t>
                      </a: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bl>
          </a:graphicData>
        </a:graphic>
      </p:graphicFrame>
      <p:sp>
        <p:nvSpPr>
          <p:cNvPr id="526" name="Google Shape;526;p83"/>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Domain analysis is the activity of identifying and documenting the commonalities and variabilities in related software systems. Begin your design with a simple domain analysis.</a:t>
            </a:r>
            <a:endParaRPr/>
          </a:p>
        </p:txBody>
      </p:sp>
      <p:sp>
        <p:nvSpPr>
          <p:cNvPr id="527" name="Google Shape;527;p8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a:t>
            </a:fld>
            <a:endParaRPr/>
          </a:p>
        </p:txBody>
      </p:sp>
      <p:sp>
        <p:nvSpPr>
          <p:cNvPr id="528" name="Google Shape;528;p83"/>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Simple Domain Analysis</a:t>
            </a:r>
            <a:endParaRPr/>
          </a:p>
        </p:txBody>
      </p:sp>
      <p:sp>
        <p:nvSpPr>
          <p:cNvPr id="529" name="Google Shape;529;p83"/>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3.1</a:t>
            </a:r>
            <a:endParaRPr/>
          </a:p>
        </p:txBody>
      </p:sp>
      <p:sp>
        <p:nvSpPr>
          <p:cNvPr id="530" name="Google Shape;530;p83"/>
          <p:cNvSpPr txBox="1"/>
          <p:nvPr/>
        </p:nvSpPr>
        <p:spPr>
          <a:xfrm>
            <a:off x="3446150" y="1648968"/>
            <a:ext cx="1565100" cy="315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ATTACK</a:t>
            </a:r>
            <a:endParaRPr sz="1800" b="0" i="0" u="none" strike="noStrike" cap="none">
              <a:solidFill>
                <a:srgbClr val="FF0000"/>
              </a:solidFill>
              <a:latin typeface="Shadows Into Light"/>
              <a:ea typeface="Shadows Into Light"/>
              <a:cs typeface="Shadows Into Light"/>
              <a:sym typeface="Shadows Into Light"/>
            </a:endParaRPr>
          </a:p>
        </p:txBody>
      </p:sp>
      <p:sp>
        <p:nvSpPr>
          <p:cNvPr id="531" name="Google Shape;531;p83"/>
          <p:cNvSpPr txBox="1"/>
          <p:nvPr/>
        </p:nvSpPr>
        <p:spPr>
          <a:xfrm>
            <a:off x="3446150" y="2106168"/>
            <a:ext cx="1565100" cy="123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NAME</a:t>
            </a:r>
            <a:endParaRPr sz="1800" b="0" i="0" u="none" strike="noStrike" cap="none">
              <a:solidFill>
                <a:srgbClr val="FF0000"/>
              </a:solidFill>
              <a:latin typeface="Shadows Into Light"/>
              <a:ea typeface="Shadows Into Light"/>
              <a:cs typeface="Shadows Into Light"/>
              <a:sym typeface="Shadows Into Light"/>
            </a:endParaRPr>
          </a:p>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 OF HITS</a:t>
            </a:r>
            <a:endParaRPr sz="1800" b="0" i="0" u="none" strike="noStrike" cap="none">
              <a:solidFill>
                <a:srgbClr val="FF0000"/>
              </a:solidFill>
              <a:latin typeface="Shadows Into Light"/>
              <a:ea typeface="Shadows Into Light"/>
              <a:cs typeface="Shadows Into Light"/>
              <a:sym typeface="Shadows Into Light"/>
            </a:endParaRPr>
          </a:p>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DAMAGE TYPE</a:t>
            </a:r>
            <a:endParaRPr sz="1800" b="0" i="0" u="none" strike="noStrike" cap="none">
              <a:solidFill>
                <a:srgbClr val="FF0000"/>
              </a:solidFill>
              <a:latin typeface="Shadows Into Light"/>
              <a:ea typeface="Shadows Into Light"/>
              <a:cs typeface="Shadows Into Light"/>
              <a:sym typeface="Shadows Into Light"/>
            </a:endParaRPr>
          </a:p>
        </p:txBody>
      </p:sp>
      <p:sp>
        <p:nvSpPr>
          <p:cNvPr id="532" name="Google Shape;532;p83"/>
          <p:cNvSpPr txBox="1"/>
          <p:nvPr/>
        </p:nvSpPr>
        <p:spPr>
          <a:xfrm>
            <a:off x="3446150" y="3553968"/>
            <a:ext cx="1565100" cy="123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GETTERS</a:t>
            </a:r>
            <a:endParaRPr sz="1800" b="0" i="0" u="none" strike="noStrike" cap="none">
              <a:solidFill>
                <a:srgbClr val="FF0000"/>
              </a:solidFill>
              <a:latin typeface="Shadows Into Light"/>
              <a:ea typeface="Shadows Into Light"/>
              <a:cs typeface="Shadows Into Light"/>
              <a:sym typeface="Shadows Into Light"/>
            </a:endParaRPr>
          </a:p>
        </p:txBody>
      </p:sp>
      <p:sp>
        <p:nvSpPr>
          <p:cNvPr id="533" name="Google Shape;533;p83"/>
          <p:cNvSpPr txBox="1"/>
          <p:nvPr/>
        </p:nvSpPr>
        <p:spPr>
          <a:xfrm>
            <a:off x="5198750" y="1648968"/>
            <a:ext cx="1565100" cy="315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MAGE</a:t>
            </a:r>
            <a:endParaRPr sz="1800" b="0" i="0" u="none" strike="noStrike" cap="none">
              <a:solidFill>
                <a:srgbClr val="FF0000"/>
              </a:solidFill>
              <a:latin typeface="Shadows Into Light"/>
              <a:ea typeface="Shadows Into Light"/>
              <a:cs typeface="Shadows Into Light"/>
              <a:sym typeface="Shadows Into Light"/>
            </a:endParaRPr>
          </a:p>
        </p:txBody>
      </p:sp>
      <p:sp>
        <p:nvSpPr>
          <p:cNvPr id="534" name="Google Shape;534;p83"/>
          <p:cNvSpPr txBox="1"/>
          <p:nvPr/>
        </p:nvSpPr>
        <p:spPr>
          <a:xfrm>
            <a:off x="5179534" y="2106168"/>
            <a:ext cx="1785900" cy="123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NAME</a:t>
            </a:r>
            <a:endParaRPr sz="1800" b="0" i="0" u="none" strike="noStrike" cap="none">
              <a:solidFill>
                <a:srgbClr val="FF0000"/>
              </a:solidFill>
              <a:latin typeface="Shadows Into Light"/>
              <a:ea typeface="Shadows Into Light"/>
              <a:cs typeface="Shadows Into Light"/>
              <a:sym typeface="Shadows Into Light"/>
            </a:endParaRPr>
          </a:p>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MAX HP</a:t>
            </a:r>
            <a:endParaRPr sz="1800" b="0" i="0" u="none" strike="noStrike" cap="none">
              <a:solidFill>
                <a:srgbClr val="FF0000"/>
              </a:solidFill>
              <a:latin typeface="Shadows Into Light"/>
              <a:ea typeface="Shadows Into Light"/>
              <a:cs typeface="Shadows Into Light"/>
              <a:sym typeface="Shadows Into Light"/>
            </a:endParaRPr>
          </a:p>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CURRENT HP</a:t>
            </a:r>
            <a:endParaRPr sz="1800" b="0" i="0" u="none" strike="noStrike" cap="none">
              <a:solidFill>
                <a:srgbClr val="FF0000"/>
              </a:solidFill>
              <a:latin typeface="Shadows Into Light"/>
              <a:ea typeface="Shadows Into Light"/>
              <a:cs typeface="Shadows Into Light"/>
              <a:sym typeface="Shadows Into Light"/>
            </a:endParaRPr>
          </a:p>
        </p:txBody>
      </p:sp>
      <p:sp>
        <p:nvSpPr>
          <p:cNvPr id="535" name="Google Shape;535;p83"/>
          <p:cNvSpPr txBox="1"/>
          <p:nvPr/>
        </p:nvSpPr>
        <p:spPr>
          <a:xfrm>
            <a:off x="5274950" y="3553968"/>
            <a:ext cx="1565100" cy="123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ATTACK</a:t>
            </a:r>
            <a:endParaRPr sz="1800" b="0" i="0" u="none" strike="noStrike" cap="none">
              <a:solidFill>
                <a:srgbClr val="FF0000"/>
              </a:solidFill>
              <a:latin typeface="Shadows Into Light"/>
              <a:ea typeface="Shadows Into Light"/>
              <a:cs typeface="Shadows Into Light"/>
              <a:sym typeface="Shadows Into Light"/>
            </a:endParaRPr>
          </a:p>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ATTACKED</a:t>
            </a:r>
            <a:endParaRPr sz="1800" b="0" i="0" u="none" strike="noStrike" cap="none">
              <a:solidFill>
                <a:srgbClr val="FF0000"/>
              </a:solidFill>
              <a:latin typeface="Shadows Into Light"/>
              <a:ea typeface="Shadows Into Light"/>
              <a:cs typeface="Shadows Into Light"/>
              <a:sym typeface="Shadows Into Light"/>
            </a:endParaRPr>
          </a:p>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HEAL</a:t>
            </a:r>
            <a:endParaRPr sz="1800" b="0" i="0" u="none" strike="noStrike" cap="none">
              <a:solidFill>
                <a:srgbClr val="FF0000"/>
              </a:solidFill>
              <a:latin typeface="Shadows Into Light"/>
              <a:ea typeface="Shadows Into Light"/>
              <a:cs typeface="Shadows Into Light"/>
              <a:sym typeface="Shadows Into Light"/>
            </a:endParaRPr>
          </a:p>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IS CONSCIOUS?</a:t>
            </a:r>
            <a:endParaRPr sz="1800" b="0" i="0" u="none" strike="noStrike" cap="none">
              <a:solidFill>
                <a:srgbClr val="FF0000"/>
              </a:solidFill>
              <a:latin typeface="Shadows Into Light"/>
              <a:ea typeface="Shadows Into Light"/>
              <a:cs typeface="Shadows Into Light"/>
              <a:sym typeface="Shadows Into Light"/>
            </a:endParaRPr>
          </a:p>
        </p:txBody>
      </p:sp>
      <p:sp>
        <p:nvSpPr>
          <p:cNvPr id="536" name="Google Shape;536;p83"/>
          <p:cNvSpPr txBox="1"/>
          <p:nvPr/>
        </p:nvSpPr>
        <p:spPr>
          <a:xfrm>
            <a:off x="7027550" y="1648968"/>
            <a:ext cx="1565100" cy="315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FIGHTER</a:t>
            </a:r>
            <a:endParaRPr sz="1800" b="0" i="0" u="none" strike="noStrike" cap="none">
              <a:solidFill>
                <a:srgbClr val="FF0000"/>
              </a:solidFill>
              <a:latin typeface="Shadows Into Light"/>
              <a:ea typeface="Shadows Into Light"/>
              <a:cs typeface="Shadows Into Light"/>
              <a:sym typeface="Shadows Into Light"/>
            </a:endParaRPr>
          </a:p>
        </p:txBody>
      </p:sp>
      <p:sp>
        <p:nvSpPr>
          <p:cNvPr id="537" name="Google Shape;537;p83"/>
          <p:cNvSpPr txBox="1"/>
          <p:nvPr/>
        </p:nvSpPr>
        <p:spPr>
          <a:xfrm>
            <a:off x="6963184" y="2106168"/>
            <a:ext cx="1785900" cy="123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NAME</a:t>
            </a:r>
            <a:endParaRPr sz="1800" b="0" i="0" u="none" strike="noStrike" cap="none">
              <a:solidFill>
                <a:srgbClr val="FF0000"/>
              </a:solidFill>
              <a:latin typeface="Shadows Into Light"/>
              <a:ea typeface="Shadows Into Light"/>
              <a:cs typeface="Shadows Into Light"/>
              <a:sym typeface="Shadows Into Light"/>
            </a:endParaRPr>
          </a:p>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MAX HP</a:t>
            </a:r>
            <a:endParaRPr sz="1800" b="0" i="0" u="none" strike="noStrike" cap="none">
              <a:solidFill>
                <a:srgbClr val="FF0000"/>
              </a:solidFill>
              <a:latin typeface="Shadows Into Light"/>
              <a:ea typeface="Shadows Into Light"/>
              <a:cs typeface="Shadows Into Light"/>
              <a:sym typeface="Shadows Into Light"/>
            </a:endParaRPr>
          </a:p>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CURRENT HP</a:t>
            </a:r>
            <a:endParaRPr sz="1800" b="0" i="0" u="none" strike="noStrike" cap="none">
              <a:solidFill>
                <a:srgbClr val="FF0000"/>
              </a:solidFill>
              <a:latin typeface="Shadows Into Light"/>
              <a:ea typeface="Shadows Into Light"/>
              <a:cs typeface="Shadows Into Light"/>
              <a:sym typeface="Shadows Into Light"/>
            </a:endParaRPr>
          </a:p>
        </p:txBody>
      </p:sp>
      <p:sp>
        <p:nvSpPr>
          <p:cNvPr id="538" name="Google Shape;538;p83"/>
          <p:cNvSpPr txBox="1"/>
          <p:nvPr/>
        </p:nvSpPr>
        <p:spPr>
          <a:xfrm>
            <a:off x="7027550" y="3553968"/>
            <a:ext cx="1565100" cy="123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ATTACK</a:t>
            </a:r>
            <a:endParaRPr sz="1800" b="0" i="0" u="none" strike="noStrike" cap="none">
              <a:solidFill>
                <a:srgbClr val="FF0000"/>
              </a:solidFill>
              <a:latin typeface="Shadows Into Light"/>
              <a:ea typeface="Shadows Into Light"/>
              <a:cs typeface="Shadows Into Light"/>
              <a:sym typeface="Shadows Into Light"/>
            </a:endParaRPr>
          </a:p>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ATTACKED</a:t>
            </a:r>
            <a:endParaRPr sz="1800" b="0" i="0" u="none" strike="noStrike" cap="none">
              <a:solidFill>
                <a:srgbClr val="FF0000"/>
              </a:solidFill>
              <a:latin typeface="Shadows Into Light"/>
              <a:ea typeface="Shadows Into Light"/>
              <a:cs typeface="Shadows Into Light"/>
              <a:sym typeface="Shadows Into Light"/>
            </a:endParaRPr>
          </a:p>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HEAL</a:t>
            </a:r>
            <a:endParaRPr sz="1800" b="0" i="0" u="none" strike="noStrike" cap="none">
              <a:solidFill>
                <a:srgbClr val="FF0000"/>
              </a:solidFill>
              <a:latin typeface="Shadows Into Light"/>
              <a:ea typeface="Shadows Into Light"/>
              <a:cs typeface="Shadows Into Light"/>
              <a:sym typeface="Shadows Into Light"/>
            </a:endParaRPr>
          </a:p>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IS CONSCIOUS?</a:t>
            </a:r>
            <a:endParaRPr sz="1800" b="0" i="0" u="none" strike="noStrike" cap="none">
              <a:solidFill>
                <a:srgbClr val="FF0000"/>
              </a:solidFill>
              <a:latin typeface="Shadows Into Light"/>
              <a:ea typeface="Shadows Into Light"/>
              <a:cs typeface="Shadows Into Light"/>
              <a:sym typeface="Shadows Into Light"/>
            </a:endParaRPr>
          </a:p>
        </p:txBody>
      </p:sp>
      <p:sp>
        <p:nvSpPr>
          <p:cNvPr id="539" name="Google Shape;539;p83"/>
          <p:cNvSpPr txBox="1"/>
          <p:nvPr/>
        </p:nvSpPr>
        <p:spPr>
          <a:xfrm>
            <a:off x="51775" y="1574350"/>
            <a:ext cx="2381700" cy="2385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a:solidFill>
                  <a:schemeClr val="lt2"/>
                </a:solidFill>
                <a:latin typeface="Roboto"/>
                <a:ea typeface="Roboto"/>
                <a:cs typeface="Roboto"/>
                <a:sym typeface="Roboto"/>
              </a:rPr>
              <a:t>In addition to the previous attributes for Mages and Fighters</a:t>
            </a:r>
            <a:r>
              <a:rPr lang="en" sz="1300" b="0" i="0" u="none" strike="noStrike" cap="none">
                <a:solidFill>
                  <a:schemeClr val="lt2"/>
                </a:solidFill>
                <a:latin typeface="Roboto"/>
                <a:ea typeface="Roboto"/>
                <a:cs typeface="Roboto"/>
                <a:sym typeface="Roboto"/>
              </a:rPr>
              <a:t>:</a:t>
            </a:r>
            <a:endParaRPr sz="1300" b="0" i="0" u="none" strike="noStrike" cap="none">
              <a:solidFill>
                <a:schemeClr val="lt2"/>
              </a:solidFill>
              <a:latin typeface="Roboto"/>
              <a:ea typeface="Roboto"/>
              <a:cs typeface="Roboto"/>
              <a:sym typeface="Roboto"/>
            </a:endParaRPr>
          </a:p>
          <a:p>
            <a:pPr marL="457200" marR="0" lvl="0" indent="-311150" algn="l" rtl="0">
              <a:lnSpc>
                <a:spcPct val="100000"/>
              </a:lnSpc>
              <a:spcBef>
                <a:spcPts val="0"/>
              </a:spcBef>
              <a:spcAft>
                <a:spcPts val="0"/>
              </a:spcAft>
              <a:buClr>
                <a:schemeClr val="lt2"/>
              </a:buClr>
              <a:buSzPts val="1300"/>
              <a:buFont typeface="Lato"/>
              <a:buChar char="●"/>
            </a:pPr>
            <a:r>
              <a:rPr lang="en" sz="1300" b="0" i="0" u="none" strike="noStrike" cap="none">
                <a:solidFill>
                  <a:schemeClr val="lt2"/>
                </a:solidFill>
                <a:latin typeface="Roboto"/>
                <a:ea typeface="Roboto"/>
                <a:cs typeface="Roboto"/>
                <a:sym typeface="Roboto"/>
              </a:rPr>
              <a:t>All goats have a </a:t>
            </a:r>
            <a:r>
              <a:rPr lang="en" sz="1300" b="1" i="0" u="sng" strike="noStrike" cap="none">
                <a:solidFill>
                  <a:srgbClr val="FF0000"/>
                </a:solidFill>
                <a:latin typeface="Roboto"/>
                <a:ea typeface="Roboto"/>
                <a:cs typeface="Roboto"/>
                <a:sym typeface="Roboto"/>
              </a:rPr>
              <a:t>name</a:t>
            </a:r>
            <a:r>
              <a:rPr lang="en" sz="1300" b="0" i="0" u="none" strike="noStrike" cap="none">
                <a:solidFill>
                  <a:schemeClr val="lt2"/>
                </a:solidFill>
                <a:latin typeface="Roboto"/>
                <a:ea typeface="Roboto"/>
                <a:cs typeface="Roboto"/>
                <a:sym typeface="Roboto"/>
              </a:rPr>
              <a:t>, e.g. “Hairy Potter.”</a:t>
            </a:r>
            <a:endParaRPr sz="1300" b="0" i="0" u="none" strike="noStrike" cap="none">
              <a:solidFill>
                <a:schemeClr val="lt2"/>
              </a:solidFill>
              <a:latin typeface="Roboto"/>
              <a:ea typeface="Roboto"/>
              <a:cs typeface="Roboto"/>
              <a:sym typeface="Roboto"/>
            </a:endParaRPr>
          </a:p>
          <a:p>
            <a:pPr marL="457200" marR="0" lvl="0" indent="-311150" algn="l" rtl="0">
              <a:lnSpc>
                <a:spcPct val="100000"/>
              </a:lnSpc>
              <a:spcBef>
                <a:spcPts val="0"/>
              </a:spcBef>
              <a:spcAft>
                <a:spcPts val="0"/>
              </a:spcAft>
              <a:buClr>
                <a:schemeClr val="lt2"/>
              </a:buClr>
              <a:buSzPts val="1300"/>
              <a:buFont typeface="Lato"/>
              <a:buChar char="●"/>
            </a:pPr>
            <a:r>
              <a:rPr lang="en" sz="1300" b="0" i="0" u="none" strike="noStrike" cap="none">
                <a:solidFill>
                  <a:schemeClr val="lt2"/>
                </a:solidFill>
                <a:latin typeface="Roboto"/>
                <a:ea typeface="Roboto"/>
                <a:cs typeface="Roboto"/>
                <a:sym typeface="Roboto"/>
              </a:rPr>
              <a:t>All goats can be </a:t>
            </a:r>
            <a:r>
              <a:rPr lang="en" sz="1300" b="1" i="0" u="sng" strike="noStrike" cap="none">
                <a:solidFill>
                  <a:srgbClr val="FF0000"/>
                </a:solidFill>
                <a:latin typeface="Roboto"/>
                <a:ea typeface="Roboto"/>
                <a:cs typeface="Roboto"/>
                <a:sym typeface="Roboto"/>
              </a:rPr>
              <a:t>healed</a:t>
            </a:r>
            <a:r>
              <a:rPr lang="en" sz="1300" b="1" i="0" u="sng" strike="noStrike" cap="none">
                <a:solidFill>
                  <a:schemeClr val="lt2"/>
                </a:solidFill>
                <a:latin typeface="Roboto"/>
                <a:ea typeface="Roboto"/>
                <a:cs typeface="Roboto"/>
                <a:sym typeface="Roboto"/>
              </a:rPr>
              <a:t> </a:t>
            </a:r>
            <a:r>
              <a:rPr lang="en" sz="1300" b="0" i="0" u="none" strike="noStrike" cap="none">
                <a:solidFill>
                  <a:schemeClr val="lt2"/>
                </a:solidFill>
                <a:latin typeface="Roboto"/>
                <a:ea typeface="Roboto"/>
                <a:cs typeface="Roboto"/>
                <a:sym typeface="Roboto"/>
              </a:rPr>
              <a:t>for some of their hit points.</a:t>
            </a:r>
            <a:endParaRPr sz="1300" b="0" i="0" u="none" strike="noStrike" cap="none">
              <a:solidFill>
                <a:schemeClr val="lt2"/>
              </a:solidFill>
              <a:latin typeface="Roboto"/>
              <a:ea typeface="Roboto"/>
              <a:cs typeface="Roboto"/>
              <a:sym typeface="Roboto"/>
            </a:endParaRPr>
          </a:p>
          <a:p>
            <a:pPr marL="457200" marR="0" lvl="0" indent="-311150" algn="l" rtl="0">
              <a:lnSpc>
                <a:spcPct val="100000"/>
              </a:lnSpc>
              <a:spcBef>
                <a:spcPts val="0"/>
              </a:spcBef>
              <a:spcAft>
                <a:spcPts val="0"/>
              </a:spcAft>
              <a:buClr>
                <a:schemeClr val="lt2"/>
              </a:buClr>
              <a:buSzPts val="1300"/>
              <a:buFont typeface="Lato"/>
              <a:buChar char="●"/>
            </a:pPr>
            <a:r>
              <a:rPr lang="en" sz="1300" b="0" i="0" u="none" strike="noStrike" cap="none">
                <a:solidFill>
                  <a:schemeClr val="lt2"/>
                </a:solidFill>
                <a:latin typeface="Roboto"/>
                <a:ea typeface="Roboto"/>
                <a:cs typeface="Roboto"/>
                <a:sym typeface="Roboto"/>
              </a:rPr>
              <a:t>If a goat's current HP drops to 0, the goat is knocked </a:t>
            </a:r>
            <a:r>
              <a:rPr lang="en" sz="1300" b="1" i="0" u="sng" strike="noStrike" cap="none">
                <a:solidFill>
                  <a:srgbClr val="FF0000"/>
                </a:solidFill>
                <a:latin typeface="Roboto"/>
                <a:ea typeface="Roboto"/>
                <a:cs typeface="Roboto"/>
                <a:sym typeface="Roboto"/>
              </a:rPr>
              <a:t>unconscious</a:t>
            </a:r>
            <a:r>
              <a:rPr lang="en" sz="1300" b="0" i="0" u="none" strike="noStrike" cap="none">
                <a:solidFill>
                  <a:schemeClr val="lt2"/>
                </a:solidFill>
                <a:latin typeface="Roboto"/>
                <a:ea typeface="Roboto"/>
                <a:cs typeface="Roboto"/>
                <a:sym typeface="Roboto"/>
              </a:rPr>
              <a:t>.</a:t>
            </a:r>
            <a:endParaRPr sz="1300" b="0" i="0" u="none" strike="noStrike" cap="none">
              <a:solidFill>
                <a:schemeClr val="lt2"/>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43"/>
        <p:cNvGrpSpPr/>
        <p:nvPr/>
      </p:nvGrpSpPr>
      <p:grpSpPr>
        <a:xfrm>
          <a:off x="0" y="0"/>
          <a:ext cx="0" cy="0"/>
          <a:chOff x="0" y="0"/>
          <a:chExt cx="0" cy="0"/>
        </a:xfrm>
      </p:grpSpPr>
      <p:sp>
        <p:nvSpPr>
          <p:cNvPr id="544" name="Google Shape;544;p84"/>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Clr>
                <a:srgbClr val="000000"/>
              </a:buClr>
              <a:buSzPts val="1600"/>
              <a:buFont typeface="Arial"/>
              <a:buNone/>
            </a:pPr>
            <a:r>
              <a:rPr lang="en"/>
              <a:t>An attack in GvT may do one of several </a:t>
            </a:r>
            <a:r>
              <a:rPr lang="en" i="1"/>
              <a:t>predefined </a:t>
            </a:r>
            <a:r>
              <a:rPr lang="en"/>
              <a:t>types of damage. Define a Java enumeration that can be used to represent the different damage types in a game of GvT.</a:t>
            </a:r>
            <a:endParaRPr/>
          </a:p>
        </p:txBody>
      </p:sp>
      <p:sp>
        <p:nvSpPr>
          <p:cNvPr id="545" name="Google Shape;545;p8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a:t>
            </a:fld>
            <a:endParaRPr/>
          </a:p>
        </p:txBody>
      </p:sp>
      <p:sp>
        <p:nvSpPr>
          <p:cNvPr id="546" name="Google Shape;546;p84"/>
          <p:cNvSpPr txBox="1">
            <a:spLocks noGrp="1"/>
          </p:cNvSpPr>
          <p:nvPr>
            <p:ph type="body" idx="2"/>
          </p:nvPr>
        </p:nvSpPr>
        <p:spPr>
          <a:xfrm>
            <a:off x="2969600" y="1479725"/>
            <a:ext cx="5971500" cy="2893800"/>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a:t>Create a new package under </a:t>
            </a:r>
            <a:r>
              <a:rPr lang="en" sz="1500">
                <a:latin typeface="Courier New"/>
                <a:ea typeface="Courier New"/>
                <a:cs typeface="Courier New"/>
                <a:sym typeface="Courier New"/>
              </a:rPr>
              <a:t>unit03</a:t>
            </a:r>
            <a:r>
              <a:rPr lang="en" sz="1500"/>
              <a:t> named "</a:t>
            </a:r>
            <a:r>
              <a:rPr lang="en" sz="1500">
                <a:latin typeface="Courier New"/>
                <a:ea typeface="Courier New"/>
                <a:cs typeface="Courier New"/>
                <a:sym typeface="Courier New"/>
              </a:rPr>
              <a:t>gvt</a:t>
            </a:r>
            <a:r>
              <a:rPr lang="en" sz="1500"/>
              <a:t>". You will use this package for all of the code that you write today. </a:t>
            </a:r>
            <a:endParaRPr sz="1500"/>
          </a:p>
          <a:p>
            <a:pPr marL="457200" lvl="0" indent="-323850" algn="l" rtl="0">
              <a:spcBef>
                <a:spcPts val="0"/>
              </a:spcBef>
              <a:spcAft>
                <a:spcPts val="0"/>
              </a:spcAft>
              <a:buSzPts val="1500"/>
              <a:buChar char="●"/>
            </a:pPr>
            <a:r>
              <a:rPr lang="en" sz="1500"/>
              <a:t>Create a new Java enum named "</a:t>
            </a:r>
            <a:r>
              <a:rPr lang="en" sz="1500">
                <a:latin typeface="Courier New"/>
                <a:ea typeface="Courier New"/>
                <a:cs typeface="Courier New"/>
                <a:sym typeface="Courier New"/>
              </a:rPr>
              <a:t>DamageType</a:t>
            </a:r>
            <a:r>
              <a:rPr lang="en" sz="1500"/>
              <a:t>". Enumerate the possible values for damage types including:</a:t>
            </a:r>
            <a:endParaRPr sz="1500"/>
          </a:p>
          <a:p>
            <a:pPr marL="914400" lvl="1" indent="-311150" algn="l" rtl="0">
              <a:spcBef>
                <a:spcPts val="0"/>
              </a:spcBef>
              <a:spcAft>
                <a:spcPts val="0"/>
              </a:spcAft>
              <a:buSzPts val="1300"/>
              <a:buChar char="○"/>
            </a:pPr>
            <a:r>
              <a:rPr lang="en" sz="1300"/>
              <a:t>Physical</a:t>
            </a:r>
            <a:endParaRPr sz="1300"/>
          </a:p>
          <a:p>
            <a:pPr marL="914400" lvl="1" indent="-311150" algn="l" rtl="0">
              <a:spcBef>
                <a:spcPts val="0"/>
              </a:spcBef>
              <a:spcAft>
                <a:spcPts val="0"/>
              </a:spcAft>
              <a:buSzPts val="1300"/>
              <a:buChar char="○"/>
            </a:pPr>
            <a:r>
              <a:rPr lang="en" sz="1300"/>
              <a:t>Magical</a:t>
            </a:r>
            <a:endParaRPr sz="1300"/>
          </a:p>
          <a:p>
            <a:pPr marL="914400" lvl="1" indent="-311150" algn="l" rtl="0">
              <a:spcBef>
                <a:spcPts val="0"/>
              </a:spcBef>
              <a:spcAft>
                <a:spcPts val="0"/>
              </a:spcAft>
              <a:buSzPts val="1300"/>
              <a:buChar char="○"/>
            </a:pPr>
            <a:r>
              <a:rPr lang="en" sz="1300"/>
              <a:t>Poison</a:t>
            </a:r>
            <a:endParaRPr sz="1300"/>
          </a:p>
          <a:p>
            <a:pPr marL="914400" lvl="1" indent="-311150" algn="l" rtl="0">
              <a:spcBef>
                <a:spcPts val="0"/>
              </a:spcBef>
              <a:spcAft>
                <a:spcPts val="0"/>
              </a:spcAft>
              <a:buSzPts val="1300"/>
              <a:buChar char="○"/>
            </a:pPr>
            <a:r>
              <a:rPr lang="en" sz="1300"/>
              <a:t>Holy</a:t>
            </a:r>
            <a:endParaRPr sz="1300"/>
          </a:p>
          <a:p>
            <a:pPr marL="914400" lvl="1" indent="-311150" algn="l" rtl="0">
              <a:spcBef>
                <a:spcPts val="0"/>
              </a:spcBef>
              <a:spcAft>
                <a:spcPts val="0"/>
              </a:spcAft>
              <a:buSzPts val="1300"/>
              <a:buChar char="○"/>
            </a:pPr>
            <a:r>
              <a:rPr lang="en" sz="1300"/>
              <a:t>Elemental</a:t>
            </a:r>
            <a:endParaRPr sz="1300"/>
          </a:p>
          <a:p>
            <a:pPr marL="457200" lvl="0" indent="-323850" algn="l" rtl="0">
              <a:spcBef>
                <a:spcPts val="0"/>
              </a:spcBef>
              <a:spcAft>
                <a:spcPts val="0"/>
              </a:spcAft>
              <a:buSzPts val="1500"/>
              <a:buChar char="●"/>
            </a:pPr>
            <a:r>
              <a:rPr lang="en" sz="1500"/>
              <a:t>There is no need to test your new </a:t>
            </a:r>
            <a:r>
              <a:rPr lang="en" sz="1500">
                <a:latin typeface="Courier New"/>
                <a:ea typeface="Courier New"/>
                <a:cs typeface="Courier New"/>
                <a:sym typeface="Courier New"/>
              </a:rPr>
              <a:t>enum</a:t>
            </a:r>
            <a:r>
              <a:rPr lang="en" sz="1500"/>
              <a:t>; you will be using it in the next activity.</a:t>
            </a:r>
            <a:endParaRPr sz="1500"/>
          </a:p>
        </p:txBody>
      </p:sp>
      <p:sp>
        <p:nvSpPr>
          <p:cNvPr id="547" name="Google Shape;547;p84"/>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Damage Types</a:t>
            </a:r>
            <a:endParaRPr/>
          </a:p>
        </p:txBody>
      </p:sp>
      <p:sp>
        <p:nvSpPr>
          <p:cNvPr id="548" name="Google Shape;548;p84"/>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3.2</a:t>
            </a:r>
            <a:endParaRPr/>
          </a:p>
        </p:txBody>
      </p:sp>
      <p:pic>
        <p:nvPicPr>
          <p:cNvPr id="549" name="Google Shape;549;p84"/>
          <p:cNvPicPr preferRelativeResize="0"/>
          <p:nvPr/>
        </p:nvPicPr>
        <p:blipFill rotWithShape="1">
          <a:blip r:embed="rId3">
            <a:alphaModFix/>
          </a:blip>
          <a:srcRect/>
          <a:stretch/>
        </p:blipFill>
        <p:spPr>
          <a:xfrm>
            <a:off x="1521400" y="3257552"/>
            <a:ext cx="581625" cy="951750"/>
          </a:xfrm>
          <a:prstGeom prst="rect">
            <a:avLst/>
          </a:prstGeom>
          <a:noFill/>
          <a:ln>
            <a:noFill/>
          </a:ln>
        </p:spPr>
      </p:pic>
      <p:pic>
        <p:nvPicPr>
          <p:cNvPr id="550" name="Google Shape;550;p84"/>
          <p:cNvPicPr preferRelativeResize="0"/>
          <p:nvPr/>
        </p:nvPicPr>
        <p:blipFill rotWithShape="1">
          <a:blip r:embed="rId4">
            <a:alphaModFix/>
          </a:blip>
          <a:srcRect/>
          <a:stretch/>
        </p:blipFill>
        <p:spPr>
          <a:xfrm>
            <a:off x="1617533" y="1469250"/>
            <a:ext cx="465665" cy="737430"/>
          </a:xfrm>
          <a:prstGeom prst="rect">
            <a:avLst/>
          </a:prstGeom>
          <a:noFill/>
          <a:ln>
            <a:noFill/>
          </a:ln>
        </p:spPr>
      </p:pic>
      <p:pic>
        <p:nvPicPr>
          <p:cNvPr id="551" name="Google Shape;551;p84"/>
          <p:cNvPicPr preferRelativeResize="0"/>
          <p:nvPr/>
        </p:nvPicPr>
        <p:blipFill rotWithShape="1">
          <a:blip r:embed="rId5">
            <a:alphaModFix/>
          </a:blip>
          <a:srcRect/>
          <a:stretch/>
        </p:blipFill>
        <p:spPr>
          <a:xfrm>
            <a:off x="1281191" y="1770662"/>
            <a:ext cx="1012315" cy="389199"/>
          </a:xfrm>
          <a:prstGeom prst="rect">
            <a:avLst/>
          </a:prstGeom>
          <a:noFill/>
          <a:ln>
            <a:noFill/>
          </a:ln>
        </p:spPr>
      </p:pic>
      <p:pic>
        <p:nvPicPr>
          <p:cNvPr id="552" name="Google Shape;552;p84"/>
          <p:cNvPicPr preferRelativeResize="0"/>
          <p:nvPr/>
        </p:nvPicPr>
        <p:blipFill rotWithShape="1">
          <a:blip r:embed="rId6">
            <a:alphaModFix/>
          </a:blip>
          <a:srcRect/>
          <a:stretch/>
        </p:blipFill>
        <p:spPr>
          <a:xfrm>
            <a:off x="635383" y="1880366"/>
            <a:ext cx="615318" cy="169784"/>
          </a:xfrm>
          <a:prstGeom prst="rect">
            <a:avLst/>
          </a:prstGeom>
          <a:noFill/>
          <a:ln>
            <a:noFill/>
          </a:ln>
        </p:spPr>
      </p:pic>
      <p:sp>
        <p:nvSpPr>
          <p:cNvPr id="553" name="Google Shape;553;p84"/>
          <p:cNvSpPr txBox="1"/>
          <p:nvPr/>
        </p:nvSpPr>
        <p:spPr>
          <a:xfrm>
            <a:off x="205650" y="2494950"/>
            <a:ext cx="2693400" cy="519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Goat Mage’s </a:t>
            </a:r>
            <a:r>
              <a:rPr lang="en" sz="1200" b="0" i="1" u="none" strike="noStrike" cap="none">
                <a:solidFill>
                  <a:srgbClr val="000000"/>
                </a:solidFill>
                <a:latin typeface="Arial"/>
                <a:ea typeface="Arial"/>
                <a:cs typeface="Arial"/>
                <a:sym typeface="Arial"/>
              </a:rPr>
              <a:t>Magic Missile</a:t>
            </a:r>
            <a:r>
              <a:rPr lang="en" sz="1200" b="0" i="0" u="none" strike="noStrike" cap="none">
                <a:solidFill>
                  <a:srgbClr val="000000"/>
                </a:solidFill>
                <a:latin typeface="Arial"/>
                <a:ea typeface="Arial"/>
                <a:cs typeface="Arial"/>
                <a:sym typeface="Arial"/>
              </a:rPr>
              <a:t> attack does </a:t>
            </a:r>
            <a:r>
              <a:rPr lang="en" sz="1200" b="0" i="1" u="none" strike="noStrike" cap="none">
                <a:solidFill>
                  <a:srgbClr val="000000"/>
                </a:solidFill>
                <a:latin typeface="Arial"/>
                <a:ea typeface="Arial"/>
                <a:cs typeface="Arial"/>
                <a:sym typeface="Arial"/>
              </a:rPr>
              <a:t>Magical</a:t>
            </a:r>
            <a:r>
              <a:rPr lang="en" sz="1200" b="0" i="0" u="none" strike="noStrike" cap="none">
                <a:solidFill>
                  <a:srgbClr val="000000"/>
                </a:solidFill>
                <a:latin typeface="Arial"/>
                <a:ea typeface="Arial"/>
                <a:cs typeface="Arial"/>
                <a:sym typeface="Arial"/>
              </a:rPr>
              <a:t> damage...</a:t>
            </a:r>
            <a:endParaRPr sz="1200" b="0" i="0" u="none" strike="noStrike" cap="none">
              <a:solidFill>
                <a:srgbClr val="000000"/>
              </a:solidFill>
              <a:latin typeface="Arial"/>
              <a:ea typeface="Arial"/>
              <a:cs typeface="Arial"/>
              <a:sym typeface="Arial"/>
            </a:endParaRPr>
          </a:p>
        </p:txBody>
      </p:sp>
      <p:pic>
        <p:nvPicPr>
          <p:cNvPr id="554" name="Google Shape;554;p84"/>
          <p:cNvPicPr preferRelativeResize="0"/>
          <p:nvPr/>
        </p:nvPicPr>
        <p:blipFill rotWithShape="1">
          <a:blip r:embed="rId6">
            <a:alphaModFix/>
          </a:blip>
          <a:srcRect/>
          <a:stretch/>
        </p:blipFill>
        <p:spPr>
          <a:xfrm>
            <a:off x="473850" y="1651181"/>
            <a:ext cx="615318" cy="169784"/>
          </a:xfrm>
          <a:prstGeom prst="rect">
            <a:avLst/>
          </a:prstGeom>
          <a:noFill/>
          <a:ln>
            <a:noFill/>
          </a:ln>
        </p:spPr>
      </p:pic>
      <p:pic>
        <p:nvPicPr>
          <p:cNvPr id="555" name="Google Shape;555;p84"/>
          <p:cNvPicPr preferRelativeResize="0"/>
          <p:nvPr/>
        </p:nvPicPr>
        <p:blipFill rotWithShape="1">
          <a:blip r:embed="rId6">
            <a:alphaModFix/>
          </a:blip>
          <a:srcRect/>
          <a:stretch/>
        </p:blipFill>
        <p:spPr>
          <a:xfrm>
            <a:off x="473850" y="2103938"/>
            <a:ext cx="615318" cy="169784"/>
          </a:xfrm>
          <a:prstGeom prst="rect">
            <a:avLst/>
          </a:prstGeom>
          <a:noFill/>
          <a:ln>
            <a:noFill/>
          </a:ln>
        </p:spPr>
      </p:pic>
      <p:pic>
        <p:nvPicPr>
          <p:cNvPr id="556" name="Google Shape;556;p84"/>
          <p:cNvPicPr preferRelativeResize="0"/>
          <p:nvPr/>
        </p:nvPicPr>
        <p:blipFill rotWithShape="1">
          <a:blip r:embed="rId7">
            <a:alphaModFix/>
          </a:blip>
          <a:srcRect/>
          <a:stretch/>
        </p:blipFill>
        <p:spPr>
          <a:xfrm rot="-2332448">
            <a:off x="868753" y="3093309"/>
            <a:ext cx="613892" cy="1280235"/>
          </a:xfrm>
          <a:prstGeom prst="rect">
            <a:avLst/>
          </a:prstGeom>
          <a:noFill/>
          <a:ln>
            <a:noFill/>
          </a:ln>
        </p:spPr>
      </p:pic>
      <p:sp>
        <p:nvSpPr>
          <p:cNvPr id="557" name="Google Shape;557;p84"/>
          <p:cNvSpPr txBox="1"/>
          <p:nvPr/>
        </p:nvSpPr>
        <p:spPr>
          <a:xfrm>
            <a:off x="205650" y="4323750"/>
            <a:ext cx="2693400" cy="519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...while Goat Fighter's </a:t>
            </a:r>
            <a:r>
              <a:rPr lang="en" sz="1200" b="0" i="1" u="none" strike="noStrike" cap="none">
                <a:solidFill>
                  <a:srgbClr val="000000"/>
                </a:solidFill>
                <a:latin typeface="Arial"/>
                <a:ea typeface="Arial"/>
                <a:cs typeface="Arial"/>
                <a:sym typeface="Arial"/>
              </a:rPr>
              <a:t>Cleave</a:t>
            </a:r>
            <a:r>
              <a:rPr lang="en" sz="1200" b="0" i="0" u="none" strike="noStrike" cap="none">
                <a:solidFill>
                  <a:srgbClr val="000000"/>
                </a:solidFill>
                <a:latin typeface="Arial"/>
                <a:ea typeface="Arial"/>
                <a:cs typeface="Arial"/>
                <a:sym typeface="Arial"/>
              </a:rPr>
              <a:t> attack does </a:t>
            </a:r>
            <a:r>
              <a:rPr lang="en" sz="1200" b="0" i="1" u="none" strike="noStrike" cap="none">
                <a:solidFill>
                  <a:srgbClr val="000000"/>
                </a:solidFill>
                <a:latin typeface="Arial"/>
                <a:ea typeface="Arial"/>
                <a:cs typeface="Arial"/>
                <a:sym typeface="Arial"/>
              </a:rPr>
              <a:t>physical</a:t>
            </a:r>
            <a:r>
              <a:rPr lang="en" sz="1200" b="0" i="0" u="none" strike="noStrike" cap="none">
                <a:solidFill>
                  <a:srgbClr val="000000"/>
                </a:solidFill>
                <a:latin typeface="Arial"/>
                <a:ea typeface="Arial"/>
                <a:cs typeface="Arial"/>
                <a:sym typeface="Arial"/>
              </a:rPr>
              <a:t> damage.</a:t>
            </a:r>
            <a:endParaRPr sz="1200" b="0" i="0" u="none" strike="noStrike" cap="non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sp>
        <p:nvSpPr>
          <p:cNvPr id="562" name="Google Shape;562;p85"/>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Attacks in GvT are too complex to be represented by a simple primitive type. Each attack has a name, a number of hits (each of which has its own damage amount), and a damage type. Create a new class to represent an attack.</a:t>
            </a:r>
            <a:endParaRPr/>
          </a:p>
        </p:txBody>
      </p:sp>
      <p:sp>
        <p:nvSpPr>
          <p:cNvPr id="563" name="Google Shape;563;p8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a:t>
            </a:fld>
            <a:endParaRPr/>
          </a:p>
        </p:txBody>
      </p:sp>
      <p:sp>
        <p:nvSpPr>
          <p:cNvPr id="564" name="Google Shape;564;p85"/>
          <p:cNvSpPr txBox="1">
            <a:spLocks noGrp="1"/>
          </p:cNvSpPr>
          <p:nvPr>
            <p:ph type="body" idx="2"/>
          </p:nvPr>
        </p:nvSpPr>
        <p:spPr>
          <a:xfrm>
            <a:off x="3026425" y="1708325"/>
            <a:ext cx="5914800" cy="2838300"/>
          </a:xfrm>
          <a:prstGeom prst="rect">
            <a:avLst/>
          </a:prstGeom>
        </p:spPr>
        <p:txBody>
          <a:bodyPr spcFirstLastPara="1" wrap="square" lIns="91425" tIns="91425" rIns="91425" bIns="91425" anchor="t" anchorCtr="0">
            <a:spAutoFit/>
          </a:bodyPr>
          <a:lstStyle/>
          <a:p>
            <a:pPr marL="457200" lvl="0" indent="-330200" algn="l" rtl="0">
              <a:spcBef>
                <a:spcPts val="0"/>
              </a:spcBef>
              <a:spcAft>
                <a:spcPts val="0"/>
              </a:spcAft>
              <a:buSzPts val="1600"/>
              <a:buChar char="●"/>
            </a:pPr>
            <a:r>
              <a:rPr lang="en" sz="1600"/>
              <a:t>Create a new Java class named "</a:t>
            </a:r>
            <a:r>
              <a:rPr lang="en" sz="1600">
                <a:solidFill>
                  <a:srgbClr val="FF0000"/>
                </a:solidFill>
                <a:latin typeface="Courier New"/>
                <a:ea typeface="Courier New"/>
                <a:cs typeface="Courier New"/>
                <a:sym typeface="Courier New"/>
              </a:rPr>
              <a:t>Attack</a:t>
            </a:r>
            <a:r>
              <a:rPr lang="en" sz="1600"/>
              <a:t>". An attack includes:</a:t>
            </a:r>
            <a:endParaRPr sz="1600"/>
          </a:p>
          <a:p>
            <a:pPr marL="914400" lvl="1" indent="-317500" algn="l" rtl="0">
              <a:spcBef>
                <a:spcPts val="0"/>
              </a:spcBef>
              <a:spcAft>
                <a:spcPts val="0"/>
              </a:spcAft>
              <a:buSzPts val="1400"/>
              <a:buChar char="○"/>
            </a:pPr>
            <a:r>
              <a:rPr lang="en" sz="1400"/>
              <a:t>A </a:t>
            </a:r>
            <a:r>
              <a:rPr lang="en" sz="1400" b="1" i="1">
                <a:solidFill>
                  <a:srgbClr val="FF0000"/>
                </a:solidFill>
              </a:rPr>
              <a:t>name</a:t>
            </a:r>
            <a:r>
              <a:rPr lang="en" sz="1400"/>
              <a:t>, e.g. "Magic Missiles".</a:t>
            </a:r>
            <a:endParaRPr sz="1400"/>
          </a:p>
          <a:p>
            <a:pPr marL="914400" lvl="1" indent="-317500" algn="l" rtl="0">
              <a:spcBef>
                <a:spcPts val="0"/>
              </a:spcBef>
              <a:spcAft>
                <a:spcPts val="0"/>
              </a:spcAft>
              <a:buSzPts val="1400"/>
              <a:buChar char="○"/>
            </a:pPr>
            <a:r>
              <a:rPr lang="en" sz="1400"/>
              <a:t>A variable number of </a:t>
            </a:r>
            <a:r>
              <a:rPr lang="en" sz="1400" b="1" i="1">
                <a:solidFill>
                  <a:srgbClr val="FF0000"/>
                </a:solidFill>
              </a:rPr>
              <a:t>hits</a:t>
            </a:r>
            <a:r>
              <a:rPr lang="en" sz="1400"/>
              <a:t>, each of which is an integer value (hint: use an array).</a:t>
            </a:r>
            <a:endParaRPr sz="1400"/>
          </a:p>
          <a:p>
            <a:pPr marL="914400" lvl="1" indent="-317500" algn="l" rtl="0">
              <a:spcBef>
                <a:spcPts val="0"/>
              </a:spcBef>
              <a:spcAft>
                <a:spcPts val="0"/>
              </a:spcAft>
              <a:buSzPts val="1400"/>
              <a:buChar char="○"/>
            </a:pPr>
            <a:r>
              <a:rPr lang="en" sz="1400"/>
              <a:t>A </a:t>
            </a:r>
            <a:r>
              <a:rPr lang="en" sz="1400" b="1" i="1">
                <a:solidFill>
                  <a:srgbClr val="FF0000"/>
                </a:solidFill>
              </a:rPr>
              <a:t>damage type</a:t>
            </a:r>
            <a:r>
              <a:rPr lang="en" sz="1400"/>
              <a:t>.</a:t>
            </a:r>
            <a:endParaRPr sz="1400" b="1" i="1">
              <a:solidFill>
                <a:srgbClr val="FF0000"/>
              </a:solidFill>
            </a:endParaRPr>
          </a:p>
          <a:p>
            <a:pPr marL="457200" lvl="0" indent="-330200" algn="l" rtl="0">
              <a:spcBef>
                <a:spcPts val="0"/>
              </a:spcBef>
              <a:spcAft>
                <a:spcPts val="0"/>
              </a:spcAft>
              <a:buSzPts val="1600"/>
              <a:buChar char="●"/>
            </a:pPr>
            <a:r>
              <a:rPr lang="en" sz="1600"/>
              <a:t>Create a </a:t>
            </a:r>
            <a:r>
              <a:rPr lang="en" sz="1600" b="1" i="1">
                <a:solidFill>
                  <a:srgbClr val="FF0000"/>
                </a:solidFill>
              </a:rPr>
              <a:t>constructor</a:t>
            </a:r>
            <a:r>
              <a:rPr lang="en" sz="1600"/>
              <a:t> that sets all three fields.</a:t>
            </a:r>
            <a:endParaRPr sz="1600"/>
          </a:p>
          <a:p>
            <a:pPr marL="457200" lvl="0" indent="-330200" algn="l" rtl="0">
              <a:spcBef>
                <a:spcPts val="0"/>
              </a:spcBef>
              <a:spcAft>
                <a:spcPts val="0"/>
              </a:spcAft>
              <a:buSzPts val="1600"/>
              <a:buChar char="●"/>
            </a:pPr>
            <a:r>
              <a:rPr lang="en" sz="1600"/>
              <a:t>Create an </a:t>
            </a:r>
            <a:r>
              <a:rPr lang="en" sz="1600" b="1" i="1">
                <a:solidFill>
                  <a:srgbClr val="FF0000"/>
                </a:solidFill>
              </a:rPr>
              <a:t>accessor</a:t>
            </a:r>
            <a:r>
              <a:rPr lang="en" sz="1600"/>
              <a:t> for each of the fields.</a:t>
            </a:r>
            <a:endParaRPr sz="1600"/>
          </a:p>
          <a:p>
            <a:pPr marL="457200" lvl="0" indent="-330200" algn="l" rtl="0">
              <a:spcBef>
                <a:spcPts val="0"/>
              </a:spcBef>
              <a:spcAft>
                <a:spcPts val="0"/>
              </a:spcAft>
              <a:buSzPts val="1600"/>
              <a:buChar char="●"/>
            </a:pPr>
            <a:r>
              <a:rPr lang="en" sz="1600"/>
              <a:t>Once assigned, none of the values in an attack should ever change, so there is no need for any </a:t>
            </a:r>
            <a:r>
              <a:rPr lang="en" sz="1600" b="1" i="1">
                <a:solidFill>
                  <a:srgbClr val="FF0000"/>
                </a:solidFill>
              </a:rPr>
              <a:t>mutators</a:t>
            </a:r>
            <a:r>
              <a:rPr lang="en" sz="1600"/>
              <a:t>.</a:t>
            </a:r>
            <a:endParaRPr sz="1600"/>
          </a:p>
        </p:txBody>
      </p:sp>
      <p:sp>
        <p:nvSpPr>
          <p:cNvPr id="565" name="Google Shape;565;p85"/>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Plan of Attack</a:t>
            </a:r>
            <a:endParaRPr/>
          </a:p>
        </p:txBody>
      </p:sp>
      <p:sp>
        <p:nvSpPr>
          <p:cNvPr id="566" name="Google Shape;566;p85"/>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3.3</a:t>
            </a:r>
            <a:endParaRPr/>
          </a:p>
        </p:txBody>
      </p:sp>
      <p:sp>
        <p:nvSpPr>
          <p:cNvPr id="567" name="Google Shape;567;p85"/>
          <p:cNvSpPr txBox="1"/>
          <p:nvPr/>
        </p:nvSpPr>
        <p:spPr>
          <a:xfrm>
            <a:off x="205650" y="3595725"/>
            <a:ext cx="2693400" cy="693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The Mage's primary attack is </a:t>
            </a:r>
            <a:r>
              <a:rPr lang="en" sz="1200" b="0" i="1" u="none" strike="noStrike" cap="none">
                <a:solidFill>
                  <a:srgbClr val="000000"/>
                </a:solidFill>
                <a:latin typeface="Arial"/>
                <a:ea typeface="Arial"/>
                <a:cs typeface="Arial"/>
                <a:sym typeface="Arial"/>
              </a:rPr>
              <a:t>"Magic Missiles."</a:t>
            </a:r>
            <a:r>
              <a:rPr lang="en" sz="1200" b="0" i="0" u="none" strike="noStrike" cap="none">
                <a:solidFill>
                  <a:srgbClr val="000000"/>
                </a:solidFill>
                <a:latin typeface="Arial"/>
                <a:ea typeface="Arial"/>
                <a:cs typeface="Arial"/>
                <a:sym typeface="Arial"/>
              </a:rPr>
              <a:t> It hits </a:t>
            </a:r>
            <a:r>
              <a:rPr lang="en" sz="1200" b="0" i="1" u="none" strike="noStrike" cap="none">
                <a:solidFill>
                  <a:srgbClr val="000000"/>
                </a:solidFill>
                <a:latin typeface="Arial"/>
                <a:ea typeface="Arial"/>
                <a:cs typeface="Arial"/>
                <a:sym typeface="Arial"/>
              </a:rPr>
              <a:t>4 times</a:t>
            </a:r>
            <a:r>
              <a:rPr lang="en" sz="1200" b="0" i="0" u="none" strike="noStrike" cap="none">
                <a:solidFill>
                  <a:srgbClr val="000000"/>
                </a:solidFill>
                <a:latin typeface="Arial"/>
                <a:ea typeface="Arial"/>
                <a:cs typeface="Arial"/>
                <a:sym typeface="Arial"/>
              </a:rPr>
              <a:t> for </a:t>
            </a:r>
            <a:r>
              <a:rPr lang="en" sz="1200" b="0" i="1" u="none" strike="noStrike" cap="none">
                <a:solidFill>
                  <a:srgbClr val="000000"/>
                </a:solidFill>
                <a:latin typeface="Arial"/>
                <a:ea typeface="Arial"/>
                <a:cs typeface="Arial"/>
                <a:sym typeface="Arial"/>
              </a:rPr>
              <a:t>9 points</a:t>
            </a:r>
            <a:r>
              <a:rPr lang="en" sz="1200" b="0" i="0" u="none" strike="noStrike" cap="none">
                <a:solidFill>
                  <a:srgbClr val="000000"/>
                </a:solidFill>
                <a:latin typeface="Arial"/>
                <a:ea typeface="Arial"/>
                <a:cs typeface="Arial"/>
                <a:sym typeface="Arial"/>
              </a:rPr>
              <a:t> of </a:t>
            </a:r>
            <a:r>
              <a:rPr lang="en" sz="1200" b="0" i="1" u="none" strike="noStrike" cap="none">
                <a:solidFill>
                  <a:srgbClr val="000000"/>
                </a:solidFill>
                <a:latin typeface="Arial"/>
                <a:ea typeface="Arial"/>
                <a:cs typeface="Arial"/>
                <a:sym typeface="Arial"/>
              </a:rPr>
              <a:t>magical damage</a:t>
            </a:r>
            <a:r>
              <a:rPr lang="en" sz="1200" b="0" i="0" u="none" strike="noStrike" cap="none">
                <a:solidFill>
                  <a:srgbClr val="000000"/>
                </a:solidFill>
                <a:latin typeface="Arial"/>
                <a:ea typeface="Arial"/>
                <a:cs typeface="Arial"/>
                <a:sym typeface="Arial"/>
              </a:rPr>
              <a:t>.</a:t>
            </a:r>
            <a:endParaRPr sz="1200" b="0" i="0" u="none" strike="noStrike" cap="none">
              <a:solidFill>
                <a:srgbClr val="000000"/>
              </a:solidFill>
              <a:latin typeface="Arial"/>
              <a:ea typeface="Arial"/>
              <a:cs typeface="Arial"/>
              <a:sym typeface="Arial"/>
            </a:endParaRPr>
          </a:p>
        </p:txBody>
      </p:sp>
      <p:grpSp>
        <p:nvGrpSpPr>
          <p:cNvPr id="568" name="Google Shape;568;p85"/>
          <p:cNvGrpSpPr/>
          <p:nvPr/>
        </p:nvGrpSpPr>
        <p:grpSpPr>
          <a:xfrm>
            <a:off x="205591" y="2155021"/>
            <a:ext cx="2693357" cy="1176912"/>
            <a:chOff x="473850" y="1774050"/>
            <a:chExt cx="2272875" cy="993175"/>
          </a:xfrm>
        </p:grpSpPr>
        <p:pic>
          <p:nvPicPr>
            <p:cNvPr id="569" name="Google Shape;569;p85"/>
            <p:cNvPicPr preferRelativeResize="0"/>
            <p:nvPr/>
          </p:nvPicPr>
          <p:blipFill rotWithShape="1">
            <a:blip r:embed="rId3">
              <a:alphaModFix/>
            </a:blip>
            <a:srcRect/>
            <a:stretch/>
          </p:blipFill>
          <p:spPr>
            <a:xfrm>
              <a:off x="1902388" y="1774050"/>
              <a:ext cx="581648" cy="910407"/>
            </a:xfrm>
            <a:prstGeom prst="rect">
              <a:avLst/>
            </a:prstGeom>
            <a:noFill/>
            <a:ln>
              <a:noFill/>
            </a:ln>
          </p:spPr>
        </p:pic>
        <p:pic>
          <p:nvPicPr>
            <p:cNvPr id="570" name="Google Shape;570;p85"/>
            <p:cNvPicPr preferRelativeResize="0"/>
            <p:nvPr/>
          </p:nvPicPr>
          <p:blipFill rotWithShape="1">
            <a:blip r:embed="rId4">
              <a:alphaModFix/>
            </a:blip>
            <a:srcRect/>
            <a:stretch/>
          </p:blipFill>
          <p:spPr>
            <a:xfrm>
              <a:off x="1482274" y="2146163"/>
              <a:ext cx="1264451" cy="480493"/>
            </a:xfrm>
            <a:prstGeom prst="rect">
              <a:avLst/>
            </a:prstGeom>
            <a:noFill/>
            <a:ln>
              <a:noFill/>
            </a:ln>
          </p:spPr>
        </p:pic>
        <p:pic>
          <p:nvPicPr>
            <p:cNvPr id="571" name="Google Shape;571;p85"/>
            <p:cNvPicPr preferRelativeResize="0"/>
            <p:nvPr/>
          </p:nvPicPr>
          <p:blipFill rotWithShape="1">
            <a:blip r:embed="rId5">
              <a:alphaModFix/>
            </a:blip>
            <a:srcRect/>
            <a:stretch/>
          </p:blipFill>
          <p:spPr>
            <a:xfrm>
              <a:off x="675616" y="2281600"/>
              <a:ext cx="768574" cy="209610"/>
            </a:xfrm>
            <a:prstGeom prst="rect">
              <a:avLst/>
            </a:prstGeom>
            <a:noFill/>
            <a:ln>
              <a:noFill/>
            </a:ln>
          </p:spPr>
        </p:pic>
        <p:pic>
          <p:nvPicPr>
            <p:cNvPr id="572" name="Google Shape;572;p85"/>
            <p:cNvPicPr preferRelativeResize="0"/>
            <p:nvPr/>
          </p:nvPicPr>
          <p:blipFill rotWithShape="1">
            <a:blip r:embed="rId5">
              <a:alphaModFix/>
            </a:blip>
            <a:srcRect/>
            <a:stretch/>
          </p:blipFill>
          <p:spPr>
            <a:xfrm>
              <a:off x="473850" y="1998656"/>
              <a:ext cx="768574" cy="209610"/>
            </a:xfrm>
            <a:prstGeom prst="rect">
              <a:avLst/>
            </a:prstGeom>
            <a:noFill/>
            <a:ln>
              <a:noFill/>
            </a:ln>
          </p:spPr>
        </p:pic>
        <p:pic>
          <p:nvPicPr>
            <p:cNvPr id="573" name="Google Shape;573;p85"/>
            <p:cNvPicPr preferRelativeResize="0"/>
            <p:nvPr/>
          </p:nvPicPr>
          <p:blipFill rotWithShape="1">
            <a:blip r:embed="rId5">
              <a:alphaModFix/>
            </a:blip>
            <a:srcRect/>
            <a:stretch/>
          </p:blipFill>
          <p:spPr>
            <a:xfrm>
              <a:off x="473850" y="2557615"/>
              <a:ext cx="768574" cy="209610"/>
            </a:xfrm>
            <a:prstGeom prst="rect">
              <a:avLst/>
            </a:prstGeom>
            <a:noFill/>
            <a:ln>
              <a:noFill/>
            </a:ln>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77"/>
        <p:cNvGrpSpPr/>
        <p:nvPr/>
      </p:nvGrpSpPr>
      <p:grpSpPr>
        <a:xfrm>
          <a:off x="0" y="0"/>
          <a:ext cx="0" cy="0"/>
          <a:chOff x="0" y="0"/>
          <a:chExt cx="0" cy="0"/>
        </a:xfrm>
      </p:grpSpPr>
      <p:sp>
        <p:nvSpPr>
          <p:cNvPr id="578" name="Google Shape;578;p86"/>
          <p:cNvSpPr txBox="1">
            <a:spLocks noGrp="1"/>
          </p:cNvSpPr>
          <p:nvPr>
            <p:ph type="body" idx="1"/>
          </p:nvPr>
        </p:nvSpPr>
        <p:spPr>
          <a:xfrm>
            <a:off x="65250" y="884025"/>
            <a:ext cx="8955900" cy="12807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A professional software developer will design the software that they write </a:t>
            </a:r>
            <a:r>
              <a:rPr lang="en" b="1" i="1"/>
              <a:t>first</a:t>
            </a:r>
            <a:r>
              <a:rPr lang="en"/>
              <a:t> and then implement their design. Software developers must be able to read UML class diagrams and implement classes based on the design. Use the UML class diagram to begin implementing the Mage class.</a:t>
            </a:r>
            <a:endParaRPr/>
          </a:p>
        </p:txBody>
      </p:sp>
      <p:sp>
        <p:nvSpPr>
          <p:cNvPr id="579" name="Google Shape;579;p8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a:t>
            </a:fld>
            <a:endParaRPr/>
          </a:p>
        </p:txBody>
      </p:sp>
      <p:sp>
        <p:nvSpPr>
          <p:cNvPr id="580" name="Google Shape;580;p86"/>
          <p:cNvSpPr txBox="1">
            <a:spLocks noGrp="1"/>
          </p:cNvSpPr>
          <p:nvPr>
            <p:ph type="body" idx="2"/>
          </p:nvPr>
        </p:nvSpPr>
        <p:spPr>
          <a:xfrm>
            <a:off x="3196925" y="2165525"/>
            <a:ext cx="5744100" cy="2792100"/>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a:t>Create a new Java class named "</a:t>
            </a:r>
            <a:r>
              <a:rPr lang="en" sz="1500">
                <a:solidFill>
                  <a:srgbClr val="FF0000"/>
                </a:solidFill>
                <a:latin typeface="Courier New"/>
                <a:ea typeface="Courier New"/>
                <a:cs typeface="Courier New"/>
                <a:sym typeface="Courier New"/>
              </a:rPr>
              <a:t>Mage</a:t>
            </a:r>
            <a:r>
              <a:rPr lang="en" sz="1500"/>
              <a:t>" and begin implementing the class.</a:t>
            </a:r>
            <a:endParaRPr/>
          </a:p>
          <a:p>
            <a:pPr marL="914400" lvl="1" indent="-311150" algn="l" rtl="0">
              <a:spcBef>
                <a:spcPts val="0"/>
              </a:spcBef>
              <a:spcAft>
                <a:spcPts val="0"/>
              </a:spcAft>
              <a:buSzPts val="1300"/>
              <a:buChar char="○"/>
            </a:pPr>
            <a:r>
              <a:rPr lang="en" sz="1300"/>
              <a:t>Add the necessary fields.</a:t>
            </a:r>
            <a:endParaRPr sz="1300">
              <a:solidFill>
                <a:srgbClr val="FF0000"/>
              </a:solidFill>
            </a:endParaRPr>
          </a:p>
          <a:p>
            <a:pPr marL="914400" lvl="1" indent="-298450" algn="l" rtl="0">
              <a:spcBef>
                <a:spcPts val="0"/>
              </a:spcBef>
              <a:spcAft>
                <a:spcPts val="0"/>
              </a:spcAft>
              <a:buSzPts val="1100"/>
              <a:buChar char="○"/>
            </a:pPr>
            <a:r>
              <a:rPr lang="en" sz="1300"/>
              <a:t>Create a constructor that initializes the name and sets the current and max HP to the default values (120).</a:t>
            </a:r>
            <a:endParaRPr sz="1300"/>
          </a:p>
          <a:p>
            <a:pPr marL="914400" lvl="1" indent="-285750" algn="l" rtl="0">
              <a:spcBef>
                <a:spcPts val="0"/>
              </a:spcBef>
              <a:spcAft>
                <a:spcPts val="0"/>
              </a:spcAft>
              <a:buSzPts val="900"/>
              <a:buChar char="○"/>
            </a:pPr>
            <a:r>
              <a:rPr lang="en" sz="1300"/>
              <a:t>Add a </a:t>
            </a:r>
            <a:r>
              <a:rPr lang="en" sz="1300">
                <a:latin typeface="Courier New"/>
                <a:ea typeface="Courier New"/>
                <a:cs typeface="Courier New"/>
                <a:sym typeface="Courier New"/>
              </a:rPr>
              <a:t>toString()</a:t>
            </a:r>
            <a:r>
              <a:rPr lang="en" sz="1300"/>
              <a:t> that returns a String in the format </a:t>
            </a:r>
            <a:r>
              <a:rPr lang="en" sz="1300">
                <a:latin typeface="Courier New"/>
                <a:ea typeface="Courier New"/>
                <a:cs typeface="Courier New"/>
                <a:sym typeface="Courier New"/>
              </a:rPr>
              <a:t>"A mage named Hairy Potter with 120/120 hit points!"</a:t>
            </a:r>
            <a:endParaRPr sz="1300">
              <a:latin typeface="Courier New"/>
              <a:ea typeface="Courier New"/>
              <a:cs typeface="Courier New"/>
              <a:sym typeface="Courier New"/>
            </a:endParaRPr>
          </a:p>
          <a:p>
            <a:pPr marL="457200" lvl="0" indent="-323850" algn="l" rtl="0">
              <a:spcBef>
                <a:spcPts val="0"/>
              </a:spcBef>
              <a:spcAft>
                <a:spcPts val="0"/>
              </a:spcAft>
              <a:buSzPts val="1500"/>
              <a:buChar char="●"/>
            </a:pPr>
            <a:r>
              <a:rPr lang="en" sz="1500"/>
              <a:t>Add a </a:t>
            </a:r>
            <a:r>
              <a:rPr lang="en" sz="1500">
                <a:latin typeface="Courier New"/>
                <a:ea typeface="Courier New"/>
                <a:cs typeface="Courier New"/>
                <a:sym typeface="Courier New"/>
              </a:rPr>
              <a:t>main</a:t>
            </a:r>
            <a:r>
              <a:rPr lang="en" sz="1500"/>
              <a:t> method with the appropriate signature.</a:t>
            </a:r>
            <a:endParaRPr sz="1500"/>
          </a:p>
          <a:p>
            <a:pPr marL="914400" lvl="1" indent="-311150" algn="l" rtl="0">
              <a:spcBef>
                <a:spcPts val="0"/>
              </a:spcBef>
              <a:spcAft>
                <a:spcPts val="0"/>
              </a:spcAft>
              <a:buSzPts val="1300"/>
              <a:buChar char="○"/>
            </a:pPr>
            <a:r>
              <a:rPr lang="en" sz="1300"/>
              <a:t>Create two instances of your new class.</a:t>
            </a:r>
            <a:endParaRPr sz="1300"/>
          </a:p>
          <a:p>
            <a:pPr marL="914400" lvl="1" indent="-311150" algn="l" rtl="0">
              <a:spcBef>
                <a:spcPts val="0"/>
              </a:spcBef>
              <a:spcAft>
                <a:spcPts val="0"/>
              </a:spcAft>
              <a:buSzPts val="1300"/>
              <a:buChar char="○"/>
            </a:pPr>
            <a:r>
              <a:rPr lang="en" sz="1300"/>
              <a:t>Print the mages to standard output.</a:t>
            </a:r>
            <a:endParaRPr sz="1300"/>
          </a:p>
        </p:txBody>
      </p:sp>
      <p:sp>
        <p:nvSpPr>
          <p:cNvPr id="581" name="Google Shape;581;p86"/>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 Goat Mage</a:t>
            </a:r>
            <a:endParaRPr/>
          </a:p>
        </p:txBody>
      </p:sp>
      <p:sp>
        <p:nvSpPr>
          <p:cNvPr id="582" name="Google Shape;582;p86"/>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3.4</a:t>
            </a:r>
            <a:endParaRPr/>
          </a:p>
        </p:txBody>
      </p:sp>
      <p:pic>
        <p:nvPicPr>
          <p:cNvPr id="583" name="Google Shape;583;p86"/>
          <p:cNvPicPr preferRelativeResize="0"/>
          <p:nvPr/>
        </p:nvPicPr>
        <p:blipFill>
          <a:blip r:embed="rId3">
            <a:alphaModFix/>
          </a:blip>
          <a:stretch>
            <a:fillRect/>
          </a:stretch>
        </p:blipFill>
        <p:spPr>
          <a:xfrm>
            <a:off x="241800" y="2156775"/>
            <a:ext cx="2791200" cy="2791200"/>
          </a:xfrm>
          <a:prstGeom prst="rect">
            <a:avLst/>
          </a:prstGeom>
          <a:noFill/>
          <a:ln>
            <a:noFill/>
          </a:ln>
        </p:spPr>
      </p:pic>
      <p:pic>
        <p:nvPicPr>
          <p:cNvPr id="584" name="Google Shape;584;p86"/>
          <p:cNvPicPr preferRelativeResize="0"/>
          <p:nvPr/>
        </p:nvPicPr>
        <p:blipFill rotWithShape="1">
          <a:blip r:embed="rId4">
            <a:alphaModFix/>
          </a:blip>
          <a:srcRect/>
          <a:stretch/>
        </p:blipFill>
        <p:spPr>
          <a:xfrm>
            <a:off x="1912375" y="2215027"/>
            <a:ext cx="938200" cy="11157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88"/>
        <p:cNvGrpSpPr/>
        <p:nvPr/>
      </p:nvGrpSpPr>
      <p:grpSpPr>
        <a:xfrm>
          <a:off x="0" y="0"/>
          <a:ext cx="0" cy="0"/>
          <a:chOff x="0" y="0"/>
          <a:chExt cx="0" cy="0"/>
        </a:xfrm>
      </p:grpSpPr>
      <p:sp>
        <p:nvSpPr>
          <p:cNvPr id="589" name="Google Shape;589;p87"/>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The Goat Mage is still missing some essential functionality. Mages can create Magic Missile attacks, can be attacked by other characters, and can be knocked unconscious. Finish implementing the Mage class now.</a:t>
            </a:r>
            <a:endParaRPr/>
          </a:p>
        </p:txBody>
      </p:sp>
      <p:sp>
        <p:nvSpPr>
          <p:cNvPr id="590" name="Google Shape;590;p8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a:t>
            </a:fld>
            <a:endParaRPr/>
          </a:p>
        </p:txBody>
      </p:sp>
      <p:sp>
        <p:nvSpPr>
          <p:cNvPr id="591" name="Google Shape;591;p87"/>
          <p:cNvSpPr txBox="1">
            <a:spLocks noGrp="1"/>
          </p:cNvSpPr>
          <p:nvPr>
            <p:ph type="body" idx="2"/>
          </p:nvPr>
        </p:nvSpPr>
        <p:spPr>
          <a:xfrm>
            <a:off x="3189825" y="1936925"/>
            <a:ext cx="5751300" cy="3024600"/>
          </a:xfrm>
          <a:prstGeom prst="rect">
            <a:avLst/>
          </a:prstGeom>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sz="1400"/>
              <a:t>Use the UML as your guide to implement the remaining methods in the Mage class. Remember the following:</a:t>
            </a:r>
            <a:endParaRPr sz="1400"/>
          </a:p>
          <a:p>
            <a:pPr marL="914400" lvl="1" indent="-304800" algn="l" rtl="0">
              <a:spcBef>
                <a:spcPts val="0"/>
              </a:spcBef>
              <a:spcAft>
                <a:spcPts val="0"/>
              </a:spcAft>
              <a:buSzPts val="1200"/>
              <a:buChar char="○"/>
            </a:pPr>
            <a:r>
              <a:rPr lang="en" sz="1200"/>
              <a:t>They can </a:t>
            </a:r>
            <a:r>
              <a:rPr lang="en" sz="1200" b="1" i="1">
                <a:solidFill>
                  <a:srgbClr val="FF0000"/>
                </a:solidFill>
              </a:rPr>
              <a:t>attack</a:t>
            </a:r>
            <a:r>
              <a:rPr lang="en" sz="1200">
                <a:solidFill>
                  <a:srgbClr val="FF0000"/>
                </a:solidFill>
              </a:rPr>
              <a:t> </a:t>
            </a:r>
            <a:r>
              <a:rPr lang="en" sz="1200"/>
              <a:t>with </a:t>
            </a:r>
            <a:r>
              <a:rPr lang="en" sz="1200" b="1" i="1">
                <a:solidFill>
                  <a:srgbClr val="FF0000"/>
                </a:solidFill>
              </a:rPr>
              <a:t>"Magic Missiles,"</a:t>
            </a:r>
            <a:r>
              <a:rPr lang="en" sz="1200"/>
              <a:t> hitting </a:t>
            </a:r>
            <a:r>
              <a:rPr lang="en" sz="1200" b="1" i="1">
                <a:solidFill>
                  <a:srgbClr val="FF0000"/>
                </a:solidFill>
              </a:rPr>
              <a:t>4 times</a:t>
            </a:r>
            <a:r>
              <a:rPr lang="en" sz="1200"/>
              <a:t> for </a:t>
            </a:r>
            <a:r>
              <a:rPr lang="en" sz="1200" b="1" i="1">
                <a:solidFill>
                  <a:srgbClr val="FF0000"/>
                </a:solidFill>
              </a:rPr>
              <a:t>9 points</a:t>
            </a:r>
            <a:r>
              <a:rPr lang="en" sz="1200"/>
              <a:t> of </a:t>
            </a:r>
            <a:r>
              <a:rPr lang="en" sz="1200" b="1" i="1">
                <a:solidFill>
                  <a:srgbClr val="FF0000"/>
                </a:solidFill>
              </a:rPr>
              <a:t>magical</a:t>
            </a:r>
            <a:r>
              <a:rPr lang="en" sz="1200" b="1" i="1"/>
              <a:t> </a:t>
            </a:r>
            <a:r>
              <a:rPr lang="en" sz="1200"/>
              <a:t>damage.</a:t>
            </a:r>
            <a:endParaRPr sz="1200"/>
          </a:p>
          <a:p>
            <a:pPr marL="914400" lvl="1" indent="-304800" algn="l" rtl="0">
              <a:spcBef>
                <a:spcPts val="0"/>
              </a:spcBef>
              <a:spcAft>
                <a:spcPts val="0"/>
              </a:spcAft>
              <a:buSzPts val="1200"/>
              <a:buChar char="○"/>
            </a:pPr>
            <a:r>
              <a:rPr lang="en" sz="1200"/>
              <a:t>They can </a:t>
            </a:r>
            <a:r>
              <a:rPr lang="en" sz="1200" b="1" i="1">
                <a:solidFill>
                  <a:srgbClr val="FF0000"/>
                </a:solidFill>
              </a:rPr>
              <a:t>heal </a:t>
            </a:r>
            <a:r>
              <a:rPr lang="en" sz="1200"/>
              <a:t>for a specified number of hit points, but not above the max HP.</a:t>
            </a:r>
            <a:endParaRPr sz="1200"/>
          </a:p>
          <a:p>
            <a:pPr marL="914400" lvl="1" indent="-304800" algn="l" rtl="0">
              <a:spcBef>
                <a:spcPts val="0"/>
              </a:spcBef>
              <a:spcAft>
                <a:spcPts val="0"/>
              </a:spcAft>
              <a:buSzPts val="1200"/>
              <a:buChar char="○"/>
            </a:pPr>
            <a:r>
              <a:rPr lang="en" sz="1200"/>
              <a:t>They may be </a:t>
            </a:r>
            <a:r>
              <a:rPr lang="en" sz="1200" b="1" i="1">
                <a:solidFill>
                  <a:srgbClr val="FF0000"/>
                </a:solidFill>
              </a:rPr>
              <a:t>unconscious</a:t>
            </a:r>
            <a:r>
              <a:rPr lang="en" sz="1200">
                <a:solidFill>
                  <a:srgbClr val="FF0000"/>
                </a:solidFill>
              </a:rPr>
              <a:t> </a:t>
            </a:r>
            <a:r>
              <a:rPr lang="en" sz="1200"/>
              <a:t>if the current HP is at 0.</a:t>
            </a:r>
            <a:endParaRPr sz="1200"/>
          </a:p>
          <a:p>
            <a:pPr marL="914400" lvl="1" indent="-304800" algn="l" rtl="0">
              <a:spcBef>
                <a:spcPts val="0"/>
              </a:spcBef>
              <a:spcAft>
                <a:spcPts val="0"/>
              </a:spcAft>
              <a:buSzPts val="1200"/>
              <a:buChar char="○"/>
            </a:pPr>
            <a:r>
              <a:rPr lang="en" sz="1200"/>
              <a:t>They can  </a:t>
            </a:r>
            <a:r>
              <a:rPr lang="en" sz="1200" b="1" i="1">
                <a:solidFill>
                  <a:srgbClr val="FF0000"/>
                </a:solidFill>
              </a:rPr>
              <a:t>take damage </a:t>
            </a:r>
            <a:r>
              <a:rPr lang="en" sz="1200"/>
              <a:t>from an attack which reduces their current HP, but not below 0. Remember that </a:t>
            </a:r>
            <a:r>
              <a:rPr lang="en" sz="1200" b="1" i="1">
                <a:solidFill>
                  <a:srgbClr val="FF0000"/>
                </a:solidFill>
              </a:rPr>
              <a:t>magical damage</a:t>
            </a:r>
            <a:r>
              <a:rPr lang="en" sz="1200"/>
              <a:t> is reduced by 25% but </a:t>
            </a:r>
            <a:r>
              <a:rPr lang="en" sz="1200" b="1" i="1">
                <a:solidFill>
                  <a:srgbClr val="FF0000"/>
                </a:solidFill>
              </a:rPr>
              <a:t>physical damage</a:t>
            </a:r>
            <a:r>
              <a:rPr lang="en" sz="1200"/>
              <a:t> is increased by 25%.</a:t>
            </a:r>
            <a:endParaRPr sz="1200"/>
          </a:p>
          <a:p>
            <a:pPr marL="457200" lvl="0" indent="-317500" algn="l" rtl="0">
              <a:spcBef>
                <a:spcPts val="0"/>
              </a:spcBef>
              <a:spcAft>
                <a:spcPts val="0"/>
              </a:spcAft>
              <a:buSzPts val="1400"/>
              <a:buChar char="●"/>
            </a:pPr>
            <a:r>
              <a:rPr lang="en" sz="1400"/>
              <a:t>Use the </a:t>
            </a:r>
            <a:r>
              <a:rPr lang="en" sz="1400">
                <a:latin typeface="Courier New"/>
                <a:ea typeface="Courier New"/>
                <a:cs typeface="Courier New"/>
                <a:sym typeface="Courier New"/>
              </a:rPr>
              <a:t>main</a:t>
            </a:r>
            <a:r>
              <a:rPr lang="en" sz="1400"/>
              <a:t> method to test your class.</a:t>
            </a:r>
            <a:endParaRPr sz="1400"/>
          </a:p>
          <a:p>
            <a:pPr marL="914400" lvl="1" indent="-304800" algn="l" rtl="0">
              <a:spcBef>
                <a:spcPts val="0"/>
              </a:spcBef>
              <a:spcAft>
                <a:spcPts val="0"/>
              </a:spcAft>
              <a:buSzPts val="1200"/>
              <a:buChar char="○"/>
            </a:pPr>
            <a:r>
              <a:rPr lang="en" sz="1200"/>
              <a:t>Have your mages attack each other.</a:t>
            </a:r>
            <a:endParaRPr sz="1200"/>
          </a:p>
          <a:p>
            <a:pPr marL="914400" lvl="1" indent="-304800" algn="l" rtl="0">
              <a:spcBef>
                <a:spcPts val="0"/>
              </a:spcBef>
              <a:spcAft>
                <a:spcPts val="0"/>
              </a:spcAft>
              <a:buSzPts val="1200"/>
              <a:buChar char="○"/>
            </a:pPr>
            <a:r>
              <a:rPr lang="en" sz="1200"/>
              <a:t>Print the mages to standard output after the attacks.</a:t>
            </a:r>
            <a:endParaRPr sz="1400"/>
          </a:p>
        </p:txBody>
      </p:sp>
      <p:sp>
        <p:nvSpPr>
          <p:cNvPr id="592" name="Google Shape;592;p87"/>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The Goat Mage (continued)</a:t>
            </a:r>
            <a:endParaRPr/>
          </a:p>
        </p:txBody>
      </p:sp>
      <p:sp>
        <p:nvSpPr>
          <p:cNvPr id="593" name="Google Shape;593;p87"/>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3.5</a:t>
            </a:r>
            <a:endParaRPr/>
          </a:p>
        </p:txBody>
      </p:sp>
      <p:pic>
        <p:nvPicPr>
          <p:cNvPr id="594" name="Google Shape;594;p87"/>
          <p:cNvPicPr preferRelativeResize="0"/>
          <p:nvPr/>
        </p:nvPicPr>
        <p:blipFill>
          <a:blip r:embed="rId3">
            <a:alphaModFix/>
          </a:blip>
          <a:stretch>
            <a:fillRect/>
          </a:stretch>
        </p:blipFill>
        <p:spPr>
          <a:xfrm>
            <a:off x="241800" y="2080575"/>
            <a:ext cx="2791200" cy="2791200"/>
          </a:xfrm>
          <a:prstGeom prst="rect">
            <a:avLst/>
          </a:prstGeom>
          <a:noFill/>
          <a:ln>
            <a:noFill/>
          </a:ln>
        </p:spPr>
      </p:pic>
      <p:pic>
        <p:nvPicPr>
          <p:cNvPr id="595" name="Google Shape;595;p87"/>
          <p:cNvPicPr preferRelativeResize="0"/>
          <p:nvPr/>
        </p:nvPicPr>
        <p:blipFill rotWithShape="1">
          <a:blip r:embed="rId4">
            <a:alphaModFix/>
          </a:blip>
          <a:srcRect/>
          <a:stretch/>
        </p:blipFill>
        <p:spPr>
          <a:xfrm>
            <a:off x="1912375" y="2138827"/>
            <a:ext cx="938200" cy="11157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600" name="Google Shape;600;p88"/>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GvT wouldn't be a very fun game with only one character class! Let's implement a new class to represent Goat Fighters.</a:t>
            </a:r>
            <a:endParaRPr/>
          </a:p>
        </p:txBody>
      </p:sp>
      <p:sp>
        <p:nvSpPr>
          <p:cNvPr id="601" name="Google Shape;601;p8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10</a:t>
            </a:fld>
            <a:endParaRPr/>
          </a:p>
        </p:txBody>
      </p:sp>
      <p:sp>
        <p:nvSpPr>
          <p:cNvPr id="602" name="Google Shape;602;p88"/>
          <p:cNvSpPr txBox="1">
            <a:spLocks noGrp="1"/>
          </p:cNvSpPr>
          <p:nvPr>
            <p:ph type="body" idx="2"/>
          </p:nvPr>
        </p:nvSpPr>
        <p:spPr>
          <a:xfrm>
            <a:off x="3083250" y="1403525"/>
            <a:ext cx="5857800" cy="36819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Create a new Java class named "</a:t>
            </a:r>
            <a:r>
              <a:rPr lang="en">
                <a:solidFill>
                  <a:srgbClr val="FF0000"/>
                </a:solidFill>
                <a:latin typeface="Courier New"/>
                <a:ea typeface="Courier New"/>
                <a:cs typeface="Courier New"/>
                <a:sym typeface="Courier New"/>
              </a:rPr>
              <a:t>Fighter</a:t>
            </a:r>
            <a:r>
              <a:rPr lang="en"/>
              <a:t>" and begin implementing the class. </a:t>
            </a:r>
            <a:r>
              <a:rPr lang="en" b="1" i="1">
                <a:solidFill>
                  <a:srgbClr val="FF0000"/>
                </a:solidFill>
              </a:rPr>
              <a:t>Hint</a:t>
            </a:r>
            <a:r>
              <a:rPr lang="en"/>
              <a:t>: begin by copy/pasting your </a:t>
            </a:r>
            <a:r>
              <a:rPr lang="en">
                <a:latin typeface="Courier New"/>
                <a:ea typeface="Courier New"/>
                <a:cs typeface="Courier New"/>
                <a:sym typeface="Courier New"/>
              </a:rPr>
              <a:t>Mage</a:t>
            </a:r>
            <a:r>
              <a:rPr lang="en"/>
              <a:t> code.</a:t>
            </a:r>
            <a:endParaRPr/>
          </a:p>
          <a:p>
            <a:pPr marL="457200" lvl="0" indent="-311150" algn="l" rtl="0">
              <a:spcBef>
                <a:spcPts val="0"/>
              </a:spcBef>
              <a:spcAft>
                <a:spcPts val="0"/>
              </a:spcAft>
              <a:buSzPts val="1300"/>
              <a:buChar char="●"/>
            </a:pPr>
            <a:r>
              <a:rPr lang="en"/>
              <a:t>Use the UML as a guide.</a:t>
            </a:r>
            <a:endParaRPr>
              <a:solidFill>
                <a:srgbClr val="FF0000"/>
              </a:solidFill>
            </a:endParaRPr>
          </a:p>
          <a:p>
            <a:pPr marL="914400" lvl="1" indent="-311150" algn="l" rtl="0">
              <a:spcBef>
                <a:spcPts val="0"/>
              </a:spcBef>
              <a:spcAft>
                <a:spcPts val="0"/>
              </a:spcAft>
              <a:buSzPts val="1300"/>
              <a:buChar char="○"/>
            </a:pPr>
            <a:r>
              <a:rPr lang="en"/>
              <a:t>Add fields and a constructor. The maximum HP should be 150.</a:t>
            </a:r>
            <a:endParaRPr/>
          </a:p>
          <a:p>
            <a:pPr marL="914400" lvl="1" indent="-298450" algn="l" rtl="0">
              <a:spcBef>
                <a:spcPts val="0"/>
              </a:spcBef>
              <a:spcAft>
                <a:spcPts val="0"/>
              </a:spcAft>
              <a:buSzPts val="1100"/>
              <a:buChar char="○"/>
            </a:pPr>
            <a:r>
              <a:rPr lang="en"/>
              <a:t>Add the </a:t>
            </a:r>
            <a:r>
              <a:rPr lang="en">
                <a:latin typeface="Courier New"/>
                <a:ea typeface="Courier New"/>
                <a:cs typeface="Courier New"/>
                <a:sym typeface="Courier New"/>
              </a:rPr>
              <a:t>toString()</a:t>
            </a:r>
            <a:r>
              <a:rPr lang="en"/>
              <a:t> method.</a:t>
            </a:r>
            <a:endParaRPr/>
          </a:p>
          <a:p>
            <a:pPr marL="457200" lvl="0" indent="-311150" algn="l" rtl="0">
              <a:spcBef>
                <a:spcPts val="0"/>
              </a:spcBef>
              <a:spcAft>
                <a:spcPts val="0"/>
              </a:spcAft>
              <a:buSzPts val="1300"/>
              <a:buChar char="●"/>
            </a:pPr>
            <a:r>
              <a:rPr lang="en"/>
              <a:t>When implementing the Fighter's </a:t>
            </a:r>
            <a:r>
              <a:rPr lang="en" b="1" i="1">
                <a:solidFill>
                  <a:srgbClr val="FF0000"/>
                </a:solidFill>
              </a:rPr>
              <a:t>behavior</a:t>
            </a:r>
            <a:r>
              <a:rPr lang="en"/>
              <a:t>:</a:t>
            </a:r>
            <a:endParaRPr/>
          </a:p>
          <a:p>
            <a:pPr marL="914400" lvl="1" indent="-298450" algn="l" rtl="0">
              <a:spcBef>
                <a:spcPts val="0"/>
              </a:spcBef>
              <a:spcAft>
                <a:spcPts val="0"/>
              </a:spcAft>
              <a:buSzPts val="1100"/>
              <a:buChar char="○"/>
            </a:pPr>
            <a:r>
              <a:rPr lang="en"/>
              <a:t>They can </a:t>
            </a:r>
            <a:r>
              <a:rPr lang="en" b="1" i="1">
                <a:solidFill>
                  <a:srgbClr val="FF0000"/>
                </a:solidFill>
              </a:rPr>
              <a:t>attack</a:t>
            </a:r>
            <a:r>
              <a:rPr lang="en">
                <a:solidFill>
                  <a:srgbClr val="FF0000"/>
                </a:solidFill>
              </a:rPr>
              <a:t> </a:t>
            </a:r>
            <a:r>
              <a:rPr lang="en"/>
              <a:t>with </a:t>
            </a:r>
            <a:r>
              <a:rPr lang="en" b="1" i="1">
                <a:solidFill>
                  <a:srgbClr val="FF0000"/>
                </a:solidFill>
              </a:rPr>
              <a:t>"Cleave,"</a:t>
            </a:r>
            <a:r>
              <a:rPr lang="en"/>
              <a:t> hitting </a:t>
            </a:r>
            <a:r>
              <a:rPr lang="en" b="1" i="1">
                <a:solidFill>
                  <a:srgbClr val="FF0000"/>
                </a:solidFill>
              </a:rPr>
              <a:t>once </a:t>
            </a:r>
            <a:r>
              <a:rPr lang="en"/>
              <a:t>for </a:t>
            </a:r>
            <a:r>
              <a:rPr lang="en" b="1" i="1">
                <a:solidFill>
                  <a:srgbClr val="FF0000"/>
                </a:solidFill>
              </a:rPr>
              <a:t>25 points</a:t>
            </a:r>
            <a:r>
              <a:rPr lang="en"/>
              <a:t> of </a:t>
            </a:r>
            <a:r>
              <a:rPr lang="en" b="1" i="1">
                <a:solidFill>
                  <a:srgbClr val="FF0000"/>
                </a:solidFill>
              </a:rPr>
              <a:t>physical damage</a:t>
            </a:r>
            <a:r>
              <a:rPr lang="en"/>
              <a:t>.</a:t>
            </a:r>
            <a:endParaRPr/>
          </a:p>
          <a:p>
            <a:pPr marL="914400" lvl="1" indent="-298450" algn="l" rtl="0">
              <a:spcBef>
                <a:spcPts val="0"/>
              </a:spcBef>
              <a:spcAft>
                <a:spcPts val="0"/>
              </a:spcAft>
              <a:buSzPts val="1100"/>
              <a:buChar char="○"/>
            </a:pPr>
            <a:r>
              <a:rPr lang="en"/>
              <a:t>They can </a:t>
            </a:r>
            <a:r>
              <a:rPr lang="en" b="1" i="1">
                <a:solidFill>
                  <a:srgbClr val="FF0000"/>
                </a:solidFill>
              </a:rPr>
              <a:t>heal </a:t>
            </a:r>
            <a:r>
              <a:rPr lang="en"/>
              <a:t>for a specified number of hit points, but not above the max HP.</a:t>
            </a:r>
            <a:endParaRPr/>
          </a:p>
          <a:p>
            <a:pPr marL="914400" lvl="1" indent="-298450" algn="l" rtl="0">
              <a:spcBef>
                <a:spcPts val="0"/>
              </a:spcBef>
              <a:spcAft>
                <a:spcPts val="0"/>
              </a:spcAft>
              <a:buSzPts val="1100"/>
              <a:buChar char="○"/>
            </a:pPr>
            <a:r>
              <a:rPr lang="en"/>
              <a:t>They may be </a:t>
            </a:r>
            <a:r>
              <a:rPr lang="en" b="1" i="1">
                <a:solidFill>
                  <a:srgbClr val="FF0000"/>
                </a:solidFill>
              </a:rPr>
              <a:t>unconscious</a:t>
            </a:r>
            <a:r>
              <a:rPr lang="en">
                <a:solidFill>
                  <a:srgbClr val="FF0000"/>
                </a:solidFill>
              </a:rPr>
              <a:t> </a:t>
            </a:r>
            <a:r>
              <a:rPr lang="en"/>
              <a:t>if the current HP is at 0.</a:t>
            </a:r>
            <a:endParaRPr/>
          </a:p>
          <a:p>
            <a:pPr marL="914400" lvl="1" indent="-298450" algn="l" rtl="0">
              <a:spcBef>
                <a:spcPts val="0"/>
              </a:spcBef>
              <a:spcAft>
                <a:spcPts val="0"/>
              </a:spcAft>
              <a:buSzPts val="1100"/>
              <a:buChar char="○"/>
            </a:pPr>
            <a:r>
              <a:rPr lang="en"/>
              <a:t>They can  </a:t>
            </a:r>
            <a:r>
              <a:rPr lang="en" b="1" i="1">
                <a:solidFill>
                  <a:srgbClr val="FF0000"/>
                </a:solidFill>
              </a:rPr>
              <a:t>take damage </a:t>
            </a:r>
            <a:r>
              <a:rPr lang="en"/>
              <a:t>when from an attack which reduces their current HP, but not below 0. Remember that </a:t>
            </a:r>
            <a:r>
              <a:rPr lang="en" b="1" i="1">
                <a:solidFill>
                  <a:srgbClr val="FF0000"/>
                </a:solidFill>
              </a:rPr>
              <a:t>magical damage</a:t>
            </a:r>
            <a:r>
              <a:rPr lang="en"/>
              <a:t> is increased by 25% but </a:t>
            </a:r>
            <a:r>
              <a:rPr lang="en" b="1" i="1">
                <a:solidFill>
                  <a:srgbClr val="FF0000"/>
                </a:solidFill>
              </a:rPr>
              <a:t>physical damage</a:t>
            </a:r>
            <a:r>
              <a:rPr lang="en"/>
              <a:t> is reduced by 25%.</a:t>
            </a:r>
            <a:endParaRPr/>
          </a:p>
          <a:p>
            <a:pPr marL="457200" lvl="0" indent="-311150" algn="l" rtl="0">
              <a:spcBef>
                <a:spcPts val="0"/>
              </a:spcBef>
              <a:spcAft>
                <a:spcPts val="0"/>
              </a:spcAft>
              <a:buSzPts val="1300"/>
              <a:buChar char="●"/>
            </a:pPr>
            <a:r>
              <a:rPr lang="en"/>
              <a:t>Add a </a:t>
            </a:r>
            <a:r>
              <a:rPr lang="en">
                <a:latin typeface="Courier New"/>
                <a:ea typeface="Courier New"/>
                <a:cs typeface="Courier New"/>
                <a:sym typeface="Courier New"/>
              </a:rPr>
              <a:t>main</a:t>
            </a:r>
            <a:r>
              <a:rPr lang="en"/>
              <a:t> method with the appropriate signature.</a:t>
            </a:r>
            <a:endParaRPr/>
          </a:p>
          <a:p>
            <a:pPr marL="914400" lvl="1" indent="-298450" algn="l" rtl="0">
              <a:spcBef>
                <a:spcPts val="0"/>
              </a:spcBef>
              <a:spcAft>
                <a:spcPts val="0"/>
              </a:spcAft>
              <a:buSzPts val="1100"/>
              <a:buChar char="○"/>
            </a:pPr>
            <a:r>
              <a:rPr lang="en"/>
              <a:t>Create two instances of your new class.</a:t>
            </a:r>
            <a:endParaRPr/>
          </a:p>
          <a:p>
            <a:pPr marL="914400" lvl="1" indent="-298450" algn="l" rtl="0">
              <a:spcBef>
                <a:spcPts val="0"/>
              </a:spcBef>
              <a:spcAft>
                <a:spcPts val="0"/>
              </a:spcAft>
              <a:buSzPts val="1100"/>
              <a:buChar char="○"/>
            </a:pPr>
            <a:r>
              <a:rPr lang="en"/>
              <a:t>Print both to standard output.</a:t>
            </a:r>
            <a:endParaRPr/>
          </a:p>
          <a:p>
            <a:pPr marL="914400" lvl="1" indent="-298450" algn="l" rtl="0">
              <a:spcBef>
                <a:spcPts val="0"/>
              </a:spcBef>
              <a:spcAft>
                <a:spcPts val="0"/>
              </a:spcAft>
              <a:buSzPts val="1100"/>
              <a:buChar char="○"/>
            </a:pPr>
            <a:r>
              <a:rPr lang="en"/>
              <a:t>Have your fighters attack each other, and print them to standard output after the attacks.</a:t>
            </a:r>
            <a:endParaRPr/>
          </a:p>
        </p:txBody>
      </p:sp>
      <p:sp>
        <p:nvSpPr>
          <p:cNvPr id="603" name="Google Shape;603;p88"/>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The Goat Fighter</a:t>
            </a:r>
            <a:endParaRPr/>
          </a:p>
        </p:txBody>
      </p:sp>
      <p:sp>
        <p:nvSpPr>
          <p:cNvPr id="604" name="Google Shape;604;p88"/>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3.6</a:t>
            </a:r>
            <a:endParaRPr/>
          </a:p>
        </p:txBody>
      </p:sp>
      <p:pic>
        <p:nvPicPr>
          <p:cNvPr id="605" name="Google Shape;605;p88"/>
          <p:cNvPicPr preferRelativeResize="0"/>
          <p:nvPr/>
        </p:nvPicPr>
        <p:blipFill>
          <a:blip r:embed="rId3">
            <a:alphaModFix/>
          </a:blip>
          <a:stretch>
            <a:fillRect/>
          </a:stretch>
        </p:blipFill>
        <p:spPr>
          <a:xfrm>
            <a:off x="202475" y="1571925"/>
            <a:ext cx="2733625" cy="2733625"/>
          </a:xfrm>
          <a:prstGeom prst="rect">
            <a:avLst/>
          </a:prstGeom>
          <a:noFill/>
          <a:ln>
            <a:noFill/>
          </a:ln>
        </p:spPr>
      </p:pic>
      <p:pic>
        <p:nvPicPr>
          <p:cNvPr id="606" name="Google Shape;606;p88"/>
          <p:cNvPicPr preferRelativeResize="0"/>
          <p:nvPr/>
        </p:nvPicPr>
        <p:blipFill rotWithShape="1">
          <a:blip r:embed="rId4">
            <a:alphaModFix/>
          </a:blip>
          <a:srcRect/>
          <a:stretch/>
        </p:blipFill>
        <p:spPr>
          <a:xfrm>
            <a:off x="2051439" y="1649075"/>
            <a:ext cx="808611" cy="11644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10"/>
        <p:cNvGrpSpPr/>
        <p:nvPr/>
      </p:nvGrpSpPr>
      <p:grpSpPr>
        <a:xfrm>
          <a:off x="0" y="0"/>
          <a:ext cx="0" cy="0"/>
          <a:chOff x="0" y="0"/>
          <a:chExt cx="0" cy="0"/>
        </a:xfrm>
      </p:grpSpPr>
      <p:pic>
        <p:nvPicPr>
          <p:cNvPr id="611" name="Google Shape;611;p89"/>
          <p:cNvPicPr preferRelativeResize="0"/>
          <p:nvPr/>
        </p:nvPicPr>
        <p:blipFill>
          <a:blip r:embed="rId3">
            <a:alphaModFix/>
          </a:blip>
          <a:stretch>
            <a:fillRect/>
          </a:stretch>
        </p:blipFill>
        <p:spPr>
          <a:xfrm rot="-765610">
            <a:off x="449225" y="787878"/>
            <a:ext cx="7060149" cy="1793925"/>
          </a:xfrm>
          <a:prstGeom prst="rect">
            <a:avLst/>
          </a:prstGeom>
          <a:noFill/>
          <a:ln>
            <a:noFill/>
          </a:ln>
        </p:spPr>
      </p:pic>
      <p:sp>
        <p:nvSpPr>
          <p:cNvPr id="612" name="Google Shape;612;p8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11</a:t>
            </a:fld>
            <a:endParaRPr/>
          </a:p>
        </p:txBody>
      </p:sp>
      <p:sp>
        <p:nvSpPr>
          <p:cNvPr id="613" name="Google Shape;613;p89"/>
          <p:cNvSpPr/>
          <p:nvPr/>
        </p:nvSpPr>
        <p:spPr>
          <a:xfrm>
            <a:off x="539700" y="2876850"/>
            <a:ext cx="2559300" cy="1008600"/>
          </a:xfrm>
          <a:prstGeom prst="wedgeRoundRectCallout">
            <a:avLst>
              <a:gd name="adj1" fmla="val 56459"/>
              <a:gd name="adj2" fmla="val 32210"/>
              <a:gd name="adj3" fmla="val 0"/>
            </a:avLst>
          </a:prstGeom>
          <a:solidFill>
            <a:srgbClr val="FFFFFF"/>
          </a:solidFill>
          <a:ln w="19050"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500"/>
              <a:t>Whenever you see this image, it's a reminder to check your PROBLEMS tab.</a:t>
            </a:r>
            <a:endParaRPr sz="1500"/>
          </a:p>
        </p:txBody>
      </p:sp>
      <p:sp>
        <p:nvSpPr>
          <p:cNvPr id="614" name="Google Shape;614;p89"/>
          <p:cNvSpPr/>
          <p:nvPr/>
        </p:nvSpPr>
        <p:spPr>
          <a:xfrm>
            <a:off x="5602300" y="1933650"/>
            <a:ext cx="2828100" cy="1008600"/>
          </a:xfrm>
          <a:prstGeom prst="wedgeRoundRectCallout">
            <a:avLst>
              <a:gd name="adj1" fmla="val -45574"/>
              <a:gd name="adj2" fmla="val 75991"/>
              <a:gd name="adj3" fmla="val 0"/>
            </a:avLst>
          </a:prstGeom>
          <a:solidFill>
            <a:srgbClr val="FFFFFF"/>
          </a:solidFill>
          <a:ln w="19050"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If VSCode has identified any problems, try to fix them. If you're not sure how, raise your hand and ask for help!</a:t>
            </a:r>
            <a:endParaRPr/>
          </a:p>
        </p:txBody>
      </p:sp>
      <p:pic>
        <p:nvPicPr>
          <p:cNvPr id="615" name="Google Shape;615;p89"/>
          <p:cNvPicPr preferRelativeResize="0"/>
          <p:nvPr/>
        </p:nvPicPr>
        <p:blipFill>
          <a:blip r:embed="rId4">
            <a:alphaModFix/>
          </a:blip>
          <a:stretch>
            <a:fillRect/>
          </a:stretch>
        </p:blipFill>
        <p:spPr>
          <a:xfrm flipH="1">
            <a:off x="3231514" y="2601712"/>
            <a:ext cx="2437860" cy="2424974"/>
          </a:xfrm>
          <a:prstGeom prst="rect">
            <a:avLst/>
          </a:prstGeom>
          <a:noFill/>
          <a:ln>
            <a:noFill/>
          </a:ln>
        </p:spPr>
      </p:pic>
      <p:sp>
        <p:nvSpPr>
          <p:cNvPr id="616" name="Google Shape;616;p89"/>
          <p:cNvSpPr/>
          <p:nvPr/>
        </p:nvSpPr>
        <p:spPr>
          <a:xfrm>
            <a:off x="5669375" y="3404175"/>
            <a:ext cx="2828100" cy="1008600"/>
          </a:xfrm>
          <a:prstGeom prst="wedgeRoundRectCallout">
            <a:avLst>
              <a:gd name="adj1" fmla="val -69654"/>
              <a:gd name="adj2" fmla="val 21495"/>
              <a:gd name="adj3" fmla="val 0"/>
            </a:avLst>
          </a:prstGeom>
          <a:solidFill>
            <a:srgbClr val="FFFFFF"/>
          </a:solidFill>
          <a:ln w="19050"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And remember: it's not about </a:t>
            </a:r>
            <a:r>
              <a:rPr lang="en" i="1"/>
              <a:t>avoiding</a:t>
            </a:r>
            <a:r>
              <a:rPr lang="en"/>
              <a:t> making mistakes. It's about learning how to fix them as we make them.</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13"/>
                                        </p:tgtEl>
                                        <p:attrNameLst>
                                          <p:attrName>style.visibility</p:attrName>
                                        </p:attrNameLst>
                                      </p:cBhvr>
                                      <p:to>
                                        <p:strVal val="visible"/>
                                      </p:to>
                                    </p:set>
                                    <p:animEffect transition="in" filter="fade">
                                      <p:cBhvr>
                                        <p:cTn id="7" dur="1000"/>
                                        <p:tgtEl>
                                          <p:spTgt spid="6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14"/>
                                        </p:tgtEl>
                                        <p:attrNameLst>
                                          <p:attrName>style.visibility</p:attrName>
                                        </p:attrNameLst>
                                      </p:cBhvr>
                                      <p:to>
                                        <p:strVal val="visible"/>
                                      </p:to>
                                    </p:set>
                                    <p:animEffect transition="in" filter="fade">
                                      <p:cBhvr>
                                        <p:cTn id="12" dur="1000"/>
                                        <p:tgtEl>
                                          <p:spTgt spid="6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16"/>
                                        </p:tgtEl>
                                        <p:attrNameLst>
                                          <p:attrName>style.visibility</p:attrName>
                                        </p:attrNameLst>
                                      </p:cBhvr>
                                      <p:to>
                                        <p:strVal val="visible"/>
                                      </p:to>
                                    </p:set>
                                    <p:animEffect transition="in" filter="fade">
                                      <p:cBhvr>
                                        <p:cTn id="17" dur="1000"/>
                                        <p:tgtEl>
                                          <p:spTgt spid="6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21" name="Google Shape;621;p90"/>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Now that we have a couple of goat character classes, let's put them to the test by creating an arena in which they can do battle!</a:t>
            </a:r>
            <a:endParaRPr/>
          </a:p>
        </p:txBody>
      </p:sp>
      <p:sp>
        <p:nvSpPr>
          <p:cNvPr id="622" name="Google Shape;622;p9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12</a:t>
            </a:fld>
            <a:endParaRPr/>
          </a:p>
        </p:txBody>
      </p:sp>
      <p:sp>
        <p:nvSpPr>
          <p:cNvPr id="623" name="Google Shape;623;p90"/>
          <p:cNvSpPr txBox="1">
            <a:spLocks noGrp="1"/>
          </p:cNvSpPr>
          <p:nvPr>
            <p:ph type="body" idx="2"/>
          </p:nvPr>
        </p:nvSpPr>
        <p:spPr>
          <a:xfrm>
            <a:off x="3652825" y="1479725"/>
            <a:ext cx="5288100" cy="3095400"/>
          </a:xfrm>
          <a:prstGeom prst="rect">
            <a:avLst/>
          </a:prstGeom>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sz="1400"/>
              <a:t>Create a new Java class named "</a:t>
            </a:r>
            <a:r>
              <a:rPr lang="en" sz="1400">
                <a:latin typeface="Courier New"/>
                <a:ea typeface="Courier New"/>
                <a:cs typeface="Courier New"/>
                <a:sym typeface="Courier New"/>
              </a:rPr>
              <a:t>GoatArena</a:t>
            </a:r>
            <a:r>
              <a:rPr lang="en" sz="1400"/>
              <a:t>" and define a </a:t>
            </a:r>
            <a:r>
              <a:rPr lang="en" sz="1400">
                <a:latin typeface="Courier New"/>
                <a:ea typeface="Courier New"/>
                <a:cs typeface="Courier New"/>
                <a:sym typeface="Courier New"/>
              </a:rPr>
              <a:t>static</a:t>
            </a:r>
            <a:r>
              <a:rPr lang="en" sz="1400"/>
              <a:t> method named "</a:t>
            </a:r>
            <a:r>
              <a:rPr lang="en" sz="1400">
                <a:latin typeface="Courier New"/>
                <a:ea typeface="Courier New"/>
                <a:cs typeface="Courier New"/>
                <a:sym typeface="Courier New"/>
              </a:rPr>
              <a:t>battle</a:t>
            </a:r>
            <a:r>
              <a:rPr lang="en" sz="1400"/>
              <a:t>" that declares parameter for </a:t>
            </a:r>
            <a:r>
              <a:rPr lang="en" sz="1400">
                <a:solidFill>
                  <a:srgbClr val="FF0000"/>
                </a:solidFill>
                <a:latin typeface="Courier New"/>
                <a:ea typeface="Courier New"/>
                <a:cs typeface="Courier New"/>
                <a:sym typeface="Courier New"/>
              </a:rPr>
              <a:t>goat1</a:t>
            </a:r>
            <a:r>
              <a:rPr lang="en" sz="1400">
                <a:solidFill>
                  <a:srgbClr val="FF0000"/>
                </a:solidFill>
              </a:rPr>
              <a:t> </a:t>
            </a:r>
            <a:r>
              <a:rPr lang="en" sz="1400"/>
              <a:t>(a </a:t>
            </a:r>
            <a:r>
              <a:rPr lang="en" sz="1400">
                <a:latin typeface="Courier New"/>
                <a:ea typeface="Courier New"/>
                <a:cs typeface="Courier New"/>
                <a:sym typeface="Courier New"/>
              </a:rPr>
              <a:t>Mage</a:t>
            </a:r>
            <a:r>
              <a:rPr lang="en" sz="1400"/>
              <a:t>) and </a:t>
            </a:r>
            <a:r>
              <a:rPr lang="en" sz="1400">
                <a:solidFill>
                  <a:srgbClr val="FF0000"/>
                </a:solidFill>
                <a:latin typeface="Courier New"/>
                <a:ea typeface="Courier New"/>
                <a:cs typeface="Courier New"/>
                <a:sym typeface="Courier New"/>
              </a:rPr>
              <a:t>goat2</a:t>
            </a:r>
            <a:r>
              <a:rPr lang="en" sz="1400"/>
              <a:t> (a </a:t>
            </a:r>
            <a:r>
              <a:rPr lang="en" sz="1400">
                <a:latin typeface="Courier New"/>
                <a:ea typeface="Courier New"/>
                <a:cs typeface="Courier New"/>
                <a:sym typeface="Courier New"/>
              </a:rPr>
              <a:t>Fighter</a:t>
            </a:r>
            <a:r>
              <a:rPr lang="en" sz="1400"/>
              <a:t>).</a:t>
            </a:r>
            <a:endParaRPr sz="1400"/>
          </a:p>
          <a:p>
            <a:pPr marL="457200" lvl="0" indent="-317500" algn="l" rtl="0">
              <a:spcBef>
                <a:spcPts val="0"/>
              </a:spcBef>
              <a:spcAft>
                <a:spcPts val="0"/>
              </a:spcAft>
              <a:buSzPts val="1400"/>
              <a:buChar char="●"/>
            </a:pPr>
            <a:r>
              <a:rPr lang="en" sz="1400"/>
              <a:t>Have the two goats engage in an epic battle! </a:t>
            </a:r>
            <a:endParaRPr sz="1400"/>
          </a:p>
          <a:p>
            <a:pPr marL="914400" lvl="1" indent="-304800" algn="l" rtl="0">
              <a:spcBef>
                <a:spcPts val="0"/>
              </a:spcBef>
              <a:spcAft>
                <a:spcPts val="0"/>
              </a:spcAft>
              <a:buSzPts val="1200"/>
              <a:buChar char="○"/>
            </a:pPr>
            <a:r>
              <a:rPr lang="en" sz="1200"/>
              <a:t>As long as both goats are conscious, have each goat attack the other in turn.</a:t>
            </a:r>
            <a:endParaRPr sz="1200"/>
          </a:p>
          <a:p>
            <a:pPr marL="914400" lvl="1" indent="-304800" algn="l" rtl="0">
              <a:spcBef>
                <a:spcPts val="0"/>
              </a:spcBef>
              <a:spcAft>
                <a:spcPts val="0"/>
              </a:spcAft>
              <a:buSzPts val="1200"/>
              <a:buChar char="○"/>
            </a:pPr>
            <a:r>
              <a:rPr lang="en" sz="1200"/>
              <a:t>To be fair, both goats will always get to attack the other.</a:t>
            </a:r>
            <a:endParaRPr sz="1200"/>
          </a:p>
          <a:p>
            <a:pPr marL="914400" lvl="1" indent="-304800" algn="l" rtl="0">
              <a:spcBef>
                <a:spcPts val="0"/>
              </a:spcBef>
              <a:spcAft>
                <a:spcPts val="0"/>
              </a:spcAft>
              <a:buSzPts val="1200"/>
              <a:buChar char="○"/>
            </a:pPr>
            <a:r>
              <a:rPr lang="en" sz="1200"/>
              <a:t>Be sure to print attacks and the status of each goat after each round.</a:t>
            </a:r>
            <a:endParaRPr sz="1200"/>
          </a:p>
          <a:p>
            <a:pPr marL="914400" lvl="1" indent="-304800" algn="l" rtl="0">
              <a:spcBef>
                <a:spcPts val="0"/>
              </a:spcBef>
              <a:spcAft>
                <a:spcPts val="0"/>
              </a:spcAft>
              <a:buSzPts val="1200"/>
              <a:buChar char="○"/>
            </a:pPr>
            <a:r>
              <a:rPr lang="en" sz="1200"/>
              <a:t>Once the battle is over, determine the winner by checking to see which goat is still conscious.</a:t>
            </a:r>
            <a:endParaRPr sz="1200"/>
          </a:p>
          <a:p>
            <a:pPr marL="457200" lvl="0" indent="-317500" algn="l" rtl="0">
              <a:spcBef>
                <a:spcPts val="0"/>
              </a:spcBef>
              <a:spcAft>
                <a:spcPts val="0"/>
              </a:spcAft>
              <a:buSzPts val="1400"/>
              <a:buChar char="●"/>
            </a:pPr>
            <a:r>
              <a:rPr lang="en" sz="1400"/>
              <a:t>Define a </a:t>
            </a:r>
            <a:r>
              <a:rPr lang="en" sz="1400">
                <a:latin typeface="Courier New"/>
                <a:ea typeface="Courier New"/>
                <a:cs typeface="Courier New"/>
                <a:sym typeface="Courier New"/>
              </a:rPr>
              <a:t>main</a:t>
            </a:r>
            <a:r>
              <a:rPr lang="en" sz="1400"/>
              <a:t> method with the appropriate signature.</a:t>
            </a:r>
            <a:endParaRPr sz="1400"/>
          </a:p>
          <a:p>
            <a:pPr marL="914400" lvl="1" indent="-304800" algn="l" rtl="0">
              <a:spcBef>
                <a:spcPts val="0"/>
              </a:spcBef>
              <a:spcAft>
                <a:spcPts val="0"/>
              </a:spcAft>
              <a:buSzPts val="1200"/>
              <a:buChar char="○"/>
            </a:pPr>
            <a:r>
              <a:rPr lang="en" sz="1200"/>
              <a:t>Make one of each type of goat and send them to battle.</a:t>
            </a:r>
            <a:endParaRPr sz="1200"/>
          </a:p>
        </p:txBody>
      </p:sp>
      <p:sp>
        <p:nvSpPr>
          <p:cNvPr id="624" name="Google Shape;624;p90"/>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Goat Fight Club</a:t>
            </a:r>
            <a:endParaRPr/>
          </a:p>
        </p:txBody>
      </p:sp>
      <p:sp>
        <p:nvSpPr>
          <p:cNvPr id="625" name="Google Shape;625;p90"/>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3.7</a:t>
            </a:r>
            <a:endParaRPr/>
          </a:p>
        </p:txBody>
      </p:sp>
      <p:pic>
        <p:nvPicPr>
          <p:cNvPr id="626" name="Google Shape;626;p90"/>
          <p:cNvPicPr preferRelativeResize="0"/>
          <p:nvPr/>
        </p:nvPicPr>
        <p:blipFill>
          <a:blip r:embed="rId3">
            <a:alphaModFix/>
          </a:blip>
          <a:stretch>
            <a:fillRect/>
          </a:stretch>
        </p:blipFill>
        <p:spPr>
          <a:xfrm>
            <a:off x="152400" y="1686175"/>
            <a:ext cx="3500427" cy="1980499"/>
          </a:xfrm>
          <a:prstGeom prst="rect">
            <a:avLst/>
          </a:prstGeom>
          <a:noFill/>
          <a:ln w="19050" cap="flat" cmpd="sng">
            <a:solidFill>
              <a:schemeClr val="dk2"/>
            </a:solidFill>
            <a:prstDash val="solid"/>
            <a:round/>
            <a:headEnd type="none" w="sm" len="sm"/>
            <a:tailEnd type="none" w="sm" len="sm"/>
          </a:ln>
        </p:spPr>
      </p:pic>
      <p:sp>
        <p:nvSpPr>
          <p:cNvPr id="627" name="Google Shape;627;p90"/>
          <p:cNvSpPr txBox="1"/>
          <p:nvPr/>
        </p:nvSpPr>
        <p:spPr>
          <a:xfrm>
            <a:off x="146000" y="3772875"/>
            <a:ext cx="3500400" cy="369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Two goats enter. One goat leaves.</a:t>
            </a:r>
            <a:endParaRPr sz="1200"/>
          </a:p>
        </p:txBody>
      </p:sp>
      <p:pic>
        <p:nvPicPr>
          <p:cNvPr id="628" name="Google Shape;628;p90"/>
          <p:cNvPicPr preferRelativeResize="0"/>
          <p:nvPr/>
        </p:nvPicPr>
        <p:blipFill rotWithShape="1">
          <a:blip r:embed="rId4">
            <a:alphaModFix/>
          </a:blip>
          <a:srcRect/>
          <a:stretch/>
        </p:blipFill>
        <p:spPr>
          <a:xfrm rot="-900005">
            <a:off x="1892166" y="2348692"/>
            <a:ext cx="545794" cy="785994"/>
          </a:xfrm>
          <a:prstGeom prst="rect">
            <a:avLst/>
          </a:prstGeom>
          <a:noFill/>
          <a:ln>
            <a:noFill/>
          </a:ln>
        </p:spPr>
      </p:pic>
      <p:pic>
        <p:nvPicPr>
          <p:cNvPr id="629" name="Google Shape;629;p90"/>
          <p:cNvPicPr preferRelativeResize="0"/>
          <p:nvPr/>
        </p:nvPicPr>
        <p:blipFill rotWithShape="1">
          <a:blip r:embed="rId5">
            <a:alphaModFix/>
          </a:blip>
          <a:srcRect/>
          <a:stretch/>
        </p:blipFill>
        <p:spPr>
          <a:xfrm rot="900000" flipH="1">
            <a:off x="1295496" y="2348986"/>
            <a:ext cx="548700" cy="790139"/>
          </a:xfrm>
          <a:prstGeom prst="rect">
            <a:avLst/>
          </a:prstGeom>
          <a:noFill/>
          <a:ln>
            <a:noFill/>
          </a:ln>
        </p:spPr>
      </p:pic>
      <p:pic>
        <p:nvPicPr>
          <p:cNvPr id="630" name="Google Shape;630;p90"/>
          <p:cNvPicPr preferRelativeResize="0"/>
          <p:nvPr/>
        </p:nvPicPr>
        <p:blipFill>
          <a:blip r:embed="rId6">
            <a:alphaModFix/>
          </a:blip>
          <a:stretch>
            <a:fillRect/>
          </a:stretch>
        </p:blipFill>
        <p:spPr>
          <a:xfrm>
            <a:off x="7135025" y="87075"/>
            <a:ext cx="1886124" cy="4833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34"/>
        <p:cNvGrpSpPr/>
        <p:nvPr/>
      </p:nvGrpSpPr>
      <p:grpSpPr>
        <a:xfrm>
          <a:off x="0" y="0"/>
          <a:ext cx="0" cy="0"/>
          <a:chOff x="0" y="0"/>
          <a:chExt cx="0" cy="0"/>
        </a:xfrm>
      </p:grpSpPr>
      <p:sp>
        <p:nvSpPr>
          <p:cNvPr id="635" name="Google Shape;635;p91"/>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Who says that it always has to be a mage vs. a fighter in the arena? What if we wanted two mages to fight each other? Or what about two fighters?</a:t>
            </a:r>
            <a:endParaRPr/>
          </a:p>
        </p:txBody>
      </p:sp>
      <p:sp>
        <p:nvSpPr>
          <p:cNvPr id="636" name="Google Shape;636;p9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13</a:t>
            </a:fld>
            <a:endParaRPr/>
          </a:p>
        </p:txBody>
      </p:sp>
      <p:sp>
        <p:nvSpPr>
          <p:cNvPr id="637" name="Google Shape;637;p91"/>
          <p:cNvSpPr txBox="1">
            <a:spLocks noGrp="1"/>
          </p:cNvSpPr>
          <p:nvPr>
            <p:ph type="body" idx="2"/>
          </p:nvPr>
        </p:nvSpPr>
        <p:spPr>
          <a:xfrm>
            <a:off x="3652825" y="1609975"/>
            <a:ext cx="5261100" cy="3369300"/>
          </a:xfrm>
          <a:prstGeom prst="rect">
            <a:avLst/>
          </a:prstGeom>
        </p:spPr>
        <p:txBody>
          <a:bodyPr spcFirstLastPara="1" wrap="square" lIns="91425" tIns="91425" rIns="91425" bIns="91425" anchor="t" anchorCtr="0">
            <a:spAutoFit/>
          </a:bodyPr>
          <a:lstStyle/>
          <a:p>
            <a:pPr marL="457200" lvl="0" indent="-330200" algn="l" rtl="0">
              <a:spcBef>
                <a:spcPts val="0"/>
              </a:spcBef>
              <a:spcAft>
                <a:spcPts val="0"/>
              </a:spcAft>
              <a:buSzPts val="1600"/>
              <a:buChar char="●"/>
            </a:pPr>
            <a:r>
              <a:rPr lang="en" sz="1600"/>
              <a:t>Open the "</a:t>
            </a:r>
            <a:r>
              <a:rPr lang="en" sz="1600">
                <a:latin typeface="Courier New"/>
                <a:ea typeface="Courier New"/>
                <a:cs typeface="Courier New"/>
                <a:sym typeface="Courier New"/>
              </a:rPr>
              <a:t>GoatArena</a:t>
            </a:r>
            <a:r>
              <a:rPr lang="en" sz="1600"/>
              <a:t>" and overload the "</a:t>
            </a:r>
            <a:r>
              <a:rPr lang="en" sz="1600">
                <a:latin typeface="Courier New"/>
                <a:ea typeface="Courier New"/>
                <a:cs typeface="Courier New"/>
                <a:sym typeface="Courier New"/>
              </a:rPr>
              <a:t>battle</a:t>
            </a:r>
            <a:r>
              <a:rPr lang="en" sz="1600"/>
              <a:t>" method so that it declares parameters for </a:t>
            </a:r>
            <a:r>
              <a:rPr lang="en" sz="1600">
                <a:solidFill>
                  <a:srgbClr val="FF0000"/>
                </a:solidFill>
                <a:latin typeface="Courier New"/>
                <a:ea typeface="Courier New"/>
                <a:cs typeface="Courier New"/>
                <a:sym typeface="Courier New"/>
              </a:rPr>
              <a:t>goat1</a:t>
            </a:r>
            <a:r>
              <a:rPr lang="en" sz="1600">
                <a:solidFill>
                  <a:srgbClr val="FF0000"/>
                </a:solidFill>
              </a:rPr>
              <a:t> </a:t>
            </a:r>
            <a:r>
              <a:rPr lang="en" sz="1600"/>
              <a:t>and </a:t>
            </a:r>
            <a:r>
              <a:rPr lang="en" sz="1600">
                <a:solidFill>
                  <a:srgbClr val="FF0000"/>
                </a:solidFill>
                <a:latin typeface="Courier New"/>
                <a:ea typeface="Courier New"/>
                <a:cs typeface="Courier New"/>
                <a:sym typeface="Courier New"/>
              </a:rPr>
              <a:t>goat2</a:t>
            </a:r>
            <a:r>
              <a:rPr lang="en" sz="1600">
                <a:solidFill>
                  <a:srgbClr val="FF0000"/>
                </a:solidFill>
              </a:rPr>
              <a:t> </a:t>
            </a:r>
            <a:r>
              <a:rPr lang="en" sz="1600"/>
              <a:t>(both mages).</a:t>
            </a:r>
            <a:endParaRPr sz="1600"/>
          </a:p>
          <a:p>
            <a:pPr marL="914400" lvl="1" indent="-317500" algn="l" rtl="0">
              <a:spcBef>
                <a:spcPts val="0"/>
              </a:spcBef>
              <a:spcAft>
                <a:spcPts val="0"/>
              </a:spcAft>
              <a:buSzPts val="1400"/>
              <a:buChar char="○"/>
            </a:pPr>
            <a:r>
              <a:rPr lang="en" sz="1400"/>
              <a:t>To speed things up, copy and paste the code from the other battle method. </a:t>
            </a:r>
            <a:endParaRPr sz="1400"/>
          </a:p>
          <a:p>
            <a:pPr marL="914400" lvl="1" indent="-317500" algn="l" rtl="0">
              <a:spcBef>
                <a:spcPts val="0"/>
              </a:spcBef>
              <a:spcAft>
                <a:spcPts val="0"/>
              </a:spcAft>
              <a:buSzPts val="1400"/>
              <a:buChar char="○"/>
            </a:pPr>
            <a:r>
              <a:rPr lang="en" sz="1400"/>
              <a:t>If you make sure that the parameter names are the same, how much of the code do you need to change?</a:t>
            </a:r>
            <a:endParaRPr sz="1400"/>
          </a:p>
          <a:p>
            <a:pPr marL="457200" lvl="0" indent="-330200" algn="l" rtl="0">
              <a:spcBef>
                <a:spcPts val="0"/>
              </a:spcBef>
              <a:spcAft>
                <a:spcPts val="0"/>
              </a:spcAft>
              <a:buSzPts val="1600"/>
              <a:buChar char="●"/>
            </a:pPr>
            <a:r>
              <a:rPr lang="en" sz="1600"/>
              <a:t>Use </a:t>
            </a:r>
            <a:r>
              <a:rPr lang="en" sz="1600">
                <a:latin typeface="Courier New"/>
                <a:ea typeface="Courier New"/>
                <a:cs typeface="Courier New"/>
                <a:sym typeface="Courier New"/>
              </a:rPr>
              <a:t>main</a:t>
            </a:r>
            <a:r>
              <a:rPr lang="en" sz="1600"/>
              <a:t> to call the new battle function, this time with two mages.</a:t>
            </a:r>
            <a:endParaRPr sz="1600"/>
          </a:p>
          <a:p>
            <a:pPr marL="457200" lvl="0" indent="-330200" algn="l" rtl="0">
              <a:spcBef>
                <a:spcPts val="0"/>
              </a:spcBef>
              <a:spcAft>
                <a:spcPts val="0"/>
              </a:spcAft>
              <a:buSzPts val="1600"/>
              <a:buChar char="●"/>
            </a:pPr>
            <a:r>
              <a:rPr lang="en" sz="1600"/>
              <a:t>Repeat the entire process, but this time both </a:t>
            </a:r>
            <a:r>
              <a:rPr lang="en" sz="1600">
                <a:solidFill>
                  <a:srgbClr val="FF0000"/>
                </a:solidFill>
                <a:latin typeface="Courier New"/>
                <a:ea typeface="Courier New"/>
                <a:cs typeface="Courier New"/>
                <a:sym typeface="Courier New"/>
              </a:rPr>
              <a:t>goat1</a:t>
            </a:r>
            <a:r>
              <a:rPr lang="en" sz="1600"/>
              <a:t> and </a:t>
            </a:r>
            <a:r>
              <a:rPr lang="en" sz="1600">
                <a:solidFill>
                  <a:srgbClr val="FF0000"/>
                </a:solidFill>
                <a:latin typeface="Courier New"/>
                <a:ea typeface="Courier New"/>
                <a:cs typeface="Courier New"/>
                <a:sym typeface="Courier New"/>
              </a:rPr>
              <a:t>goat2</a:t>
            </a:r>
            <a:r>
              <a:rPr lang="en" sz="1600"/>
              <a:t> should be fighters.</a:t>
            </a:r>
            <a:endParaRPr sz="1600"/>
          </a:p>
        </p:txBody>
      </p:sp>
      <p:sp>
        <p:nvSpPr>
          <p:cNvPr id="638" name="Google Shape;638;p91"/>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Mage Fight?</a:t>
            </a:r>
            <a:endParaRPr/>
          </a:p>
        </p:txBody>
      </p:sp>
      <p:sp>
        <p:nvSpPr>
          <p:cNvPr id="639" name="Google Shape;639;p91"/>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3.8</a:t>
            </a:r>
            <a:endParaRPr/>
          </a:p>
        </p:txBody>
      </p:sp>
      <p:pic>
        <p:nvPicPr>
          <p:cNvPr id="640" name="Google Shape;640;p91"/>
          <p:cNvPicPr preferRelativeResize="0"/>
          <p:nvPr/>
        </p:nvPicPr>
        <p:blipFill>
          <a:blip r:embed="rId3">
            <a:alphaModFix/>
          </a:blip>
          <a:stretch>
            <a:fillRect/>
          </a:stretch>
        </p:blipFill>
        <p:spPr>
          <a:xfrm>
            <a:off x="152400" y="1609975"/>
            <a:ext cx="3500427" cy="1980499"/>
          </a:xfrm>
          <a:prstGeom prst="rect">
            <a:avLst/>
          </a:prstGeom>
          <a:noFill/>
          <a:ln w="19050" cap="flat" cmpd="sng">
            <a:solidFill>
              <a:schemeClr val="dk2"/>
            </a:solidFill>
            <a:prstDash val="solid"/>
            <a:round/>
            <a:headEnd type="none" w="sm" len="sm"/>
            <a:tailEnd type="none" w="sm" len="sm"/>
          </a:ln>
        </p:spPr>
      </p:pic>
      <p:sp>
        <p:nvSpPr>
          <p:cNvPr id="641" name="Google Shape;641;p91"/>
          <p:cNvSpPr txBox="1"/>
          <p:nvPr/>
        </p:nvSpPr>
        <p:spPr>
          <a:xfrm>
            <a:off x="146000" y="3696675"/>
            <a:ext cx="35004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At this point, we have </a:t>
            </a:r>
            <a:r>
              <a:rPr lang="en" sz="1200" b="1" i="1">
                <a:solidFill>
                  <a:srgbClr val="FF0000"/>
                </a:solidFill>
              </a:rPr>
              <a:t>a lot</a:t>
            </a:r>
            <a:r>
              <a:rPr lang="en" sz="1200"/>
              <a:t> of duplicated (or </a:t>
            </a:r>
            <a:r>
              <a:rPr lang="en" sz="1200" i="1"/>
              <a:t>nearly</a:t>
            </a:r>
            <a:r>
              <a:rPr lang="en" sz="1200"/>
              <a:t> duplicated code).</a:t>
            </a:r>
            <a:endParaRPr sz="1200"/>
          </a:p>
        </p:txBody>
      </p:sp>
      <p:pic>
        <p:nvPicPr>
          <p:cNvPr id="642" name="Google Shape;642;p91"/>
          <p:cNvPicPr preferRelativeResize="0"/>
          <p:nvPr/>
        </p:nvPicPr>
        <p:blipFill rotWithShape="1">
          <a:blip r:embed="rId4">
            <a:alphaModFix/>
          </a:blip>
          <a:srcRect/>
          <a:stretch/>
        </p:blipFill>
        <p:spPr>
          <a:xfrm rot="-900005">
            <a:off x="1892166" y="2272492"/>
            <a:ext cx="545794" cy="785994"/>
          </a:xfrm>
          <a:prstGeom prst="rect">
            <a:avLst/>
          </a:prstGeom>
          <a:noFill/>
          <a:ln>
            <a:noFill/>
          </a:ln>
        </p:spPr>
      </p:pic>
      <p:pic>
        <p:nvPicPr>
          <p:cNvPr id="643" name="Google Shape;643;p91"/>
          <p:cNvPicPr preferRelativeResize="0"/>
          <p:nvPr/>
        </p:nvPicPr>
        <p:blipFill rotWithShape="1">
          <a:blip r:embed="rId4">
            <a:alphaModFix/>
          </a:blip>
          <a:srcRect/>
          <a:stretch/>
        </p:blipFill>
        <p:spPr>
          <a:xfrm rot="900005" flipH="1">
            <a:off x="1340341" y="2272492"/>
            <a:ext cx="545794" cy="785994"/>
          </a:xfrm>
          <a:prstGeom prst="rect">
            <a:avLst/>
          </a:prstGeom>
          <a:noFill/>
          <a:ln>
            <a:noFill/>
          </a:ln>
        </p:spPr>
      </p:pic>
      <p:sp>
        <p:nvSpPr>
          <p:cNvPr id="644" name="Google Shape;644;p91"/>
          <p:cNvSpPr txBox="1"/>
          <p:nvPr/>
        </p:nvSpPr>
        <p:spPr>
          <a:xfrm>
            <a:off x="146000" y="4382475"/>
            <a:ext cx="35004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What happens if we add a Thief class? Or a Cleric? Or a Paladin?</a:t>
            </a:r>
            <a:endParaRPr sz="1200"/>
          </a:p>
        </p:txBody>
      </p:sp>
      <p:pic>
        <p:nvPicPr>
          <p:cNvPr id="645" name="Google Shape;645;p91"/>
          <p:cNvPicPr preferRelativeResize="0"/>
          <p:nvPr/>
        </p:nvPicPr>
        <p:blipFill>
          <a:blip r:embed="rId5">
            <a:alphaModFix/>
          </a:blip>
          <a:stretch>
            <a:fillRect/>
          </a:stretch>
        </p:blipFill>
        <p:spPr>
          <a:xfrm>
            <a:off x="7135025" y="87075"/>
            <a:ext cx="1886124" cy="4833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49"/>
        <p:cNvGrpSpPr/>
        <p:nvPr/>
      </p:nvGrpSpPr>
      <p:grpSpPr>
        <a:xfrm>
          <a:off x="0" y="0"/>
          <a:ext cx="0" cy="0"/>
          <a:chOff x="0" y="0"/>
          <a:chExt cx="0" cy="0"/>
        </a:xfrm>
      </p:grpSpPr>
      <p:sp>
        <p:nvSpPr>
          <p:cNvPr id="650" name="Google Shape;650;p92"/>
          <p:cNvSpPr txBox="1">
            <a:spLocks noGrp="1"/>
          </p:cNvSpPr>
          <p:nvPr>
            <p:ph type="title"/>
          </p:nvPr>
        </p:nvSpPr>
        <p:spPr>
          <a:xfrm>
            <a:off x="311725" y="196125"/>
            <a:ext cx="3706500" cy="63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500"/>
              <a:t>Reuse </a:t>
            </a:r>
            <a:endParaRPr sz="2500"/>
          </a:p>
        </p:txBody>
      </p:sp>
      <p:sp>
        <p:nvSpPr>
          <p:cNvPr id="651" name="Google Shape;651;p92"/>
          <p:cNvSpPr txBox="1">
            <a:spLocks noGrp="1"/>
          </p:cNvSpPr>
          <p:nvPr>
            <p:ph type="body" idx="1"/>
          </p:nvPr>
        </p:nvSpPr>
        <p:spPr>
          <a:xfrm>
            <a:off x="4369225" y="31675"/>
            <a:ext cx="4651800" cy="4987200"/>
          </a:xfrm>
          <a:prstGeom prst="rect">
            <a:avLst/>
          </a:prstGeom>
          <a:noFill/>
          <a:ln>
            <a:noFill/>
          </a:ln>
        </p:spPr>
        <p:txBody>
          <a:bodyPr spcFirstLastPara="1" wrap="square" lIns="91425" tIns="91425" rIns="91425" bIns="91425" anchor="t" anchorCtr="0">
            <a:spAutoFit/>
          </a:bodyPr>
          <a:lstStyle/>
          <a:p>
            <a:pPr marL="457200" lvl="0" indent="-311150" algn="l" rtl="0">
              <a:lnSpc>
                <a:spcPct val="115000"/>
              </a:lnSpc>
              <a:spcBef>
                <a:spcPts val="0"/>
              </a:spcBef>
              <a:spcAft>
                <a:spcPts val="0"/>
              </a:spcAft>
              <a:buSzPts val="1300"/>
              <a:buChar char="●"/>
            </a:pPr>
            <a:r>
              <a:rPr lang="en"/>
              <a:t>One of the major benefits of </a:t>
            </a:r>
            <a:r>
              <a:rPr lang="en" b="1" i="1">
                <a:solidFill>
                  <a:srgbClr val="FF0000"/>
                </a:solidFill>
              </a:rPr>
              <a:t>object-oriented programming</a:t>
            </a:r>
            <a:r>
              <a:rPr lang="en"/>
              <a:t> is </a:t>
            </a:r>
            <a:r>
              <a:rPr lang="en" b="1" i="1">
                <a:solidFill>
                  <a:srgbClr val="FF0000"/>
                </a:solidFill>
              </a:rPr>
              <a:t>reuse</a:t>
            </a:r>
            <a:r>
              <a:rPr lang="en"/>
              <a:t>.</a:t>
            </a:r>
            <a:endParaRPr/>
          </a:p>
          <a:p>
            <a:pPr marL="914400" lvl="1" indent="-298450" algn="l" rtl="0">
              <a:lnSpc>
                <a:spcPct val="115000"/>
              </a:lnSpc>
              <a:spcBef>
                <a:spcPts val="0"/>
              </a:spcBef>
              <a:spcAft>
                <a:spcPts val="0"/>
              </a:spcAft>
              <a:buSzPts val="1100"/>
              <a:buChar char="○"/>
            </a:pPr>
            <a:r>
              <a:rPr lang="en"/>
              <a:t>Write code </a:t>
            </a:r>
            <a:r>
              <a:rPr lang="en" b="1" i="1">
                <a:solidFill>
                  <a:srgbClr val="FF0000"/>
                </a:solidFill>
              </a:rPr>
              <a:t>once</a:t>
            </a:r>
            <a:r>
              <a:rPr lang="en"/>
              <a:t>, and use it in lots of places.</a:t>
            </a:r>
            <a:endParaRPr/>
          </a:p>
          <a:p>
            <a:pPr marL="457200" lvl="0" indent="-311150" algn="l" rtl="0">
              <a:lnSpc>
                <a:spcPct val="115000"/>
              </a:lnSpc>
              <a:spcBef>
                <a:spcPts val="1000"/>
              </a:spcBef>
              <a:spcAft>
                <a:spcPts val="0"/>
              </a:spcAft>
              <a:buSzPts val="1300"/>
              <a:buChar char="●"/>
            </a:pPr>
            <a:r>
              <a:rPr lang="en"/>
              <a:t>Reuse is an alternative to </a:t>
            </a:r>
            <a:r>
              <a:rPr lang="en" b="1" i="1">
                <a:solidFill>
                  <a:srgbClr val="FF0000"/>
                </a:solidFill>
              </a:rPr>
              <a:t>"copy and paste" coding</a:t>
            </a:r>
            <a:r>
              <a:rPr lang="en"/>
              <a:t>, which </a:t>
            </a:r>
            <a:r>
              <a:rPr lang="en" b="1" i="1">
                <a:solidFill>
                  <a:srgbClr val="FF0000"/>
                </a:solidFill>
              </a:rPr>
              <a:t>duplicates</a:t>
            </a:r>
            <a:r>
              <a:rPr lang="en">
                <a:solidFill>
                  <a:srgbClr val="FF0000"/>
                </a:solidFill>
              </a:rPr>
              <a:t> </a:t>
            </a:r>
            <a:r>
              <a:rPr lang="en"/>
              <a:t>the same code wherever it is needed.</a:t>
            </a:r>
            <a:endParaRPr/>
          </a:p>
          <a:p>
            <a:pPr marL="914400" lvl="1" indent="-298450" algn="l" rtl="0">
              <a:lnSpc>
                <a:spcPct val="115000"/>
              </a:lnSpc>
              <a:spcBef>
                <a:spcPts val="0"/>
              </a:spcBef>
              <a:spcAft>
                <a:spcPts val="0"/>
              </a:spcAft>
              <a:buSzPts val="1100"/>
              <a:buChar char="○"/>
            </a:pPr>
            <a:r>
              <a:rPr lang="en"/>
              <a:t>There are many drawbacks to duplicating code, not the least of which is that it is </a:t>
            </a:r>
            <a:r>
              <a:rPr lang="en" b="1" i="1">
                <a:solidFill>
                  <a:srgbClr val="FF0000"/>
                </a:solidFill>
              </a:rPr>
              <a:t>wasteful</a:t>
            </a:r>
            <a:r>
              <a:rPr lang="en"/>
              <a:t>, </a:t>
            </a:r>
            <a:r>
              <a:rPr lang="en" b="1" i="1">
                <a:solidFill>
                  <a:srgbClr val="FF0000"/>
                </a:solidFill>
              </a:rPr>
              <a:t>inefficient</a:t>
            </a:r>
            <a:r>
              <a:rPr lang="en"/>
              <a:t>, and duplicates </a:t>
            </a:r>
            <a:r>
              <a:rPr lang="en" b="1" i="1">
                <a:solidFill>
                  <a:srgbClr val="FF0000"/>
                </a:solidFill>
              </a:rPr>
              <a:t>bugs</a:t>
            </a:r>
            <a:r>
              <a:rPr lang="en"/>
              <a:t>.</a:t>
            </a:r>
            <a:endParaRPr/>
          </a:p>
          <a:p>
            <a:pPr marL="457200" lvl="0" indent="-311150" algn="l" rtl="0">
              <a:lnSpc>
                <a:spcPct val="115000"/>
              </a:lnSpc>
              <a:spcBef>
                <a:spcPts val="1000"/>
              </a:spcBef>
              <a:spcAft>
                <a:spcPts val="0"/>
              </a:spcAft>
              <a:buSzPts val="1300"/>
              <a:buChar char="●"/>
            </a:pPr>
            <a:r>
              <a:rPr lang="en"/>
              <a:t>Up to this point, the primary mechanism for </a:t>
            </a:r>
            <a:r>
              <a:rPr lang="en" b="1" i="1">
                <a:solidFill>
                  <a:srgbClr val="FF0000"/>
                </a:solidFill>
              </a:rPr>
              <a:t>reuse</a:t>
            </a:r>
            <a:r>
              <a:rPr lang="en">
                <a:solidFill>
                  <a:srgbClr val="FF0000"/>
                </a:solidFill>
              </a:rPr>
              <a:t> </a:t>
            </a:r>
            <a:r>
              <a:rPr lang="en"/>
              <a:t>has been </a:t>
            </a:r>
            <a:r>
              <a:rPr lang="en" b="1" i="1">
                <a:solidFill>
                  <a:srgbClr val="FF0000"/>
                </a:solidFill>
              </a:rPr>
              <a:t>functions</a:t>
            </a:r>
            <a:r>
              <a:rPr lang="en"/>
              <a:t>, but what if two </a:t>
            </a:r>
            <a:r>
              <a:rPr lang="en" b="1" i="1">
                <a:solidFill>
                  <a:srgbClr val="FF0000"/>
                </a:solidFill>
              </a:rPr>
              <a:t>different</a:t>
            </a:r>
            <a:r>
              <a:rPr lang="en">
                <a:solidFill>
                  <a:srgbClr val="FF0000"/>
                </a:solidFill>
              </a:rPr>
              <a:t> </a:t>
            </a:r>
            <a:r>
              <a:rPr lang="en"/>
              <a:t>classes need the </a:t>
            </a:r>
            <a:r>
              <a:rPr lang="en" b="1" i="1">
                <a:solidFill>
                  <a:srgbClr val="FF0000"/>
                </a:solidFill>
              </a:rPr>
              <a:t>same</a:t>
            </a:r>
            <a:r>
              <a:rPr lang="en">
                <a:solidFill>
                  <a:srgbClr val="FF0000"/>
                </a:solidFill>
              </a:rPr>
              <a:t> </a:t>
            </a:r>
            <a:r>
              <a:rPr lang="en"/>
              <a:t>functionality?</a:t>
            </a:r>
            <a:endParaRPr/>
          </a:p>
          <a:p>
            <a:pPr marL="914400" lvl="1" indent="-298450" algn="l" rtl="0">
              <a:lnSpc>
                <a:spcPct val="115000"/>
              </a:lnSpc>
              <a:spcBef>
                <a:spcPts val="0"/>
              </a:spcBef>
              <a:spcAft>
                <a:spcPts val="0"/>
              </a:spcAft>
              <a:buSzPts val="1100"/>
              <a:buChar char="○"/>
            </a:pPr>
            <a:r>
              <a:rPr lang="en"/>
              <a:t>What if two or more classes implement the </a:t>
            </a:r>
            <a:r>
              <a:rPr lang="en" b="1" i="1">
                <a:solidFill>
                  <a:srgbClr val="FF0000"/>
                </a:solidFill>
              </a:rPr>
              <a:t>same behavior</a:t>
            </a:r>
            <a:r>
              <a:rPr lang="en">
                <a:solidFill>
                  <a:srgbClr val="FF0000"/>
                </a:solidFill>
              </a:rPr>
              <a:t> </a:t>
            </a:r>
            <a:r>
              <a:rPr lang="en"/>
              <a:t>in exactly the same way?</a:t>
            </a:r>
            <a:endParaRPr/>
          </a:p>
          <a:p>
            <a:pPr marL="914400" lvl="1" indent="-298450" algn="l" rtl="0">
              <a:lnSpc>
                <a:spcPct val="115000"/>
              </a:lnSpc>
              <a:spcBef>
                <a:spcPts val="0"/>
              </a:spcBef>
              <a:spcAft>
                <a:spcPts val="0"/>
              </a:spcAft>
              <a:buSzPts val="1100"/>
              <a:buChar char="○"/>
            </a:pPr>
            <a:r>
              <a:rPr lang="en"/>
              <a:t>What if two classes have </a:t>
            </a:r>
            <a:r>
              <a:rPr lang="en" b="1" i="1">
                <a:solidFill>
                  <a:srgbClr val="FF0000"/>
                </a:solidFill>
              </a:rPr>
              <a:t>identical state</a:t>
            </a:r>
            <a:r>
              <a:rPr lang="en"/>
              <a:t>?</a:t>
            </a:r>
            <a:endParaRPr/>
          </a:p>
          <a:p>
            <a:pPr marL="457200" lvl="0" indent="-311150" algn="l" rtl="0">
              <a:lnSpc>
                <a:spcPct val="115000"/>
              </a:lnSpc>
              <a:spcBef>
                <a:spcPts val="1000"/>
              </a:spcBef>
              <a:spcAft>
                <a:spcPts val="0"/>
              </a:spcAft>
              <a:buSzPts val="1300"/>
              <a:buChar char="●"/>
            </a:pPr>
            <a:r>
              <a:rPr lang="en"/>
              <a:t>Object-oriented programming provides a core feature that allows different classes to </a:t>
            </a:r>
            <a:r>
              <a:rPr lang="en" b="1" i="1">
                <a:solidFill>
                  <a:srgbClr val="FF0000"/>
                </a:solidFill>
              </a:rPr>
              <a:t>reuse</a:t>
            </a:r>
            <a:r>
              <a:rPr lang="en" i="1">
                <a:solidFill>
                  <a:srgbClr val="FF0000"/>
                </a:solidFill>
              </a:rPr>
              <a:t> </a:t>
            </a:r>
            <a:r>
              <a:rPr lang="en"/>
              <a:t>code: </a:t>
            </a:r>
            <a:r>
              <a:rPr lang="en" b="1" i="1">
                <a:solidFill>
                  <a:srgbClr val="FF0000"/>
                </a:solidFill>
              </a:rPr>
              <a:t>inheritance</a:t>
            </a:r>
            <a:r>
              <a:rPr lang="en"/>
              <a:t>.</a:t>
            </a:r>
            <a:endParaRPr/>
          </a:p>
          <a:p>
            <a:pPr marL="914400" lvl="1" indent="-298450" algn="l" rtl="0">
              <a:lnSpc>
                <a:spcPct val="115000"/>
              </a:lnSpc>
              <a:spcBef>
                <a:spcPts val="0"/>
              </a:spcBef>
              <a:spcAft>
                <a:spcPts val="0"/>
              </a:spcAft>
              <a:buSzPts val="1100"/>
              <a:buChar char="○"/>
            </a:pPr>
            <a:r>
              <a:rPr lang="en"/>
              <a:t>One class may </a:t>
            </a:r>
            <a:r>
              <a:rPr lang="en" b="1" i="1">
                <a:solidFill>
                  <a:srgbClr val="FF0000"/>
                </a:solidFill>
              </a:rPr>
              <a:t>extend</a:t>
            </a:r>
            <a:r>
              <a:rPr lang="en">
                <a:solidFill>
                  <a:srgbClr val="FF0000"/>
                </a:solidFill>
              </a:rPr>
              <a:t> </a:t>
            </a:r>
            <a:r>
              <a:rPr lang="en"/>
              <a:t>another class to inherit its accessible </a:t>
            </a:r>
            <a:r>
              <a:rPr lang="en" b="1" i="1">
                <a:solidFill>
                  <a:srgbClr val="FF0000"/>
                </a:solidFill>
              </a:rPr>
              <a:t>state</a:t>
            </a:r>
            <a:r>
              <a:rPr lang="en">
                <a:solidFill>
                  <a:srgbClr val="FF0000"/>
                </a:solidFill>
              </a:rPr>
              <a:t> </a:t>
            </a:r>
            <a:r>
              <a:rPr lang="en"/>
              <a:t>and </a:t>
            </a:r>
            <a:r>
              <a:rPr lang="en" b="1" i="1">
                <a:solidFill>
                  <a:srgbClr val="FF0000"/>
                </a:solidFill>
              </a:rPr>
              <a:t>behavior</a:t>
            </a:r>
            <a:r>
              <a:rPr lang="en"/>
              <a:t>.</a:t>
            </a:r>
            <a:endParaRPr/>
          </a:p>
          <a:p>
            <a:pPr marL="914400" lvl="1" indent="-298450" algn="l" rtl="0">
              <a:lnSpc>
                <a:spcPct val="115000"/>
              </a:lnSpc>
              <a:spcBef>
                <a:spcPts val="0"/>
              </a:spcBef>
              <a:spcAft>
                <a:spcPts val="0"/>
              </a:spcAft>
              <a:buSzPts val="1100"/>
              <a:buChar char="○"/>
            </a:pPr>
            <a:r>
              <a:rPr lang="en"/>
              <a:t>This creates a </a:t>
            </a:r>
            <a:r>
              <a:rPr lang="en" b="1" i="1">
                <a:solidFill>
                  <a:srgbClr val="FF0000"/>
                </a:solidFill>
              </a:rPr>
              <a:t>parent/child</a:t>
            </a:r>
            <a:r>
              <a:rPr lang="en"/>
              <a:t> relationship between the two classes.</a:t>
            </a:r>
            <a:endParaRPr/>
          </a:p>
        </p:txBody>
      </p:sp>
      <p:sp>
        <p:nvSpPr>
          <p:cNvPr id="652" name="Google Shape;652;p92"/>
          <p:cNvSpPr txBox="1">
            <a:spLocks noGrp="1"/>
          </p:cNvSpPr>
          <p:nvPr>
            <p:ph type="sldNum" idx="12"/>
          </p:nvPr>
        </p:nvSpPr>
        <p:spPr>
          <a:xfrm>
            <a:off x="8566494" y="4715636"/>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14</a:t>
            </a:fld>
            <a:endParaRPr/>
          </a:p>
        </p:txBody>
      </p:sp>
      <p:sp>
        <p:nvSpPr>
          <p:cNvPr id="653" name="Google Shape;653;p92"/>
          <p:cNvSpPr txBox="1"/>
          <p:nvPr/>
        </p:nvSpPr>
        <p:spPr>
          <a:xfrm>
            <a:off x="239225" y="676575"/>
            <a:ext cx="3706500" cy="12855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1600"/>
              </a:spcAft>
              <a:buClr>
                <a:srgbClr val="000000"/>
              </a:buClr>
              <a:buSzPts val="7500"/>
              <a:buFont typeface="Arial"/>
              <a:buNone/>
            </a:pPr>
            <a:r>
              <a:rPr lang="en" sz="7500" b="0" i="0" u="none" strike="noStrike" cap="none">
                <a:solidFill>
                  <a:srgbClr val="FFFFFF"/>
                </a:solidFill>
                <a:latin typeface="Roboto"/>
                <a:ea typeface="Roboto"/>
                <a:cs typeface="Roboto"/>
                <a:sym typeface="Roboto"/>
              </a:rPr>
              <a:t>DRY</a:t>
            </a:r>
            <a:endParaRPr sz="7500" b="0" i="0" u="none" strike="noStrike" cap="none">
              <a:solidFill>
                <a:srgbClr val="FFFFFF"/>
              </a:solidFill>
              <a:latin typeface="Roboto"/>
              <a:ea typeface="Roboto"/>
              <a:cs typeface="Roboto"/>
              <a:sym typeface="Roboto"/>
            </a:endParaRPr>
          </a:p>
        </p:txBody>
      </p:sp>
      <p:sp>
        <p:nvSpPr>
          <p:cNvPr id="654" name="Google Shape;654;p92"/>
          <p:cNvSpPr txBox="1"/>
          <p:nvPr/>
        </p:nvSpPr>
        <p:spPr>
          <a:xfrm>
            <a:off x="268225" y="2524250"/>
            <a:ext cx="3706500" cy="55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DRY is a driving principle of software engineering that will be continuously emphasized.</a:t>
            </a:r>
            <a:endParaRPr sz="1200" b="0" i="0" u="none" strike="noStrike" cap="none">
              <a:solidFill>
                <a:srgbClr val="000000"/>
              </a:solidFill>
              <a:latin typeface="Arial"/>
              <a:ea typeface="Arial"/>
              <a:cs typeface="Arial"/>
              <a:sym typeface="Arial"/>
            </a:endParaRPr>
          </a:p>
        </p:txBody>
      </p:sp>
      <p:sp>
        <p:nvSpPr>
          <p:cNvPr id="655" name="Google Shape;655;p92"/>
          <p:cNvSpPr txBox="1"/>
          <p:nvPr/>
        </p:nvSpPr>
        <p:spPr>
          <a:xfrm>
            <a:off x="268225" y="1819850"/>
            <a:ext cx="3706500" cy="6381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700"/>
              <a:buFont typeface="Arial"/>
              <a:buNone/>
            </a:pPr>
            <a:r>
              <a:rPr lang="en" sz="2700" b="0" i="0" u="sng" strike="noStrike" cap="none">
                <a:solidFill>
                  <a:srgbClr val="FFFFFF"/>
                </a:solidFill>
                <a:latin typeface="Roboto"/>
                <a:ea typeface="Roboto"/>
                <a:cs typeface="Roboto"/>
                <a:sym typeface="Roboto"/>
              </a:rPr>
              <a:t>D</a:t>
            </a:r>
            <a:r>
              <a:rPr lang="en" sz="2700" b="0" i="0" u="none" strike="noStrike" cap="none">
                <a:solidFill>
                  <a:srgbClr val="FFFFFF"/>
                </a:solidFill>
                <a:latin typeface="Roboto"/>
                <a:ea typeface="Roboto"/>
                <a:cs typeface="Roboto"/>
                <a:sym typeface="Roboto"/>
              </a:rPr>
              <a:t>on’t </a:t>
            </a:r>
            <a:r>
              <a:rPr lang="en" sz="2700" b="0" i="0" u="sng" strike="noStrike" cap="none">
                <a:solidFill>
                  <a:srgbClr val="FFFFFF"/>
                </a:solidFill>
                <a:latin typeface="Roboto"/>
                <a:ea typeface="Roboto"/>
                <a:cs typeface="Roboto"/>
                <a:sym typeface="Roboto"/>
              </a:rPr>
              <a:t>R</a:t>
            </a:r>
            <a:r>
              <a:rPr lang="en" sz="2700" b="0" i="0" u="none" strike="noStrike" cap="none">
                <a:solidFill>
                  <a:srgbClr val="FFFFFF"/>
                </a:solidFill>
                <a:latin typeface="Roboto"/>
                <a:ea typeface="Roboto"/>
                <a:cs typeface="Roboto"/>
                <a:sym typeface="Roboto"/>
              </a:rPr>
              <a:t>epeat </a:t>
            </a:r>
            <a:r>
              <a:rPr lang="en" sz="2700" b="0" i="0" u="sng" strike="noStrike" cap="none">
                <a:solidFill>
                  <a:srgbClr val="FFFFFF"/>
                </a:solidFill>
                <a:latin typeface="Roboto"/>
                <a:ea typeface="Roboto"/>
                <a:cs typeface="Roboto"/>
                <a:sym typeface="Roboto"/>
              </a:rPr>
              <a:t>Y</a:t>
            </a:r>
            <a:r>
              <a:rPr lang="en" sz="2700" b="0" i="0" u="none" strike="noStrike" cap="none">
                <a:solidFill>
                  <a:srgbClr val="FFFFFF"/>
                </a:solidFill>
                <a:latin typeface="Roboto"/>
                <a:ea typeface="Roboto"/>
                <a:cs typeface="Roboto"/>
                <a:sym typeface="Roboto"/>
              </a:rPr>
              <a:t>ourself</a:t>
            </a:r>
            <a:endParaRPr sz="2700" b="0" i="0" u="none" strike="noStrike" cap="none">
              <a:solidFill>
                <a:srgbClr val="FFFFFF"/>
              </a:solidFill>
              <a:latin typeface="Roboto"/>
              <a:ea typeface="Roboto"/>
              <a:cs typeface="Roboto"/>
              <a:sym typeface="Roboto"/>
            </a:endParaRPr>
          </a:p>
        </p:txBody>
      </p:sp>
      <p:sp>
        <p:nvSpPr>
          <p:cNvPr id="656" name="Google Shape;656;p92"/>
          <p:cNvSpPr txBox="1"/>
          <p:nvPr/>
        </p:nvSpPr>
        <p:spPr>
          <a:xfrm>
            <a:off x="268225" y="3214550"/>
            <a:ext cx="3706500" cy="706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Up until now, we have used </a:t>
            </a:r>
            <a:r>
              <a:rPr lang="en" sz="1200" b="1" i="1" u="none" strike="noStrike" cap="none">
                <a:solidFill>
                  <a:srgbClr val="FF0000"/>
                </a:solidFill>
                <a:latin typeface="Arial"/>
                <a:ea typeface="Arial"/>
                <a:cs typeface="Arial"/>
                <a:sym typeface="Arial"/>
              </a:rPr>
              <a:t>functions</a:t>
            </a:r>
            <a:r>
              <a:rPr lang="en" sz="1200" b="0" i="0" u="none" strike="noStrike" cap="none">
                <a:solidFill>
                  <a:srgbClr val="FF0000"/>
                </a:solidFill>
                <a:latin typeface="Arial"/>
                <a:ea typeface="Arial"/>
                <a:cs typeface="Arial"/>
                <a:sym typeface="Arial"/>
              </a:rPr>
              <a:t> </a:t>
            </a:r>
            <a:r>
              <a:rPr lang="en" sz="1200" b="0" i="0" u="none" strike="noStrike" cap="none">
                <a:solidFill>
                  <a:srgbClr val="000000"/>
                </a:solidFill>
                <a:latin typeface="Arial"/>
                <a:ea typeface="Arial"/>
                <a:cs typeface="Arial"/>
                <a:sym typeface="Arial"/>
              </a:rPr>
              <a:t>to reuse code, but that technique will </a:t>
            </a:r>
            <a:r>
              <a:rPr lang="en" sz="1200" b="1" i="1" u="none" strike="noStrike" cap="none">
                <a:solidFill>
                  <a:srgbClr val="FF0000"/>
                </a:solidFill>
                <a:latin typeface="Arial"/>
                <a:ea typeface="Arial"/>
                <a:cs typeface="Arial"/>
                <a:sym typeface="Arial"/>
              </a:rPr>
              <a:t>not work</a:t>
            </a:r>
            <a:r>
              <a:rPr lang="en" sz="1200" b="0" i="0" u="none" strike="noStrike" cap="none">
                <a:solidFill>
                  <a:srgbClr val="FF0000"/>
                </a:solidFill>
                <a:latin typeface="Arial"/>
                <a:ea typeface="Arial"/>
                <a:cs typeface="Arial"/>
                <a:sym typeface="Arial"/>
              </a:rPr>
              <a:t> </a:t>
            </a:r>
            <a:r>
              <a:rPr lang="en" sz="1200" b="0" i="0" u="none" strike="noStrike" cap="none">
                <a:solidFill>
                  <a:srgbClr val="000000"/>
                </a:solidFill>
                <a:latin typeface="Arial"/>
                <a:ea typeface="Arial"/>
                <a:cs typeface="Arial"/>
                <a:sym typeface="Arial"/>
              </a:rPr>
              <a:t>if two or more classes need the same functionality.</a:t>
            </a:r>
            <a:endParaRPr sz="1200" b="0" i="0" u="none" strike="noStrike" cap="none">
              <a:solidFill>
                <a:srgbClr val="000000"/>
              </a:solidFill>
              <a:latin typeface="Arial"/>
              <a:ea typeface="Arial"/>
              <a:cs typeface="Arial"/>
              <a:sym typeface="Arial"/>
            </a:endParaRPr>
          </a:p>
        </p:txBody>
      </p:sp>
      <p:sp>
        <p:nvSpPr>
          <p:cNvPr id="657" name="Google Shape;657;p92"/>
          <p:cNvSpPr txBox="1"/>
          <p:nvPr/>
        </p:nvSpPr>
        <p:spPr>
          <a:xfrm>
            <a:off x="268225" y="4052750"/>
            <a:ext cx="3706500" cy="706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When using classes and objects, identical functionality in two or more classes may indicate an opportunity to leverage </a:t>
            </a:r>
            <a:r>
              <a:rPr lang="en" sz="1200" b="1" i="1" u="none" strike="noStrike" cap="none">
                <a:solidFill>
                  <a:srgbClr val="FF0000"/>
                </a:solidFill>
                <a:latin typeface="Arial"/>
                <a:ea typeface="Arial"/>
                <a:cs typeface="Arial"/>
                <a:sym typeface="Arial"/>
              </a:rPr>
              <a:t>inheritance</a:t>
            </a:r>
            <a:r>
              <a:rPr lang="en" sz="1200" b="0" i="0" u="none" strike="noStrike" cap="none">
                <a:solidFill>
                  <a:srgbClr val="000000"/>
                </a:solidFill>
                <a:latin typeface="Arial"/>
                <a:ea typeface="Arial"/>
                <a:cs typeface="Arial"/>
                <a:sym typeface="Arial"/>
              </a:rPr>
              <a:t>.</a:t>
            </a:r>
            <a:endParaRPr sz="12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5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5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5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5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51">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51">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653"/>
                                        </p:tgtEl>
                                        <p:attrNameLst>
                                          <p:attrName>style.visibility</p:attrName>
                                        </p:attrNameLst>
                                      </p:cBhvr>
                                      <p:to>
                                        <p:strVal val="visible"/>
                                      </p:to>
                                    </p:set>
                                    <p:animEffect transition="in" filter="fade">
                                      <p:cBhvr>
                                        <p:cTn id="47" dur="1000"/>
                                        <p:tgtEl>
                                          <p:spTgt spid="653"/>
                                        </p:tgtEl>
                                      </p:cBhvr>
                                    </p:animEffect>
                                  </p:childTnLst>
                                </p:cTn>
                              </p:par>
                            </p:childTnLst>
                          </p:cTn>
                        </p:par>
                        <p:par>
                          <p:cTn id="48" fill="hold">
                            <p:stCondLst>
                              <p:cond delay="1000"/>
                            </p:stCondLst>
                            <p:childTnLst>
                              <p:par>
                                <p:cTn id="49" presetID="10" presetClass="entr" presetSubtype="0" fill="hold" nodeType="afterEffect">
                                  <p:stCondLst>
                                    <p:cond delay="0"/>
                                  </p:stCondLst>
                                  <p:childTnLst>
                                    <p:set>
                                      <p:cBhvr>
                                        <p:cTn id="50" dur="1" fill="hold">
                                          <p:stCondLst>
                                            <p:cond delay="0"/>
                                          </p:stCondLst>
                                        </p:cTn>
                                        <p:tgtEl>
                                          <p:spTgt spid="655"/>
                                        </p:tgtEl>
                                        <p:attrNameLst>
                                          <p:attrName>style.visibility</p:attrName>
                                        </p:attrNameLst>
                                      </p:cBhvr>
                                      <p:to>
                                        <p:strVal val="visible"/>
                                      </p:to>
                                    </p:set>
                                    <p:animEffect transition="in" filter="fade">
                                      <p:cBhvr>
                                        <p:cTn id="51" dur="1000"/>
                                        <p:tgtEl>
                                          <p:spTgt spid="655"/>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654"/>
                                        </p:tgtEl>
                                        <p:attrNameLst>
                                          <p:attrName>style.visibility</p:attrName>
                                        </p:attrNameLst>
                                      </p:cBhvr>
                                      <p:to>
                                        <p:strVal val="visible"/>
                                      </p:to>
                                    </p:set>
                                    <p:animEffect transition="in" filter="fade">
                                      <p:cBhvr>
                                        <p:cTn id="56" dur="1000"/>
                                        <p:tgtEl>
                                          <p:spTgt spid="654"/>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656"/>
                                        </p:tgtEl>
                                        <p:attrNameLst>
                                          <p:attrName>style.visibility</p:attrName>
                                        </p:attrNameLst>
                                      </p:cBhvr>
                                      <p:to>
                                        <p:strVal val="visible"/>
                                      </p:to>
                                    </p:set>
                                    <p:animEffect transition="in" filter="fade">
                                      <p:cBhvr>
                                        <p:cTn id="61" dur="1000"/>
                                        <p:tgtEl>
                                          <p:spTgt spid="656"/>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657"/>
                                        </p:tgtEl>
                                        <p:attrNameLst>
                                          <p:attrName>style.visibility</p:attrName>
                                        </p:attrNameLst>
                                      </p:cBhvr>
                                      <p:to>
                                        <p:strVal val="visible"/>
                                      </p:to>
                                    </p:set>
                                    <p:animEffect transition="in" filter="fade">
                                      <p:cBhvr>
                                        <p:cTn id="66" dur="1000"/>
                                        <p:tgtEl>
                                          <p:spTgt spid="6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p93"/>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We will be creating a new </a:t>
            </a:r>
            <a:r>
              <a:rPr lang="en" b="1" i="1">
                <a:solidFill>
                  <a:srgbClr val="FF0000"/>
                </a:solidFill>
              </a:rPr>
              <a:t>parent</a:t>
            </a:r>
            <a:r>
              <a:rPr lang="en">
                <a:solidFill>
                  <a:srgbClr val="FF0000"/>
                </a:solidFill>
              </a:rPr>
              <a:t> </a:t>
            </a:r>
            <a:r>
              <a:rPr lang="en"/>
              <a:t>class to contain all of the fields and methods that our two goats have in common. Let's start by identifying what those are!</a:t>
            </a:r>
            <a:endParaRPr/>
          </a:p>
        </p:txBody>
      </p:sp>
      <p:sp>
        <p:nvSpPr>
          <p:cNvPr id="663" name="Google Shape;663;p9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15</a:t>
            </a:fld>
            <a:endParaRPr/>
          </a:p>
        </p:txBody>
      </p:sp>
      <p:sp>
        <p:nvSpPr>
          <p:cNvPr id="664" name="Google Shape;664;p93"/>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Identifying Common Attributes</a:t>
            </a:r>
            <a:endParaRPr/>
          </a:p>
        </p:txBody>
      </p:sp>
      <p:sp>
        <p:nvSpPr>
          <p:cNvPr id="665" name="Google Shape;665;p93"/>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3.9</a:t>
            </a:r>
            <a:endParaRPr/>
          </a:p>
        </p:txBody>
      </p:sp>
      <p:graphicFrame>
        <p:nvGraphicFramePr>
          <p:cNvPr id="666" name="Google Shape;666;p93"/>
          <p:cNvGraphicFramePr/>
          <p:nvPr/>
        </p:nvGraphicFramePr>
        <p:xfrm>
          <a:off x="2490850" y="1650550"/>
          <a:ext cx="3000000" cy="3000000"/>
        </p:xfrm>
        <a:graphic>
          <a:graphicData uri="http://schemas.openxmlformats.org/drawingml/2006/table">
            <a:tbl>
              <a:tblPr>
                <a:noFill/>
                <a:tableStyleId>{8CDE0EAC-EDFA-49A2-864E-461DE6BB09B6}</a:tableStyleId>
              </a:tblPr>
              <a:tblGrid>
                <a:gridCol w="900075">
                  <a:extLst>
                    <a:ext uri="{9D8B030D-6E8A-4147-A177-3AD203B41FA5}">
                      <a16:colId xmlns:a16="http://schemas.microsoft.com/office/drawing/2014/main" val="20000"/>
                    </a:ext>
                  </a:extLst>
                </a:gridCol>
                <a:gridCol w="1785900">
                  <a:extLst>
                    <a:ext uri="{9D8B030D-6E8A-4147-A177-3AD203B41FA5}">
                      <a16:colId xmlns:a16="http://schemas.microsoft.com/office/drawing/2014/main" val="20001"/>
                    </a:ext>
                  </a:extLst>
                </a:gridCol>
                <a:gridCol w="1785900">
                  <a:extLst>
                    <a:ext uri="{9D8B030D-6E8A-4147-A177-3AD203B41FA5}">
                      <a16:colId xmlns:a16="http://schemas.microsoft.com/office/drawing/2014/main" val="20002"/>
                    </a:ext>
                  </a:extLst>
                </a:gridCol>
                <a:gridCol w="1785900">
                  <a:extLst>
                    <a:ext uri="{9D8B030D-6E8A-4147-A177-3AD203B41FA5}">
                      <a16:colId xmlns:a16="http://schemas.microsoft.com/office/drawing/2014/main" val="20003"/>
                    </a:ext>
                  </a:extLst>
                </a:gridCol>
              </a:tblGrid>
              <a:tr h="41705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Common to Both</a:t>
                      </a: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Unique to Mage</a:t>
                      </a: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Unique to Fighter</a:t>
                      </a: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0"/>
                  </a:ext>
                </a:extLst>
              </a:tr>
              <a:tr h="14565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State</a:t>
                      </a: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14565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Behavior</a:t>
                      </a: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bl>
          </a:graphicData>
        </a:graphic>
      </p:graphicFrame>
      <p:pic>
        <p:nvPicPr>
          <p:cNvPr id="667" name="Google Shape;667;p93"/>
          <p:cNvPicPr preferRelativeResize="0"/>
          <p:nvPr/>
        </p:nvPicPr>
        <p:blipFill rotWithShape="1">
          <a:blip r:embed="rId3">
            <a:alphaModFix/>
          </a:blip>
          <a:srcRect/>
          <a:stretch/>
        </p:blipFill>
        <p:spPr>
          <a:xfrm>
            <a:off x="133025" y="1650550"/>
            <a:ext cx="1086384" cy="1564401"/>
          </a:xfrm>
          <a:prstGeom prst="rect">
            <a:avLst/>
          </a:prstGeom>
          <a:noFill/>
          <a:ln>
            <a:noFill/>
          </a:ln>
        </p:spPr>
      </p:pic>
      <p:pic>
        <p:nvPicPr>
          <p:cNvPr id="668" name="Google Shape;668;p93"/>
          <p:cNvPicPr preferRelativeResize="0"/>
          <p:nvPr/>
        </p:nvPicPr>
        <p:blipFill rotWithShape="1">
          <a:blip r:embed="rId4">
            <a:alphaModFix/>
          </a:blip>
          <a:srcRect/>
          <a:stretch/>
        </p:blipFill>
        <p:spPr>
          <a:xfrm>
            <a:off x="1219408" y="1650557"/>
            <a:ext cx="1086384" cy="1564390"/>
          </a:xfrm>
          <a:prstGeom prst="rect">
            <a:avLst/>
          </a:prstGeom>
          <a:noFill/>
          <a:ln>
            <a:noFill/>
          </a:ln>
        </p:spPr>
      </p:pic>
      <p:sp>
        <p:nvSpPr>
          <p:cNvPr id="669" name="Google Shape;669;p93"/>
          <p:cNvSpPr txBox="1"/>
          <p:nvPr/>
        </p:nvSpPr>
        <p:spPr>
          <a:xfrm>
            <a:off x="285425" y="3347700"/>
            <a:ext cx="1995300" cy="852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You may find it useful to open the two classes side-by-side in your editor (i.e. split to the right).</a:t>
            </a:r>
            <a:endParaRPr sz="1200" b="0" i="0" u="none" strike="noStrike" cap="non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73"/>
        <p:cNvGrpSpPr/>
        <p:nvPr/>
      </p:nvGrpSpPr>
      <p:grpSpPr>
        <a:xfrm>
          <a:off x="0" y="0"/>
          <a:ext cx="0" cy="0"/>
          <a:chOff x="0" y="0"/>
          <a:chExt cx="0" cy="0"/>
        </a:xfrm>
      </p:grpSpPr>
      <p:sp>
        <p:nvSpPr>
          <p:cNvPr id="674" name="Google Shape;674;p94"/>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We will be creating a new </a:t>
            </a:r>
            <a:r>
              <a:rPr lang="en" b="1" i="1">
                <a:solidFill>
                  <a:srgbClr val="FF0000"/>
                </a:solidFill>
              </a:rPr>
              <a:t>parent</a:t>
            </a:r>
            <a:r>
              <a:rPr lang="en">
                <a:solidFill>
                  <a:srgbClr val="FF0000"/>
                </a:solidFill>
              </a:rPr>
              <a:t> </a:t>
            </a:r>
            <a:r>
              <a:rPr lang="en"/>
              <a:t>class to contain all of the fields and methods that our two goats have in common. Let's start by identifying what those are!</a:t>
            </a:r>
            <a:endParaRPr/>
          </a:p>
        </p:txBody>
      </p:sp>
      <p:sp>
        <p:nvSpPr>
          <p:cNvPr id="675" name="Google Shape;675;p9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16</a:t>
            </a:fld>
            <a:endParaRPr/>
          </a:p>
        </p:txBody>
      </p:sp>
      <p:sp>
        <p:nvSpPr>
          <p:cNvPr id="676" name="Google Shape;676;p94"/>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Identifying Common Attributes</a:t>
            </a:r>
            <a:endParaRPr/>
          </a:p>
        </p:txBody>
      </p:sp>
      <p:sp>
        <p:nvSpPr>
          <p:cNvPr id="677" name="Google Shape;677;p94"/>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3.9</a:t>
            </a:r>
            <a:endParaRPr/>
          </a:p>
        </p:txBody>
      </p:sp>
      <p:graphicFrame>
        <p:nvGraphicFramePr>
          <p:cNvPr id="678" name="Google Shape;678;p94"/>
          <p:cNvGraphicFramePr/>
          <p:nvPr/>
        </p:nvGraphicFramePr>
        <p:xfrm>
          <a:off x="2490850" y="1650550"/>
          <a:ext cx="3000000" cy="3000000"/>
        </p:xfrm>
        <a:graphic>
          <a:graphicData uri="http://schemas.openxmlformats.org/drawingml/2006/table">
            <a:tbl>
              <a:tblPr>
                <a:noFill/>
                <a:tableStyleId>{8CDE0EAC-EDFA-49A2-864E-461DE6BB09B6}</a:tableStyleId>
              </a:tblPr>
              <a:tblGrid>
                <a:gridCol w="900075">
                  <a:extLst>
                    <a:ext uri="{9D8B030D-6E8A-4147-A177-3AD203B41FA5}">
                      <a16:colId xmlns:a16="http://schemas.microsoft.com/office/drawing/2014/main" val="20000"/>
                    </a:ext>
                  </a:extLst>
                </a:gridCol>
                <a:gridCol w="1785900">
                  <a:extLst>
                    <a:ext uri="{9D8B030D-6E8A-4147-A177-3AD203B41FA5}">
                      <a16:colId xmlns:a16="http://schemas.microsoft.com/office/drawing/2014/main" val="20001"/>
                    </a:ext>
                  </a:extLst>
                </a:gridCol>
                <a:gridCol w="1785900">
                  <a:extLst>
                    <a:ext uri="{9D8B030D-6E8A-4147-A177-3AD203B41FA5}">
                      <a16:colId xmlns:a16="http://schemas.microsoft.com/office/drawing/2014/main" val="20002"/>
                    </a:ext>
                  </a:extLst>
                </a:gridCol>
                <a:gridCol w="1785900">
                  <a:extLst>
                    <a:ext uri="{9D8B030D-6E8A-4147-A177-3AD203B41FA5}">
                      <a16:colId xmlns:a16="http://schemas.microsoft.com/office/drawing/2014/main" val="20003"/>
                    </a:ext>
                  </a:extLst>
                </a:gridCol>
              </a:tblGrid>
              <a:tr h="41705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Common to Both</a:t>
                      </a: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Unique to Mage</a:t>
                      </a: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Unique to Fighter</a:t>
                      </a: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0"/>
                  </a:ext>
                </a:extLst>
              </a:tr>
              <a:tr h="14565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State</a:t>
                      </a: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14565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Behavior</a:t>
                      </a: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bl>
          </a:graphicData>
        </a:graphic>
      </p:graphicFrame>
      <p:pic>
        <p:nvPicPr>
          <p:cNvPr id="679" name="Google Shape;679;p94"/>
          <p:cNvPicPr preferRelativeResize="0"/>
          <p:nvPr/>
        </p:nvPicPr>
        <p:blipFill rotWithShape="1">
          <a:blip r:embed="rId3">
            <a:alphaModFix/>
          </a:blip>
          <a:srcRect/>
          <a:stretch/>
        </p:blipFill>
        <p:spPr>
          <a:xfrm>
            <a:off x="133025" y="1650550"/>
            <a:ext cx="1086384" cy="1564401"/>
          </a:xfrm>
          <a:prstGeom prst="rect">
            <a:avLst/>
          </a:prstGeom>
          <a:noFill/>
          <a:ln>
            <a:noFill/>
          </a:ln>
        </p:spPr>
      </p:pic>
      <p:pic>
        <p:nvPicPr>
          <p:cNvPr id="680" name="Google Shape;680;p94"/>
          <p:cNvPicPr preferRelativeResize="0"/>
          <p:nvPr/>
        </p:nvPicPr>
        <p:blipFill rotWithShape="1">
          <a:blip r:embed="rId4">
            <a:alphaModFix/>
          </a:blip>
          <a:srcRect/>
          <a:stretch/>
        </p:blipFill>
        <p:spPr>
          <a:xfrm>
            <a:off x="1219408" y="1650557"/>
            <a:ext cx="1086384" cy="1564390"/>
          </a:xfrm>
          <a:prstGeom prst="rect">
            <a:avLst/>
          </a:prstGeom>
          <a:noFill/>
          <a:ln>
            <a:noFill/>
          </a:ln>
        </p:spPr>
      </p:pic>
      <p:sp>
        <p:nvSpPr>
          <p:cNvPr id="681" name="Google Shape;681;p94"/>
          <p:cNvSpPr txBox="1"/>
          <p:nvPr/>
        </p:nvSpPr>
        <p:spPr>
          <a:xfrm>
            <a:off x="285425" y="3347700"/>
            <a:ext cx="1995300" cy="852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You may find it useful to open the two classes side-by-side in your editor (i.e. split to the right).</a:t>
            </a:r>
            <a:endParaRPr sz="1200" b="0" i="0" u="none" strike="noStrike" cap="none">
              <a:solidFill>
                <a:srgbClr val="000000"/>
              </a:solidFill>
              <a:latin typeface="Arial"/>
              <a:ea typeface="Arial"/>
              <a:cs typeface="Arial"/>
              <a:sym typeface="Arial"/>
            </a:endParaRPr>
          </a:p>
        </p:txBody>
      </p:sp>
      <p:sp>
        <p:nvSpPr>
          <p:cNvPr id="682" name="Google Shape;682;p94"/>
          <p:cNvSpPr txBox="1"/>
          <p:nvPr/>
        </p:nvSpPr>
        <p:spPr>
          <a:xfrm>
            <a:off x="5174375" y="3527300"/>
            <a:ext cx="1788300" cy="14532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ATTACK</a:t>
            </a:r>
            <a:endParaRPr sz="1800" b="0" i="0" u="none" strike="noStrike" cap="none">
              <a:solidFill>
                <a:srgbClr val="FF0000"/>
              </a:solidFill>
              <a:latin typeface="Shadows Into Light"/>
              <a:ea typeface="Shadows Into Light"/>
              <a:cs typeface="Shadows Into Light"/>
              <a:sym typeface="Shadows Into Light"/>
            </a:endParaRPr>
          </a:p>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TAKE DAMAGE</a:t>
            </a:r>
            <a:endParaRPr sz="1800" b="0" i="0" u="none" strike="noStrike" cap="none">
              <a:solidFill>
                <a:srgbClr val="FF0000"/>
              </a:solidFill>
              <a:latin typeface="Shadows Into Light"/>
              <a:ea typeface="Shadows Into Light"/>
              <a:cs typeface="Shadows Into Light"/>
              <a:sym typeface="Shadows Into Light"/>
            </a:endParaRPr>
          </a:p>
        </p:txBody>
      </p:sp>
      <p:sp>
        <p:nvSpPr>
          <p:cNvPr id="683" name="Google Shape;683;p94"/>
          <p:cNvSpPr txBox="1"/>
          <p:nvPr/>
        </p:nvSpPr>
        <p:spPr>
          <a:xfrm>
            <a:off x="6960003" y="3532100"/>
            <a:ext cx="1788300" cy="14532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ATTACK</a:t>
            </a:r>
            <a:endParaRPr sz="1800" b="0" i="0" u="none" strike="noStrike" cap="none">
              <a:solidFill>
                <a:srgbClr val="FF0000"/>
              </a:solidFill>
              <a:latin typeface="Shadows Into Light"/>
              <a:ea typeface="Shadows Into Light"/>
              <a:cs typeface="Shadows Into Light"/>
              <a:sym typeface="Shadows Into Light"/>
            </a:endParaRPr>
          </a:p>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TAKE DAMAGE</a:t>
            </a:r>
            <a:endParaRPr sz="1800" b="0" i="0" u="none" strike="noStrike" cap="none">
              <a:solidFill>
                <a:srgbClr val="FF0000"/>
              </a:solidFill>
              <a:latin typeface="Shadows Into Light"/>
              <a:ea typeface="Shadows Into Light"/>
              <a:cs typeface="Shadows Into Light"/>
              <a:sym typeface="Shadows Into Light"/>
            </a:endParaRPr>
          </a:p>
        </p:txBody>
      </p:sp>
      <p:sp>
        <p:nvSpPr>
          <p:cNvPr id="684" name="Google Shape;684;p94"/>
          <p:cNvSpPr txBox="1"/>
          <p:nvPr/>
        </p:nvSpPr>
        <p:spPr>
          <a:xfrm>
            <a:off x="3391175" y="2068549"/>
            <a:ext cx="1788300" cy="14532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NAME</a:t>
            </a:r>
            <a:endParaRPr sz="1800" b="0" i="0" u="none" strike="noStrike" cap="none">
              <a:solidFill>
                <a:srgbClr val="FF0000"/>
              </a:solidFill>
              <a:latin typeface="Shadows Into Light"/>
              <a:ea typeface="Shadows Into Light"/>
              <a:cs typeface="Shadows Into Light"/>
              <a:sym typeface="Shadows Into Light"/>
            </a:endParaRPr>
          </a:p>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MAX HP</a:t>
            </a:r>
            <a:endParaRPr sz="1800" b="0" i="0" u="none" strike="noStrike" cap="none">
              <a:solidFill>
                <a:srgbClr val="FF0000"/>
              </a:solidFill>
              <a:latin typeface="Shadows Into Light"/>
              <a:ea typeface="Shadows Into Light"/>
              <a:cs typeface="Shadows Into Light"/>
              <a:sym typeface="Shadows Into Light"/>
            </a:endParaRPr>
          </a:p>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CURRENT HP</a:t>
            </a:r>
            <a:endParaRPr sz="1800" b="0" i="0" u="none" strike="noStrike" cap="none">
              <a:solidFill>
                <a:srgbClr val="FF0000"/>
              </a:solidFill>
              <a:latin typeface="Shadows Into Light"/>
              <a:ea typeface="Shadows Into Light"/>
              <a:cs typeface="Shadows Into Light"/>
              <a:sym typeface="Shadows Into Light"/>
            </a:endParaRPr>
          </a:p>
        </p:txBody>
      </p:sp>
      <p:sp>
        <p:nvSpPr>
          <p:cNvPr id="685" name="Google Shape;685;p94"/>
          <p:cNvSpPr txBox="1"/>
          <p:nvPr/>
        </p:nvSpPr>
        <p:spPr>
          <a:xfrm>
            <a:off x="5174425" y="2067600"/>
            <a:ext cx="1788300" cy="14532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a:solidFill>
                  <a:srgbClr val="FF0000"/>
                </a:solidFill>
                <a:latin typeface="Shadows Into Light"/>
                <a:ea typeface="Shadows Into Light"/>
                <a:cs typeface="Shadows Into Light"/>
                <a:sym typeface="Shadows Into Light"/>
              </a:rPr>
              <a:t>MAX_HP</a:t>
            </a:r>
            <a:endParaRPr sz="1800" b="0" i="0" u="none" strike="noStrike" cap="none">
              <a:solidFill>
                <a:srgbClr val="FF0000"/>
              </a:solidFill>
              <a:latin typeface="Shadows Into Light"/>
              <a:ea typeface="Shadows Into Light"/>
              <a:cs typeface="Shadows Into Light"/>
              <a:sym typeface="Shadows Into Light"/>
            </a:endParaRPr>
          </a:p>
        </p:txBody>
      </p:sp>
      <p:sp>
        <p:nvSpPr>
          <p:cNvPr id="686" name="Google Shape;686;p94"/>
          <p:cNvSpPr txBox="1"/>
          <p:nvPr/>
        </p:nvSpPr>
        <p:spPr>
          <a:xfrm>
            <a:off x="6962725" y="2067600"/>
            <a:ext cx="1788300" cy="14532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a:solidFill>
                  <a:srgbClr val="FF0000"/>
                </a:solidFill>
                <a:latin typeface="Shadows Into Light"/>
                <a:ea typeface="Shadows Into Light"/>
                <a:cs typeface="Shadows Into Light"/>
                <a:sym typeface="Shadows Into Light"/>
              </a:rPr>
              <a:t>MAX_HP</a:t>
            </a:r>
            <a:endParaRPr sz="1800" b="0" i="0" u="none" strike="noStrike" cap="none">
              <a:solidFill>
                <a:srgbClr val="FF0000"/>
              </a:solidFill>
              <a:latin typeface="Shadows Into Light"/>
              <a:ea typeface="Shadows Into Light"/>
              <a:cs typeface="Shadows Into Light"/>
              <a:sym typeface="Shadows Into Light"/>
            </a:endParaRPr>
          </a:p>
        </p:txBody>
      </p:sp>
      <p:sp>
        <p:nvSpPr>
          <p:cNvPr id="687" name="Google Shape;687;p94"/>
          <p:cNvSpPr txBox="1"/>
          <p:nvPr/>
        </p:nvSpPr>
        <p:spPr>
          <a:xfrm>
            <a:off x="3391175" y="3529325"/>
            <a:ext cx="1788300" cy="14532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CONSTRUCTOR</a:t>
            </a:r>
            <a:endParaRPr sz="1800" b="0" i="0" u="none" strike="noStrike" cap="none">
              <a:solidFill>
                <a:srgbClr val="FF0000"/>
              </a:solidFill>
              <a:latin typeface="Shadows Into Light"/>
              <a:ea typeface="Shadows Into Light"/>
              <a:cs typeface="Shadows Into Light"/>
              <a:sym typeface="Shadows Into Light"/>
            </a:endParaRPr>
          </a:p>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ACCESSORS</a:t>
            </a:r>
            <a:endParaRPr sz="1800" b="0" i="0" u="none" strike="noStrike" cap="none">
              <a:solidFill>
                <a:srgbClr val="FF0000"/>
              </a:solidFill>
              <a:latin typeface="Shadows Into Light"/>
              <a:ea typeface="Shadows Into Light"/>
              <a:cs typeface="Shadows Into Light"/>
              <a:sym typeface="Shadows Into Light"/>
            </a:endParaRPr>
          </a:p>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HEAL</a:t>
            </a:r>
            <a:endParaRPr sz="1800" b="0" i="0" u="none" strike="noStrike" cap="none">
              <a:solidFill>
                <a:srgbClr val="FF0000"/>
              </a:solidFill>
              <a:latin typeface="Shadows Into Light"/>
              <a:ea typeface="Shadows Into Light"/>
              <a:cs typeface="Shadows Into Light"/>
              <a:sym typeface="Shadows Into Light"/>
            </a:endParaRPr>
          </a:p>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IS CONSCIOUS</a:t>
            </a:r>
            <a:endParaRPr sz="1800" b="0" i="0" u="none" strike="noStrike" cap="none">
              <a:solidFill>
                <a:srgbClr val="FF0000"/>
              </a:solidFill>
              <a:latin typeface="Shadows Into Light"/>
              <a:ea typeface="Shadows Into Light"/>
              <a:cs typeface="Shadows Into Light"/>
              <a:sym typeface="Shadows Into Light"/>
            </a:endParaRPr>
          </a:p>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0000"/>
              </a:solidFill>
              <a:latin typeface="Shadows Into Light"/>
              <a:ea typeface="Shadows Into Light"/>
              <a:cs typeface="Shadows Into Light"/>
              <a:sym typeface="Shadows Into Ligh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91"/>
        <p:cNvGrpSpPr/>
        <p:nvPr/>
      </p:nvGrpSpPr>
      <p:grpSpPr>
        <a:xfrm>
          <a:off x="0" y="0"/>
          <a:ext cx="0" cy="0"/>
          <a:chOff x="0" y="0"/>
          <a:chExt cx="0" cy="0"/>
        </a:xfrm>
      </p:grpSpPr>
      <p:sp>
        <p:nvSpPr>
          <p:cNvPr id="692" name="Google Shape;692;p95"/>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A Common Goat </a:t>
            </a:r>
            <a:endParaRPr/>
          </a:p>
        </p:txBody>
      </p:sp>
      <p:sp>
        <p:nvSpPr>
          <p:cNvPr id="693" name="Google Shape;693;p95"/>
          <p:cNvSpPr txBox="1">
            <a:spLocks noGrp="1"/>
          </p:cNvSpPr>
          <p:nvPr>
            <p:ph type="body" idx="1"/>
          </p:nvPr>
        </p:nvSpPr>
        <p:spPr>
          <a:xfrm>
            <a:off x="159300" y="1300875"/>
            <a:ext cx="4446600" cy="3814200"/>
          </a:xfrm>
          <a:prstGeom prst="rect">
            <a:avLst/>
          </a:prstGeom>
          <a:noFill/>
          <a:ln>
            <a:noFill/>
          </a:ln>
        </p:spPr>
        <p:txBody>
          <a:bodyPr spcFirstLastPara="1" wrap="square" lIns="91425" tIns="91425" rIns="91425" bIns="91425" anchor="ctr" anchorCtr="0">
            <a:spAutoFit/>
          </a:bodyPr>
          <a:lstStyle/>
          <a:p>
            <a:pPr marL="457200" lvl="0" indent="-311150" algn="l" rtl="0">
              <a:lnSpc>
                <a:spcPct val="115000"/>
              </a:lnSpc>
              <a:spcBef>
                <a:spcPts val="0"/>
              </a:spcBef>
              <a:spcAft>
                <a:spcPts val="0"/>
              </a:spcAft>
              <a:buSzPts val="1300"/>
              <a:buChar char="●"/>
            </a:pPr>
            <a:r>
              <a:rPr lang="en"/>
              <a:t>The Mage and Fighter classes share all of the same </a:t>
            </a:r>
            <a:r>
              <a:rPr lang="en" b="1" i="1">
                <a:solidFill>
                  <a:srgbClr val="FF0000"/>
                </a:solidFill>
              </a:rPr>
              <a:t>state</a:t>
            </a:r>
            <a:r>
              <a:rPr lang="en"/>
              <a:t>:</a:t>
            </a:r>
            <a:endParaRPr/>
          </a:p>
          <a:p>
            <a:pPr marL="914400" lvl="1" indent="-298450" algn="l" rtl="0">
              <a:lnSpc>
                <a:spcPct val="115000"/>
              </a:lnSpc>
              <a:spcBef>
                <a:spcPts val="0"/>
              </a:spcBef>
              <a:spcAft>
                <a:spcPts val="0"/>
              </a:spcAft>
              <a:buSzPts val="1100"/>
              <a:buChar char="○"/>
            </a:pPr>
            <a:r>
              <a:rPr lang="en"/>
              <a:t>Name, Max HP, Current HP</a:t>
            </a:r>
            <a:endParaRPr/>
          </a:p>
          <a:p>
            <a:pPr marL="457200" lvl="0" indent="-311150" algn="l" rtl="0">
              <a:lnSpc>
                <a:spcPct val="115000"/>
              </a:lnSpc>
              <a:spcBef>
                <a:spcPts val="1000"/>
              </a:spcBef>
              <a:spcAft>
                <a:spcPts val="0"/>
              </a:spcAft>
              <a:buSzPts val="1300"/>
              <a:buChar char="●"/>
            </a:pPr>
            <a:r>
              <a:rPr lang="en"/>
              <a:t>Both classes also implement some of the exact same </a:t>
            </a:r>
            <a:r>
              <a:rPr lang="en" b="1" i="1">
                <a:solidFill>
                  <a:srgbClr val="FF0000"/>
                </a:solidFill>
              </a:rPr>
              <a:t>behavior</a:t>
            </a:r>
            <a:r>
              <a:rPr lang="en"/>
              <a:t>:</a:t>
            </a:r>
            <a:endParaRPr/>
          </a:p>
          <a:p>
            <a:pPr marL="914400" lvl="1" indent="-298450" algn="l" rtl="0">
              <a:lnSpc>
                <a:spcPct val="115000"/>
              </a:lnSpc>
              <a:spcBef>
                <a:spcPts val="0"/>
              </a:spcBef>
              <a:spcAft>
                <a:spcPts val="0"/>
              </a:spcAft>
              <a:buSzPts val="1100"/>
              <a:buChar char="○"/>
            </a:pPr>
            <a:r>
              <a:rPr lang="en"/>
              <a:t>Very similar </a:t>
            </a:r>
            <a:r>
              <a:rPr lang="en">
                <a:solidFill>
                  <a:srgbClr val="FF0000"/>
                </a:solidFill>
              </a:rPr>
              <a:t>constructors</a:t>
            </a:r>
            <a:r>
              <a:rPr lang="en"/>
              <a:t>.</a:t>
            </a:r>
            <a:endParaRPr/>
          </a:p>
          <a:p>
            <a:pPr marL="914400" lvl="1" indent="-298450" algn="l" rtl="0">
              <a:lnSpc>
                <a:spcPct val="115000"/>
              </a:lnSpc>
              <a:spcBef>
                <a:spcPts val="0"/>
              </a:spcBef>
              <a:spcAft>
                <a:spcPts val="0"/>
              </a:spcAft>
              <a:buSzPts val="1100"/>
              <a:buChar char="○"/>
            </a:pPr>
            <a:r>
              <a:rPr lang="en">
                <a:solidFill>
                  <a:srgbClr val="FF0000"/>
                </a:solidFill>
              </a:rPr>
              <a:t>Accessors </a:t>
            </a:r>
            <a:r>
              <a:rPr lang="en"/>
              <a:t>for name, current HP, &amp; Max HP.</a:t>
            </a:r>
            <a:endParaRPr/>
          </a:p>
          <a:p>
            <a:pPr marL="914400" lvl="1" indent="-298450" algn="l" rtl="0">
              <a:lnSpc>
                <a:spcPct val="115000"/>
              </a:lnSpc>
              <a:spcBef>
                <a:spcPts val="0"/>
              </a:spcBef>
              <a:spcAft>
                <a:spcPts val="0"/>
              </a:spcAft>
              <a:buSzPts val="1100"/>
              <a:buChar char="○"/>
            </a:pPr>
            <a:r>
              <a:rPr lang="en">
                <a:solidFill>
                  <a:srgbClr val="FF0000"/>
                </a:solidFill>
              </a:rPr>
              <a:t>Methods </a:t>
            </a:r>
            <a:r>
              <a:rPr lang="en"/>
              <a:t>for healing and consciousness.</a:t>
            </a:r>
            <a:endParaRPr/>
          </a:p>
          <a:p>
            <a:pPr marL="457200" lvl="0" indent="-311150" algn="l" rtl="0">
              <a:lnSpc>
                <a:spcPct val="115000"/>
              </a:lnSpc>
              <a:spcBef>
                <a:spcPts val="1000"/>
              </a:spcBef>
              <a:spcAft>
                <a:spcPts val="0"/>
              </a:spcAft>
              <a:buSzPts val="1300"/>
              <a:buChar char="●"/>
            </a:pPr>
            <a:r>
              <a:rPr lang="en"/>
              <a:t>We will create a class that encapsulates all of the common state and behavior so that the Mage and Fighter classes can </a:t>
            </a:r>
            <a:r>
              <a:rPr lang="en" b="1" i="1">
                <a:solidFill>
                  <a:srgbClr val="FF0000"/>
                </a:solidFill>
              </a:rPr>
              <a:t>reuse </a:t>
            </a:r>
            <a:r>
              <a:rPr lang="en"/>
              <a:t>it.</a:t>
            </a:r>
            <a:endParaRPr/>
          </a:p>
          <a:p>
            <a:pPr marL="914400" lvl="1" indent="-298450" algn="l" rtl="0">
              <a:lnSpc>
                <a:spcPct val="115000"/>
              </a:lnSpc>
              <a:spcBef>
                <a:spcPts val="0"/>
              </a:spcBef>
              <a:spcAft>
                <a:spcPts val="0"/>
              </a:spcAft>
              <a:buSzPts val="1100"/>
              <a:buChar char="○"/>
            </a:pPr>
            <a:r>
              <a:rPr lang="en"/>
              <a:t>We'll see exactly how to do this presently.</a:t>
            </a:r>
            <a:endParaRPr/>
          </a:p>
          <a:p>
            <a:pPr marL="457200" lvl="0" indent="-311150" algn="l" rtl="0">
              <a:lnSpc>
                <a:spcPct val="115000"/>
              </a:lnSpc>
              <a:spcBef>
                <a:spcPts val="1000"/>
              </a:spcBef>
              <a:spcAft>
                <a:spcPts val="0"/>
              </a:spcAft>
              <a:buSzPts val="1300"/>
              <a:buChar char="●"/>
            </a:pPr>
            <a:r>
              <a:rPr lang="en"/>
              <a:t>The process of identifying common state and behavior and putting it into a parent class is called </a:t>
            </a:r>
            <a:r>
              <a:rPr lang="en" b="1" i="1">
                <a:solidFill>
                  <a:srgbClr val="FF0000"/>
                </a:solidFill>
              </a:rPr>
              <a:t>creating an abstraction</a:t>
            </a:r>
            <a:r>
              <a:rPr lang="en"/>
              <a:t>.</a:t>
            </a:r>
            <a:endParaRPr/>
          </a:p>
        </p:txBody>
      </p:sp>
      <p:sp>
        <p:nvSpPr>
          <p:cNvPr id="694" name="Google Shape;694;p9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17</a:t>
            </a:fld>
            <a:endParaRPr/>
          </a:p>
        </p:txBody>
      </p:sp>
      <p:grpSp>
        <p:nvGrpSpPr>
          <p:cNvPr id="695" name="Google Shape;695;p95"/>
          <p:cNvGrpSpPr/>
          <p:nvPr/>
        </p:nvGrpSpPr>
        <p:grpSpPr>
          <a:xfrm>
            <a:off x="5577825" y="3112241"/>
            <a:ext cx="2693989" cy="1709959"/>
            <a:chOff x="5577825" y="3112241"/>
            <a:chExt cx="2693989" cy="1709959"/>
          </a:xfrm>
        </p:grpSpPr>
        <p:pic>
          <p:nvPicPr>
            <p:cNvPr id="696" name="Google Shape;696;p95"/>
            <p:cNvPicPr preferRelativeResize="0"/>
            <p:nvPr/>
          </p:nvPicPr>
          <p:blipFill rotWithShape="1">
            <a:blip r:embed="rId3">
              <a:alphaModFix/>
            </a:blip>
            <a:srcRect/>
            <a:stretch/>
          </p:blipFill>
          <p:spPr>
            <a:xfrm>
              <a:off x="5577825" y="3112241"/>
              <a:ext cx="842974" cy="1213885"/>
            </a:xfrm>
            <a:prstGeom prst="rect">
              <a:avLst/>
            </a:prstGeom>
            <a:noFill/>
            <a:ln>
              <a:noFill/>
            </a:ln>
          </p:spPr>
        </p:pic>
        <p:pic>
          <p:nvPicPr>
            <p:cNvPr id="697" name="Google Shape;697;p95"/>
            <p:cNvPicPr preferRelativeResize="0"/>
            <p:nvPr/>
          </p:nvPicPr>
          <p:blipFill rotWithShape="1">
            <a:blip r:embed="rId4">
              <a:alphaModFix/>
            </a:blip>
            <a:srcRect/>
            <a:stretch/>
          </p:blipFill>
          <p:spPr>
            <a:xfrm>
              <a:off x="7316349" y="3112245"/>
              <a:ext cx="842974" cy="1213885"/>
            </a:xfrm>
            <a:prstGeom prst="rect">
              <a:avLst/>
            </a:prstGeom>
            <a:noFill/>
            <a:ln>
              <a:noFill/>
            </a:ln>
          </p:spPr>
        </p:pic>
        <p:sp>
          <p:nvSpPr>
            <p:cNvPr id="698" name="Google Shape;698;p95"/>
            <p:cNvSpPr txBox="1"/>
            <p:nvPr/>
          </p:nvSpPr>
          <p:spPr>
            <a:xfrm>
              <a:off x="6126372" y="4503900"/>
              <a:ext cx="1866600" cy="318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 sz="1500" b="0" i="0" u="none" strike="noStrike" cap="none">
                  <a:solidFill>
                    <a:srgbClr val="FF0000"/>
                  </a:solidFill>
                  <a:latin typeface="Shadows Into Light"/>
                  <a:ea typeface="Shadows Into Light"/>
                  <a:cs typeface="Shadows Into Light"/>
                  <a:sym typeface="Shadows Into Light"/>
                </a:rPr>
                <a:t>UNIQUE/DIFFERENT STUFF GOES HERE</a:t>
              </a:r>
              <a:endParaRPr sz="1500" b="0" i="0" u="none" strike="noStrike" cap="none">
                <a:solidFill>
                  <a:srgbClr val="FF0000"/>
                </a:solidFill>
                <a:latin typeface="Shadows Into Light"/>
                <a:ea typeface="Shadows Into Light"/>
                <a:cs typeface="Shadows Into Light"/>
                <a:sym typeface="Shadows Into Light"/>
              </a:endParaRPr>
            </a:p>
          </p:txBody>
        </p:sp>
        <p:sp>
          <p:nvSpPr>
            <p:cNvPr id="699" name="Google Shape;699;p95"/>
            <p:cNvSpPr/>
            <p:nvPr/>
          </p:nvSpPr>
          <p:spPr>
            <a:xfrm>
              <a:off x="5617384" y="4341853"/>
              <a:ext cx="464457" cy="408141"/>
            </a:xfrm>
            <a:custGeom>
              <a:avLst/>
              <a:gdLst/>
              <a:ahLst/>
              <a:cxnLst/>
              <a:rect l="l" t="t" r="r" b="b"/>
              <a:pathLst>
                <a:path w="25311" h="22242" extrusionOk="0">
                  <a:moveTo>
                    <a:pt x="25311" y="22242"/>
                  </a:moveTo>
                  <a:cubicBezTo>
                    <a:pt x="21168" y="21097"/>
                    <a:pt x="3070" y="19080"/>
                    <a:pt x="453" y="15373"/>
                  </a:cubicBezTo>
                  <a:cubicBezTo>
                    <a:pt x="-2164" y="11666"/>
                    <a:pt x="8085" y="2562"/>
                    <a:pt x="9611" y="0"/>
                  </a:cubicBezTo>
                </a:path>
              </a:pathLst>
            </a:cu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95"/>
            <p:cNvSpPr/>
            <p:nvPr/>
          </p:nvSpPr>
          <p:spPr>
            <a:xfrm>
              <a:off x="7922172" y="4269825"/>
              <a:ext cx="349642" cy="372138"/>
            </a:xfrm>
            <a:custGeom>
              <a:avLst/>
              <a:gdLst/>
              <a:ahLst/>
              <a:cxnLst/>
              <a:rect l="l" t="t" r="r" b="b"/>
              <a:pathLst>
                <a:path w="14393" h="20280" extrusionOk="0">
                  <a:moveTo>
                    <a:pt x="0" y="20280"/>
                  </a:moveTo>
                  <a:cubicBezTo>
                    <a:pt x="2344" y="18372"/>
                    <a:pt x="12429" y="12211"/>
                    <a:pt x="14064" y="8831"/>
                  </a:cubicBezTo>
                  <a:cubicBezTo>
                    <a:pt x="15699" y="5451"/>
                    <a:pt x="10521" y="1472"/>
                    <a:pt x="9812" y="0"/>
                  </a:cubicBezTo>
                </a:path>
              </a:pathLst>
            </a:cu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1" name="Google Shape;701;p95"/>
          <p:cNvGrpSpPr/>
          <p:nvPr/>
        </p:nvGrpSpPr>
        <p:grpSpPr>
          <a:xfrm>
            <a:off x="5967077" y="1441100"/>
            <a:ext cx="2185200" cy="1309395"/>
            <a:chOff x="5967077" y="1441100"/>
            <a:chExt cx="2185200" cy="1309395"/>
          </a:xfrm>
        </p:grpSpPr>
        <p:pic>
          <p:nvPicPr>
            <p:cNvPr id="702" name="Google Shape;702;p95"/>
            <p:cNvPicPr preferRelativeResize="0"/>
            <p:nvPr/>
          </p:nvPicPr>
          <p:blipFill rotWithShape="1">
            <a:blip r:embed="rId5">
              <a:alphaModFix/>
            </a:blip>
            <a:srcRect t="30656"/>
            <a:stretch/>
          </p:blipFill>
          <p:spPr>
            <a:xfrm>
              <a:off x="6470652" y="1908771"/>
              <a:ext cx="842974" cy="841724"/>
            </a:xfrm>
            <a:prstGeom prst="rect">
              <a:avLst/>
            </a:prstGeom>
            <a:noFill/>
            <a:ln>
              <a:noFill/>
            </a:ln>
          </p:spPr>
        </p:pic>
        <p:sp>
          <p:nvSpPr>
            <p:cNvPr id="703" name="Google Shape;703;p95"/>
            <p:cNvSpPr txBox="1"/>
            <p:nvPr/>
          </p:nvSpPr>
          <p:spPr>
            <a:xfrm>
              <a:off x="5967077" y="1441100"/>
              <a:ext cx="2185200" cy="3183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300"/>
                <a:buFont typeface="Arial"/>
                <a:buNone/>
              </a:pPr>
              <a:r>
                <a:rPr lang="en" sz="1300" b="0" i="0" u="none" strike="noStrike" cap="none">
                  <a:solidFill>
                    <a:srgbClr val="FF0000"/>
                  </a:solidFill>
                  <a:latin typeface="Shadows Into Light"/>
                  <a:ea typeface="Shadows Into Light"/>
                  <a:cs typeface="Shadows Into Light"/>
                  <a:sym typeface="Shadows Into Light"/>
                </a:rPr>
                <a:t>COMMON STUFF GOES HERE</a:t>
              </a:r>
              <a:endParaRPr sz="1300" b="0" i="0" u="none" strike="noStrike" cap="none">
                <a:solidFill>
                  <a:srgbClr val="FF0000"/>
                </a:solidFill>
                <a:latin typeface="Shadows Into Light"/>
                <a:ea typeface="Shadows Into Light"/>
                <a:cs typeface="Shadows Into Light"/>
                <a:sym typeface="Shadows Into Light"/>
              </a:endParaRPr>
            </a:p>
          </p:txBody>
        </p:sp>
        <p:sp>
          <p:nvSpPr>
            <p:cNvPr id="704" name="Google Shape;704;p95"/>
            <p:cNvSpPr/>
            <p:nvPr/>
          </p:nvSpPr>
          <p:spPr>
            <a:xfrm>
              <a:off x="6320474" y="1769384"/>
              <a:ext cx="204199" cy="402140"/>
            </a:xfrm>
            <a:custGeom>
              <a:avLst/>
              <a:gdLst/>
              <a:ahLst/>
              <a:cxnLst/>
              <a:rect l="l" t="t" r="r" b="b"/>
              <a:pathLst>
                <a:path w="11128" h="21915" extrusionOk="0">
                  <a:moveTo>
                    <a:pt x="10801" y="0"/>
                  </a:moveTo>
                  <a:cubicBezTo>
                    <a:pt x="9002" y="2780"/>
                    <a:pt x="-47" y="13030"/>
                    <a:pt x="7" y="16682"/>
                  </a:cubicBezTo>
                  <a:cubicBezTo>
                    <a:pt x="62" y="20335"/>
                    <a:pt x="9275" y="21043"/>
                    <a:pt x="11128" y="21915"/>
                  </a:cubicBezTo>
                </a:path>
              </a:pathLst>
            </a:cu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5" name="Google Shape;705;p95"/>
          <p:cNvGrpSpPr/>
          <p:nvPr/>
        </p:nvGrpSpPr>
        <p:grpSpPr>
          <a:xfrm>
            <a:off x="5999312" y="2750441"/>
            <a:ext cx="1738524" cy="361804"/>
            <a:chOff x="5999312" y="2750441"/>
            <a:chExt cx="1738524" cy="361804"/>
          </a:xfrm>
        </p:grpSpPr>
        <p:cxnSp>
          <p:nvCxnSpPr>
            <p:cNvPr id="706" name="Google Shape;706;p95"/>
            <p:cNvCxnSpPr>
              <a:stCxn id="696" idx="0"/>
              <a:endCxn id="702" idx="2"/>
            </p:cNvCxnSpPr>
            <p:nvPr/>
          </p:nvCxnSpPr>
          <p:spPr>
            <a:xfrm rot="-5400000">
              <a:off x="6264812" y="2484941"/>
              <a:ext cx="361800" cy="892800"/>
            </a:xfrm>
            <a:prstGeom prst="bentConnector3">
              <a:avLst>
                <a:gd name="adj1" fmla="val 49992"/>
              </a:avLst>
            </a:prstGeom>
            <a:noFill/>
            <a:ln w="19050" cap="flat" cmpd="sng">
              <a:solidFill>
                <a:srgbClr val="FF0000"/>
              </a:solidFill>
              <a:prstDash val="solid"/>
              <a:round/>
              <a:headEnd type="none" w="sm" len="sm"/>
              <a:tailEnd type="triangle" w="med" len="med"/>
            </a:ln>
          </p:spPr>
        </p:cxnSp>
        <p:cxnSp>
          <p:nvCxnSpPr>
            <p:cNvPr id="707" name="Google Shape;707;p95"/>
            <p:cNvCxnSpPr>
              <a:stCxn id="697" idx="0"/>
              <a:endCxn id="702" idx="2"/>
            </p:cNvCxnSpPr>
            <p:nvPr/>
          </p:nvCxnSpPr>
          <p:spPr>
            <a:xfrm rot="5400000" flipH="1">
              <a:off x="7134086" y="2508495"/>
              <a:ext cx="361800" cy="845700"/>
            </a:xfrm>
            <a:prstGeom prst="bentConnector3">
              <a:avLst>
                <a:gd name="adj1" fmla="val 49993"/>
              </a:avLst>
            </a:prstGeom>
            <a:noFill/>
            <a:ln w="19050" cap="flat" cmpd="sng">
              <a:solidFill>
                <a:srgbClr val="FF0000"/>
              </a:solidFill>
              <a:prstDash val="solid"/>
              <a:round/>
              <a:headEnd type="none" w="sm" len="sm"/>
              <a:tailEnd type="triangl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9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9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9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9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9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9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9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9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701"/>
                                        </p:tgtEl>
                                        <p:attrNameLst>
                                          <p:attrName>style.visibility</p:attrName>
                                        </p:attrNameLst>
                                      </p:cBhvr>
                                      <p:to>
                                        <p:strVal val="visible"/>
                                      </p:to>
                                    </p:set>
                                    <p:animEffect transition="in" filter="fade">
                                      <p:cBhvr>
                                        <p:cTn id="43" dur="1000"/>
                                        <p:tgtEl>
                                          <p:spTgt spid="701"/>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695"/>
                                        </p:tgtEl>
                                        <p:attrNameLst>
                                          <p:attrName>style.visibility</p:attrName>
                                        </p:attrNameLst>
                                      </p:cBhvr>
                                      <p:to>
                                        <p:strVal val="visible"/>
                                      </p:to>
                                    </p:set>
                                    <p:animEffect transition="in" filter="fade">
                                      <p:cBhvr>
                                        <p:cTn id="48" dur="1000"/>
                                        <p:tgtEl>
                                          <p:spTgt spid="695"/>
                                        </p:tgtEl>
                                      </p:cBhvr>
                                    </p:animEffect>
                                  </p:childTnLst>
                                </p:cTn>
                              </p:par>
                            </p:childTnLst>
                          </p:cTn>
                        </p:par>
                        <p:par>
                          <p:cTn id="49" fill="hold">
                            <p:stCondLst>
                              <p:cond delay="1000"/>
                            </p:stCondLst>
                            <p:childTnLst>
                              <p:par>
                                <p:cTn id="50" presetID="10" presetClass="entr" presetSubtype="0" fill="hold" nodeType="afterEffect">
                                  <p:stCondLst>
                                    <p:cond delay="0"/>
                                  </p:stCondLst>
                                  <p:childTnLst>
                                    <p:set>
                                      <p:cBhvr>
                                        <p:cTn id="51" dur="1" fill="hold">
                                          <p:stCondLst>
                                            <p:cond delay="0"/>
                                          </p:stCondLst>
                                        </p:cTn>
                                        <p:tgtEl>
                                          <p:spTgt spid="705"/>
                                        </p:tgtEl>
                                        <p:attrNameLst>
                                          <p:attrName>style.visibility</p:attrName>
                                        </p:attrNameLst>
                                      </p:cBhvr>
                                      <p:to>
                                        <p:strVal val="visible"/>
                                      </p:to>
                                    </p:set>
                                    <p:animEffect transition="in" filter="fade">
                                      <p:cBhvr>
                                        <p:cTn id="52" dur="1000"/>
                                        <p:tgtEl>
                                          <p:spTgt spid="7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11"/>
        <p:cNvGrpSpPr/>
        <p:nvPr/>
      </p:nvGrpSpPr>
      <p:grpSpPr>
        <a:xfrm>
          <a:off x="0" y="0"/>
          <a:ext cx="0" cy="0"/>
          <a:chOff x="0" y="0"/>
          <a:chExt cx="0" cy="0"/>
        </a:xfrm>
      </p:grpSpPr>
      <p:sp>
        <p:nvSpPr>
          <p:cNvPr id="712" name="Google Shape;712;p96"/>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Inheritance allows one class to reuse the accessible state and behavior defined by another class so that we don't need to copy-and-paste it in multiple places. Let's create a new Goat class that contains all of the common attributes of the Mage and Fighter classes.</a:t>
            </a:r>
            <a:endParaRPr/>
          </a:p>
        </p:txBody>
      </p:sp>
      <p:sp>
        <p:nvSpPr>
          <p:cNvPr id="713" name="Google Shape;713;p9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18</a:t>
            </a:fld>
            <a:endParaRPr/>
          </a:p>
        </p:txBody>
      </p:sp>
      <p:sp>
        <p:nvSpPr>
          <p:cNvPr id="714" name="Google Shape;714;p96"/>
          <p:cNvSpPr txBox="1">
            <a:spLocks noGrp="1"/>
          </p:cNvSpPr>
          <p:nvPr>
            <p:ph type="body" idx="2"/>
          </p:nvPr>
        </p:nvSpPr>
        <p:spPr>
          <a:xfrm>
            <a:off x="2898550" y="1860725"/>
            <a:ext cx="6042600" cy="2559600"/>
          </a:xfrm>
          <a:prstGeom prst="rect">
            <a:avLst/>
          </a:prstGeom>
        </p:spPr>
        <p:txBody>
          <a:bodyPr spcFirstLastPara="1" wrap="square" lIns="91425" tIns="91425" rIns="91425" bIns="91425" anchor="t" anchorCtr="0">
            <a:spAutoFit/>
          </a:bodyPr>
          <a:lstStyle/>
          <a:p>
            <a:pPr marL="457200" lvl="0" indent="-330200" algn="l" rtl="0">
              <a:spcBef>
                <a:spcPts val="0"/>
              </a:spcBef>
              <a:spcAft>
                <a:spcPts val="0"/>
              </a:spcAft>
              <a:buSzPts val="1600"/>
              <a:buChar char="●"/>
            </a:pPr>
            <a:r>
              <a:rPr lang="en" sz="1600"/>
              <a:t>Create a new Java class named "</a:t>
            </a:r>
            <a:r>
              <a:rPr lang="en" sz="1600">
                <a:solidFill>
                  <a:srgbClr val="FF0000"/>
                </a:solidFill>
                <a:latin typeface="Courier New"/>
                <a:ea typeface="Courier New"/>
                <a:cs typeface="Courier New"/>
                <a:sym typeface="Courier New"/>
              </a:rPr>
              <a:t>Goat</a:t>
            </a:r>
            <a:r>
              <a:rPr lang="en" sz="1600"/>
              <a:t>" and use it to encapsulate all of the common state and behavior between your two existing goat classes.</a:t>
            </a:r>
            <a:endParaRPr sz="1600"/>
          </a:p>
          <a:p>
            <a:pPr marL="914400" lvl="1" indent="-317500" algn="l" rtl="0">
              <a:spcBef>
                <a:spcPts val="0"/>
              </a:spcBef>
              <a:spcAft>
                <a:spcPts val="0"/>
              </a:spcAft>
              <a:buSzPts val="1400"/>
              <a:buChar char="○"/>
            </a:pPr>
            <a:r>
              <a:rPr lang="en" sz="1400" b="1" i="1">
                <a:solidFill>
                  <a:srgbClr val="FF0000"/>
                </a:solidFill>
              </a:rPr>
              <a:t>Copy/paste</a:t>
            </a:r>
            <a:r>
              <a:rPr lang="en" sz="1400"/>
              <a:t> all of the code from one of the two goat classes.</a:t>
            </a:r>
            <a:endParaRPr sz="1400"/>
          </a:p>
          <a:p>
            <a:pPr marL="914400" lvl="1" indent="-317500" algn="l" rtl="0">
              <a:spcBef>
                <a:spcPts val="0"/>
              </a:spcBef>
              <a:spcAft>
                <a:spcPts val="0"/>
              </a:spcAft>
              <a:buSzPts val="1400"/>
              <a:buChar char="○"/>
            </a:pPr>
            <a:r>
              <a:rPr lang="en" sz="1400"/>
              <a:t>Update the name of the constructor.</a:t>
            </a:r>
            <a:endParaRPr sz="1400"/>
          </a:p>
          <a:p>
            <a:pPr marL="457200" lvl="0" indent="-330200" algn="l" rtl="0">
              <a:spcBef>
                <a:spcPts val="0"/>
              </a:spcBef>
              <a:spcAft>
                <a:spcPts val="0"/>
              </a:spcAft>
              <a:buSzPts val="1600"/>
              <a:buChar char="●"/>
            </a:pPr>
            <a:r>
              <a:rPr lang="en" sz="1600"/>
              <a:t>How should you handle the </a:t>
            </a:r>
            <a:r>
              <a:rPr lang="en" sz="1600" b="1" i="1">
                <a:solidFill>
                  <a:srgbClr val="FF0000"/>
                </a:solidFill>
              </a:rPr>
              <a:t>attack</a:t>
            </a:r>
            <a:r>
              <a:rPr lang="en" sz="1600">
                <a:solidFill>
                  <a:srgbClr val="FF0000"/>
                </a:solidFill>
              </a:rPr>
              <a:t> </a:t>
            </a:r>
            <a:r>
              <a:rPr lang="en" sz="1600"/>
              <a:t>and </a:t>
            </a:r>
            <a:r>
              <a:rPr lang="en" sz="1600" b="1" i="1">
                <a:solidFill>
                  <a:srgbClr val="FF0000"/>
                </a:solidFill>
              </a:rPr>
              <a:t>take damage</a:t>
            </a:r>
            <a:r>
              <a:rPr lang="en" sz="1600">
                <a:solidFill>
                  <a:srgbClr val="FF0000"/>
                </a:solidFill>
              </a:rPr>
              <a:t> </a:t>
            </a:r>
            <a:r>
              <a:rPr lang="en" sz="1600"/>
              <a:t>methods?</a:t>
            </a:r>
            <a:endParaRPr sz="1600"/>
          </a:p>
          <a:p>
            <a:pPr marL="914400" lvl="1" indent="-317500" algn="l" rtl="0">
              <a:spcBef>
                <a:spcPts val="0"/>
              </a:spcBef>
              <a:spcAft>
                <a:spcPts val="0"/>
              </a:spcAft>
              <a:buSzPts val="1400"/>
              <a:buChar char="○"/>
            </a:pPr>
            <a:r>
              <a:rPr lang="en" sz="1400"/>
              <a:t>All goats </a:t>
            </a:r>
            <a:r>
              <a:rPr lang="en" sz="1400" b="1" i="1">
                <a:solidFill>
                  <a:srgbClr val="FF0000"/>
                </a:solidFill>
              </a:rPr>
              <a:t>need</a:t>
            </a:r>
            <a:r>
              <a:rPr lang="en" sz="1400">
                <a:solidFill>
                  <a:srgbClr val="FF0000"/>
                </a:solidFill>
              </a:rPr>
              <a:t> </a:t>
            </a:r>
            <a:r>
              <a:rPr lang="en" sz="1400"/>
              <a:t>both of these methods.</a:t>
            </a:r>
            <a:endParaRPr sz="1400"/>
          </a:p>
          <a:p>
            <a:pPr marL="914400" lvl="1" indent="-317500" algn="l" rtl="0">
              <a:spcBef>
                <a:spcPts val="0"/>
              </a:spcBef>
              <a:spcAft>
                <a:spcPts val="0"/>
              </a:spcAft>
              <a:buSzPts val="1400"/>
              <a:buChar char="○"/>
            </a:pPr>
            <a:r>
              <a:rPr lang="en" sz="1400"/>
              <a:t>But there is no common implementation.</a:t>
            </a:r>
            <a:endParaRPr sz="1400"/>
          </a:p>
        </p:txBody>
      </p:sp>
      <p:sp>
        <p:nvSpPr>
          <p:cNvPr id="715" name="Google Shape;715;p96"/>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 Common Goat</a:t>
            </a:r>
            <a:endParaRPr/>
          </a:p>
        </p:txBody>
      </p:sp>
      <p:sp>
        <p:nvSpPr>
          <p:cNvPr id="716" name="Google Shape;716;p96"/>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3.10</a:t>
            </a:r>
            <a:endParaRPr/>
          </a:p>
        </p:txBody>
      </p:sp>
      <p:pic>
        <p:nvPicPr>
          <p:cNvPr id="717" name="Google Shape;717;p96"/>
          <p:cNvPicPr preferRelativeResize="0"/>
          <p:nvPr/>
        </p:nvPicPr>
        <p:blipFill rotWithShape="1">
          <a:blip r:embed="rId3">
            <a:alphaModFix/>
          </a:blip>
          <a:srcRect/>
          <a:stretch/>
        </p:blipFill>
        <p:spPr>
          <a:xfrm>
            <a:off x="1361425" y="2258453"/>
            <a:ext cx="1033850" cy="1488723"/>
          </a:xfrm>
          <a:prstGeom prst="rect">
            <a:avLst/>
          </a:prstGeom>
          <a:noFill/>
          <a:ln>
            <a:noFill/>
          </a:ln>
        </p:spPr>
      </p:pic>
      <p:pic>
        <p:nvPicPr>
          <p:cNvPr id="718" name="Google Shape;718;p96"/>
          <p:cNvPicPr preferRelativeResize="0"/>
          <p:nvPr/>
        </p:nvPicPr>
        <p:blipFill rotWithShape="1">
          <a:blip r:embed="rId4">
            <a:alphaModFix/>
          </a:blip>
          <a:srcRect/>
          <a:stretch/>
        </p:blipFill>
        <p:spPr>
          <a:xfrm>
            <a:off x="377550" y="2883440"/>
            <a:ext cx="1033850" cy="1488735"/>
          </a:xfrm>
          <a:prstGeom prst="rect">
            <a:avLst/>
          </a:prstGeom>
          <a:noFill/>
          <a:ln>
            <a:noFill/>
          </a:ln>
        </p:spPr>
      </p:pic>
      <p:pic>
        <p:nvPicPr>
          <p:cNvPr id="719" name="Google Shape;719;p96"/>
          <p:cNvPicPr preferRelativeResize="0"/>
          <p:nvPr/>
        </p:nvPicPr>
        <p:blipFill rotWithShape="1">
          <a:blip r:embed="rId5">
            <a:alphaModFix/>
          </a:blip>
          <a:srcRect/>
          <a:stretch/>
        </p:blipFill>
        <p:spPr>
          <a:xfrm>
            <a:off x="327575" y="1550909"/>
            <a:ext cx="1033850" cy="1488741"/>
          </a:xfrm>
          <a:prstGeom prst="rect">
            <a:avLst/>
          </a:prstGeom>
          <a:noFill/>
          <a:ln>
            <a:noFill/>
          </a:ln>
        </p:spPr>
      </p:pic>
      <p:sp>
        <p:nvSpPr>
          <p:cNvPr id="720" name="Google Shape;720;p96"/>
          <p:cNvSpPr txBox="1"/>
          <p:nvPr/>
        </p:nvSpPr>
        <p:spPr>
          <a:xfrm>
            <a:off x="197000" y="4505150"/>
            <a:ext cx="2529900" cy="497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Not all heroes wear capes. And not all goats wear hats.</a:t>
            </a:r>
            <a:endParaRPr sz="1200" b="0" i="0" u="none" strike="noStrike" cap="non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24"/>
        <p:cNvGrpSpPr/>
        <p:nvPr/>
      </p:nvGrpSpPr>
      <p:grpSpPr>
        <a:xfrm>
          <a:off x="0" y="0"/>
          <a:ext cx="0" cy="0"/>
          <a:chOff x="0" y="0"/>
          <a:chExt cx="0" cy="0"/>
        </a:xfrm>
      </p:grpSpPr>
      <p:sp>
        <p:nvSpPr>
          <p:cNvPr id="725" name="Google Shape;725;p97"/>
          <p:cNvSpPr txBox="1">
            <a:spLocks noGrp="1"/>
          </p:cNvSpPr>
          <p:nvPr>
            <p:ph type="sldNum" idx="12"/>
          </p:nvPr>
        </p:nvSpPr>
        <p:spPr>
          <a:xfrm>
            <a:off x="14258" y="4739417"/>
            <a:ext cx="548700" cy="3936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000"/>
              <a:buNone/>
            </a:pPr>
            <a:fld id="{00000000-1234-1234-1234-123412341234}" type="slidenum">
              <a:rPr lang="en"/>
              <a:t>19</a:t>
            </a:fld>
            <a:endParaRPr/>
          </a:p>
        </p:txBody>
      </p:sp>
      <p:sp>
        <p:nvSpPr>
          <p:cNvPr id="726" name="Google Shape;726;p97"/>
          <p:cNvSpPr txBox="1">
            <a:spLocks noGrp="1"/>
          </p:cNvSpPr>
          <p:nvPr>
            <p:ph type="title"/>
          </p:nvPr>
        </p:nvSpPr>
        <p:spPr>
          <a:xfrm>
            <a:off x="5264725" y="119925"/>
            <a:ext cx="3706500" cy="5229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n"/>
              <a:t>Inheritance</a:t>
            </a:r>
            <a:endParaRPr sz="1800"/>
          </a:p>
        </p:txBody>
      </p:sp>
      <p:sp>
        <p:nvSpPr>
          <p:cNvPr id="727" name="Google Shape;727;p97"/>
          <p:cNvSpPr txBox="1">
            <a:spLocks noGrp="1"/>
          </p:cNvSpPr>
          <p:nvPr>
            <p:ph type="body" idx="1"/>
          </p:nvPr>
        </p:nvSpPr>
        <p:spPr>
          <a:xfrm>
            <a:off x="64309" y="43725"/>
            <a:ext cx="4788900" cy="4879500"/>
          </a:xfrm>
          <a:prstGeom prst="rect">
            <a:avLst/>
          </a:prstGeom>
          <a:noFill/>
          <a:ln>
            <a:noFill/>
          </a:ln>
        </p:spPr>
        <p:txBody>
          <a:bodyPr spcFirstLastPara="1" wrap="square" lIns="91425" tIns="91425" rIns="91425" bIns="91425" anchor="ctr" anchorCtr="0">
            <a:spAutoFit/>
          </a:bodyPr>
          <a:lstStyle/>
          <a:p>
            <a:pPr marL="457200" lvl="0" indent="-311150" algn="l" rtl="0">
              <a:lnSpc>
                <a:spcPct val="100000"/>
              </a:lnSpc>
              <a:spcBef>
                <a:spcPts val="0"/>
              </a:spcBef>
              <a:spcAft>
                <a:spcPts val="0"/>
              </a:spcAft>
              <a:buSzPts val="1300"/>
              <a:buChar char="●"/>
            </a:pPr>
            <a:r>
              <a:rPr lang="en"/>
              <a:t>A child class </a:t>
            </a:r>
            <a:r>
              <a:rPr lang="en" b="1" i="1">
                <a:solidFill>
                  <a:srgbClr val="FF0000"/>
                </a:solidFill>
              </a:rPr>
              <a:t>inherits</a:t>
            </a:r>
            <a:r>
              <a:rPr lang="en">
                <a:solidFill>
                  <a:srgbClr val="FF0000"/>
                </a:solidFill>
              </a:rPr>
              <a:t> </a:t>
            </a:r>
            <a:r>
              <a:rPr lang="en"/>
              <a:t>the </a:t>
            </a:r>
            <a:r>
              <a:rPr lang="en" b="1" i="1">
                <a:solidFill>
                  <a:srgbClr val="FF0000"/>
                </a:solidFill>
              </a:rPr>
              <a:t>accessible</a:t>
            </a:r>
            <a:r>
              <a:rPr lang="en">
                <a:solidFill>
                  <a:srgbClr val="FF0000"/>
                </a:solidFill>
              </a:rPr>
              <a:t> </a:t>
            </a:r>
            <a:r>
              <a:rPr lang="en"/>
              <a:t>state and behavior of its </a:t>
            </a:r>
            <a:r>
              <a:rPr lang="en" b="1" i="1">
                <a:solidFill>
                  <a:srgbClr val="FF0000"/>
                </a:solidFill>
              </a:rPr>
              <a:t>parent class</a:t>
            </a:r>
            <a:r>
              <a:rPr lang="en"/>
              <a:t>.</a:t>
            </a:r>
            <a:endParaRPr/>
          </a:p>
          <a:p>
            <a:pPr marL="914400" lvl="1" indent="-298450" algn="l" rtl="0">
              <a:lnSpc>
                <a:spcPct val="100000"/>
              </a:lnSpc>
              <a:spcBef>
                <a:spcPts val="0"/>
              </a:spcBef>
              <a:spcAft>
                <a:spcPts val="0"/>
              </a:spcAft>
              <a:buSzPts val="1100"/>
              <a:buChar char="○"/>
            </a:pPr>
            <a:r>
              <a:rPr lang="en" b="1" i="1">
                <a:solidFill>
                  <a:srgbClr val="FF0000"/>
                </a:solidFill>
              </a:rPr>
              <a:t>Private</a:t>
            </a:r>
            <a:r>
              <a:rPr lang="en">
                <a:solidFill>
                  <a:srgbClr val="FF0000"/>
                </a:solidFill>
              </a:rPr>
              <a:t> </a:t>
            </a:r>
            <a:r>
              <a:rPr lang="en"/>
              <a:t>members are not inherited.</a:t>
            </a:r>
            <a:endParaRPr/>
          </a:p>
          <a:p>
            <a:pPr marL="914400" lvl="1" indent="-298450" algn="l" rtl="0">
              <a:lnSpc>
                <a:spcPct val="100000"/>
              </a:lnSpc>
              <a:spcBef>
                <a:spcPts val="0"/>
              </a:spcBef>
              <a:spcAft>
                <a:spcPts val="0"/>
              </a:spcAft>
              <a:buSzPts val="1100"/>
              <a:buChar char="○"/>
            </a:pPr>
            <a:r>
              <a:rPr lang="en"/>
              <a:t>Child classes </a:t>
            </a:r>
            <a:r>
              <a:rPr lang="en" b="1" i="1">
                <a:solidFill>
                  <a:srgbClr val="FF0000"/>
                </a:solidFill>
              </a:rPr>
              <a:t>do</a:t>
            </a:r>
            <a:r>
              <a:rPr lang="en">
                <a:solidFill>
                  <a:srgbClr val="FF0000"/>
                </a:solidFill>
              </a:rPr>
              <a:t> </a:t>
            </a:r>
            <a:r>
              <a:rPr lang="en"/>
              <a:t>inherit </a:t>
            </a:r>
            <a:r>
              <a:rPr lang="en" b="1" i="1">
                <a:solidFill>
                  <a:srgbClr val="FF0000"/>
                </a:solidFill>
              </a:rPr>
              <a:t>protected</a:t>
            </a:r>
            <a:r>
              <a:rPr lang="en">
                <a:solidFill>
                  <a:srgbClr val="FF0000"/>
                </a:solidFill>
              </a:rPr>
              <a:t> </a:t>
            </a:r>
            <a:r>
              <a:rPr lang="en"/>
              <a:t>members.</a:t>
            </a:r>
            <a:endParaRPr/>
          </a:p>
          <a:p>
            <a:pPr marL="914400" lvl="1" indent="-298450" algn="l" rtl="0">
              <a:lnSpc>
                <a:spcPct val="100000"/>
              </a:lnSpc>
              <a:spcBef>
                <a:spcPts val="0"/>
              </a:spcBef>
              <a:spcAft>
                <a:spcPts val="0"/>
              </a:spcAft>
              <a:buSzPts val="1100"/>
              <a:buChar char="○"/>
            </a:pPr>
            <a:r>
              <a:rPr lang="en" b="1" i="1">
                <a:solidFill>
                  <a:srgbClr val="FF0000"/>
                </a:solidFill>
              </a:rPr>
              <a:t>Constructors</a:t>
            </a:r>
            <a:r>
              <a:rPr lang="en">
                <a:solidFill>
                  <a:srgbClr val="FF0000"/>
                </a:solidFill>
              </a:rPr>
              <a:t> </a:t>
            </a:r>
            <a:r>
              <a:rPr lang="en"/>
              <a:t>are </a:t>
            </a:r>
            <a:r>
              <a:rPr lang="en" b="1" i="1">
                <a:solidFill>
                  <a:srgbClr val="FF0000"/>
                </a:solidFill>
              </a:rPr>
              <a:t>not</a:t>
            </a:r>
            <a:r>
              <a:rPr lang="en">
                <a:solidFill>
                  <a:srgbClr val="FF0000"/>
                </a:solidFill>
              </a:rPr>
              <a:t> </a:t>
            </a:r>
            <a:r>
              <a:rPr lang="en"/>
              <a:t>inherited. The child class must define its own.</a:t>
            </a:r>
            <a:endParaRPr/>
          </a:p>
          <a:p>
            <a:pPr marL="457200" lvl="0" indent="-311150" algn="l" rtl="0">
              <a:lnSpc>
                <a:spcPct val="100000"/>
              </a:lnSpc>
              <a:spcBef>
                <a:spcPts val="1000"/>
              </a:spcBef>
              <a:spcAft>
                <a:spcPts val="0"/>
              </a:spcAft>
              <a:buSzPts val="1300"/>
              <a:buChar char="●"/>
            </a:pPr>
            <a:r>
              <a:rPr lang="en"/>
              <a:t>This means that an instance of the child class can reuse the state and behavior in its parent.</a:t>
            </a:r>
            <a:endParaRPr/>
          </a:p>
          <a:p>
            <a:pPr marL="914400" lvl="1" indent="-298450" algn="l" rtl="0">
              <a:lnSpc>
                <a:spcPct val="100000"/>
              </a:lnSpc>
              <a:spcBef>
                <a:spcPts val="0"/>
              </a:spcBef>
              <a:spcAft>
                <a:spcPts val="0"/>
              </a:spcAft>
              <a:buSzPts val="1100"/>
              <a:buChar char="○"/>
            </a:pPr>
            <a:r>
              <a:rPr lang="en"/>
              <a:t>This includes </a:t>
            </a:r>
            <a:r>
              <a:rPr lang="en" b="1" i="1">
                <a:solidFill>
                  <a:srgbClr val="FF0000"/>
                </a:solidFill>
              </a:rPr>
              <a:t>accessible</a:t>
            </a:r>
            <a:r>
              <a:rPr lang="en"/>
              <a:t> fields in the parent class.</a:t>
            </a:r>
            <a:endParaRPr/>
          </a:p>
          <a:p>
            <a:pPr marL="914400" lvl="1" indent="-298450" algn="l" rtl="0">
              <a:lnSpc>
                <a:spcPct val="100000"/>
              </a:lnSpc>
              <a:spcBef>
                <a:spcPts val="0"/>
              </a:spcBef>
              <a:spcAft>
                <a:spcPts val="0"/>
              </a:spcAft>
              <a:buSzPts val="1100"/>
              <a:buChar char="○"/>
            </a:pPr>
            <a:r>
              <a:rPr lang="en"/>
              <a:t>This also includes any </a:t>
            </a:r>
            <a:r>
              <a:rPr lang="en" b="1" i="1">
                <a:solidFill>
                  <a:srgbClr val="FF0000"/>
                </a:solidFill>
              </a:rPr>
              <a:t>accessible</a:t>
            </a:r>
            <a:r>
              <a:rPr lang="en"/>
              <a:t> methods in the parent class.</a:t>
            </a:r>
            <a:endParaRPr/>
          </a:p>
          <a:p>
            <a:pPr marL="457200" lvl="0" indent="-311150" algn="l" rtl="0">
              <a:lnSpc>
                <a:spcPct val="100000"/>
              </a:lnSpc>
              <a:spcBef>
                <a:spcPts val="1000"/>
              </a:spcBef>
              <a:spcAft>
                <a:spcPts val="0"/>
              </a:spcAft>
              <a:buSzPts val="1300"/>
              <a:buChar char="●"/>
            </a:pPr>
            <a:r>
              <a:rPr lang="en"/>
              <a:t>Inherited state and behavior can be accessed </a:t>
            </a:r>
            <a:r>
              <a:rPr lang="en" b="1" i="1">
                <a:solidFill>
                  <a:srgbClr val="FF0000"/>
                </a:solidFill>
              </a:rPr>
              <a:t>through the child</a:t>
            </a:r>
            <a:r>
              <a:rPr lang="en"/>
              <a:t> using dot notation.</a:t>
            </a:r>
            <a:endParaRPr/>
          </a:p>
          <a:p>
            <a:pPr marL="914400" lvl="1" indent="-298450" algn="l" rtl="0">
              <a:lnSpc>
                <a:spcPct val="100000"/>
              </a:lnSpc>
              <a:spcBef>
                <a:spcPts val="0"/>
              </a:spcBef>
              <a:spcAft>
                <a:spcPts val="0"/>
              </a:spcAft>
              <a:buSzPts val="1100"/>
              <a:buChar char="○"/>
            </a:pPr>
            <a:r>
              <a:rPr lang="en"/>
              <a:t>This also means that an instance of the child class can be used anywhere the parent is expected.</a:t>
            </a:r>
            <a:endParaRPr/>
          </a:p>
          <a:p>
            <a:pPr marL="914400" lvl="1" indent="-298450" algn="l" rtl="0">
              <a:lnSpc>
                <a:spcPct val="100000"/>
              </a:lnSpc>
              <a:spcBef>
                <a:spcPts val="0"/>
              </a:spcBef>
              <a:spcAft>
                <a:spcPts val="0"/>
              </a:spcAft>
              <a:buSzPts val="1100"/>
              <a:buChar char="○"/>
            </a:pPr>
            <a:r>
              <a:rPr lang="en"/>
              <a:t>For example, an instance of the </a:t>
            </a:r>
            <a:r>
              <a:rPr lang="en" b="1" i="1">
                <a:solidFill>
                  <a:srgbClr val="FF0000"/>
                </a:solidFill>
              </a:rPr>
              <a:t>child class </a:t>
            </a:r>
            <a:r>
              <a:rPr lang="en"/>
              <a:t>may be passed as an argument to a method that declares a parameter of its </a:t>
            </a:r>
            <a:r>
              <a:rPr lang="en" b="1" i="1">
                <a:solidFill>
                  <a:srgbClr val="FF0000"/>
                </a:solidFill>
              </a:rPr>
              <a:t>parent's type</a:t>
            </a:r>
            <a:r>
              <a:rPr lang="en"/>
              <a:t>. Code inside the method can use </a:t>
            </a:r>
            <a:r>
              <a:rPr lang="en" b="1" i="1">
                <a:solidFill>
                  <a:srgbClr val="FF0000"/>
                </a:solidFill>
              </a:rPr>
              <a:t>any </a:t>
            </a:r>
            <a:r>
              <a:rPr lang="en"/>
              <a:t>of the state and behavior defined by the </a:t>
            </a:r>
            <a:r>
              <a:rPr lang="en" b="1" i="1">
                <a:solidFill>
                  <a:srgbClr val="FF0000"/>
                </a:solidFill>
              </a:rPr>
              <a:t>parent</a:t>
            </a:r>
            <a:r>
              <a:rPr lang="en"/>
              <a:t>.</a:t>
            </a:r>
            <a:endParaRPr/>
          </a:p>
          <a:p>
            <a:pPr marL="914400" lvl="1" indent="-298450" algn="l" rtl="0">
              <a:lnSpc>
                <a:spcPct val="100000"/>
              </a:lnSpc>
              <a:spcBef>
                <a:spcPts val="0"/>
              </a:spcBef>
              <a:spcAft>
                <a:spcPts val="0"/>
              </a:spcAft>
              <a:buSzPts val="1100"/>
              <a:buChar char="○"/>
            </a:pPr>
            <a:r>
              <a:rPr lang="en"/>
              <a:t>This is a core object-oriented concept known as </a:t>
            </a:r>
            <a:r>
              <a:rPr lang="en" b="1" i="1">
                <a:solidFill>
                  <a:srgbClr val="FF0000"/>
                </a:solidFill>
              </a:rPr>
              <a:t>polymorphism</a:t>
            </a:r>
            <a:r>
              <a:rPr lang="en"/>
              <a:t>.</a:t>
            </a:r>
            <a:endParaRPr/>
          </a:p>
          <a:p>
            <a:pPr marL="457200" lvl="0" indent="-311150" algn="l" rtl="0">
              <a:lnSpc>
                <a:spcPct val="100000"/>
              </a:lnSpc>
              <a:spcBef>
                <a:spcPts val="1000"/>
              </a:spcBef>
              <a:spcAft>
                <a:spcPts val="0"/>
              </a:spcAft>
              <a:buSzPts val="1300"/>
              <a:buChar char="●"/>
            </a:pPr>
            <a:r>
              <a:rPr lang="en"/>
              <a:t>In Java, a child class uses </a:t>
            </a:r>
            <a:r>
              <a:rPr lang="en">
                <a:solidFill>
                  <a:srgbClr val="FF0000"/>
                </a:solidFill>
                <a:latin typeface="Courier New"/>
                <a:ea typeface="Courier New"/>
                <a:cs typeface="Courier New"/>
                <a:sym typeface="Courier New"/>
              </a:rPr>
              <a:t>extends</a:t>
            </a:r>
            <a:r>
              <a:rPr lang="en"/>
              <a:t> to establish an inheritance relationship with a parent class.</a:t>
            </a:r>
            <a:endParaRPr/>
          </a:p>
          <a:p>
            <a:pPr marL="914400" lvl="1" indent="-298450" algn="l" rtl="0">
              <a:lnSpc>
                <a:spcPct val="100000"/>
              </a:lnSpc>
              <a:spcBef>
                <a:spcPts val="0"/>
              </a:spcBef>
              <a:spcAft>
                <a:spcPts val="0"/>
              </a:spcAft>
              <a:buSzPts val="1100"/>
              <a:buChar char="○"/>
            </a:pPr>
            <a:r>
              <a:rPr lang="en"/>
              <a:t>e.g. </a:t>
            </a:r>
            <a:r>
              <a:rPr lang="en">
                <a:solidFill>
                  <a:srgbClr val="FF0000"/>
                </a:solidFill>
                <a:latin typeface="Courier New"/>
                <a:ea typeface="Courier New"/>
                <a:cs typeface="Courier New"/>
                <a:sym typeface="Courier New"/>
              </a:rPr>
              <a:t>public class Child extends Parent</a:t>
            </a:r>
            <a:endParaRPr>
              <a:solidFill>
                <a:srgbClr val="FF0000"/>
              </a:solidFill>
              <a:latin typeface="Courier New"/>
              <a:ea typeface="Courier New"/>
              <a:cs typeface="Courier New"/>
              <a:sym typeface="Courier New"/>
            </a:endParaRPr>
          </a:p>
        </p:txBody>
      </p:sp>
      <p:sp>
        <p:nvSpPr>
          <p:cNvPr id="728" name="Google Shape;728;p97"/>
          <p:cNvSpPr txBox="1">
            <a:spLocks noGrp="1"/>
          </p:cNvSpPr>
          <p:nvPr>
            <p:ph type="body" idx="3"/>
          </p:nvPr>
        </p:nvSpPr>
        <p:spPr>
          <a:xfrm>
            <a:off x="5192225" y="3874695"/>
            <a:ext cx="3706500" cy="1084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t>Remember, arrows in UML indicate the direction of dependency. Because the child depends on the parent (and not the other way around), inheritance in UML is depicted with a </a:t>
            </a:r>
            <a:r>
              <a:rPr lang="en" sz="1200" b="1" i="1">
                <a:solidFill>
                  <a:srgbClr val="FF0000"/>
                </a:solidFill>
              </a:rPr>
              <a:t>triangular arrow</a:t>
            </a:r>
            <a:r>
              <a:rPr lang="en" sz="1200"/>
              <a:t> (that is not filled) pointing </a:t>
            </a:r>
            <a:r>
              <a:rPr lang="en" sz="1200" b="1" i="1">
                <a:solidFill>
                  <a:srgbClr val="FF0000"/>
                </a:solidFill>
              </a:rPr>
              <a:t>from the child to the parent</a:t>
            </a:r>
            <a:r>
              <a:rPr lang="en" sz="1200"/>
              <a:t>.</a:t>
            </a:r>
            <a:endParaRPr sz="1200"/>
          </a:p>
        </p:txBody>
      </p:sp>
      <p:graphicFrame>
        <p:nvGraphicFramePr>
          <p:cNvPr id="729" name="Google Shape;729;p97"/>
          <p:cNvGraphicFramePr/>
          <p:nvPr/>
        </p:nvGraphicFramePr>
        <p:xfrm>
          <a:off x="6236050" y="721710"/>
          <a:ext cx="3000000" cy="3000000"/>
        </p:xfrm>
        <a:graphic>
          <a:graphicData uri="http://schemas.openxmlformats.org/drawingml/2006/table">
            <a:tbl>
              <a:tblPr>
                <a:noFill/>
                <a:tableStyleId>{8CDE0EAC-EDFA-49A2-864E-461DE6BB09B6}</a:tableStyleId>
              </a:tblPr>
              <a:tblGrid>
                <a:gridCol w="1618850">
                  <a:extLst>
                    <a:ext uri="{9D8B030D-6E8A-4147-A177-3AD203B41FA5}">
                      <a16:colId xmlns:a16="http://schemas.microsoft.com/office/drawing/2014/main" val="20000"/>
                    </a:ext>
                  </a:extLst>
                </a:gridCol>
              </a:tblGrid>
              <a:tr h="0">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Consolas"/>
                          <a:ea typeface="Consolas"/>
                          <a:cs typeface="Consolas"/>
                          <a:sym typeface="Consolas"/>
                        </a:rPr>
                        <a:t>Parent</a:t>
                      </a:r>
                      <a:endParaRPr sz="12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0">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Consolas"/>
                          <a:ea typeface="Consolas"/>
                          <a:cs typeface="Consolas"/>
                          <a:sym typeface="Consolas"/>
                        </a:rPr>
                        <a:t>- fields</a:t>
                      </a:r>
                      <a:endParaRPr sz="12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0">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Consolas"/>
                          <a:ea typeface="Consolas"/>
                          <a:cs typeface="Consolas"/>
                          <a:sym typeface="Consolas"/>
                        </a:rPr>
                        <a:t>+ methods</a:t>
                      </a:r>
                      <a:endParaRPr sz="12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bl>
          </a:graphicData>
        </a:graphic>
      </p:graphicFrame>
      <p:graphicFrame>
        <p:nvGraphicFramePr>
          <p:cNvPr id="730" name="Google Shape;730;p97"/>
          <p:cNvGraphicFramePr/>
          <p:nvPr/>
        </p:nvGraphicFramePr>
        <p:xfrm>
          <a:off x="6236050" y="2626710"/>
          <a:ext cx="3000000" cy="3000000"/>
        </p:xfrm>
        <a:graphic>
          <a:graphicData uri="http://schemas.openxmlformats.org/drawingml/2006/table">
            <a:tbl>
              <a:tblPr>
                <a:noFill/>
                <a:tableStyleId>{8CDE0EAC-EDFA-49A2-864E-461DE6BB09B6}</a:tableStyleId>
              </a:tblPr>
              <a:tblGrid>
                <a:gridCol w="1618850">
                  <a:extLst>
                    <a:ext uri="{9D8B030D-6E8A-4147-A177-3AD203B41FA5}">
                      <a16:colId xmlns:a16="http://schemas.microsoft.com/office/drawing/2014/main" val="20000"/>
                    </a:ext>
                  </a:extLst>
                </a:gridCol>
              </a:tblGrid>
              <a:tr h="0">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Consolas"/>
                          <a:ea typeface="Consolas"/>
                          <a:cs typeface="Consolas"/>
                          <a:sym typeface="Consolas"/>
                        </a:rPr>
                        <a:t>Child</a:t>
                      </a:r>
                      <a:endParaRPr sz="12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0">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Consolas"/>
                          <a:ea typeface="Consolas"/>
                          <a:cs typeface="Consolas"/>
                          <a:sym typeface="Consolas"/>
                        </a:rPr>
                        <a:t>- more fields</a:t>
                      </a:r>
                      <a:endParaRPr sz="12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0">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Consolas"/>
                          <a:ea typeface="Consolas"/>
                          <a:cs typeface="Consolas"/>
                          <a:sym typeface="Consolas"/>
                        </a:rPr>
                        <a:t>+ more methods</a:t>
                      </a:r>
                      <a:endParaRPr sz="12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bl>
          </a:graphicData>
        </a:graphic>
      </p:graphicFrame>
      <p:grpSp>
        <p:nvGrpSpPr>
          <p:cNvPr id="731" name="Google Shape;731;p97"/>
          <p:cNvGrpSpPr/>
          <p:nvPr/>
        </p:nvGrpSpPr>
        <p:grpSpPr>
          <a:xfrm>
            <a:off x="6908825" y="1823066"/>
            <a:ext cx="273300" cy="807900"/>
            <a:chOff x="6908825" y="1823066"/>
            <a:chExt cx="273300" cy="807900"/>
          </a:xfrm>
        </p:grpSpPr>
        <p:sp>
          <p:nvSpPr>
            <p:cNvPr id="732" name="Google Shape;732;p97"/>
            <p:cNvSpPr/>
            <p:nvPr/>
          </p:nvSpPr>
          <p:spPr>
            <a:xfrm>
              <a:off x="6908825" y="1823066"/>
              <a:ext cx="273300" cy="207000"/>
            </a:xfrm>
            <a:prstGeom prst="triangle">
              <a:avLst>
                <a:gd name="adj" fmla="val 50000"/>
              </a:avLst>
            </a:prstGeom>
            <a:noFill/>
            <a:ln w="28575" cap="flat" cmpd="sng">
              <a:solidFill>
                <a:srgbClr val="EA999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733" name="Google Shape;733;p97"/>
            <p:cNvCxnSpPr>
              <a:stCxn id="732" idx="3"/>
            </p:cNvCxnSpPr>
            <p:nvPr/>
          </p:nvCxnSpPr>
          <p:spPr>
            <a:xfrm>
              <a:off x="7045475" y="2030066"/>
              <a:ext cx="0" cy="600900"/>
            </a:xfrm>
            <a:prstGeom prst="straightConnector1">
              <a:avLst/>
            </a:prstGeom>
            <a:noFill/>
            <a:ln w="28575" cap="flat" cmpd="sng">
              <a:solidFill>
                <a:srgbClr val="EA9999"/>
              </a:solidFill>
              <a:prstDash val="solid"/>
              <a:round/>
              <a:headEnd type="none" w="sm" len="sm"/>
              <a:tailEnd type="none" w="sm" len="sm"/>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2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2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2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2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2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2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2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27">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27">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27">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727">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727">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728"/>
                                        </p:tgtEl>
                                        <p:attrNameLst>
                                          <p:attrName>style.visibility</p:attrName>
                                        </p:attrNameLst>
                                      </p:cBhvr>
                                      <p:to>
                                        <p:strVal val="visible"/>
                                      </p:to>
                                    </p:set>
                                    <p:animEffect transition="in" filter="fade">
                                      <p:cBhvr>
                                        <p:cTn id="59" dur="1000"/>
                                        <p:tgtEl>
                                          <p:spTgt spid="728"/>
                                        </p:tgtEl>
                                      </p:cBhvr>
                                    </p:animEffect>
                                  </p:childTnLst>
                                </p:cTn>
                              </p:par>
                              <p:par>
                                <p:cTn id="60" presetID="10" presetClass="entr" presetSubtype="0" fill="hold" nodeType="withEffect">
                                  <p:stCondLst>
                                    <p:cond delay="0"/>
                                  </p:stCondLst>
                                  <p:childTnLst>
                                    <p:set>
                                      <p:cBhvr>
                                        <p:cTn id="61" dur="1" fill="hold">
                                          <p:stCondLst>
                                            <p:cond delay="0"/>
                                          </p:stCondLst>
                                        </p:cTn>
                                        <p:tgtEl>
                                          <p:spTgt spid="729"/>
                                        </p:tgtEl>
                                        <p:attrNameLst>
                                          <p:attrName>style.visibility</p:attrName>
                                        </p:attrNameLst>
                                      </p:cBhvr>
                                      <p:to>
                                        <p:strVal val="visible"/>
                                      </p:to>
                                    </p:set>
                                    <p:animEffect transition="in" filter="fade">
                                      <p:cBhvr>
                                        <p:cTn id="62" dur="1000"/>
                                        <p:tgtEl>
                                          <p:spTgt spid="729"/>
                                        </p:tgtEl>
                                      </p:cBhvr>
                                    </p:animEffect>
                                  </p:childTnLst>
                                </p:cTn>
                              </p:par>
                              <p:par>
                                <p:cTn id="63" presetID="10" presetClass="entr" presetSubtype="0" fill="hold" nodeType="withEffect">
                                  <p:stCondLst>
                                    <p:cond delay="0"/>
                                  </p:stCondLst>
                                  <p:childTnLst>
                                    <p:set>
                                      <p:cBhvr>
                                        <p:cTn id="64" dur="1" fill="hold">
                                          <p:stCondLst>
                                            <p:cond delay="0"/>
                                          </p:stCondLst>
                                        </p:cTn>
                                        <p:tgtEl>
                                          <p:spTgt spid="730"/>
                                        </p:tgtEl>
                                        <p:attrNameLst>
                                          <p:attrName>style.visibility</p:attrName>
                                        </p:attrNameLst>
                                      </p:cBhvr>
                                      <p:to>
                                        <p:strVal val="visible"/>
                                      </p:to>
                                    </p:set>
                                    <p:animEffect transition="in" filter="fade">
                                      <p:cBhvr>
                                        <p:cTn id="65" dur="1000"/>
                                        <p:tgtEl>
                                          <p:spTgt spid="730"/>
                                        </p:tgtEl>
                                      </p:cBhvr>
                                    </p:animEffect>
                                  </p:childTnLst>
                                </p:cTn>
                              </p:par>
                            </p:childTnLst>
                          </p:cTn>
                        </p:par>
                        <p:par>
                          <p:cTn id="66" fill="hold">
                            <p:stCondLst>
                              <p:cond delay="1000"/>
                            </p:stCondLst>
                            <p:childTnLst>
                              <p:par>
                                <p:cTn id="67" presetID="10" presetClass="entr" presetSubtype="0" fill="hold" nodeType="afterEffect">
                                  <p:stCondLst>
                                    <p:cond delay="0"/>
                                  </p:stCondLst>
                                  <p:childTnLst>
                                    <p:set>
                                      <p:cBhvr>
                                        <p:cTn id="68" dur="1" fill="hold">
                                          <p:stCondLst>
                                            <p:cond delay="0"/>
                                          </p:stCondLst>
                                        </p:cTn>
                                        <p:tgtEl>
                                          <p:spTgt spid="731"/>
                                        </p:tgtEl>
                                        <p:attrNameLst>
                                          <p:attrName>style.visibility</p:attrName>
                                        </p:attrNameLst>
                                      </p:cBhvr>
                                      <p:to>
                                        <p:strVal val="visible"/>
                                      </p:to>
                                    </p:set>
                                    <p:animEffect transition="in" filter="fade">
                                      <p:cBhvr>
                                        <p:cTn id="69" dur="1000"/>
                                        <p:tgtEl>
                                          <p:spTgt spid="7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37"/>
        <p:cNvGrpSpPr/>
        <p:nvPr/>
      </p:nvGrpSpPr>
      <p:grpSpPr>
        <a:xfrm>
          <a:off x="0" y="0"/>
          <a:ext cx="0" cy="0"/>
          <a:chOff x="0" y="0"/>
          <a:chExt cx="0" cy="0"/>
        </a:xfrm>
      </p:grpSpPr>
      <p:sp>
        <p:nvSpPr>
          <p:cNvPr id="738" name="Google Shape;738;p98"/>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latin typeface="Courier New"/>
                <a:ea typeface="Courier New"/>
                <a:cs typeface="Courier New"/>
                <a:sym typeface="Courier New"/>
              </a:rPr>
              <a:t>super</a:t>
            </a:r>
            <a:r>
              <a:rPr lang="en"/>
              <a:t> &amp; Access Modifiers</a:t>
            </a:r>
            <a:endParaRPr/>
          </a:p>
        </p:txBody>
      </p:sp>
      <p:sp>
        <p:nvSpPr>
          <p:cNvPr id="739" name="Google Shape;739;p98"/>
          <p:cNvSpPr txBox="1">
            <a:spLocks noGrp="1"/>
          </p:cNvSpPr>
          <p:nvPr>
            <p:ph type="body" idx="1"/>
          </p:nvPr>
        </p:nvSpPr>
        <p:spPr>
          <a:xfrm>
            <a:off x="83100" y="1353300"/>
            <a:ext cx="4143900" cy="3703500"/>
          </a:xfrm>
          <a:prstGeom prst="rect">
            <a:avLst/>
          </a:prstGeom>
          <a:noFill/>
          <a:ln>
            <a:noFill/>
          </a:ln>
        </p:spPr>
        <p:txBody>
          <a:bodyPr spcFirstLastPara="1" wrap="square" lIns="91425" tIns="91425" rIns="91425" bIns="91425" anchor="ctr" anchorCtr="0">
            <a:noAutofit/>
          </a:bodyPr>
          <a:lstStyle/>
          <a:p>
            <a:pPr marL="457200" lvl="0" indent="-304800" algn="l" rtl="0">
              <a:lnSpc>
                <a:spcPct val="100000"/>
              </a:lnSpc>
              <a:spcBef>
                <a:spcPts val="0"/>
              </a:spcBef>
              <a:spcAft>
                <a:spcPts val="0"/>
              </a:spcAft>
              <a:buSzPts val="1200"/>
              <a:buChar char="●"/>
            </a:pPr>
            <a:r>
              <a:rPr lang="en" sz="1200"/>
              <a:t>We already know that an object uses </a:t>
            </a:r>
            <a:r>
              <a:rPr lang="en" sz="1200">
                <a:solidFill>
                  <a:srgbClr val="FF0000"/>
                </a:solidFill>
                <a:latin typeface="Courier New"/>
                <a:ea typeface="Courier New"/>
                <a:cs typeface="Courier New"/>
                <a:sym typeface="Courier New"/>
              </a:rPr>
              <a:t>this</a:t>
            </a:r>
            <a:r>
              <a:rPr lang="en" sz="1200">
                <a:solidFill>
                  <a:srgbClr val="FF0000"/>
                </a:solidFill>
              </a:rPr>
              <a:t> </a:t>
            </a:r>
            <a:r>
              <a:rPr lang="en" sz="1200"/>
              <a:t>to refer to itself to use its </a:t>
            </a:r>
            <a:r>
              <a:rPr lang="en" sz="1200" b="1" i="1">
                <a:solidFill>
                  <a:srgbClr val="FF0000"/>
                </a:solidFill>
              </a:rPr>
              <a:t>own </a:t>
            </a:r>
            <a:r>
              <a:rPr lang="en" sz="1200"/>
              <a:t>state and behavior. It can be used in several different ways, e.g.:</a:t>
            </a:r>
            <a:endParaRPr sz="1200"/>
          </a:p>
          <a:p>
            <a:pPr marL="914400" lvl="1" indent="-298450" algn="l" rtl="0">
              <a:lnSpc>
                <a:spcPct val="100000"/>
              </a:lnSpc>
              <a:spcBef>
                <a:spcPts val="0"/>
              </a:spcBef>
              <a:spcAft>
                <a:spcPts val="0"/>
              </a:spcAft>
              <a:buSzPts val="1100"/>
              <a:buChar char="○"/>
            </a:pPr>
            <a:r>
              <a:rPr lang="en"/>
              <a:t>Setting fields: </a:t>
            </a:r>
            <a:r>
              <a:rPr lang="en">
                <a:solidFill>
                  <a:srgbClr val="FF0000"/>
                </a:solidFill>
                <a:latin typeface="Courier New"/>
                <a:ea typeface="Courier New"/>
                <a:cs typeface="Courier New"/>
                <a:sym typeface="Courier New"/>
              </a:rPr>
              <a:t>this.name = name;</a:t>
            </a:r>
            <a:endParaRPr>
              <a:solidFill>
                <a:srgbClr val="FF0000"/>
              </a:solidFill>
              <a:latin typeface="Courier New"/>
              <a:ea typeface="Courier New"/>
              <a:cs typeface="Courier New"/>
              <a:sym typeface="Courier New"/>
            </a:endParaRPr>
          </a:p>
          <a:p>
            <a:pPr marL="914400" lvl="1" indent="-298450" algn="l" rtl="0">
              <a:lnSpc>
                <a:spcPct val="100000"/>
              </a:lnSpc>
              <a:spcBef>
                <a:spcPts val="0"/>
              </a:spcBef>
              <a:spcAft>
                <a:spcPts val="0"/>
              </a:spcAft>
              <a:buSzPts val="1100"/>
              <a:buChar char="○"/>
            </a:pPr>
            <a:r>
              <a:rPr lang="en"/>
              <a:t>Chaining constructors: </a:t>
            </a:r>
            <a:r>
              <a:rPr lang="en">
                <a:solidFill>
                  <a:srgbClr val="FF0000"/>
                </a:solidFill>
                <a:latin typeface="Courier New"/>
                <a:ea typeface="Courier New"/>
                <a:cs typeface="Courier New"/>
                <a:sym typeface="Courier New"/>
              </a:rPr>
              <a:t>this(name, age);</a:t>
            </a:r>
            <a:endParaRPr>
              <a:solidFill>
                <a:srgbClr val="FF0000"/>
              </a:solidFill>
              <a:latin typeface="Courier New"/>
              <a:ea typeface="Courier New"/>
              <a:cs typeface="Courier New"/>
              <a:sym typeface="Courier New"/>
            </a:endParaRPr>
          </a:p>
          <a:p>
            <a:pPr marL="914400" lvl="1" indent="-298450" algn="l" rtl="0">
              <a:lnSpc>
                <a:spcPct val="100000"/>
              </a:lnSpc>
              <a:spcBef>
                <a:spcPts val="0"/>
              </a:spcBef>
              <a:spcAft>
                <a:spcPts val="0"/>
              </a:spcAft>
              <a:buSzPts val="1100"/>
              <a:buChar char="○"/>
            </a:pPr>
            <a:r>
              <a:rPr lang="en"/>
              <a:t>Invoking methods: </a:t>
            </a:r>
            <a:r>
              <a:rPr lang="en">
                <a:solidFill>
                  <a:srgbClr val="FF0000"/>
                </a:solidFill>
                <a:latin typeface="Courier New"/>
                <a:ea typeface="Courier New"/>
                <a:cs typeface="Courier New"/>
                <a:sym typeface="Courier New"/>
              </a:rPr>
              <a:t>this.getName();</a:t>
            </a:r>
            <a:endParaRPr>
              <a:solidFill>
                <a:srgbClr val="FF0000"/>
              </a:solidFill>
              <a:latin typeface="Courier New"/>
              <a:ea typeface="Courier New"/>
              <a:cs typeface="Courier New"/>
              <a:sym typeface="Courier New"/>
            </a:endParaRPr>
          </a:p>
          <a:p>
            <a:pPr marL="457200" lvl="0" indent="-304800" algn="l" rtl="0">
              <a:lnSpc>
                <a:spcPct val="100000"/>
              </a:lnSpc>
              <a:spcBef>
                <a:spcPts val="1000"/>
              </a:spcBef>
              <a:spcAft>
                <a:spcPts val="0"/>
              </a:spcAft>
              <a:buSzPts val="1200"/>
              <a:buChar char="●"/>
            </a:pPr>
            <a:r>
              <a:rPr lang="en" sz="1200"/>
              <a:t>Similarly, an object uses </a:t>
            </a:r>
            <a:r>
              <a:rPr lang="en" sz="1200">
                <a:solidFill>
                  <a:srgbClr val="FF0000"/>
                </a:solidFill>
                <a:latin typeface="Courier New"/>
                <a:ea typeface="Courier New"/>
                <a:cs typeface="Courier New"/>
                <a:sym typeface="Courier New"/>
              </a:rPr>
              <a:t>super</a:t>
            </a:r>
            <a:r>
              <a:rPr lang="en" sz="1200"/>
              <a:t> to access state and behavior defined by its </a:t>
            </a:r>
            <a:r>
              <a:rPr lang="en" sz="1200">
                <a:solidFill>
                  <a:srgbClr val="FF0000"/>
                </a:solidFill>
              </a:rPr>
              <a:t>parent class</a:t>
            </a:r>
            <a:r>
              <a:rPr lang="en" sz="1200"/>
              <a:t>, e.g.</a:t>
            </a:r>
            <a:endParaRPr sz="1200"/>
          </a:p>
          <a:p>
            <a:pPr marL="914400" lvl="1" indent="-298450" algn="l" rtl="0">
              <a:lnSpc>
                <a:spcPct val="100000"/>
              </a:lnSpc>
              <a:spcBef>
                <a:spcPts val="0"/>
              </a:spcBef>
              <a:spcAft>
                <a:spcPts val="0"/>
              </a:spcAft>
              <a:buSzPts val="1100"/>
              <a:buChar char="○"/>
            </a:pPr>
            <a:r>
              <a:rPr lang="en"/>
              <a:t>Invoke a constructor: </a:t>
            </a:r>
            <a:r>
              <a:rPr lang="en">
                <a:solidFill>
                  <a:srgbClr val="FF0000"/>
                </a:solidFill>
                <a:latin typeface="Courier New"/>
                <a:ea typeface="Courier New"/>
                <a:cs typeface="Courier New"/>
                <a:sym typeface="Courier New"/>
              </a:rPr>
              <a:t>super(x, "white");</a:t>
            </a:r>
            <a:endParaRPr>
              <a:solidFill>
                <a:srgbClr val="FF0000"/>
              </a:solidFill>
              <a:latin typeface="Courier New"/>
              <a:ea typeface="Courier New"/>
              <a:cs typeface="Courier New"/>
              <a:sym typeface="Courier New"/>
            </a:endParaRPr>
          </a:p>
          <a:p>
            <a:pPr marL="914400" lvl="1" indent="-298450" algn="l" rtl="0">
              <a:lnSpc>
                <a:spcPct val="100000"/>
              </a:lnSpc>
              <a:spcBef>
                <a:spcPts val="0"/>
              </a:spcBef>
              <a:spcAft>
                <a:spcPts val="0"/>
              </a:spcAft>
              <a:buSzPts val="1100"/>
              <a:buChar char="○"/>
            </a:pPr>
            <a:r>
              <a:rPr lang="en"/>
              <a:t>Access fields: </a:t>
            </a:r>
            <a:r>
              <a:rPr lang="en">
                <a:solidFill>
                  <a:srgbClr val="FF0000"/>
                </a:solidFill>
                <a:latin typeface="Courier New"/>
                <a:ea typeface="Courier New"/>
                <a:cs typeface="Courier New"/>
                <a:sym typeface="Courier New"/>
              </a:rPr>
              <a:t>return super.name;</a:t>
            </a:r>
            <a:endParaRPr>
              <a:solidFill>
                <a:srgbClr val="FF0000"/>
              </a:solidFill>
              <a:latin typeface="Courier New"/>
              <a:ea typeface="Courier New"/>
              <a:cs typeface="Courier New"/>
              <a:sym typeface="Courier New"/>
            </a:endParaRPr>
          </a:p>
          <a:p>
            <a:pPr marL="914400" lvl="1" indent="-298450" algn="l" rtl="0">
              <a:lnSpc>
                <a:spcPct val="100000"/>
              </a:lnSpc>
              <a:spcBef>
                <a:spcPts val="0"/>
              </a:spcBef>
              <a:spcAft>
                <a:spcPts val="0"/>
              </a:spcAft>
              <a:buSzPts val="1100"/>
              <a:buChar char="○"/>
            </a:pPr>
            <a:r>
              <a:rPr lang="en"/>
              <a:t>Calling methods: </a:t>
            </a:r>
            <a:r>
              <a:rPr lang="en">
                <a:solidFill>
                  <a:srgbClr val="FF0000"/>
                </a:solidFill>
                <a:latin typeface="Courier New"/>
                <a:ea typeface="Courier New"/>
                <a:cs typeface="Courier New"/>
                <a:sym typeface="Courier New"/>
              </a:rPr>
              <a:t>super.getAge();</a:t>
            </a:r>
            <a:endParaRPr>
              <a:solidFill>
                <a:srgbClr val="FF0000"/>
              </a:solidFill>
              <a:latin typeface="Courier New"/>
              <a:ea typeface="Courier New"/>
              <a:cs typeface="Courier New"/>
              <a:sym typeface="Courier New"/>
            </a:endParaRPr>
          </a:p>
          <a:p>
            <a:pPr marL="457200" lvl="0" indent="-304800" algn="l" rtl="0">
              <a:lnSpc>
                <a:spcPct val="100000"/>
              </a:lnSpc>
              <a:spcBef>
                <a:spcPts val="1000"/>
              </a:spcBef>
              <a:spcAft>
                <a:spcPts val="0"/>
              </a:spcAft>
              <a:buSzPts val="1200"/>
              <a:buChar char="●"/>
            </a:pPr>
            <a:r>
              <a:rPr lang="en" sz="1200"/>
              <a:t>Constructors are </a:t>
            </a:r>
            <a:r>
              <a:rPr lang="en" sz="1200" b="1" i="1">
                <a:solidFill>
                  <a:srgbClr val="FF0000"/>
                </a:solidFill>
              </a:rPr>
              <a:t>not </a:t>
            </a:r>
            <a:r>
              <a:rPr lang="en" sz="1200"/>
              <a:t>inherited from the parent class; the child must define its own </a:t>
            </a:r>
            <a:r>
              <a:rPr lang="en" sz="1200" b="1" i="1">
                <a:solidFill>
                  <a:srgbClr val="FF0000"/>
                </a:solidFill>
              </a:rPr>
              <a:t>and</a:t>
            </a:r>
            <a:r>
              <a:rPr lang="en" sz="1200">
                <a:solidFill>
                  <a:srgbClr val="FF0000"/>
                </a:solidFill>
              </a:rPr>
              <a:t> </a:t>
            </a:r>
            <a:r>
              <a:rPr lang="en" sz="1200"/>
              <a:t>call one of the parent constructors using </a:t>
            </a:r>
            <a:r>
              <a:rPr lang="en" sz="1200">
                <a:latin typeface="Courier New"/>
                <a:ea typeface="Courier New"/>
                <a:cs typeface="Courier New"/>
                <a:sym typeface="Courier New"/>
              </a:rPr>
              <a:t>super</a:t>
            </a:r>
            <a:r>
              <a:rPr lang="en" sz="1200"/>
              <a:t>.</a:t>
            </a:r>
            <a:endParaRPr sz="1200"/>
          </a:p>
          <a:p>
            <a:pPr marL="914400" lvl="1" indent="-298450" algn="l" rtl="0">
              <a:lnSpc>
                <a:spcPct val="100000"/>
              </a:lnSpc>
              <a:spcBef>
                <a:spcPts val="0"/>
              </a:spcBef>
              <a:spcAft>
                <a:spcPts val="0"/>
              </a:spcAft>
              <a:buSzPts val="1100"/>
              <a:buChar char="○"/>
            </a:pPr>
            <a:r>
              <a:rPr lang="en"/>
              <a:t>The exception is that if the parent class has a </a:t>
            </a:r>
            <a:r>
              <a:rPr lang="en" b="1" i="1">
                <a:solidFill>
                  <a:srgbClr val="FF0000"/>
                </a:solidFill>
              </a:rPr>
              <a:t>default </a:t>
            </a:r>
            <a:r>
              <a:rPr lang="en"/>
              <a:t>or </a:t>
            </a:r>
            <a:r>
              <a:rPr lang="en" b="1" i="1">
                <a:solidFill>
                  <a:srgbClr val="FF0000"/>
                </a:solidFill>
              </a:rPr>
              <a:t>parameterless constructor</a:t>
            </a:r>
            <a:r>
              <a:rPr lang="en"/>
              <a:t>, in which case it will be invoked </a:t>
            </a:r>
            <a:r>
              <a:rPr lang="en" b="1" i="1">
                <a:solidFill>
                  <a:srgbClr val="FF0000"/>
                </a:solidFill>
              </a:rPr>
              <a:t>transparently </a:t>
            </a:r>
            <a:r>
              <a:rPr lang="en"/>
              <a:t>by default if no other constructor is explicitly called. </a:t>
            </a:r>
            <a:endParaRPr/>
          </a:p>
        </p:txBody>
      </p:sp>
      <p:sp>
        <p:nvSpPr>
          <p:cNvPr id="740" name="Google Shape;740;p9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20</a:t>
            </a:fld>
            <a:endParaRPr/>
          </a:p>
        </p:txBody>
      </p:sp>
      <p:graphicFrame>
        <p:nvGraphicFramePr>
          <p:cNvPr id="741" name="Google Shape;741;p98"/>
          <p:cNvGraphicFramePr/>
          <p:nvPr/>
        </p:nvGraphicFramePr>
        <p:xfrm>
          <a:off x="4311600" y="2334775"/>
          <a:ext cx="3000000" cy="3000000"/>
        </p:xfrm>
        <a:graphic>
          <a:graphicData uri="http://schemas.openxmlformats.org/drawingml/2006/table">
            <a:tbl>
              <a:tblPr>
                <a:noFill/>
                <a:tableStyleId>{8CDE0EAC-EDFA-49A2-864E-461DE6BB09B6}</a:tableStyleId>
              </a:tblPr>
              <a:tblGrid>
                <a:gridCol w="1113750">
                  <a:extLst>
                    <a:ext uri="{9D8B030D-6E8A-4147-A177-3AD203B41FA5}">
                      <a16:colId xmlns:a16="http://schemas.microsoft.com/office/drawing/2014/main" val="20000"/>
                    </a:ext>
                  </a:extLst>
                </a:gridCol>
                <a:gridCol w="892050">
                  <a:extLst>
                    <a:ext uri="{9D8B030D-6E8A-4147-A177-3AD203B41FA5}">
                      <a16:colId xmlns:a16="http://schemas.microsoft.com/office/drawing/2014/main" val="20001"/>
                    </a:ext>
                  </a:extLst>
                </a:gridCol>
                <a:gridCol w="892050">
                  <a:extLst>
                    <a:ext uri="{9D8B030D-6E8A-4147-A177-3AD203B41FA5}">
                      <a16:colId xmlns:a16="http://schemas.microsoft.com/office/drawing/2014/main" val="20002"/>
                    </a:ext>
                  </a:extLst>
                </a:gridCol>
                <a:gridCol w="892050">
                  <a:extLst>
                    <a:ext uri="{9D8B030D-6E8A-4147-A177-3AD203B41FA5}">
                      <a16:colId xmlns:a16="http://schemas.microsoft.com/office/drawing/2014/main" val="20003"/>
                    </a:ext>
                  </a:extLst>
                </a:gridCol>
                <a:gridCol w="892050">
                  <a:extLst>
                    <a:ext uri="{9D8B030D-6E8A-4147-A177-3AD203B41FA5}">
                      <a16:colId xmlns:a16="http://schemas.microsoft.com/office/drawing/2014/main" val="20004"/>
                    </a:ext>
                  </a:extLst>
                </a:gridCol>
              </a:tblGrid>
              <a:tr h="381000">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FFFFFF"/>
                          </a:solidFill>
                        </a:rPr>
                        <a:t>What has access?</a:t>
                      </a:r>
                      <a:endParaRPr sz="1000" u="none" strike="noStrike" cap="none">
                        <a:solidFill>
                          <a:srgbClr val="FFFFFF"/>
                        </a:solidFill>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FFFFFF"/>
                          </a:solidFill>
                          <a:latin typeface="Courier New"/>
                          <a:ea typeface="Courier New"/>
                          <a:cs typeface="Courier New"/>
                          <a:sym typeface="Courier New"/>
                        </a:rPr>
                        <a:t>private</a:t>
                      </a:r>
                      <a:endParaRPr sz="1000" u="none" strike="noStrike" cap="none">
                        <a:solidFill>
                          <a:srgbClr val="FFFFFF"/>
                        </a:solidFill>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FFFFFF"/>
                          </a:solidFill>
                        </a:rPr>
                        <a:t>none</a:t>
                      </a:r>
                      <a:endParaRPr sz="1000" u="none" strike="noStrike" cap="none">
                        <a:solidFill>
                          <a:srgbClr val="FFFFFF"/>
                        </a:solidFill>
                      </a:endParaRPr>
                    </a:p>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FFFFFF"/>
                          </a:solidFill>
                        </a:rPr>
                        <a:t>(</a:t>
                      </a:r>
                      <a:r>
                        <a:rPr lang="en" sz="1000" i="1" u="none" strike="noStrike" cap="none">
                          <a:solidFill>
                            <a:srgbClr val="FFFFFF"/>
                          </a:solidFill>
                        </a:rPr>
                        <a:t>package private</a:t>
                      </a:r>
                      <a:r>
                        <a:rPr lang="en" sz="1000" u="none" strike="noStrike" cap="none">
                          <a:solidFill>
                            <a:srgbClr val="FFFFFF"/>
                          </a:solidFill>
                        </a:rPr>
                        <a:t>)</a:t>
                      </a:r>
                      <a:endParaRPr sz="1000" u="none" strike="noStrike" cap="none">
                        <a:solidFill>
                          <a:srgbClr val="FFFFFF"/>
                        </a:solidFill>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FFFFFF"/>
                          </a:solidFill>
                          <a:latin typeface="Courier New"/>
                          <a:ea typeface="Courier New"/>
                          <a:cs typeface="Courier New"/>
                          <a:sym typeface="Courier New"/>
                        </a:rPr>
                        <a:t>protected</a:t>
                      </a:r>
                      <a:endParaRPr sz="1000" u="none" strike="noStrike" cap="none">
                        <a:solidFill>
                          <a:srgbClr val="FFFFFF"/>
                        </a:solidFill>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FFFFFF"/>
                          </a:solidFill>
                          <a:latin typeface="Courier New"/>
                          <a:ea typeface="Courier New"/>
                          <a:cs typeface="Courier New"/>
                          <a:sym typeface="Courier New"/>
                        </a:rPr>
                        <a:t>public</a:t>
                      </a:r>
                      <a:endParaRPr sz="1000" u="none" strike="noStrike" cap="none">
                        <a:solidFill>
                          <a:srgbClr val="FFFFFF"/>
                        </a:solidFill>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381000">
                <a:tc>
                  <a:txBody>
                    <a:bodyPr/>
                    <a:lstStyle/>
                    <a:p>
                      <a:pPr marL="0" marR="0" lvl="0" indent="0" algn="l" rtl="0">
                        <a:lnSpc>
                          <a:spcPct val="100000"/>
                        </a:lnSpc>
                        <a:spcBef>
                          <a:spcPts val="0"/>
                        </a:spcBef>
                        <a:spcAft>
                          <a:spcPts val="0"/>
                        </a:spcAft>
                        <a:buClr>
                          <a:srgbClr val="000000"/>
                        </a:buClr>
                        <a:buSzPts val="900"/>
                        <a:buFont typeface="Arial"/>
                        <a:buNone/>
                      </a:pPr>
                      <a:r>
                        <a:rPr lang="en" sz="900" u="none" strike="noStrike" cap="none"/>
                        <a:t>Instances of the same class</a:t>
                      </a:r>
                      <a:endParaRPr sz="9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381000">
                <a:tc>
                  <a:txBody>
                    <a:bodyPr/>
                    <a:lstStyle/>
                    <a:p>
                      <a:pPr marL="0" marR="0" lvl="0" indent="0" algn="l" rtl="0">
                        <a:lnSpc>
                          <a:spcPct val="100000"/>
                        </a:lnSpc>
                        <a:spcBef>
                          <a:spcPts val="0"/>
                        </a:spcBef>
                        <a:spcAft>
                          <a:spcPts val="0"/>
                        </a:spcAft>
                        <a:buClr>
                          <a:srgbClr val="000000"/>
                        </a:buClr>
                        <a:buSzPts val="900"/>
                        <a:buFont typeface="Arial"/>
                        <a:buNone/>
                      </a:pPr>
                      <a:r>
                        <a:rPr lang="en" sz="900" u="none" strike="noStrike" cap="none"/>
                        <a:t>Classes in the same package</a:t>
                      </a:r>
                      <a:endParaRPr sz="9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r h="381000">
                <a:tc>
                  <a:txBody>
                    <a:bodyPr/>
                    <a:lstStyle/>
                    <a:p>
                      <a:pPr marL="0" marR="0" lvl="0" indent="0" algn="l" rtl="0">
                        <a:lnSpc>
                          <a:spcPct val="100000"/>
                        </a:lnSpc>
                        <a:spcBef>
                          <a:spcPts val="0"/>
                        </a:spcBef>
                        <a:spcAft>
                          <a:spcPts val="0"/>
                        </a:spcAft>
                        <a:buClr>
                          <a:srgbClr val="000000"/>
                        </a:buClr>
                        <a:buSzPts val="900"/>
                        <a:buFont typeface="Arial"/>
                        <a:buNone/>
                      </a:pPr>
                      <a:r>
                        <a:rPr lang="en" sz="900" u="none" strike="noStrike" cap="none"/>
                        <a:t>Child Classes</a:t>
                      </a:r>
                      <a:endParaRPr sz="9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3"/>
                  </a:ext>
                </a:extLst>
              </a:tr>
              <a:tr h="381000">
                <a:tc>
                  <a:txBody>
                    <a:bodyPr/>
                    <a:lstStyle/>
                    <a:p>
                      <a:pPr marL="0" marR="0" lvl="0" indent="0" algn="l" rtl="0">
                        <a:lnSpc>
                          <a:spcPct val="100000"/>
                        </a:lnSpc>
                        <a:spcBef>
                          <a:spcPts val="0"/>
                        </a:spcBef>
                        <a:spcAft>
                          <a:spcPts val="0"/>
                        </a:spcAft>
                        <a:buClr>
                          <a:srgbClr val="000000"/>
                        </a:buClr>
                        <a:buSzPts val="900"/>
                        <a:buFont typeface="Arial"/>
                        <a:buNone/>
                      </a:pPr>
                      <a:r>
                        <a:rPr lang="en" sz="900" u="none" strike="noStrike" cap="none"/>
                        <a:t>Everything</a:t>
                      </a:r>
                      <a:endParaRPr sz="9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4"/>
                  </a:ext>
                </a:extLst>
              </a:tr>
            </a:tbl>
          </a:graphicData>
        </a:graphic>
      </p:graphicFrame>
      <p:grpSp>
        <p:nvGrpSpPr>
          <p:cNvPr id="742" name="Google Shape;742;p98"/>
          <p:cNvGrpSpPr/>
          <p:nvPr/>
        </p:nvGrpSpPr>
        <p:grpSpPr>
          <a:xfrm>
            <a:off x="5594285" y="3003205"/>
            <a:ext cx="3245650" cy="399000"/>
            <a:chOff x="5594285" y="3003205"/>
            <a:chExt cx="3245650" cy="399000"/>
          </a:xfrm>
        </p:grpSpPr>
        <p:sp>
          <p:nvSpPr>
            <p:cNvPr id="743" name="Google Shape;743;p98"/>
            <p:cNvSpPr txBox="1"/>
            <p:nvPr/>
          </p:nvSpPr>
          <p:spPr>
            <a:xfrm>
              <a:off x="5594285" y="3003205"/>
              <a:ext cx="539400" cy="39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Roboto"/>
                  <a:ea typeface="Roboto"/>
                  <a:cs typeface="Roboto"/>
                  <a:sym typeface="Roboto"/>
                </a:rPr>
                <a:t>✔</a:t>
              </a:r>
              <a:endParaRPr sz="1800" b="0" i="0" u="none" strike="noStrike" cap="none">
                <a:solidFill>
                  <a:srgbClr val="FF0000"/>
                </a:solidFill>
                <a:latin typeface="Roboto"/>
                <a:ea typeface="Roboto"/>
                <a:cs typeface="Roboto"/>
                <a:sym typeface="Roboto"/>
              </a:endParaRPr>
            </a:p>
          </p:txBody>
        </p:sp>
        <p:sp>
          <p:nvSpPr>
            <p:cNvPr id="744" name="Google Shape;744;p98"/>
            <p:cNvSpPr txBox="1"/>
            <p:nvPr/>
          </p:nvSpPr>
          <p:spPr>
            <a:xfrm>
              <a:off x="6493905" y="3003205"/>
              <a:ext cx="539400" cy="39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Roboto"/>
                  <a:ea typeface="Roboto"/>
                  <a:cs typeface="Roboto"/>
                  <a:sym typeface="Roboto"/>
                </a:rPr>
                <a:t>✔</a:t>
              </a:r>
              <a:endParaRPr sz="1800" b="0" i="0" u="none" strike="noStrike" cap="none">
                <a:solidFill>
                  <a:srgbClr val="FF0000"/>
                </a:solidFill>
                <a:latin typeface="Roboto"/>
                <a:ea typeface="Roboto"/>
                <a:cs typeface="Roboto"/>
                <a:sym typeface="Roboto"/>
              </a:endParaRPr>
            </a:p>
          </p:txBody>
        </p:sp>
        <p:sp>
          <p:nvSpPr>
            <p:cNvPr id="745" name="Google Shape;745;p98"/>
            <p:cNvSpPr txBox="1"/>
            <p:nvPr/>
          </p:nvSpPr>
          <p:spPr>
            <a:xfrm>
              <a:off x="7400915" y="3003205"/>
              <a:ext cx="539400" cy="39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Roboto"/>
                  <a:ea typeface="Roboto"/>
                  <a:cs typeface="Roboto"/>
                  <a:sym typeface="Roboto"/>
                </a:rPr>
                <a:t>✔</a:t>
              </a:r>
              <a:endParaRPr sz="1800" b="0" i="0" u="none" strike="noStrike" cap="none">
                <a:solidFill>
                  <a:srgbClr val="FF0000"/>
                </a:solidFill>
                <a:latin typeface="Roboto"/>
                <a:ea typeface="Roboto"/>
                <a:cs typeface="Roboto"/>
                <a:sym typeface="Roboto"/>
              </a:endParaRPr>
            </a:p>
          </p:txBody>
        </p:sp>
        <p:sp>
          <p:nvSpPr>
            <p:cNvPr id="746" name="Google Shape;746;p98"/>
            <p:cNvSpPr txBox="1"/>
            <p:nvPr/>
          </p:nvSpPr>
          <p:spPr>
            <a:xfrm>
              <a:off x="8300535" y="3003205"/>
              <a:ext cx="539400" cy="39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Roboto"/>
                  <a:ea typeface="Roboto"/>
                  <a:cs typeface="Roboto"/>
                  <a:sym typeface="Roboto"/>
                </a:rPr>
                <a:t>✔</a:t>
              </a:r>
              <a:endParaRPr sz="1800" b="0" i="0" u="none" strike="noStrike" cap="none">
                <a:solidFill>
                  <a:srgbClr val="FF0000"/>
                </a:solidFill>
                <a:latin typeface="Roboto"/>
                <a:ea typeface="Roboto"/>
                <a:cs typeface="Roboto"/>
                <a:sym typeface="Roboto"/>
              </a:endParaRPr>
            </a:p>
          </p:txBody>
        </p:sp>
      </p:grpSp>
      <p:grpSp>
        <p:nvGrpSpPr>
          <p:cNvPr id="747" name="Google Shape;747;p98"/>
          <p:cNvGrpSpPr/>
          <p:nvPr/>
        </p:nvGrpSpPr>
        <p:grpSpPr>
          <a:xfrm>
            <a:off x="6493905" y="3445625"/>
            <a:ext cx="2346030" cy="399000"/>
            <a:chOff x="6493905" y="3445625"/>
            <a:chExt cx="2346030" cy="399000"/>
          </a:xfrm>
        </p:grpSpPr>
        <p:sp>
          <p:nvSpPr>
            <p:cNvPr id="748" name="Google Shape;748;p98"/>
            <p:cNvSpPr txBox="1"/>
            <p:nvPr/>
          </p:nvSpPr>
          <p:spPr>
            <a:xfrm>
              <a:off x="6493905" y="3445625"/>
              <a:ext cx="539400" cy="39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Roboto"/>
                  <a:ea typeface="Roboto"/>
                  <a:cs typeface="Roboto"/>
                  <a:sym typeface="Roboto"/>
                </a:rPr>
                <a:t>✔</a:t>
              </a:r>
              <a:endParaRPr sz="1800" b="0" i="0" u="none" strike="noStrike" cap="none">
                <a:solidFill>
                  <a:srgbClr val="FF0000"/>
                </a:solidFill>
                <a:latin typeface="Roboto"/>
                <a:ea typeface="Roboto"/>
                <a:cs typeface="Roboto"/>
                <a:sym typeface="Roboto"/>
              </a:endParaRPr>
            </a:p>
          </p:txBody>
        </p:sp>
        <p:sp>
          <p:nvSpPr>
            <p:cNvPr id="749" name="Google Shape;749;p98"/>
            <p:cNvSpPr txBox="1"/>
            <p:nvPr/>
          </p:nvSpPr>
          <p:spPr>
            <a:xfrm>
              <a:off x="7400915" y="3445625"/>
              <a:ext cx="539400" cy="39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Roboto"/>
                  <a:ea typeface="Roboto"/>
                  <a:cs typeface="Roboto"/>
                  <a:sym typeface="Roboto"/>
                </a:rPr>
                <a:t>✔</a:t>
              </a:r>
              <a:endParaRPr sz="1800" b="0" i="0" u="none" strike="noStrike" cap="none">
                <a:solidFill>
                  <a:srgbClr val="FF0000"/>
                </a:solidFill>
                <a:latin typeface="Roboto"/>
                <a:ea typeface="Roboto"/>
                <a:cs typeface="Roboto"/>
                <a:sym typeface="Roboto"/>
              </a:endParaRPr>
            </a:p>
          </p:txBody>
        </p:sp>
        <p:sp>
          <p:nvSpPr>
            <p:cNvPr id="750" name="Google Shape;750;p98"/>
            <p:cNvSpPr txBox="1"/>
            <p:nvPr/>
          </p:nvSpPr>
          <p:spPr>
            <a:xfrm>
              <a:off x="8300535" y="3445625"/>
              <a:ext cx="539400" cy="39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Roboto"/>
                  <a:ea typeface="Roboto"/>
                  <a:cs typeface="Roboto"/>
                  <a:sym typeface="Roboto"/>
                </a:rPr>
                <a:t>✔</a:t>
              </a:r>
              <a:endParaRPr sz="1800" b="0" i="0" u="none" strike="noStrike" cap="none">
                <a:solidFill>
                  <a:srgbClr val="FF0000"/>
                </a:solidFill>
                <a:latin typeface="Roboto"/>
                <a:ea typeface="Roboto"/>
                <a:cs typeface="Roboto"/>
                <a:sym typeface="Roboto"/>
              </a:endParaRPr>
            </a:p>
          </p:txBody>
        </p:sp>
      </p:grpSp>
      <p:sp>
        <p:nvSpPr>
          <p:cNvPr id="751" name="Google Shape;751;p98"/>
          <p:cNvSpPr txBox="1"/>
          <p:nvPr/>
        </p:nvSpPr>
        <p:spPr>
          <a:xfrm>
            <a:off x="8300530" y="4242765"/>
            <a:ext cx="539400" cy="39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Roboto"/>
                <a:ea typeface="Roboto"/>
                <a:cs typeface="Roboto"/>
                <a:sym typeface="Roboto"/>
              </a:rPr>
              <a:t>✔</a:t>
            </a:r>
            <a:endParaRPr sz="1800" b="0" i="0" u="none" strike="noStrike" cap="none">
              <a:solidFill>
                <a:srgbClr val="FF0000"/>
              </a:solidFill>
              <a:latin typeface="Roboto"/>
              <a:ea typeface="Roboto"/>
              <a:cs typeface="Roboto"/>
              <a:sym typeface="Roboto"/>
            </a:endParaRPr>
          </a:p>
        </p:txBody>
      </p:sp>
      <p:grpSp>
        <p:nvGrpSpPr>
          <p:cNvPr id="752" name="Google Shape;752;p98"/>
          <p:cNvGrpSpPr/>
          <p:nvPr/>
        </p:nvGrpSpPr>
        <p:grpSpPr>
          <a:xfrm>
            <a:off x="7400915" y="3863575"/>
            <a:ext cx="1439020" cy="399000"/>
            <a:chOff x="7400915" y="3863575"/>
            <a:chExt cx="1439020" cy="399000"/>
          </a:xfrm>
        </p:grpSpPr>
        <p:sp>
          <p:nvSpPr>
            <p:cNvPr id="753" name="Google Shape;753;p98"/>
            <p:cNvSpPr txBox="1"/>
            <p:nvPr/>
          </p:nvSpPr>
          <p:spPr>
            <a:xfrm>
              <a:off x="7400915" y="3863575"/>
              <a:ext cx="539400" cy="39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Roboto"/>
                  <a:ea typeface="Roboto"/>
                  <a:cs typeface="Roboto"/>
                  <a:sym typeface="Roboto"/>
                </a:rPr>
                <a:t>✔</a:t>
              </a:r>
              <a:endParaRPr sz="1800" b="0" i="0" u="none" strike="noStrike" cap="none">
                <a:solidFill>
                  <a:srgbClr val="FF0000"/>
                </a:solidFill>
                <a:latin typeface="Roboto"/>
                <a:ea typeface="Roboto"/>
                <a:cs typeface="Roboto"/>
                <a:sym typeface="Roboto"/>
              </a:endParaRPr>
            </a:p>
          </p:txBody>
        </p:sp>
        <p:sp>
          <p:nvSpPr>
            <p:cNvPr id="754" name="Google Shape;754;p98"/>
            <p:cNvSpPr txBox="1"/>
            <p:nvPr/>
          </p:nvSpPr>
          <p:spPr>
            <a:xfrm>
              <a:off x="8300535" y="3863575"/>
              <a:ext cx="539400" cy="39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Roboto"/>
                  <a:ea typeface="Roboto"/>
                  <a:cs typeface="Roboto"/>
                  <a:sym typeface="Roboto"/>
                </a:rPr>
                <a:t>✔</a:t>
              </a:r>
              <a:endParaRPr sz="1800" b="0" i="0" u="none" strike="noStrike" cap="none">
                <a:solidFill>
                  <a:srgbClr val="FF0000"/>
                </a:solidFill>
                <a:latin typeface="Roboto"/>
                <a:ea typeface="Roboto"/>
                <a:cs typeface="Roboto"/>
                <a:sym typeface="Roboto"/>
              </a:endParaRPr>
            </a:p>
          </p:txBody>
        </p:sp>
      </p:grpSp>
      <p:sp>
        <p:nvSpPr>
          <p:cNvPr id="755" name="Google Shape;755;p98"/>
          <p:cNvSpPr txBox="1"/>
          <p:nvPr/>
        </p:nvSpPr>
        <p:spPr>
          <a:xfrm>
            <a:off x="4311600" y="1493700"/>
            <a:ext cx="4682100" cy="671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000000"/>
                </a:solidFill>
                <a:latin typeface="Arial"/>
                <a:ea typeface="Arial"/>
                <a:cs typeface="Arial"/>
                <a:sym typeface="Arial"/>
              </a:rPr>
              <a:t>A child class can only use </a:t>
            </a:r>
            <a:r>
              <a:rPr lang="en" sz="1100" b="0" i="0" u="none" strike="noStrike" cap="none">
                <a:solidFill>
                  <a:srgbClr val="FF0000"/>
                </a:solidFill>
                <a:latin typeface="Courier New"/>
                <a:ea typeface="Courier New"/>
                <a:cs typeface="Courier New"/>
                <a:sym typeface="Courier New"/>
              </a:rPr>
              <a:t>super</a:t>
            </a:r>
            <a:r>
              <a:rPr lang="en" sz="1100" b="0" i="0" u="none" strike="noStrike" cap="none">
                <a:solidFill>
                  <a:srgbClr val="000000"/>
                </a:solidFill>
                <a:latin typeface="Arial"/>
                <a:ea typeface="Arial"/>
                <a:cs typeface="Arial"/>
                <a:sym typeface="Arial"/>
              </a:rPr>
              <a:t> to access </a:t>
            </a:r>
            <a:r>
              <a:rPr lang="en" sz="1100" b="1" i="1" u="none" strike="noStrike" cap="none">
                <a:solidFill>
                  <a:srgbClr val="FF0000"/>
                </a:solidFill>
                <a:latin typeface="Arial"/>
                <a:ea typeface="Arial"/>
                <a:cs typeface="Arial"/>
                <a:sym typeface="Arial"/>
              </a:rPr>
              <a:t>accessible</a:t>
            </a:r>
            <a:r>
              <a:rPr lang="en" sz="1100" b="0" i="0" u="none" strike="noStrike" cap="none">
                <a:solidFill>
                  <a:srgbClr val="FF0000"/>
                </a:solidFill>
                <a:latin typeface="Arial"/>
                <a:ea typeface="Arial"/>
                <a:cs typeface="Arial"/>
                <a:sym typeface="Arial"/>
              </a:rPr>
              <a:t> </a:t>
            </a:r>
            <a:r>
              <a:rPr lang="en" sz="1100" b="0" i="0" u="none" strike="noStrike" cap="none">
                <a:solidFill>
                  <a:srgbClr val="000000"/>
                </a:solidFill>
                <a:latin typeface="Arial"/>
                <a:ea typeface="Arial"/>
                <a:cs typeface="Arial"/>
                <a:sym typeface="Arial"/>
              </a:rPr>
              <a:t>state and behavior in its parent class. Accessibility to the child is determined by the access modifier used with each field, method, and constructor.</a:t>
            </a:r>
            <a:endParaRPr sz="11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3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3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3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3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3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3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3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39">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39">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755"/>
                                        </p:tgtEl>
                                        <p:attrNameLst>
                                          <p:attrName>style.visibility</p:attrName>
                                        </p:attrNameLst>
                                      </p:cBhvr>
                                      <p:to>
                                        <p:strVal val="visible"/>
                                      </p:to>
                                    </p:set>
                                    <p:animEffect transition="in" filter="fade">
                                      <p:cBhvr>
                                        <p:cTn id="47" dur="1000"/>
                                        <p:tgtEl>
                                          <p:spTgt spid="755"/>
                                        </p:tgtEl>
                                      </p:cBhvr>
                                    </p:animEffect>
                                  </p:childTnLst>
                                </p:cTn>
                              </p:par>
                            </p:childTnLst>
                          </p:cTn>
                        </p:par>
                        <p:par>
                          <p:cTn id="48" fill="hold">
                            <p:stCondLst>
                              <p:cond delay="1000"/>
                            </p:stCondLst>
                            <p:childTnLst>
                              <p:par>
                                <p:cTn id="49" presetID="10" presetClass="entr" presetSubtype="0" fill="hold" nodeType="afterEffect">
                                  <p:stCondLst>
                                    <p:cond delay="0"/>
                                  </p:stCondLst>
                                  <p:childTnLst>
                                    <p:set>
                                      <p:cBhvr>
                                        <p:cTn id="50" dur="1" fill="hold">
                                          <p:stCondLst>
                                            <p:cond delay="0"/>
                                          </p:stCondLst>
                                        </p:cTn>
                                        <p:tgtEl>
                                          <p:spTgt spid="741"/>
                                        </p:tgtEl>
                                        <p:attrNameLst>
                                          <p:attrName>style.visibility</p:attrName>
                                        </p:attrNameLst>
                                      </p:cBhvr>
                                      <p:to>
                                        <p:strVal val="visible"/>
                                      </p:to>
                                    </p:set>
                                    <p:animEffect transition="in" filter="fade">
                                      <p:cBhvr>
                                        <p:cTn id="51" dur="1000"/>
                                        <p:tgtEl>
                                          <p:spTgt spid="741"/>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742"/>
                                        </p:tgtEl>
                                        <p:attrNameLst>
                                          <p:attrName>style.visibility</p:attrName>
                                        </p:attrNameLst>
                                      </p:cBhvr>
                                      <p:to>
                                        <p:strVal val="visible"/>
                                      </p:to>
                                    </p:set>
                                    <p:animEffect transition="in" filter="fade">
                                      <p:cBhvr>
                                        <p:cTn id="56" dur="1000"/>
                                        <p:tgtEl>
                                          <p:spTgt spid="742"/>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747"/>
                                        </p:tgtEl>
                                        <p:attrNameLst>
                                          <p:attrName>style.visibility</p:attrName>
                                        </p:attrNameLst>
                                      </p:cBhvr>
                                      <p:to>
                                        <p:strVal val="visible"/>
                                      </p:to>
                                    </p:set>
                                    <p:animEffect transition="in" filter="fade">
                                      <p:cBhvr>
                                        <p:cTn id="61" dur="1000"/>
                                        <p:tgtEl>
                                          <p:spTgt spid="74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752"/>
                                        </p:tgtEl>
                                        <p:attrNameLst>
                                          <p:attrName>style.visibility</p:attrName>
                                        </p:attrNameLst>
                                      </p:cBhvr>
                                      <p:to>
                                        <p:strVal val="visible"/>
                                      </p:to>
                                    </p:set>
                                    <p:animEffect transition="in" filter="fade">
                                      <p:cBhvr>
                                        <p:cTn id="66" dur="1000"/>
                                        <p:tgtEl>
                                          <p:spTgt spid="752"/>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751"/>
                                        </p:tgtEl>
                                        <p:attrNameLst>
                                          <p:attrName>style.visibility</p:attrName>
                                        </p:attrNameLst>
                                      </p:cBhvr>
                                      <p:to>
                                        <p:strVal val="visible"/>
                                      </p:to>
                                    </p:set>
                                    <p:animEffect transition="in" filter="fade">
                                      <p:cBhvr>
                                        <p:cTn id="71" dur="1000"/>
                                        <p:tgtEl>
                                          <p:spTgt spid="7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59"/>
        <p:cNvGrpSpPr/>
        <p:nvPr/>
      </p:nvGrpSpPr>
      <p:grpSpPr>
        <a:xfrm>
          <a:off x="0" y="0"/>
          <a:ext cx="0" cy="0"/>
          <a:chOff x="0" y="0"/>
          <a:chExt cx="0" cy="0"/>
        </a:xfrm>
      </p:grpSpPr>
      <p:sp>
        <p:nvSpPr>
          <p:cNvPr id="760" name="Google Shape;760;p99"/>
          <p:cNvSpPr txBox="1">
            <a:spLocks noGrp="1"/>
          </p:cNvSpPr>
          <p:nvPr>
            <p:ph type="body" idx="2"/>
          </p:nvPr>
        </p:nvSpPr>
        <p:spPr>
          <a:xfrm>
            <a:off x="6303750" y="1353300"/>
            <a:ext cx="2771400" cy="23592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Rabbit</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extends</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Animal</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private</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String</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furColor</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Rabbit</a:t>
            </a:r>
            <a:r>
              <a:rPr lang="en" sz="1000">
                <a:solidFill>
                  <a:srgbClr val="000000"/>
                </a:solidFill>
                <a:latin typeface="Consolas"/>
                <a:ea typeface="Consolas"/>
                <a:cs typeface="Consolas"/>
                <a:sym typeface="Consolas"/>
              </a:rPr>
              <a:t>(</a:t>
            </a:r>
            <a:r>
              <a:rPr lang="en" sz="1000">
                <a:solidFill>
                  <a:srgbClr val="267F99"/>
                </a:solidFill>
                <a:latin typeface="Consolas"/>
                <a:ea typeface="Consolas"/>
                <a:cs typeface="Consolas"/>
                <a:sym typeface="Consolas"/>
              </a:rPr>
              <a:t>double</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weight</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String</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furColor</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super</a:t>
            </a:r>
            <a:r>
              <a:rPr lang="en" sz="1000">
                <a:solidFill>
                  <a:srgbClr val="000000"/>
                </a:solidFill>
                <a:latin typeface="Consolas"/>
                <a:ea typeface="Consolas"/>
                <a:cs typeface="Consolas"/>
                <a:sym typeface="Consolas"/>
              </a:rPr>
              <a:t>(</a:t>
            </a:r>
            <a:r>
              <a:rPr lang="en" sz="1000">
                <a:solidFill>
                  <a:srgbClr val="A31515"/>
                </a:solidFill>
                <a:latin typeface="Consolas"/>
                <a:ea typeface="Consolas"/>
                <a:cs typeface="Consolas"/>
                <a:sym typeface="Consolas"/>
              </a:rPr>
              <a:t>"Rabbit"</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weight</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this</a:t>
            </a:r>
            <a:r>
              <a:rPr lang="en" sz="1000">
                <a:solidFill>
                  <a:srgbClr val="000000"/>
                </a:solidFill>
                <a:latin typeface="Consolas"/>
                <a:ea typeface="Consolas"/>
                <a:cs typeface="Consolas"/>
                <a:sym typeface="Consolas"/>
              </a:rPr>
              <a:t>.</a:t>
            </a:r>
            <a:r>
              <a:rPr lang="en" sz="1000">
                <a:solidFill>
                  <a:srgbClr val="001080"/>
                </a:solidFill>
                <a:latin typeface="Consolas"/>
                <a:ea typeface="Consolas"/>
                <a:cs typeface="Consolas"/>
                <a:sym typeface="Consolas"/>
              </a:rPr>
              <a:t>furColor</a:t>
            </a:r>
            <a:r>
              <a:rPr lang="en" sz="1000">
                <a:solidFill>
                  <a:srgbClr val="000000"/>
                </a:solidFill>
                <a:latin typeface="Consolas"/>
                <a:ea typeface="Consolas"/>
                <a:cs typeface="Consolas"/>
                <a:sym typeface="Consolas"/>
              </a:rPr>
              <a:t> = </a:t>
            </a:r>
            <a:r>
              <a:rPr lang="en" sz="1000">
                <a:solidFill>
                  <a:srgbClr val="001080"/>
                </a:solidFill>
                <a:latin typeface="Consolas"/>
                <a:ea typeface="Consolas"/>
                <a:cs typeface="Consolas"/>
                <a:sym typeface="Consolas"/>
              </a:rPr>
              <a:t>furColor</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void</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move</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System</a:t>
            </a:r>
            <a:r>
              <a:rPr lang="en" sz="1000">
                <a:solidFill>
                  <a:srgbClr val="000000"/>
                </a:solidFill>
                <a:latin typeface="Consolas"/>
                <a:ea typeface="Consolas"/>
                <a:cs typeface="Consolas"/>
                <a:sym typeface="Consolas"/>
              </a:rPr>
              <a:t>.</a:t>
            </a:r>
            <a:r>
              <a:rPr lang="en" sz="1000">
                <a:solidFill>
                  <a:srgbClr val="0070C1"/>
                </a:solidFill>
                <a:latin typeface="Consolas"/>
                <a:ea typeface="Consolas"/>
                <a:cs typeface="Consolas"/>
                <a:sym typeface="Consolas"/>
              </a:rPr>
              <a:t>out</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println</a:t>
            </a:r>
            <a:r>
              <a:rPr lang="en" sz="1000">
                <a:solidFill>
                  <a:srgbClr val="000000"/>
                </a:solidFill>
                <a:latin typeface="Consolas"/>
                <a:ea typeface="Consolas"/>
                <a:cs typeface="Consolas"/>
                <a:sym typeface="Consolas"/>
              </a:rPr>
              <a:t>(</a:t>
            </a:r>
            <a:r>
              <a:rPr lang="en" sz="1000">
                <a:solidFill>
                  <a:srgbClr val="0000FF"/>
                </a:solidFill>
                <a:latin typeface="Consolas"/>
                <a:ea typeface="Consolas"/>
                <a:cs typeface="Consolas"/>
                <a:sym typeface="Consolas"/>
              </a:rPr>
              <a:t>super</a:t>
            </a:r>
            <a:r>
              <a:rPr lang="en" sz="1000">
                <a:solidFill>
                  <a:srgbClr val="000000"/>
                </a:solidFill>
                <a:latin typeface="Consolas"/>
                <a:ea typeface="Consolas"/>
                <a:cs typeface="Consolas"/>
                <a:sym typeface="Consolas"/>
              </a:rPr>
              <a:t>.</a:t>
            </a:r>
            <a:r>
              <a:rPr lang="en" sz="1000">
                <a:solidFill>
                  <a:srgbClr val="001080"/>
                </a:solidFill>
                <a:latin typeface="Consolas"/>
                <a:ea typeface="Consolas"/>
                <a:cs typeface="Consolas"/>
                <a:sym typeface="Consolas"/>
              </a:rPr>
              <a:t>name</a:t>
            </a:r>
            <a:endParaRPr sz="1000">
              <a:solidFill>
                <a:srgbClr val="00108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 </a:t>
            </a:r>
            <a:r>
              <a:rPr lang="en" sz="1000">
                <a:solidFill>
                  <a:srgbClr val="A31515"/>
                </a:solidFill>
                <a:latin typeface="Consolas"/>
                <a:ea typeface="Consolas"/>
                <a:cs typeface="Consolas"/>
                <a:sym typeface="Consolas"/>
              </a:rPr>
              <a:t>" goes hop, hop, hop!"</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569CD6"/>
              </a:solidFill>
              <a:latin typeface="Consolas"/>
              <a:ea typeface="Consolas"/>
              <a:cs typeface="Consolas"/>
              <a:sym typeface="Consolas"/>
            </a:endParaRPr>
          </a:p>
        </p:txBody>
      </p:sp>
      <p:sp>
        <p:nvSpPr>
          <p:cNvPr id="761" name="Google Shape;761;p99"/>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Inheritance Example</a:t>
            </a:r>
            <a:endParaRPr/>
          </a:p>
        </p:txBody>
      </p:sp>
      <p:sp>
        <p:nvSpPr>
          <p:cNvPr id="762" name="Google Shape;762;p99"/>
          <p:cNvSpPr txBox="1">
            <a:spLocks noGrp="1"/>
          </p:cNvSpPr>
          <p:nvPr>
            <p:ph type="body" idx="1"/>
          </p:nvPr>
        </p:nvSpPr>
        <p:spPr>
          <a:xfrm>
            <a:off x="83100" y="1342675"/>
            <a:ext cx="3567600" cy="36162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Animal</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private</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String</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name</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private</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double</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weight</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Animal</a:t>
            </a:r>
            <a:r>
              <a:rPr lang="en" sz="1000">
                <a:solidFill>
                  <a:srgbClr val="000000"/>
                </a:solidFill>
                <a:latin typeface="Consolas"/>
                <a:ea typeface="Consolas"/>
                <a:cs typeface="Consolas"/>
                <a:sym typeface="Consolas"/>
              </a:rPr>
              <a:t>(</a:t>
            </a:r>
            <a:r>
              <a:rPr lang="en" sz="1000">
                <a:solidFill>
                  <a:srgbClr val="267F99"/>
                </a:solidFill>
                <a:latin typeface="Consolas"/>
                <a:ea typeface="Consolas"/>
                <a:cs typeface="Consolas"/>
                <a:sym typeface="Consolas"/>
              </a:rPr>
              <a:t>String</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name</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double</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weight</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this</a:t>
            </a:r>
            <a:r>
              <a:rPr lang="en" sz="1000">
                <a:solidFill>
                  <a:srgbClr val="000000"/>
                </a:solidFill>
                <a:latin typeface="Consolas"/>
                <a:ea typeface="Consolas"/>
                <a:cs typeface="Consolas"/>
                <a:sym typeface="Consolas"/>
              </a:rPr>
              <a:t>.</a:t>
            </a:r>
            <a:r>
              <a:rPr lang="en" sz="1000">
                <a:solidFill>
                  <a:srgbClr val="001080"/>
                </a:solidFill>
                <a:latin typeface="Consolas"/>
                <a:ea typeface="Consolas"/>
                <a:cs typeface="Consolas"/>
                <a:sym typeface="Consolas"/>
              </a:rPr>
              <a:t>name</a:t>
            </a:r>
            <a:r>
              <a:rPr lang="en" sz="1000">
                <a:solidFill>
                  <a:srgbClr val="000000"/>
                </a:solidFill>
                <a:latin typeface="Consolas"/>
                <a:ea typeface="Consolas"/>
                <a:cs typeface="Consolas"/>
                <a:sym typeface="Consolas"/>
              </a:rPr>
              <a:t> = </a:t>
            </a:r>
            <a:r>
              <a:rPr lang="en" sz="1000">
                <a:solidFill>
                  <a:srgbClr val="001080"/>
                </a:solidFill>
                <a:latin typeface="Consolas"/>
                <a:ea typeface="Consolas"/>
                <a:cs typeface="Consolas"/>
                <a:sym typeface="Consolas"/>
              </a:rPr>
              <a:t>name</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this</a:t>
            </a:r>
            <a:r>
              <a:rPr lang="en" sz="1000">
                <a:solidFill>
                  <a:srgbClr val="000000"/>
                </a:solidFill>
                <a:latin typeface="Consolas"/>
                <a:ea typeface="Consolas"/>
                <a:cs typeface="Consolas"/>
                <a:sym typeface="Consolas"/>
              </a:rPr>
              <a:t>.</a:t>
            </a:r>
            <a:r>
              <a:rPr lang="en" sz="1000">
                <a:solidFill>
                  <a:srgbClr val="001080"/>
                </a:solidFill>
                <a:latin typeface="Consolas"/>
                <a:ea typeface="Consolas"/>
                <a:cs typeface="Consolas"/>
                <a:sym typeface="Consolas"/>
              </a:rPr>
              <a:t>weight</a:t>
            </a:r>
            <a:r>
              <a:rPr lang="en" sz="1000">
                <a:solidFill>
                  <a:srgbClr val="000000"/>
                </a:solidFill>
                <a:latin typeface="Consolas"/>
                <a:ea typeface="Consolas"/>
                <a:cs typeface="Consolas"/>
                <a:sym typeface="Consolas"/>
              </a:rPr>
              <a:t> = </a:t>
            </a:r>
            <a:r>
              <a:rPr lang="en" sz="1000">
                <a:solidFill>
                  <a:srgbClr val="001080"/>
                </a:solidFill>
                <a:latin typeface="Consolas"/>
                <a:ea typeface="Consolas"/>
                <a:cs typeface="Consolas"/>
                <a:sym typeface="Consolas"/>
              </a:rPr>
              <a:t>weight</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String</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toString</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AF00DB"/>
                </a:solidFill>
                <a:latin typeface="Consolas"/>
                <a:ea typeface="Consolas"/>
                <a:cs typeface="Consolas"/>
                <a:sym typeface="Consolas"/>
              </a:rPr>
              <a:t>return</a:t>
            </a:r>
            <a:r>
              <a:rPr lang="en" sz="1000">
                <a:solidFill>
                  <a:srgbClr val="000000"/>
                </a:solidFill>
                <a:latin typeface="Consolas"/>
                <a:ea typeface="Consolas"/>
                <a:cs typeface="Consolas"/>
                <a:sym typeface="Consolas"/>
              </a:rPr>
              <a:t> </a:t>
            </a:r>
            <a:r>
              <a:rPr lang="en" sz="1000">
                <a:solidFill>
                  <a:srgbClr val="A31515"/>
                </a:solidFill>
                <a:latin typeface="Consolas"/>
                <a:ea typeface="Consolas"/>
                <a:cs typeface="Consolas"/>
                <a:sym typeface="Consolas"/>
              </a:rPr>
              <a:t>"Animal[name="</a:t>
            </a:r>
            <a:r>
              <a:rPr lang="en" sz="1000">
                <a:solidFill>
                  <a:srgbClr val="000000"/>
                </a:solidFill>
                <a:latin typeface="Consolas"/>
                <a:ea typeface="Consolas"/>
                <a:cs typeface="Consolas"/>
                <a:sym typeface="Consolas"/>
              </a:rPr>
              <a:t> + </a:t>
            </a:r>
            <a:r>
              <a:rPr lang="en" sz="1000">
                <a:solidFill>
                  <a:srgbClr val="001080"/>
                </a:solidFill>
                <a:latin typeface="Consolas"/>
                <a:ea typeface="Consolas"/>
                <a:cs typeface="Consolas"/>
                <a:sym typeface="Consolas"/>
              </a:rPr>
              <a:t>name</a:t>
            </a:r>
            <a:endParaRPr sz="1000">
              <a:solidFill>
                <a:srgbClr val="00108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 </a:t>
            </a:r>
            <a:r>
              <a:rPr lang="en" sz="1000">
                <a:solidFill>
                  <a:srgbClr val="A31515"/>
                </a:solidFill>
                <a:latin typeface="Consolas"/>
                <a:ea typeface="Consolas"/>
                <a:cs typeface="Consolas"/>
                <a:sym typeface="Consolas"/>
              </a:rPr>
              <a:t>", weight="</a:t>
            </a:r>
            <a:r>
              <a:rPr lang="en" sz="1000">
                <a:solidFill>
                  <a:srgbClr val="000000"/>
                </a:solidFill>
                <a:latin typeface="Consolas"/>
                <a:ea typeface="Consolas"/>
                <a:cs typeface="Consolas"/>
                <a:sym typeface="Consolas"/>
              </a:rPr>
              <a:t> + </a:t>
            </a:r>
            <a:r>
              <a:rPr lang="en" sz="1000">
                <a:solidFill>
                  <a:srgbClr val="001080"/>
                </a:solidFill>
                <a:latin typeface="Consolas"/>
                <a:ea typeface="Consolas"/>
                <a:cs typeface="Consolas"/>
                <a:sym typeface="Consolas"/>
              </a:rPr>
              <a:t>weight</a:t>
            </a:r>
            <a:r>
              <a:rPr lang="en" sz="1000">
                <a:solidFill>
                  <a:srgbClr val="000000"/>
                </a:solidFill>
                <a:latin typeface="Consolas"/>
                <a:ea typeface="Consolas"/>
                <a:cs typeface="Consolas"/>
                <a:sym typeface="Consolas"/>
              </a:rPr>
              <a:t> + </a:t>
            </a:r>
            <a:r>
              <a:rPr lang="en" sz="1000">
                <a:solidFill>
                  <a:srgbClr val="A31515"/>
                </a:solidFill>
                <a:latin typeface="Consolas"/>
                <a:ea typeface="Consolas"/>
                <a:cs typeface="Consolas"/>
                <a:sym typeface="Consolas"/>
              </a:rPr>
              <a:t>"]"</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String</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getName</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AF00DB"/>
                </a:solidFill>
                <a:latin typeface="Consolas"/>
                <a:ea typeface="Consolas"/>
                <a:cs typeface="Consolas"/>
                <a:sym typeface="Consolas"/>
              </a:rPr>
              <a:t>return</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name</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void</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greet</a:t>
            </a:r>
            <a:r>
              <a:rPr lang="en" sz="1000">
                <a:solidFill>
                  <a:srgbClr val="000000"/>
                </a:solidFill>
                <a:latin typeface="Consolas"/>
                <a:ea typeface="Consolas"/>
                <a:cs typeface="Consolas"/>
                <a:sym typeface="Consolas"/>
              </a:rPr>
              <a:t>(</a:t>
            </a:r>
            <a:r>
              <a:rPr lang="en" sz="1000">
                <a:solidFill>
                  <a:srgbClr val="267F99"/>
                </a:solidFill>
                <a:latin typeface="Consolas"/>
                <a:ea typeface="Consolas"/>
                <a:cs typeface="Consolas"/>
                <a:sym typeface="Consolas"/>
              </a:rPr>
              <a:t>Animal</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o</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System</a:t>
            </a:r>
            <a:r>
              <a:rPr lang="en" sz="1000">
                <a:solidFill>
                  <a:srgbClr val="000000"/>
                </a:solidFill>
                <a:latin typeface="Consolas"/>
                <a:ea typeface="Consolas"/>
                <a:cs typeface="Consolas"/>
                <a:sym typeface="Consolas"/>
              </a:rPr>
              <a:t>.</a:t>
            </a:r>
            <a:r>
              <a:rPr lang="en" sz="1000">
                <a:solidFill>
                  <a:srgbClr val="0070C1"/>
                </a:solidFill>
                <a:latin typeface="Consolas"/>
                <a:ea typeface="Consolas"/>
                <a:cs typeface="Consolas"/>
                <a:sym typeface="Consolas"/>
              </a:rPr>
              <a:t>out</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println</a:t>
            </a:r>
            <a:r>
              <a:rPr lang="en" sz="1000">
                <a:solidFill>
                  <a:srgbClr val="000000"/>
                </a:solidFill>
                <a:latin typeface="Consolas"/>
                <a:ea typeface="Consolas"/>
                <a:cs typeface="Consolas"/>
                <a:sym typeface="Consolas"/>
              </a:rPr>
              <a:t>(</a:t>
            </a:r>
            <a:r>
              <a:rPr lang="en" sz="1000">
                <a:solidFill>
                  <a:srgbClr val="001080"/>
                </a:solidFill>
                <a:latin typeface="Consolas"/>
                <a:ea typeface="Consolas"/>
                <a:cs typeface="Consolas"/>
                <a:sym typeface="Consolas"/>
              </a:rPr>
              <a:t>name</a:t>
            </a:r>
            <a:r>
              <a:rPr lang="en" sz="1000">
                <a:solidFill>
                  <a:srgbClr val="000000"/>
                </a:solidFill>
                <a:latin typeface="Consolas"/>
                <a:ea typeface="Consolas"/>
                <a:cs typeface="Consolas"/>
                <a:sym typeface="Consolas"/>
              </a:rPr>
              <a:t> + </a:t>
            </a:r>
            <a:r>
              <a:rPr lang="en" sz="1000">
                <a:solidFill>
                  <a:srgbClr val="A31515"/>
                </a:solidFill>
                <a:latin typeface="Consolas"/>
                <a:ea typeface="Consolas"/>
                <a:cs typeface="Consolas"/>
                <a:sym typeface="Consolas"/>
              </a:rPr>
              <a:t>" greets "</a:t>
            </a:r>
            <a:endParaRPr sz="1000">
              <a:solidFill>
                <a:srgbClr val="A31515"/>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 </a:t>
            </a:r>
            <a:r>
              <a:rPr lang="en" sz="1000">
                <a:solidFill>
                  <a:srgbClr val="001080"/>
                </a:solidFill>
                <a:latin typeface="Consolas"/>
                <a:ea typeface="Consolas"/>
                <a:cs typeface="Consolas"/>
                <a:sym typeface="Consolas"/>
              </a:rPr>
              <a:t>o</a:t>
            </a:r>
            <a:r>
              <a:rPr lang="en" sz="1000">
                <a:solidFill>
                  <a:srgbClr val="000000"/>
                </a:solidFill>
                <a:latin typeface="Consolas"/>
                <a:ea typeface="Consolas"/>
                <a:cs typeface="Consolas"/>
                <a:sym typeface="Consolas"/>
              </a:rPr>
              <a:t>.</a:t>
            </a:r>
            <a:r>
              <a:rPr lang="en" sz="1000">
                <a:solidFill>
                  <a:srgbClr val="001080"/>
                </a:solidFill>
                <a:latin typeface="Consolas"/>
                <a:ea typeface="Consolas"/>
                <a:cs typeface="Consolas"/>
                <a:sym typeface="Consolas"/>
              </a:rPr>
              <a:t>name</a:t>
            </a:r>
            <a:r>
              <a:rPr lang="en" sz="1000">
                <a:solidFill>
                  <a:srgbClr val="000000"/>
                </a:solidFill>
                <a:latin typeface="Consolas"/>
                <a:ea typeface="Consolas"/>
                <a:cs typeface="Consolas"/>
                <a:sym typeface="Consolas"/>
              </a:rPr>
              <a:t> + </a:t>
            </a:r>
            <a:r>
              <a:rPr lang="en" sz="1000">
                <a:solidFill>
                  <a:srgbClr val="A31515"/>
                </a:solidFill>
                <a:latin typeface="Consolas"/>
                <a:ea typeface="Consolas"/>
                <a:cs typeface="Consolas"/>
                <a:sym typeface="Consolas"/>
              </a:rPr>
              <a:t>"!"</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569CD6"/>
              </a:solidFill>
              <a:latin typeface="Consolas"/>
              <a:ea typeface="Consolas"/>
              <a:cs typeface="Consolas"/>
              <a:sym typeface="Consolas"/>
            </a:endParaRPr>
          </a:p>
        </p:txBody>
      </p:sp>
      <p:sp>
        <p:nvSpPr>
          <p:cNvPr id="763" name="Google Shape;763;p9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21</a:t>
            </a:fld>
            <a:endParaRPr/>
          </a:p>
        </p:txBody>
      </p:sp>
      <p:sp>
        <p:nvSpPr>
          <p:cNvPr id="764" name="Google Shape;764;p99"/>
          <p:cNvSpPr txBox="1">
            <a:spLocks noGrp="1"/>
          </p:cNvSpPr>
          <p:nvPr>
            <p:ph type="body" idx="2"/>
          </p:nvPr>
        </p:nvSpPr>
        <p:spPr>
          <a:xfrm>
            <a:off x="6303750" y="3858163"/>
            <a:ext cx="2771400" cy="8118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000">
                <a:solidFill>
                  <a:srgbClr val="267F99"/>
                </a:solidFill>
                <a:latin typeface="Consolas"/>
                <a:ea typeface="Consolas"/>
                <a:cs typeface="Consolas"/>
                <a:sym typeface="Consolas"/>
              </a:rPr>
              <a:t>Rabbit</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r</a:t>
            </a:r>
            <a:r>
              <a:rPr lang="en" sz="1000">
                <a:solidFill>
                  <a:srgbClr val="000000"/>
                </a:solidFill>
                <a:latin typeface="Consolas"/>
                <a:ea typeface="Consolas"/>
                <a:cs typeface="Consolas"/>
                <a:sym typeface="Consolas"/>
              </a:rPr>
              <a:t> = </a:t>
            </a:r>
            <a:r>
              <a:rPr lang="en" sz="1000">
                <a:solidFill>
                  <a:srgbClr val="AF00DB"/>
                </a:solidFill>
                <a:latin typeface="Consolas"/>
                <a:ea typeface="Consolas"/>
                <a:cs typeface="Consolas"/>
                <a:sym typeface="Consolas"/>
              </a:rPr>
              <a:t>new</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Rabbit</a:t>
            </a:r>
            <a:r>
              <a:rPr lang="en" sz="1000">
                <a:solidFill>
                  <a:srgbClr val="000000"/>
                </a:solidFill>
                <a:latin typeface="Consolas"/>
                <a:ea typeface="Consolas"/>
                <a:cs typeface="Consolas"/>
                <a:sym typeface="Consolas"/>
              </a:rPr>
              <a:t>(</a:t>
            </a:r>
            <a:r>
              <a:rPr lang="en" sz="1000">
                <a:solidFill>
                  <a:srgbClr val="098658"/>
                </a:solidFill>
                <a:latin typeface="Consolas"/>
                <a:ea typeface="Consolas"/>
                <a:cs typeface="Consolas"/>
                <a:sym typeface="Consolas"/>
              </a:rPr>
              <a:t>2.5</a:t>
            </a:r>
            <a:r>
              <a:rPr lang="en" sz="1000">
                <a:solidFill>
                  <a:srgbClr val="000000"/>
                </a:solidFill>
                <a:latin typeface="Consolas"/>
                <a:ea typeface="Consolas"/>
                <a:cs typeface="Consolas"/>
                <a:sym typeface="Consolas"/>
              </a:rPr>
              <a:t>, </a:t>
            </a:r>
            <a:r>
              <a:rPr lang="en" sz="1000">
                <a:solidFill>
                  <a:srgbClr val="A31515"/>
                </a:solidFill>
                <a:latin typeface="Consolas"/>
                <a:ea typeface="Consolas"/>
                <a:cs typeface="Consolas"/>
                <a:sym typeface="Consolas"/>
              </a:rPr>
              <a:t>"brown"</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267F99"/>
                </a:solidFill>
                <a:latin typeface="Consolas"/>
                <a:ea typeface="Consolas"/>
                <a:cs typeface="Consolas"/>
                <a:sym typeface="Consolas"/>
              </a:rPr>
              <a:t>Animal</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a</a:t>
            </a:r>
            <a:r>
              <a:rPr lang="en" sz="1000">
                <a:solidFill>
                  <a:srgbClr val="000000"/>
                </a:solidFill>
                <a:latin typeface="Consolas"/>
                <a:ea typeface="Consolas"/>
                <a:cs typeface="Consolas"/>
                <a:sym typeface="Consolas"/>
              </a:rPr>
              <a:t> = </a:t>
            </a:r>
            <a:r>
              <a:rPr lang="en" sz="1000">
                <a:solidFill>
                  <a:srgbClr val="AF00DB"/>
                </a:solidFill>
                <a:latin typeface="Consolas"/>
                <a:ea typeface="Consolas"/>
                <a:cs typeface="Consolas"/>
                <a:sym typeface="Consolas"/>
              </a:rPr>
              <a:t>new</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Rabbit</a:t>
            </a:r>
            <a:r>
              <a:rPr lang="en" sz="1000">
                <a:solidFill>
                  <a:srgbClr val="000000"/>
                </a:solidFill>
                <a:latin typeface="Consolas"/>
                <a:ea typeface="Consolas"/>
                <a:cs typeface="Consolas"/>
                <a:sym typeface="Consolas"/>
              </a:rPr>
              <a:t>(</a:t>
            </a:r>
            <a:r>
              <a:rPr lang="en" sz="1000">
                <a:solidFill>
                  <a:srgbClr val="098658"/>
                </a:solidFill>
                <a:latin typeface="Consolas"/>
                <a:ea typeface="Consolas"/>
                <a:cs typeface="Consolas"/>
                <a:sym typeface="Consolas"/>
              </a:rPr>
              <a:t>3</a:t>
            </a:r>
            <a:r>
              <a:rPr lang="en" sz="1000">
                <a:solidFill>
                  <a:srgbClr val="000000"/>
                </a:solidFill>
                <a:latin typeface="Consolas"/>
                <a:ea typeface="Consolas"/>
                <a:cs typeface="Consolas"/>
                <a:sym typeface="Consolas"/>
              </a:rPr>
              <a:t>, </a:t>
            </a:r>
            <a:r>
              <a:rPr lang="en" sz="1000">
                <a:solidFill>
                  <a:srgbClr val="A31515"/>
                </a:solidFill>
                <a:latin typeface="Consolas"/>
                <a:ea typeface="Consolas"/>
                <a:cs typeface="Consolas"/>
                <a:sym typeface="Consolas"/>
              </a:rPr>
              <a:t>"white"</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1080"/>
                </a:solidFill>
                <a:latin typeface="Consolas"/>
                <a:ea typeface="Consolas"/>
                <a:cs typeface="Consolas"/>
                <a:sym typeface="Consolas"/>
              </a:rPr>
              <a:t>a</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greet</a:t>
            </a:r>
            <a:r>
              <a:rPr lang="en" sz="1000">
                <a:solidFill>
                  <a:srgbClr val="000000"/>
                </a:solidFill>
                <a:latin typeface="Consolas"/>
                <a:ea typeface="Consolas"/>
                <a:cs typeface="Consolas"/>
                <a:sym typeface="Consolas"/>
              </a:rPr>
              <a:t>(r);</a:t>
            </a:r>
            <a:endParaRPr sz="1000">
              <a:solidFill>
                <a:srgbClr val="4EC9B0"/>
              </a:solidFill>
              <a:latin typeface="Consolas"/>
              <a:ea typeface="Consolas"/>
              <a:cs typeface="Consolas"/>
              <a:sym typeface="Consola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68"/>
        <p:cNvGrpSpPr/>
        <p:nvPr/>
      </p:nvGrpSpPr>
      <p:grpSpPr>
        <a:xfrm>
          <a:off x="0" y="0"/>
          <a:ext cx="0" cy="0"/>
          <a:chOff x="0" y="0"/>
          <a:chExt cx="0" cy="0"/>
        </a:xfrm>
      </p:grpSpPr>
      <p:sp>
        <p:nvSpPr>
          <p:cNvPr id="769" name="Google Shape;769;p100"/>
          <p:cNvSpPr txBox="1">
            <a:spLocks noGrp="1"/>
          </p:cNvSpPr>
          <p:nvPr>
            <p:ph type="body" idx="2"/>
          </p:nvPr>
        </p:nvSpPr>
        <p:spPr>
          <a:xfrm>
            <a:off x="6303750" y="1353300"/>
            <a:ext cx="2771400" cy="23592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Rabbit</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extends</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Animal</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private</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String</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furColor</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Rabbit</a:t>
            </a:r>
            <a:r>
              <a:rPr lang="en" sz="1000">
                <a:solidFill>
                  <a:srgbClr val="000000"/>
                </a:solidFill>
                <a:latin typeface="Consolas"/>
                <a:ea typeface="Consolas"/>
                <a:cs typeface="Consolas"/>
                <a:sym typeface="Consolas"/>
              </a:rPr>
              <a:t>(</a:t>
            </a:r>
            <a:r>
              <a:rPr lang="en" sz="1000">
                <a:solidFill>
                  <a:srgbClr val="267F99"/>
                </a:solidFill>
                <a:latin typeface="Consolas"/>
                <a:ea typeface="Consolas"/>
                <a:cs typeface="Consolas"/>
                <a:sym typeface="Consolas"/>
              </a:rPr>
              <a:t>double</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weight</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String</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furColor</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super</a:t>
            </a:r>
            <a:r>
              <a:rPr lang="en" sz="1000">
                <a:solidFill>
                  <a:srgbClr val="000000"/>
                </a:solidFill>
                <a:latin typeface="Consolas"/>
                <a:ea typeface="Consolas"/>
                <a:cs typeface="Consolas"/>
                <a:sym typeface="Consolas"/>
              </a:rPr>
              <a:t>(</a:t>
            </a:r>
            <a:r>
              <a:rPr lang="en" sz="1000">
                <a:solidFill>
                  <a:srgbClr val="A31515"/>
                </a:solidFill>
                <a:latin typeface="Consolas"/>
                <a:ea typeface="Consolas"/>
                <a:cs typeface="Consolas"/>
                <a:sym typeface="Consolas"/>
              </a:rPr>
              <a:t>"Rabbit"</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weight</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this</a:t>
            </a:r>
            <a:r>
              <a:rPr lang="en" sz="1000">
                <a:solidFill>
                  <a:srgbClr val="000000"/>
                </a:solidFill>
                <a:latin typeface="Consolas"/>
                <a:ea typeface="Consolas"/>
                <a:cs typeface="Consolas"/>
                <a:sym typeface="Consolas"/>
              </a:rPr>
              <a:t>.</a:t>
            </a:r>
            <a:r>
              <a:rPr lang="en" sz="1000">
                <a:solidFill>
                  <a:srgbClr val="001080"/>
                </a:solidFill>
                <a:latin typeface="Consolas"/>
                <a:ea typeface="Consolas"/>
                <a:cs typeface="Consolas"/>
                <a:sym typeface="Consolas"/>
              </a:rPr>
              <a:t>furColor</a:t>
            </a:r>
            <a:r>
              <a:rPr lang="en" sz="1000">
                <a:solidFill>
                  <a:srgbClr val="000000"/>
                </a:solidFill>
                <a:latin typeface="Consolas"/>
                <a:ea typeface="Consolas"/>
                <a:cs typeface="Consolas"/>
                <a:sym typeface="Consolas"/>
              </a:rPr>
              <a:t> = </a:t>
            </a:r>
            <a:r>
              <a:rPr lang="en" sz="1000">
                <a:solidFill>
                  <a:srgbClr val="001080"/>
                </a:solidFill>
                <a:latin typeface="Consolas"/>
                <a:ea typeface="Consolas"/>
                <a:cs typeface="Consolas"/>
                <a:sym typeface="Consolas"/>
              </a:rPr>
              <a:t>furColor</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void</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move</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System</a:t>
            </a:r>
            <a:r>
              <a:rPr lang="en" sz="1000">
                <a:solidFill>
                  <a:srgbClr val="000000"/>
                </a:solidFill>
                <a:latin typeface="Consolas"/>
                <a:ea typeface="Consolas"/>
                <a:cs typeface="Consolas"/>
                <a:sym typeface="Consolas"/>
              </a:rPr>
              <a:t>.</a:t>
            </a:r>
            <a:r>
              <a:rPr lang="en" sz="1000">
                <a:solidFill>
                  <a:srgbClr val="0070C1"/>
                </a:solidFill>
                <a:latin typeface="Consolas"/>
                <a:ea typeface="Consolas"/>
                <a:cs typeface="Consolas"/>
                <a:sym typeface="Consolas"/>
              </a:rPr>
              <a:t>out</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println</a:t>
            </a:r>
            <a:r>
              <a:rPr lang="en" sz="1000">
                <a:solidFill>
                  <a:srgbClr val="000000"/>
                </a:solidFill>
                <a:latin typeface="Consolas"/>
                <a:ea typeface="Consolas"/>
                <a:cs typeface="Consolas"/>
                <a:sym typeface="Consolas"/>
              </a:rPr>
              <a:t>(</a:t>
            </a:r>
            <a:r>
              <a:rPr lang="en" sz="1000">
                <a:solidFill>
                  <a:srgbClr val="0000FF"/>
                </a:solidFill>
                <a:latin typeface="Consolas"/>
                <a:ea typeface="Consolas"/>
                <a:cs typeface="Consolas"/>
                <a:sym typeface="Consolas"/>
              </a:rPr>
              <a:t>super</a:t>
            </a:r>
            <a:r>
              <a:rPr lang="en" sz="1000">
                <a:solidFill>
                  <a:srgbClr val="000000"/>
                </a:solidFill>
                <a:latin typeface="Consolas"/>
                <a:ea typeface="Consolas"/>
                <a:cs typeface="Consolas"/>
                <a:sym typeface="Consolas"/>
              </a:rPr>
              <a:t>.</a:t>
            </a:r>
            <a:r>
              <a:rPr lang="en" sz="1000">
                <a:solidFill>
                  <a:srgbClr val="001080"/>
                </a:solidFill>
                <a:latin typeface="Consolas"/>
                <a:ea typeface="Consolas"/>
                <a:cs typeface="Consolas"/>
                <a:sym typeface="Consolas"/>
              </a:rPr>
              <a:t>name</a:t>
            </a:r>
            <a:endParaRPr sz="1000">
              <a:solidFill>
                <a:srgbClr val="00108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 </a:t>
            </a:r>
            <a:r>
              <a:rPr lang="en" sz="1000">
                <a:solidFill>
                  <a:srgbClr val="A31515"/>
                </a:solidFill>
                <a:latin typeface="Consolas"/>
                <a:ea typeface="Consolas"/>
                <a:cs typeface="Consolas"/>
                <a:sym typeface="Consolas"/>
              </a:rPr>
              <a:t>" goes hop, hop, hop!"</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569CD6"/>
              </a:solidFill>
              <a:latin typeface="Consolas"/>
              <a:ea typeface="Consolas"/>
              <a:cs typeface="Consolas"/>
              <a:sym typeface="Consolas"/>
            </a:endParaRPr>
          </a:p>
        </p:txBody>
      </p:sp>
      <p:sp>
        <p:nvSpPr>
          <p:cNvPr id="770" name="Google Shape;770;p100"/>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Inheritance Example</a:t>
            </a:r>
            <a:endParaRPr/>
          </a:p>
        </p:txBody>
      </p:sp>
      <p:sp>
        <p:nvSpPr>
          <p:cNvPr id="771" name="Google Shape;771;p100"/>
          <p:cNvSpPr txBox="1">
            <a:spLocks noGrp="1"/>
          </p:cNvSpPr>
          <p:nvPr>
            <p:ph type="body" idx="1"/>
          </p:nvPr>
        </p:nvSpPr>
        <p:spPr>
          <a:xfrm>
            <a:off x="83100" y="1342675"/>
            <a:ext cx="3567600" cy="36162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Animal</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private</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String</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name</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private</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double</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weight</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Animal</a:t>
            </a:r>
            <a:r>
              <a:rPr lang="en" sz="1000">
                <a:solidFill>
                  <a:srgbClr val="000000"/>
                </a:solidFill>
                <a:latin typeface="Consolas"/>
                <a:ea typeface="Consolas"/>
                <a:cs typeface="Consolas"/>
                <a:sym typeface="Consolas"/>
              </a:rPr>
              <a:t>(</a:t>
            </a:r>
            <a:r>
              <a:rPr lang="en" sz="1000">
                <a:solidFill>
                  <a:srgbClr val="267F99"/>
                </a:solidFill>
                <a:latin typeface="Consolas"/>
                <a:ea typeface="Consolas"/>
                <a:cs typeface="Consolas"/>
                <a:sym typeface="Consolas"/>
              </a:rPr>
              <a:t>String</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name</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double</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weight</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this</a:t>
            </a:r>
            <a:r>
              <a:rPr lang="en" sz="1000">
                <a:solidFill>
                  <a:srgbClr val="000000"/>
                </a:solidFill>
                <a:latin typeface="Consolas"/>
                <a:ea typeface="Consolas"/>
                <a:cs typeface="Consolas"/>
                <a:sym typeface="Consolas"/>
              </a:rPr>
              <a:t>.</a:t>
            </a:r>
            <a:r>
              <a:rPr lang="en" sz="1000">
                <a:solidFill>
                  <a:srgbClr val="001080"/>
                </a:solidFill>
                <a:latin typeface="Consolas"/>
                <a:ea typeface="Consolas"/>
                <a:cs typeface="Consolas"/>
                <a:sym typeface="Consolas"/>
              </a:rPr>
              <a:t>name</a:t>
            </a:r>
            <a:r>
              <a:rPr lang="en" sz="1000">
                <a:solidFill>
                  <a:srgbClr val="000000"/>
                </a:solidFill>
                <a:latin typeface="Consolas"/>
                <a:ea typeface="Consolas"/>
                <a:cs typeface="Consolas"/>
                <a:sym typeface="Consolas"/>
              </a:rPr>
              <a:t> = </a:t>
            </a:r>
            <a:r>
              <a:rPr lang="en" sz="1000">
                <a:solidFill>
                  <a:srgbClr val="001080"/>
                </a:solidFill>
                <a:latin typeface="Consolas"/>
                <a:ea typeface="Consolas"/>
                <a:cs typeface="Consolas"/>
                <a:sym typeface="Consolas"/>
              </a:rPr>
              <a:t>name</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this</a:t>
            </a:r>
            <a:r>
              <a:rPr lang="en" sz="1000">
                <a:solidFill>
                  <a:srgbClr val="000000"/>
                </a:solidFill>
                <a:latin typeface="Consolas"/>
                <a:ea typeface="Consolas"/>
                <a:cs typeface="Consolas"/>
                <a:sym typeface="Consolas"/>
              </a:rPr>
              <a:t>.</a:t>
            </a:r>
            <a:r>
              <a:rPr lang="en" sz="1000">
                <a:solidFill>
                  <a:srgbClr val="001080"/>
                </a:solidFill>
                <a:latin typeface="Consolas"/>
                <a:ea typeface="Consolas"/>
                <a:cs typeface="Consolas"/>
                <a:sym typeface="Consolas"/>
              </a:rPr>
              <a:t>weight</a:t>
            </a:r>
            <a:r>
              <a:rPr lang="en" sz="1000">
                <a:solidFill>
                  <a:srgbClr val="000000"/>
                </a:solidFill>
                <a:latin typeface="Consolas"/>
                <a:ea typeface="Consolas"/>
                <a:cs typeface="Consolas"/>
                <a:sym typeface="Consolas"/>
              </a:rPr>
              <a:t> = </a:t>
            </a:r>
            <a:r>
              <a:rPr lang="en" sz="1000">
                <a:solidFill>
                  <a:srgbClr val="001080"/>
                </a:solidFill>
                <a:latin typeface="Consolas"/>
                <a:ea typeface="Consolas"/>
                <a:cs typeface="Consolas"/>
                <a:sym typeface="Consolas"/>
              </a:rPr>
              <a:t>weight</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String</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toString</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AF00DB"/>
                </a:solidFill>
                <a:latin typeface="Consolas"/>
                <a:ea typeface="Consolas"/>
                <a:cs typeface="Consolas"/>
                <a:sym typeface="Consolas"/>
              </a:rPr>
              <a:t>return</a:t>
            </a:r>
            <a:r>
              <a:rPr lang="en" sz="1000">
                <a:solidFill>
                  <a:srgbClr val="000000"/>
                </a:solidFill>
                <a:latin typeface="Consolas"/>
                <a:ea typeface="Consolas"/>
                <a:cs typeface="Consolas"/>
                <a:sym typeface="Consolas"/>
              </a:rPr>
              <a:t> </a:t>
            </a:r>
            <a:r>
              <a:rPr lang="en" sz="1000">
                <a:solidFill>
                  <a:srgbClr val="A31515"/>
                </a:solidFill>
                <a:latin typeface="Consolas"/>
                <a:ea typeface="Consolas"/>
                <a:cs typeface="Consolas"/>
                <a:sym typeface="Consolas"/>
              </a:rPr>
              <a:t>"Animal[name="</a:t>
            </a:r>
            <a:r>
              <a:rPr lang="en" sz="1000">
                <a:solidFill>
                  <a:srgbClr val="000000"/>
                </a:solidFill>
                <a:latin typeface="Consolas"/>
                <a:ea typeface="Consolas"/>
                <a:cs typeface="Consolas"/>
                <a:sym typeface="Consolas"/>
              </a:rPr>
              <a:t> + </a:t>
            </a:r>
            <a:r>
              <a:rPr lang="en" sz="1000">
                <a:solidFill>
                  <a:srgbClr val="001080"/>
                </a:solidFill>
                <a:latin typeface="Consolas"/>
                <a:ea typeface="Consolas"/>
                <a:cs typeface="Consolas"/>
                <a:sym typeface="Consolas"/>
              </a:rPr>
              <a:t>name</a:t>
            </a:r>
            <a:endParaRPr sz="1000">
              <a:solidFill>
                <a:srgbClr val="00108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 </a:t>
            </a:r>
            <a:r>
              <a:rPr lang="en" sz="1000">
                <a:solidFill>
                  <a:srgbClr val="A31515"/>
                </a:solidFill>
                <a:latin typeface="Consolas"/>
                <a:ea typeface="Consolas"/>
                <a:cs typeface="Consolas"/>
                <a:sym typeface="Consolas"/>
              </a:rPr>
              <a:t>", weight="</a:t>
            </a:r>
            <a:r>
              <a:rPr lang="en" sz="1000">
                <a:solidFill>
                  <a:srgbClr val="000000"/>
                </a:solidFill>
                <a:latin typeface="Consolas"/>
                <a:ea typeface="Consolas"/>
                <a:cs typeface="Consolas"/>
                <a:sym typeface="Consolas"/>
              </a:rPr>
              <a:t> + </a:t>
            </a:r>
            <a:r>
              <a:rPr lang="en" sz="1000">
                <a:solidFill>
                  <a:srgbClr val="001080"/>
                </a:solidFill>
                <a:latin typeface="Consolas"/>
                <a:ea typeface="Consolas"/>
                <a:cs typeface="Consolas"/>
                <a:sym typeface="Consolas"/>
              </a:rPr>
              <a:t>weight</a:t>
            </a:r>
            <a:r>
              <a:rPr lang="en" sz="1000">
                <a:solidFill>
                  <a:srgbClr val="000000"/>
                </a:solidFill>
                <a:latin typeface="Consolas"/>
                <a:ea typeface="Consolas"/>
                <a:cs typeface="Consolas"/>
                <a:sym typeface="Consolas"/>
              </a:rPr>
              <a:t> + </a:t>
            </a:r>
            <a:r>
              <a:rPr lang="en" sz="1000">
                <a:solidFill>
                  <a:srgbClr val="A31515"/>
                </a:solidFill>
                <a:latin typeface="Consolas"/>
                <a:ea typeface="Consolas"/>
                <a:cs typeface="Consolas"/>
                <a:sym typeface="Consolas"/>
              </a:rPr>
              <a:t>"]"</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String</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getName</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AF00DB"/>
                </a:solidFill>
                <a:latin typeface="Consolas"/>
                <a:ea typeface="Consolas"/>
                <a:cs typeface="Consolas"/>
                <a:sym typeface="Consolas"/>
              </a:rPr>
              <a:t>return</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name</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void</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greet</a:t>
            </a:r>
            <a:r>
              <a:rPr lang="en" sz="1000">
                <a:solidFill>
                  <a:srgbClr val="000000"/>
                </a:solidFill>
                <a:latin typeface="Consolas"/>
                <a:ea typeface="Consolas"/>
                <a:cs typeface="Consolas"/>
                <a:sym typeface="Consolas"/>
              </a:rPr>
              <a:t>(</a:t>
            </a:r>
            <a:r>
              <a:rPr lang="en" sz="1000">
                <a:solidFill>
                  <a:srgbClr val="267F99"/>
                </a:solidFill>
                <a:latin typeface="Consolas"/>
                <a:ea typeface="Consolas"/>
                <a:cs typeface="Consolas"/>
                <a:sym typeface="Consolas"/>
              </a:rPr>
              <a:t>Animal</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o</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System</a:t>
            </a:r>
            <a:r>
              <a:rPr lang="en" sz="1000">
                <a:solidFill>
                  <a:srgbClr val="000000"/>
                </a:solidFill>
                <a:latin typeface="Consolas"/>
                <a:ea typeface="Consolas"/>
                <a:cs typeface="Consolas"/>
                <a:sym typeface="Consolas"/>
              </a:rPr>
              <a:t>.</a:t>
            </a:r>
            <a:r>
              <a:rPr lang="en" sz="1000">
                <a:solidFill>
                  <a:srgbClr val="0070C1"/>
                </a:solidFill>
                <a:latin typeface="Consolas"/>
                <a:ea typeface="Consolas"/>
                <a:cs typeface="Consolas"/>
                <a:sym typeface="Consolas"/>
              </a:rPr>
              <a:t>out</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println</a:t>
            </a:r>
            <a:r>
              <a:rPr lang="en" sz="1000">
                <a:solidFill>
                  <a:srgbClr val="000000"/>
                </a:solidFill>
                <a:latin typeface="Consolas"/>
                <a:ea typeface="Consolas"/>
                <a:cs typeface="Consolas"/>
                <a:sym typeface="Consolas"/>
              </a:rPr>
              <a:t>(</a:t>
            </a:r>
            <a:r>
              <a:rPr lang="en" sz="1000">
                <a:solidFill>
                  <a:srgbClr val="001080"/>
                </a:solidFill>
                <a:latin typeface="Consolas"/>
                <a:ea typeface="Consolas"/>
                <a:cs typeface="Consolas"/>
                <a:sym typeface="Consolas"/>
              </a:rPr>
              <a:t>name</a:t>
            </a:r>
            <a:r>
              <a:rPr lang="en" sz="1000">
                <a:solidFill>
                  <a:srgbClr val="000000"/>
                </a:solidFill>
                <a:latin typeface="Consolas"/>
                <a:ea typeface="Consolas"/>
                <a:cs typeface="Consolas"/>
                <a:sym typeface="Consolas"/>
              </a:rPr>
              <a:t> + </a:t>
            </a:r>
            <a:r>
              <a:rPr lang="en" sz="1000">
                <a:solidFill>
                  <a:srgbClr val="A31515"/>
                </a:solidFill>
                <a:latin typeface="Consolas"/>
                <a:ea typeface="Consolas"/>
                <a:cs typeface="Consolas"/>
                <a:sym typeface="Consolas"/>
              </a:rPr>
              <a:t>" greets "</a:t>
            </a:r>
            <a:endParaRPr sz="1000">
              <a:solidFill>
                <a:srgbClr val="A31515"/>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 </a:t>
            </a:r>
            <a:r>
              <a:rPr lang="en" sz="1000">
                <a:solidFill>
                  <a:srgbClr val="001080"/>
                </a:solidFill>
                <a:latin typeface="Consolas"/>
                <a:ea typeface="Consolas"/>
                <a:cs typeface="Consolas"/>
                <a:sym typeface="Consolas"/>
              </a:rPr>
              <a:t>o</a:t>
            </a:r>
            <a:r>
              <a:rPr lang="en" sz="1000">
                <a:solidFill>
                  <a:srgbClr val="000000"/>
                </a:solidFill>
                <a:latin typeface="Consolas"/>
                <a:ea typeface="Consolas"/>
                <a:cs typeface="Consolas"/>
                <a:sym typeface="Consolas"/>
              </a:rPr>
              <a:t>.</a:t>
            </a:r>
            <a:r>
              <a:rPr lang="en" sz="1000">
                <a:solidFill>
                  <a:srgbClr val="001080"/>
                </a:solidFill>
                <a:latin typeface="Consolas"/>
                <a:ea typeface="Consolas"/>
                <a:cs typeface="Consolas"/>
                <a:sym typeface="Consolas"/>
              </a:rPr>
              <a:t>name</a:t>
            </a:r>
            <a:r>
              <a:rPr lang="en" sz="1000">
                <a:solidFill>
                  <a:srgbClr val="000000"/>
                </a:solidFill>
                <a:latin typeface="Consolas"/>
                <a:ea typeface="Consolas"/>
                <a:cs typeface="Consolas"/>
                <a:sym typeface="Consolas"/>
              </a:rPr>
              <a:t> + </a:t>
            </a:r>
            <a:r>
              <a:rPr lang="en" sz="1000">
                <a:solidFill>
                  <a:srgbClr val="A31515"/>
                </a:solidFill>
                <a:latin typeface="Consolas"/>
                <a:ea typeface="Consolas"/>
                <a:cs typeface="Consolas"/>
                <a:sym typeface="Consolas"/>
              </a:rPr>
              <a:t>"!"</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569CD6"/>
              </a:solidFill>
              <a:latin typeface="Consolas"/>
              <a:ea typeface="Consolas"/>
              <a:cs typeface="Consolas"/>
              <a:sym typeface="Consolas"/>
            </a:endParaRPr>
          </a:p>
        </p:txBody>
      </p:sp>
      <p:sp>
        <p:nvSpPr>
          <p:cNvPr id="772" name="Google Shape;772;p10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22</a:t>
            </a:fld>
            <a:endParaRPr/>
          </a:p>
        </p:txBody>
      </p:sp>
      <p:sp>
        <p:nvSpPr>
          <p:cNvPr id="773" name="Google Shape;773;p100"/>
          <p:cNvSpPr txBox="1"/>
          <p:nvPr/>
        </p:nvSpPr>
        <p:spPr>
          <a:xfrm>
            <a:off x="3750525" y="1370850"/>
            <a:ext cx="2453400" cy="671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000000"/>
                </a:solidFill>
                <a:latin typeface="Arial"/>
                <a:ea typeface="Arial"/>
                <a:cs typeface="Arial"/>
                <a:sym typeface="Arial"/>
              </a:rPr>
              <a:t>Child classes use </a:t>
            </a:r>
            <a:r>
              <a:rPr lang="en" sz="1100" b="0" i="0" u="none" strike="noStrike" cap="none">
                <a:solidFill>
                  <a:srgbClr val="FF0000"/>
                </a:solidFill>
                <a:latin typeface="Courier New"/>
                <a:ea typeface="Courier New"/>
                <a:cs typeface="Courier New"/>
                <a:sym typeface="Courier New"/>
              </a:rPr>
              <a:t>extends</a:t>
            </a:r>
            <a:r>
              <a:rPr lang="en" sz="1100" b="0" i="0" u="none" strike="noStrike" cap="none">
                <a:solidFill>
                  <a:srgbClr val="000000"/>
                </a:solidFill>
                <a:latin typeface="Arial"/>
                <a:ea typeface="Arial"/>
                <a:cs typeface="Arial"/>
                <a:sym typeface="Arial"/>
              </a:rPr>
              <a:t> to create an </a:t>
            </a:r>
            <a:r>
              <a:rPr lang="en" sz="1100" b="1" i="1" u="sng" strike="noStrike" cap="none">
                <a:solidFill>
                  <a:srgbClr val="FF0000"/>
                </a:solidFill>
                <a:latin typeface="Arial"/>
                <a:ea typeface="Arial"/>
                <a:cs typeface="Arial"/>
                <a:sym typeface="Arial"/>
              </a:rPr>
              <a:t>is-a relationship</a:t>
            </a:r>
            <a:r>
              <a:rPr lang="en" sz="1100" b="0" i="0" u="none" strike="noStrike" cap="none">
                <a:solidFill>
                  <a:srgbClr val="000000"/>
                </a:solidFill>
                <a:latin typeface="Arial"/>
                <a:ea typeface="Arial"/>
                <a:cs typeface="Arial"/>
                <a:sym typeface="Arial"/>
              </a:rPr>
              <a:t> with a parent class.</a:t>
            </a:r>
            <a:endParaRPr sz="1100" b="0" i="0" u="none" strike="noStrike" cap="none">
              <a:solidFill>
                <a:srgbClr val="000000"/>
              </a:solidFill>
              <a:latin typeface="Arial"/>
              <a:ea typeface="Arial"/>
              <a:cs typeface="Arial"/>
              <a:sym typeface="Arial"/>
            </a:endParaRPr>
          </a:p>
        </p:txBody>
      </p:sp>
      <p:sp>
        <p:nvSpPr>
          <p:cNvPr id="774" name="Google Shape;774;p100"/>
          <p:cNvSpPr txBox="1"/>
          <p:nvPr/>
        </p:nvSpPr>
        <p:spPr>
          <a:xfrm>
            <a:off x="3752363" y="2197050"/>
            <a:ext cx="2453400" cy="807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000000"/>
                </a:solidFill>
                <a:latin typeface="Arial"/>
                <a:ea typeface="Arial"/>
                <a:cs typeface="Arial"/>
                <a:sym typeface="Arial"/>
              </a:rPr>
              <a:t>Constructors are </a:t>
            </a:r>
            <a:r>
              <a:rPr lang="en" sz="1100" b="1" i="1" u="none" strike="noStrike" cap="none">
                <a:solidFill>
                  <a:srgbClr val="FF0000"/>
                </a:solidFill>
                <a:latin typeface="Arial"/>
                <a:ea typeface="Arial"/>
                <a:cs typeface="Arial"/>
                <a:sym typeface="Arial"/>
              </a:rPr>
              <a:t>not</a:t>
            </a:r>
            <a:r>
              <a:rPr lang="en" sz="1100" b="0" i="0" u="none" strike="noStrike" cap="none">
                <a:solidFill>
                  <a:srgbClr val="FF0000"/>
                </a:solidFill>
                <a:latin typeface="Arial"/>
                <a:ea typeface="Arial"/>
                <a:cs typeface="Arial"/>
                <a:sym typeface="Arial"/>
              </a:rPr>
              <a:t> </a:t>
            </a:r>
            <a:r>
              <a:rPr lang="en" sz="1100" b="0" i="0" u="none" strike="noStrike" cap="none">
                <a:solidFill>
                  <a:srgbClr val="000000"/>
                </a:solidFill>
                <a:latin typeface="Arial"/>
                <a:ea typeface="Arial"/>
                <a:cs typeface="Arial"/>
                <a:sym typeface="Arial"/>
              </a:rPr>
              <a:t>inherited. A child class must define its own constructors and call one of the parent constructors using </a:t>
            </a:r>
            <a:r>
              <a:rPr lang="en" sz="1100" b="0" i="0" u="none" strike="noStrike" cap="none">
                <a:solidFill>
                  <a:srgbClr val="FF0000"/>
                </a:solidFill>
                <a:latin typeface="Courier New"/>
                <a:ea typeface="Courier New"/>
                <a:cs typeface="Courier New"/>
                <a:sym typeface="Courier New"/>
              </a:rPr>
              <a:t>super</a:t>
            </a:r>
            <a:r>
              <a:rPr lang="en" sz="1100" b="0" i="0" u="none" strike="noStrike" cap="none">
                <a:solidFill>
                  <a:srgbClr val="000000"/>
                </a:solidFill>
                <a:latin typeface="Arial"/>
                <a:ea typeface="Arial"/>
                <a:cs typeface="Arial"/>
                <a:sym typeface="Arial"/>
              </a:rPr>
              <a:t>.</a:t>
            </a:r>
            <a:endParaRPr sz="1100" b="0" i="0" u="none" strike="noStrike" cap="none">
              <a:solidFill>
                <a:srgbClr val="000000"/>
              </a:solidFill>
              <a:latin typeface="Arial"/>
              <a:ea typeface="Arial"/>
              <a:cs typeface="Arial"/>
              <a:sym typeface="Arial"/>
            </a:endParaRPr>
          </a:p>
        </p:txBody>
      </p:sp>
      <p:grpSp>
        <p:nvGrpSpPr>
          <p:cNvPr id="775" name="Google Shape;775;p100"/>
          <p:cNvGrpSpPr/>
          <p:nvPr/>
        </p:nvGrpSpPr>
        <p:grpSpPr>
          <a:xfrm>
            <a:off x="7863338" y="2382763"/>
            <a:ext cx="1190063" cy="765462"/>
            <a:chOff x="7863338" y="2382763"/>
            <a:chExt cx="1190063" cy="765462"/>
          </a:xfrm>
        </p:grpSpPr>
        <p:sp>
          <p:nvSpPr>
            <p:cNvPr id="776" name="Google Shape;776;p100"/>
            <p:cNvSpPr txBox="1"/>
            <p:nvPr/>
          </p:nvSpPr>
          <p:spPr>
            <a:xfrm rot="-756300">
              <a:off x="7904068" y="2496956"/>
              <a:ext cx="1101140" cy="495513"/>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 sz="1300" b="0" i="0" u="none" strike="noStrike" cap="none">
                  <a:solidFill>
                    <a:srgbClr val="FF0000"/>
                  </a:solidFill>
                  <a:latin typeface="Shadows Into Light"/>
                  <a:ea typeface="Shadows Into Light"/>
                  <a:cs typeface="Shadows Into Light"/>
                  <a:sym typeface="Shadows Into Light"/>
                </a:rPr>
                <a:t>Use getName() instead.</a:t>
              </a:r>
              <a:endParaRPr sz="1300" b="0" i="0" u="none" strike="noStrike" cap="none">
                <a:solidFill>
                  <a:srgbClr val="FF0000"/>
                </a:solidFill>
                <a:latin typeface="Shadows Into Light"/>
                <a:ea typeface="Shadows Into Light"/>
                <a:cs typeface="Shadows Into Light"/>
                <a:sym typeface="Shadows Into Light"/>
              </a:endParaRPr>
            </a:p>
          </p:txBody>
        </p:sp>
        <p:sp>
          <p:nvSpPr>
            <p:cNvPr id="777" name="Google Shape;777;p100"/>
            <p:cNvSpPr/>
            <p:nvPr/>
          </p:nvSpPr>
          <p:spPr>
            <a:xfrm>
              <a:off x="7900500" y="2963425"/>
              <a:ext cx="1152900" cy="184800"/>
            </a:xfrm>
            <a:prstGeom prst="mathMultiply">
              <a:avLst>
                <a:gd name="adj1" fmla="val 7994"/>
              </a:avLst>
            </a:prstGeom>
            <a:solidFill>
              <a:srgbClr val="FF0000"/>
            </a:solidFill>
            <a:ln w="9525"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78" name="Google Shape;778;p100"/>
          <p:cNvSpPr txBox="1"/>
          <p:nvPr/>
        </p:nvSpPr>
        <p:spPr>
          <a:xfrm>
            <a:off x="3750513" y="3158851"/>
            <a:ext cx="2453400" cy="770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000000"/>
                </a:solidFill>
                <a:latin typeface="Arial"/>
                <a:ea typeface="Arial"/>
                <a:cs typeface="Arial"/>
                <a:sym typeface="Arial"/>
              </a:rPr>
              <a:t>Child classes </a:t>
            </a:r>
            <a:r>
              <a:rPr lang="en" sz="1100" b="1" i="1" u="sng" strike="noStrike" cap="none">
                <a:solidFill>
                  <a:srgbClr val="FF0000"/>
                </a:solidFill>
                <a:latin typeface="Arial"/>
                <a:ea typeface="Arial"/>
                <a:cs typeface="Arial"/>
                <a:sym typeface="Arial"/>
              </a:rPr>
              <a:t>cannot</a:t>
            </a:r>
            <a:r>
              <a:rPr lang="en" sz="1100" b="0" i="0" u="none" strike="noStrike" cap="none">
                <a:solidFill>
                  <a:srgbClr val="FF0000"/>
                </a:solidFill>
                <a:latin typeface="Arial"/>
                <a:ea typeface="Arial"/>
                <a:cs typeface="Arial"/>
                <a:sym typeface="Arial"/>
              </a:rPr>
              <a:t> </a:t>
            </a:r>
            <a:r>
              <a:rPr lang="en" sz="1100" b="0" i="0" u="none" strike="noStrike" cap="none">
                <a:solidFill>
                  <a:srgbClr val="000000"/>
                </a:solidFill>
                <a:latin typeface="Arial"/>
                <a:ea typeface="Arial"/>
                <a:cs typeface="Arial"/>
                <a:sym typeface="Arial"/>
              </a:rPr>
              <a:t>directly access </a:t>
            </a:r>
            <a:r>
              <a:rPr lang="en" sz="1100" b="0" i="0" u="none" strike="noStrike" cap="none">
                <a:solidFill>
                  <a:srgbClr val="000000"/>
                </a:solidFill>
                <a:latin typeface="Courier New"/>
                <a:ea typeface="Courier New"/>
                <a:cs typeface="Courier New"/>
                <a:sym typeface="Courier New"/>
              </a:rPr>
              <a:t>private</a:t>
            </a:r>
            <a:r>
              <a:rPr lang="en" sz="1100" b="0" i="0" u="none" strike="noStrike" cap="none">
                <a:solidFill>
                  <a:srgbClr val="000000"/>
                </a:solidFill>
                <a:latin typeface="Arial"/>
                <a:ea typeface="Arial"/>
                <a:cs typeface="Arial"/>
                <a:sym typeface="Arial"/>
              </a:rPr>
              <a:t> state or behavior in the parent class. Accessors and mutators will need to be used.</a:t>
            </a:r>
            <a:endParaRPr sz="1100" b="0" i="0" u="none" strike="noStrike" cap="none">
              <a:solidFill>
                <a:srgbClr val="000000"/>
              </a:solidFill>
              <a:latin typeface="Arial"/>
              <a:ea typeface="Arial"/>
              <a:cs typeface="Arial"/>
              <a:sym typeface="Arial"/>
            </a:endParaRPr>
          </a:p>
        </p:txBody>
      </p:sp>
      <p:sp>
        <p:nvSpPr>
          <p:cNvPr id="779" name="Google Shape;779;p100"/>
          <p:cNvSpPr txBox="1">
            <a:spLocks noGrp="1"/>
          </p:cNvSpPr>
          <p:nvPr>
            <p:ph type="body" idx="2"/>
          </p:nvPr>
        </p:nvSpPr>
        <p:spPr>
          <a:xfrm>
            <a:off x="6303750" y="3858163"/>
            <a:ext cx="2771400" cy="8118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000">
                <a:solidFill>
                  <a:srgbClr val="267F99"/>
                </a:solidFill>
                <a:latin typeface="Consolas"/>
                <a:ea typeface="Consolas"/>
                <a:cs typeface="Consolas"/>
                <a:sym typeface="Consolas"/>
              </a:rPr>
              <a:t>Rabbit</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r</a:t>
            </a:r>
            <a:r>
              <a:rPr lang="en" sz="1000">
                <a:solidFill>
                  <a:srgbClr val="000000"/>
                </a:solidFill>
                <a:latin typeface="Consolas"/>
                <a:ea typeface="Consolas"/>
                <a:cs typeface="Consolas"/>
                <a:sym typeface="Consolas"/>
              </a:rPr>
              <a:t> = </a:t>
            </a:r>
            <a:r>
              <a:rPr lang="en" sz="1000">
                <a:solidFill>
                  <a:srgbClr val="AF00DB"/>
                </a:solidFill>
                <a:latin typeface="Consolas"/>
                <a:ea typeface="Consolas"/>
                <a:cs typeface="Consolas"/>
                <a:sym typeface="Consolas"/>
              </a:rPr>
              <a:t>new</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Rabbit</a:t>
            </a:r>
            <a:r>
              <a:rPr lang="en" sz="1000">
                <a:solidFill>
                  <a:srgbClr val="000000"/>
                </a:solidFill>
                <a:latin typeface="Consolas"/>
                <a:ea typeface="Consolas"/>
                <a:cs typeface="Consolas"/>
                <a:sym typeface="Consolas"/>
              </a:rPr>
              <a:t>(</a:t>
            </a:r>
            <a:r>
              <a:rPr lang="en" sz="1000">
                <a:solidFill>
                  <a:srgbClr val="098658"/>
                </a:solidFill>
                <a:latin typeface="Consolas"/>
                <a:ea typeface="Consolas"/>
                <a:cs typeface="Consolas"/>
                <a:sym typeface="Consolas"/>
              </a:rPr>
              <a:t>2.5</a:t>
            </a:r>
            <a:r>
              <a:rPr lang="en" sz="1000">
                <a:solidFill>
                  <a:srgbClr val="000000"/>
                </a:solidFill>
                <a:latin typeface="Consolas"/>
                <a:ea typeface="Consolas"/>
                <a:cs typeface="Consolas"/>
                <a:sym typeface="Consolas"/>
              </a:rPr>
              <a:t>, </a:t>
            </a:r>
            <a:r>
              <a:rPr lang="en" sz="1000">
                <a:solidFill>
                  <a:srgbClr val="A31515"/>
                </a:solidFill>
                <a:latin typeface="Consolas"/>
                <a:ea typeface="Consolas"/>
                <a:cs typeface="Consolas"/>
                <a:sym typeface="Consolas"/>
              </a:rPr>
              <a:t>"brown"</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267F99"/>
                </a:solidFill>
                <a:latin typeface="Consolas"/>
                <a:ea typeface="Consolas"/>
                <a:cs typeface="Consolas"/>
                <a:sym typeface="Consolas"/>
              </a:rPr>
              <a:t>Animal</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a</a:t>
            </a:r>
            <a:r>
              <a:rPr lang="en" sz="1000">
                <a:solidFill>
                  <a:srgbClr val="000000"/>
                </a:solidFill>
                <a:latin typeface="Consolas"/>
                <a:ea typeface="Consolas"/>
                <a:cs typeface="Consolas"/>
                <a:sym typeface="Consolas"/>
              </a:rPr>
              <a:t> = </a:t>
            </a:r>
            <a:r>
              <a:rPr lang="en" sz="1000">
                <a:solidFill>
                  <a:srgbClr val="AF00DB"/>
                </a:solidFill>
                <a:latin typeface="Consolas"/>
                <a:ea typeface="Consolas"/>
                <a:cs typeface="Consolas"/>
                <a:sym typeface="Consolas"/>
              </a:rPr>
              <a:t>new</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Rabbit</a:t>
            </a:r>
            <a:r>
              <a:rPr lang="en" sz="1000">
                <a:solidFill>
                  <a:srgbClr val="000000"/>
                </a:solidFill>
                <a:latin typeface="Consolas"/>
                <a:ea typeface="Consolas"/>
                <a:cs typeface="Consolas"/>
                <a:sym typeface="Consolas"/>
              </a:rPr>
              <a:t>(</a:t>
            </a:r>
            <a:r>
              <a:rPr lang="en" sz="1000">
                <a:solidFill>
                  <a:srgbClr val="098658"/>
                </a:solidFill>
                <a:latin typeface="Consolas"/>
                <a:ea typeface="Consolas"/>
                <a:cs typeface="Consolas"/>
                <a:sym typeface="Consolas"/>
              </a:rPr>
              <a:t>3</a:t>
            </a:r>
            <a:r>
              <a:rPr lang="en" sz="1000">
                <a:solidFill>
                  <a:srgbClr val="000000"/>
                </a:solidFill>
                <a:latin typeface="Consolas"/>
                <a:ea typeface="Consolas"/>
                <a:cs typeface="Consolas"/>
                <a:sym typeface="Consolas"/>
              </a:rPr>
              <a:t>, </a:t>
            </a:r>
            <a:r>
              <a:rPr lang="en" sz="1000">
                <a:solidFill>
                  <a:srgbClr val="A31515"/>
                </a:solidFill>
                <a:latin typeface="Consolas"/>
                <a:ea typeface="Consolas"/>
                <a:cs typeface="Consolas"/>
                <a:sym typeface="Consolas"/>
              </a:rPr>
              <a:t>"white"</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1080"/>
                </a:solidFill>
                <a:latin typeface="Consolas"/>
                <a:ea typeface="Consolas"/>
                <a:cs typeface="Consolas"/>
                <a:sym typeface="Consolas"/>
              </a:rPr>
              <a:t>a</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greet</a:t>
            </a:r>
            <a:r>
              <a:rPr lang="en" sz="1000">
                <a:solidFill>
                  <a:srgbClr val="000000"/>
                </a:solidFill>
                <a:latin typeface="Consolas"/>
                <a:ea typeface="Consolas"/>
                <a:cs typeface="Consolas"/>
                <a:sym typeface="Consolas"/>
              </a:rPr>
              <a:t>(r);</a:t>
            </a:r>
            <a:endParaRPr sz="1000">
              <a:solidFill>
                <a:srgbClr val="4EC9B0"/>
              </a:solidFill>
              <a:latin typeface="Consolas"/>
              <a:ea typeface="Consolas"/>
              <a:cs typeface="Consolas"/>
              <a:sym typeface="Consolas"/>
            </a:endParaRPr>
          </a:p>
        </p:txBody>
      </p:sp>
      <p:sp>
        <p:nvSpPr>
          <p:cNvPr id="780" name="Google Shape;780;p100"/>
          <p:cNvSpPr txBox="1"/>
          <p:nvPr/>
        </p:nvSpPr>
        <p:spPr>
          <a:xfrm>
            <a:off x="3750525" y="4083485"/>
            <a:ext cx="2453400" cy="811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000000"/>
                </a:solidFill>
                <a:latin typeface="Arial"/>
                <a:ea typeface="Arial"/>
                <a:cs typeface="Arial"/>
                <a:sym typeface="Arial"/>
              </a:rPr>
              <a:t>Through subclassing, </a:t>
            </a:r>
            <a:r>
              <a:rPr lang="en" sz="1100" b="0" i="0" u="none" strike="noStrike" cap="none">
                <a:solidFill>
                  <a:srgbClr val="000000"/>
                </a:solidFill>
                <a:latin typeface="Courier New"/>
                <a:ea typeface="Courier New"/>
                <a:cs typeface="Courier New"/>
                <a:sym typeface="Courier New"/>
              </a:rPr>
              <a:t>Rabbit</a:t>
            </a:r>
            <a:r>
              <a:rPr lang="en" sz="1100" b="0" i="0" u="none" strike="noStrike" cap="none">
                <a:solidFill>
                  <a:srgbClr val="000000"/>
                </a:solidFill>
                <a:latin typeface="Arial"/>
                <a:ea typeface="Arial"/>
                <a:cs typeface="Arial"/>
                <a:sym typeface="Arial"/>
              </a:rPr>
              <a:t> "is a" </a:t>
            </a:r>
            <a:r>
              <a:rPr lang="en" sz="1100" b="0" i="0" u="none" strike="noStrike" cap="none">
                <a:solidFill>
                  <a:srgbClr val="000000"/>
                </a:solidFill>
                <a:latin typeface="Courier New"/>
                <a:ea typeface="Courier New"/>
                <a:cs typeface="Courier New"/>
                <a:sym typeface="Courier New"/>
              </a:rPr>
              <a:t>Animal</a:t>
            </a:r>
            <a:r>
              <a:rPr lang="en" sz="1100" b="0" i="0" u="none" strike="noStrike" cap="none">
                <a:solidFill>
                  <a:srgbClr val="000000"/>
                </a:solidFill>
                <a:latin typeface="Arial"/>
                <a:ea typeface="Arial"/>
                <a:cs typeface="Arial"/>
                <a:sym typeface="Arial"/>
              </a:rPr>
              <a:t>, and can be used with any code written to use </a:t>
            </a:r>
            <a:r>
              <a:rPr lang="en" sz="1100" b="0" i="0" u="none" strike="noStrike" cap="none">
                <a:solidFill>
                  <a:srgbClr val="000000"/>
                </a:solidFill>
                <a:latin typeface="Courier New"/>
                <a:ea typeface="Courier New"/>
                <a:cs typeface="Courier New"/>
                <a:sym typeface="Courier New"/>
              </a:rPr>
              <a:t>Animal</a:t>
            </a:r>
            <a:r>
              <a:rPr lang="en" sz="1100" b="0" i="0" u="none" strike="noStrike" cap="none">
                <a:solidFill>
                  <a:srgbClr val="000000"/>
                </a:solidFill>
                <a:latin typeface="Arial"/>
                <a:ea typeface="Arial"/>
                <a:cs typeface="Arial"/>
                <a:sym typeface="Arial"/>
              </a:rPr>
              <a:t>. </a:t>
            </a:r>
            <a:r>
              <a:rPr lang="en" sz="1100" b="1" i="1" u="sng" strike="noStrike" cap="none">
                <a:solidFill>
                  <a:srgbClr val="FF0000"/>
                </a:solidFill>
                <a:latin typeface="Arial"/>
                <a:ea typeface="Arial"/>
                <a:cs typeface="Arial"/>
                <a:sym typeface="Arial"/>
              </a:rPr>
              <a:t>Polymorphism</a:t>
            </a:r>
            <a:r>
              <a:rPr lang="en" sz="1100" b="0" i="0" u="none" strike="noStrike" cap="none">
                <a:solidFill>
                  <a:srgbClr val="000000"/>
                </a:solidFill>
                <a:latin typeface="Arial"/>
                <a:ea typeface="Arial"/>
                <a:cs typeface="Arial"/>
                <a:sym typeface="Arial"/>
              </a:rPr>
              <a:t>!</a:t>
            </a:r>
            <a:endParaRPr sz="1100" b="0" i="0" u="none" strike="noStrike" cap="none">
              <a:solidFill>
                <a:srgbClr val="000000"/>
              </a:solidFill>
              <a:latin typeface="Arial"/>
              <a:ea typeface="Arial"/>
              <a:cs typeface="Arial"/>
              <a:sym typeface="Arial"/>
            </a:endParaRPr>
          </a:p>
        </p:txBody>
      </p:sp>
      <p:grpSp>
        <p:nvGrpSpPr>
          <p:cNvPr id="781" name="Google Shape;781;p100"/>
          <p:cNvGrpSpPr/>
          <p:nvPr/>
        </p:nvGrpSpPr>
        <p:grpSpPr>
          <a:xfrm>
            <a:off x="6200175" y="1416225"/>
            <a:ext cx="2135850" cy="273000"/>
            <a:chOff x="6200175" y="1416225"/>
            <a:chExt cx="2135850" cy="273000"/>
          </a:xfrm>
        </p:grpSpPr>
        <p:sp>
          <p:nvSpPr>
            <p:cNvPr id="782" name="Google Shape;782;p100"/>
            <p:cNvSpPr/>
            <p:nvPr/>
          </p:nvSpPr>
          <p:spPr>
            <a:xfrm>
              <a:off x="7758525" y="1416225"/>
              <a:ext cx="577500" cy="2013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783" name="Google Shape;783;p100"/>
            <p:cNvCxnSpPr>
              <a:endCxn id="782" idx="0"/>
            </p:cNvCxnSpPr>
            <p:nvPr/>
          </p:nvCxnSpPr>
          <p:spPr>
            <a:xfrm rot="10800000" flipH="1">
              <a:off x="6200175" y="1416225"/>
              <a:ext cx="1847100" cy="273000"/>
            </a:xfrm>
            <a:prstGeom prst="bentConnector4">
              <a:avLst>
                <a:gd name="adj1" fmla="val 9480"/>
                <a:gd name="adj2" fmla="val 187225"/>
              </a:avLst>
            </a:prstGeom>
            <a:noFill/>
            <a:ln w="19050" cap="flat" cmpd="sng">
              <a:solidFill>
                <a:srgbClr val="FF0000"/>
              </a:solidFill>
              <a:prstDash val="solid"/>
              <a:round/>
              <a:headEnd type="none" w="med" len="med"/>
              <a:tailEnd type="none" w="med" len="med"/>
            </a:ln>
          </p:spPr>
        </p:cxnSp>
      </p:grpSp>
      <p:grpSp>
        <p:nvGrpSpPr>
          <p:cNvPr id="784" name="Google Shape;784;p100"/>
          <p:cNvGrpSpPr/>
          <p:nvPr/>
        </p:nvGrpSpPr>
        <p:grpSpPr>
          <a:xfrm>
            <a:off x="6205763" y="2197050"/>
            <a:ext cx="2371889" cy="403650"/>
            <a:chOff x="6205763" y="2197050"/>
            <a:chExt cx="2371889" cy="403650"/>
          </a:xfrm>
        </p:grpSpPr>
        <p:sp>
          <p:nvSpPr>
            <p:cNvPr id="785" name="Google Shape;785;p100"/>
            <p:cNvSpPr/>
            <p:nvPr/>
          </p:nvSpPr>
          <p:spPr>
            <a:xfrm>
              <a:off x="6745852" y="2197050"/>
              <a:ext cx="1831800" cy="2013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786" name="Google Shape;786;p100"/>
            <p:cNvCxnSpPr>
              <a:stCxn id="774" idx="3"/>
              <a:endCxn id="785" idx="1"/>
            </p:cNvCxnSpPr>
            <p:nvPr/>
          </p:nvCxnSpPr>
          <p:spPr>
            <a:xfrm rot="10800000" flipH="1">
              <a:off x="6205763" y="2297700"/>
              <a:ext cx="540000" cy="303000"/>
            </a:xfrm>
            <a:prstGeom prst="bentConnector3">
              <a:avLst>
                <a:gd name="adj1" fmla="val 50008"/>
              </a:avLst>
            </a:prstGeom>
            <a:noFill/>
            <a:ln w="19050" cap="flat" cmpd="sng">
              <a:solidFill>
                <a:srgbClr val="FF0000"/>
              </a:solidFill>
              <a:prstDash val="solid"/>
              <a:round/>
              <a:headEnd type="none" w="med" len="med"/>
              <a:tailEnd type="none" w="med" len="med"/>
            </a:ln>
          </p:spPr>
        </p:cxnSp>
      </p:grpSp>
      <p:grpSp>
        <p:nvGrpSpPr>
          <p:cNvPr id="787" name="Google Shape;787;p100"/>
          <p:cNvGrpSpPr/>
          <p:nvPr/>
        </p:nvGrpSpPr>
        <p:grpSpPr>
          <a:xfrm>
            <a:off x="1654825" y="4135700"/>
            <a:ext cx="2095700" cy="353685"/>
            <a:chOff x="1654825" y="4135700"/>
            <a:chExt cx="2095700" cy="353685"/>
          </a:xfrm>
        </p:grpSpPr>
        <p:sp>
          <p:nvSpPr>
            <p:cNvPr id="788" name="Google Shape;788;p100"/>
            <p:cNvSpPr/>
            <p:nvPr/>
          </p:nvSpPr>
          <p:spPr>
            <a:xfrm>
              <a:off x="1654825" y="4135700"/>
              <a:ext cx="698400" cy="1881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789" name="Google Shape;789;p100"/>
            <p:cNvCxnSpPr>
              <a:stCxn id="780" idx="1"/>
              <a:endCxn id="788" idx="3"/>
            </p:cNvCxnSpPr>
            <p:nvPr/>
          </p:nvCxnSpPr>
          <p:spPr>
            <a:xfrm rot="10800000">
              <a:off x="2353125" y="4229885"/>
              <a:ext cx="1397400" cy="259500"/>
            </a:xfrm>
            <a:prstGeom prst="bentConnector3">
              <a:avLst>
                <a:gd name="adj1" fmla="val 34167"/>
              </a:avLst>
            </a:prstGeom>
            <a:noFill/>
            <a:ln w="19050" cap="flat" cmpd="sng">
              <a:solidFill>
                <a:srgbClr val="FF0000"/>
              </a:solidFill>
              <a:prstDash val="solid"/>
              <a:round/>
              <a:headEnd type="none" w="med" len="med"/>
              <a:tailEnd type="none" w="med" len="med"/>
            </a:ln>
          </p:spPr>
        </p:cxnSp>
      </p:grpSp>
      <p:grpSp>
        <p:nvGrpSpPr>
          <p:cNvPr id="790" name="Google Shape;790;p100"/>
          <p:cNvGrpSpPr/>
          <p:nvPr/>
        </p:nvGrpSpPr>
        <p:grpSpPr>
          <a:xfrm>
            <a:off x="6203925" y="4395550"/>
            <a:ext cx="983725" cy="188100"/>
            <a:chOff x="6203925" y="4395550"/>
            <a:chExt cx="983725" cy="188100"/>
          </a:xfrm>
        </p:grpSpPr>
        <p:sp>
          <p:nvSpPr>
            <p:cNvPr id="791" name="Google Shape;791;p100"/>
            <p:cNvSpPr/>
            <p:nvPr/>
          </p:nvSpPr>
          <p:spPr>
            <a:xfrm>
              <a:off x="6366550" y="4395550"/>
              <a:ext cx="821100" cy="1881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792" name="Google Shape;792;p100"/>
            <p:cNvCxnSpPr>
              <a:stCxn id="780" idx="3"/>
              <a:endCxn id="791" idx="1"/>
            </p:cNvCxnSpPr>
            <p:nvPr/>
          </p:nvCxnSpPr>
          <p:spPr>
            <a:xfrm>
              <a:off x="6203925" y="4489385"/>
              <a:ext cx="162600" cy="600"/>
            </a:xfrm>
            <a:prstGeom prst="bentConnector3">
              <a:avLst>
                <a:gd name="adj1" fmla="val 50008"/>
              </a:avLst>
            </a:prstGeom>
            <a:noFill/>
            <a:ln w="19050" cap="flat" cmpd="sng">
              <a:solidFill>
                <a:srgbClr val="FF0000"/>
              </a:solidFill>
              <a:prstDash val="solid"/>
              <a:round/>
              <a:headEnd type="none" w="med" len="med"/>
              <a:tailEnd type="non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73"/>
                                        </p:tgtEl>
                                        <p:attrNameLst>
                                          <p:attrName>style.visibility</p:attrName>
                                        </p:attrNameLst>
                                      </p:cBhvr>
                                      <p:to>
                                        <p:strVal val="visible"/>
                                      </p:to>
                                    </p:set>
                                    <p:animEffect transition="in" filter="fade">
                                      <p:cBhvr>
                                        <p:cTn id="7" dur="1000"/>
                                        <p:tgtEl>
                                          <p:spTgt spid="773"/>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781"/>
                                        </p:tgtEl>
                                        <p:attrNameLst>
                                          <p:attrName>style.visibility</p:attrName>
                                        </p:attrNameLst>
                                      </p:cBhvr>
                                      <p:to>
                                        <p:strVal val="visible"/>
                                      </p:to>
                                    </p:set>
                                    <p:animEffect transition="in" filter="fade">
                                      <p:cBhvr>
                                        <p:cTn id="11" dur="1000"/>
                                        <p:tgtEl>
                                          <p:spTgt spid="781"/>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74"/>
                                        </p:tgtEl>
                                        <p:attrNameLst>
                                          <p:attrName>style.visibility</p:attrName>
                                        </p:attrNameLst>
                                      </p:cBhvr>
                                      <p:to>
                                        <p:strVal val="visible"/>
                                      </p:to>
                                    </p:set>
                                    <p:animEffect transition="in" filter="fade">
                                      <p:cBhvr>
                                        <p:cTn id="16" dur="1000"/>
                                        <p:tgtEl>
                                          <p:spTgt spid="774"/>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784"/>
                                        </p:tgtEl>
                                        <p:attrNameLst>
                                          <p:attrName>style.visibility</p:attrName>
                                        </p:attrNameLst>
                                      </p:cBhvr>
                                      <p:to>
                                        <p:strVal val="visible"/>
                                      </p:to>
                                    </p:set>
                                    <p:animEffect transition="in" filter="fade">
                                      <p:cBhvr>
                                        <p:cTn id="20" dur="1000"/>
                                        <p:tgtEl>
                                          <p:spTgt spid="78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778"/>
                                        </p:tgtEl>
                                        <p:attrNameLst>
                                          <p:attrName>style.visibility</p:attrName>
                                        </p:attrNameLst>
                                      </p:cBhvr>
                                      <p:to>
                                        <p:strVal val="visible"/>
                                      </p:to>
                                    </p:set>
                                    <p:animEffect transition="in" filter="fade">
                                      <p:cBhvr>
                                        <p:cTn id="25" dur="1000"/>
                                        <p:tgtEl>
                                          <p:spTgt spid="778"/>
                                        </p:tgtEl>
                                      </p:cBhvr>
                                    </p:animEffect>
                                  </p:childTnLst>
                                </p:cTn>
                              </p:par>
                            </p:childTnLst>
                          </p:cTn>
                        </p:par>
                        <p:par>
                          <p:cTn id="26" fill="hold">
                            <p:stCondLst>
                              <p:cond delay="1000"/>
                            </p:stCondLst>
                            <p:childTnLst>
                              <p:par>
                                <p:cTn id="27" presetID="10" presetClass="entr" presetSubtype="0" fill="hold" nodeType="afterEffect">
                                  <p:stCondLst>
                                    <p:cond delay="0"/>
                                  </p:stCondLst>
                                  <p:childTnLst>
                                    <p:set>
                                      <p:cBhvr>
                                        <p:cTn id="28" dur="1" fill="hold">
                                          <p:stCondLst>
                                            <p:cond delay="0"/>
                                          </p:stCondLst>
                                        </p:cTn>
                                        <p:tgtEl>
                                          <p:spTgt spid="775"/>
                                        </p:tgtEl>
                                        <p:attrNameLst>
                                          <p:attrName>style.visibility</p:attrName>
                                        </p:attrNameLst>
                                      </p:cBhvr>
                                      <p:to>
                                        <p:strVal val="visible"/>
                                      </p:to>
                                    </p:set>
                                    <p:animEffect transition="in" filter="fade">
                                      <p:cBhvr>
                                        <p:cTn id="29" dur="1000"/>
                                        <p:tgtEl>
                                          <p:spTgt spid="775"/>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780"/>
                                        </p:tgtEl>
                                        <p:attrNameLst>
                                          <p:attrName>style.visibility</p:attrName>
                                        </p:attrNameLst>
                                      </p:cBhvr>
                                      <p:to>
                                        <p:strVal val="visible"/>
                                      </p:to>
                                    </p:set>
                                    <p:animEffect transition="in" filter="fade">
                                      <p:cBhvr>
                                        <p:cTn id="34" dur="1000"/>
                                        <p:tgtEl>
                                          <p:spTgt spid="780"/>
                                        </p:tgtEl>
                                      </p:cBhvr>
                                    </p:animEffect>
                                  </p:childTnLst>
                                </p:cTn>
                              </p:par>
                            </p:childTnLst>
                          </p:cTn>
                        </p:par>
                        <p:par>
                          <p:cTn id="35" fill="hold">
                            <p:stCondLst>
                              <p:cond delay="1000"/>
                            </p:stCondLst>
                            <p:childTnLst>
                              <p:par>
                                <p:cTn id="36" presetID="10" presetClass="entr" presetSubtype="0" fill="hold" nodeType="afterEffect">
                                  <p:stCondLst>
                                    <p:cond delay="0"/>
                                  </p:stCondLst>
                                  <p:childTnLst>
                                    <p:set>
                                      <p:cBhvr>
                                        <p:cTn id="37" dur="1" fill="hold">
                                          <p:stCondLst>
                                            <p:cond delay="0"/>
                                          </p:stCondLst>
                                        </p:cTn>
                                        <p:tgtEl>
                                          <p:spTgt spid="787"/>
                                        </p:tgtEl>
                                        <p:attrNameLst>
                                          <p:attrName>style.visibility</p:attrName>
                                        </p:attrNameLst>
                                      </p:cBhvr>
                                      <p:to>
                                        <p:strVal val="visible"/>
                                      </p:to>
                                    </p:set>
                                    <p:animEffect transition="in" filter="fade">
                                      <p:cBhvr>
                                        <p:cTn id="38" dur="1000"/>
                                        <p:tgtEl>
                                          <p:spTgt spid="787"/>
                                        </p:tgtEl>
                                      </p:cBhvr>
                                    </p:animEffect>
                                  </p:childTnLst>
                                </p:cTn>
                              </p:par>
                            </p:childTnLst>
                          </p:cTn>
                        </p:par>
                        <p:par>
                          <p:cTn id="39" fill="hold">
                            <p:stCondLst>
                              <p:cond delay="2000"/>
                            </p:stCondLst>
                            <p:childTnLst>
                              <p:par>
                                <p:cTn id="40" presetID="10" presetClass="entr" presetSubtype="0" fill="hold" nodeType="afterEffect">
                                  <p:stCondLst>
                                    <p:cond delay="0"/>
                                  </p:stCondLst>
                                  <p:childTnLst>
                                    <p:set>
                                      <p:cBhvr>
                                        <p:cTn id="41" dur="1" fill="hold">
                                          <p:stCondLst>
                                            <p:cond delay="0"/>
                                          </p:stCondLst>
                                        </p:cTn>
                                        <p:tgtEl>
                                          <p:spTgt spid="790"/>
                                        </p:tgtEl>
                                        <p:attrNameLst>
                                          <p:attrName>style.visibility</p:attrName>
                                        </p:attrNameLst>
                                      </p:cBhvr>
                                      <p:to>
                                        <p:strVal val="visible"/>
                                      </p:to>
                                    </p:set>
                                    <p:animEffect transition="in" filter="fade">
                                      <p:cBhvr>
                                        <p:cTn id="42" dur="1000"/>
                                        <p:tgtEl>
                                          <p:spTgt spid="7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96"/>
        <p:cNvGrpSpPr/>
        <p:nvPr/>
      </p:nvGrpSpPr>
      <p:grpSpPr>
        <a:xfrm>
          <a:off x="0" y="0"/>
          <a:ext cx="0" cy="0"/>
          <a:chOff x="0" y="0"/>
          <a:chExt cx="0" cy="0"/>
        </a:xfrm>
      </p:grpSpPr>
      <p:sp>
        <p:nvSpPr>
          <p:cNvPr id="797" name="Google Shape;797;p101"/>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Now that you have encapsulated all of the common state and behavior in the </a:t>
            </a:r>
            <a:r>
              <a:rPr lang="en">
                <a:latin typeface="Courier New"/>
                <a:ea typeface="Courier New"/>
                <a:cs typeface="Courier New"/>
                <a:sym typeface="Courier New"/>
              </a:rPr>
              <a:t>Goat</a:t>
            </a:r>
            <a:r>
              <a:rPr lang="en"/>
              <a:t> class, refactor </a:t>
            </a:r>
            <a:r>
              <a:rPr lang="en">
                <a:latin typeface="Courier New"/>
                <a:ea typeface="Courier New"/>
                <a:cs typeface="Courier New"/>
                <a:sym typeface="Courier New"/>
              </a:rPr>
              <a:t>Mage</a:t>
            </a:r>
            <a:r>
              <a:rPr lang="en"/>
              <a:t> so that it extends </a:t>
            </a:r>
            <a:r>
              <a:rPr lang="en">
                <a:latin typeface="Courier New"/>
                <a:ea typeface="Courier New"/>
                <a:cs typeface="Courier New"/>
                <a:sym typeface="Courier New"/>
              </a:rPr>
              <a:t>Goat</a:t>
            </a:r>
            <a:r>
              <a:rPr lang="en"/>
              <a:t>.</a:t>
            </a:r>
            <a:endParaRPr/>
          </a:p>
        </p:txBody>
      </p:sp>
      <p:sp>
        <p:nvSpPr>
          <p:cNvPr id="798" name="Google Shape;798;p10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23</a:t>
            </a:fld>
            <a:endParaRPr/>
          </a:p>
        </p:txBody>
      </p:sp>
      <p:sp>
        <p:nvSpPr>
          <p:cNvPr id="799" name="Google Shape;799;p101"/>
          <p:cNvSpPr txBox="1">
            <a:spLocks noGrp="1"/>
          </p:cNvSpPr>
          <p:nvPr>
            <p:ph type="body" idx="2"/>
          </p:nvPr>
        </p:nvSpPr>
        <p:spPr>
          <a:xfrm>
            <a:off x="3033175" y="1418875"/>
            <a:ext cx="5807700" cy="3060000"/>
          </a:xfrm>
          <a:prstGeom prst="rect">
            <a:avLst/>
          </a:prstGeom>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sz="1400"/>
              <a:t>Open your </a:t>
            </a:r>
            <a:r>
              <a:rPr lang="en" sz="1400">
                <a:solidFill>
                  <a:srgbClr val="FF0000"/>
                </a:solidFill>
                <a:latin typeface="Courier New"/>
                <a:ea typeface="Courier New"/>
                <a:cs typeface="Courier New"/>
                <a:sym typeface="Courier New"/>
              </a:rPr>
              <a:t>Mage</a:t>
            </a:r>
            <a:r>
              <a:rPr lang="en" sz="1400">
                <a:solidFill>
                  <a:srgbClr val="FF0000"/>
                </a:solidFill>
              </a:rPr>
              <a:t> </a:t>
            </a:r>
            <a:r>
              <a:rPr lang="en" sz="1400"/>
              <a:t>class and modify it so that it subclasses your common </a:t>
            </a:r>
            <a:r>
              <a:rPr lang="en" sz="1400">
                <a:solidFill>
                  <a:srgbClr val="FF0000"/>
                </a:solidFill>
                <a:latin typeface="Courier New"/>
                <a:ea typeface="Courier New"/>
                <a:cs typeface="Courier New"/>
                <a:sym typeface="Courier New"/>
              </a:rPr>
              <a:t>Goat</a:t>
            </a:r>
            <a:r>
              <a:rPr lang="en" sz="1400"/>
              <a:t>. For now we will focus only on the </a:t>
            </a:r>
            <a:r>
              <a:rPr lang="en" sz="1400" b="1" i="1">
                <a:solidFill>
                  <a:srgbClr val="FF0000"/>
                </a:solidFill>
              </a:rPr>
              <a:t>constructor</a:t>
            </a:r>
            <a:r>
              <a:rPr lang="en" sz="1400"/>
              <a:t>.</a:t>
            </a:r>
            <a:endParaRPr sz="1400"/>
          </a:p>
          <a:p>
            <a:pPr marL="914400" lvl="1" indent="-304800" algn="l" rtl="0">
              <a:spcBef>
                <a:spcPts val="0"/>
              </a:spcBef>
              <a:spcAft>
                <a:spcPts val="0"/>
              </a:spcAft>
              <a:buSzPts val="1200"/>
              <a:buChar char="○"/>
            </a:pPr>
            <a:r>
              <a:rPr lang="en" sz="1200"/>
              <a:t>Begin by </a:t>
            </a:r>
            <a:r>
              <a:rPr lang="en" sz="1200" b="1" i="1">
                <a:solidFill>
                  <a:srgbClr val="FF0000"/>
                </a:solidFill>
              </a:rPr>
              <a:t>commenting all but the</a:t>
            </a:r>
            <a:r>
              <a:rPr lang="en" sz="1200">
                <a:solidFill>
                  <a:srgbClr val="FF0000"/>
                </a:solidFill>
              </a:rPr>
              <a:t> </a:t>
            </a:r>
            <a:r>
              <a:rPr lang="en" sz="1200">
                <a:solidFill>
                  <a:srgbClr val="FF0000"/>
                </a:solidFill>
                <a:latin typeface="Courier New"/>
                <a:ea typeface="Courier New"/>
                <a:cs typeface="Courier New"/>
                <a:sym typeface="Courier New"/>
              </a:rPr>
              <a:t>main</a:t>
            </a:r>
            <a:r>
              <a:rPr lang="en" sz="1200">
                <a:solidFill>
                  <a:srgbClr val="FF0000"/>
                </a:solidFill>
              </a:rPr>
              <a:t> </a:t>
            </a:r>
            <a:r>
              <a:rPr lang="en" sz="1200" b="1" i="1">
                <a:solidFill>
                  <a:srgbClr val="FF0000"/>
                </a:solidFill>
              </a:rPr>
              <a:t>method</a:t>
            </a:r>
            <a:r>
              <a:rPr lang="en" sz="1200" b="1" i="1"/>
              <a:t> </a:t>
            </a:r>
            <a:r>
              <a:rPr lang="en" sz="1200"/>
              <a:t>in the body of the class.</a:t>
            </a:r>
            <a:endParaRPr sz="1200"/>
          </a:p>
          <a:p>
            <a:pPr marL="914400" lvl="1" indent="-304800" algn="l" rtl="0">
              <a:spcBef>
                <a:spcPts val="0"/>
              </a:spcBef>
              <a:spcAft>
                <a:spcPts val="0"/>
              </a:spcAft>
              <a:buSzPts val="1200"/>
              <a:buChar char="○"/>
            </a:pPr>
            <a:r>
              <a:rPr lang="en" sz="1200"/>
              <a:t>Use </a:t>
            </a:r>
            <a:r>
              <a:rPr lang="en" sz="1200">
                <a:solidFill>
                  <a:srgbClr val="FF0000"/>
                </a:solidFill>
                <a:latin typeface="Courier New"/>
                <a:ea typeface="Courier New"/>
                <a:cs typeface="Courier New"/>
                <a:sym typeface="Courier New"/>
              </a:rPr>
              <a:t>extends</a:t>
            </a:r>
            <a:r>
              <a:rPr lang="en" sz="1200">
                <a:solidFill>
                  <a:srgbClr val="FF0000"/>
                </a:solidFill>
              </a:rPr>
              <a:t> </a:t>
            </a:r>
            <a:r>
              <a:rPr lang="en" sz="1200"/>
              <a:t>to establish the inheritance relationship with </a:t>
            </a:r>
            <a:r>
              <a:rPr lang="en" sz="1200">
                <a:latin typeface="Courier New"/>
                <a:ea typeface="Courier New"/>
                <a:cs typeface="Courier New"/>
                <a:sym typeface="Courier New"/>
              </a:rPr>
              <a:t>Goat</a:t>
            </a:r>
            <a:r>
              <a:rPr lang="en" sz="1200"/>
              <a:t>.</a:t>
            </a:r>
            <a:endParaRPr sz="1200"/>
          </a:p>
          <a:p>
            <a:pPr marL="457200" lvl="0" indent="-317500" algn="l" rtl="0">
              <a:spcBef>
                <a:spcPts val="0"/>
              </a:spcBef>
              <a:spcAft>
                <a:spcPts val="0"/>
              </a:spcAft>
              <a:buSzPts val="1400"/>
              <a:buChar char="●"/>
            </a:pPr>
            <a:r>
              <a:rPr lang="en" sz="1400"/>
              <a:t>Try to </a:t>
            </a:r>
            <a:r>
              <a:rPr lang="en" sz="1400" b="1" i="1">
                <a:solidFill>
                  <a:srgbClr val="FF0000"/>
                </a:solidFill>
              </a:rPr>
              <a:t>compile</a:t>
            </a:r>
            <a:r>
              <a:rPr lang="en" sz="1400">
                <a:solidFill>
                  <a:srgbClr val="FF0000"/>
                </a:solidFill>
              </a:rPr>
              <a:t> </a:t>
            </a:r>
            <a:r>
              <a:rPr lang="en" sz="1400"/>
              <a:t>and </a:t>
            </a:r>
            <a:r>
              <a:rPr lang="en" sz="1400" b="1" i="1">
                <a:solidFill>
                  <a:srgbClr val="FF0000"/>
                </a:solidFill>
              </a:rPr>
              <a:t>run</a:t>
            </a:r>
            <a:r>
              <a:rPr lang="en" sz="1400">
                <a:solidFill>
                  <a:srgbClr val="FF0000"/>
                </a:solidFill>
              </a:rPr>
              <a:t> </a:t>
            </a:r>
            <a:r>
              <a:rPr lang="en" sz="1400"/>
              <a:t>the class. </a:t>
            </a:r>
            <a:endParaRPr sz="1400"/>
          </a:p>
          <a:p>
            <a:pPr marL="914400" lvl="1" indent="-304800" algn="l" rtl="0">
              <a:spcBef>
                <a:spcPts val="0"/>
              </a:spcBef>
              <a:spcAft>
                <a:spcPts val="0"/>
              </a:spcAft>
              <a:buSzPts val="1200"/>
              <a:buChar char="○"/>
            </a:pPr>
            <a:r>
              <a:rPr lang="en" sz="1200"/>
              <a:t>Compilation will </a:t>
            </a:r>
            <a:r>
              <a:rPr lang="en" sz="1200" b="1" i="1">
                <a:solidFill>
                  <a:srgbClr val="FF0000"/>
                </a:solidFill>
              </a:rPr>
              <a:t>fail </a:t>
            </a:r>
            <a:r>
              <a:rPr lang="en" sz="1200"/>
              <a:t>because you have not yet defined a </a:t>
            </a:r>
            <a:r>
              <a:rPr lang="en" sz="1200" b="1" i="1">
                <a:solidFill>
                  <a:srgbClr val="FF0000"/>
                </a:solidFill>
              </a:rPr>
              <a:t>constructor</a:t>
            </a:r>
            <a:r>
              <a:rPr lang="en" sz="1200"/>
              <a:t>.</a:t>
            </a:r>
            <a:endParaRPr sz="1200"/>
          </a:p>
          <a:p>
            <a:pPr marL="914400" lvl="1" indent="-304800" algn="l" rtl="0">
              <a:spcBef>
                <a:spcPts val="0"/>
              </a:spcBef>
              <a:spcAft>
                <a:spcPts val="0"/>
              </a:spcAft>
              <a:buSzPts val="1200"/>
              <a:buChar char="○"/>
            </a:pPr>
            <a:r>
              <a:rPr lang="en" sz="1200"/>
              <a:t>Add a constructor to your </a:t>
            </a:r>
            <a:r>
              <a:rPr lang="en" sz="1200">
                <a:latin typeface="Courier New"/>
                <a:ea typeface="Courier New"/>
                <a:cs typeface="Courier New"/>
                <a:sym typeface="Courier New"/>
              </a:rPr>
              <a:t>Mage</a:t>
            </a:r>
            <a:r>
              <a:rPr lang="en" sz="1200"/>
              <a:t> class that uses </a:t>
            </a:r>
            <a:r>
              <a:rPr lang="en" sz="1200">
                <a:solidFill>
                  <a:srgbClr val="FF0000"/>
                </a:solidFill>
                <a:latin typeface="Courier New"/>
                <a:ea typeface="Courier New"/>
                <a:cs typeface="Courier New"/>
                <a:sym typeface="Courier New"/>
              </a:rPr>
              <a:t>super</a:t>
            </a:r>
            <a:r>
              <a:rPr lang="en" sz="1200">
                <a:solidFill>
                  <a:srgbClr val="FF0000"/>
                </a:solidFill>
              </a:rPr>
              <a:t> </a:t>
            </a:r>
            <a:r>
              <a:rPr lang="en" sz="1200"/>
              <a:t>to call the constructor in the parent class. </a:t>
            </a:r>
            <a:endParaRPr sz="1200"/>
          </a:p>
          <a:p>
            <a:pPr marL="914400" lvl="1" indent="-304800" algn="l" rtl="0">
              <a:spcBef>
                <a:spcPts val="0"/>
              </a:spcBef>
              <a:spcAft>
                <a:spcPts val="0"/>
              </a:spcAft>
              <a:buSzPts val="1200"/>
              <a:buChar char="○"/>
            </a:pPr>
            <a:r>
              <a:rPr lang="en" sz="1200"/>
              <a:t>What </a:t>
            </a:r>
            <a:r>
              <a:rPr lang="en" sz="1200" b="1" i="1">
                <a:solidFill>
                  <a:srgbClr val="FF0000"/>
                </a:solidFill>
              </a:rPr>
              <a:t>parameters </a:t>
            </a:r>
            <a:r>
              <a:rPr lang="en" sz="1200"/>
              <a:t>will your </a:t>
            </a:r>
            <a:r>
              <a:rPr lang="en" sz="1200">
                <a:latin typeface="Courier New"/>
                <a:ea typeface="Courier New"/>
                <a:cs typeface="Courier New"/>
                <a:sym typeface="Courier New"/>
              </a:rPr>
              <a:t>Mage</a:t>
            </a:r>
            <a:r>
              <a:rPr lang="en" sz="1200"/>
              <a:t> constructor need? </a:t>
            </a:r>
            <a:r>
              <a:rPr lang="en" sz="1200" b="1" i="1">
                <a:solidFill>
                  <a:srgbClr val="FF0000"/>
                </a:solidFill>
              </a:rPr>
              <a:t>Hint</a:t>
            </a:r>
            <a:r>
              <a:rPr lang="en" sz="1200"/>
              <a:t>: some values never change from one </a:t>
            </a:r>
            <a:r>
              <a:rPr lang="en" sz="1200">
                <a:latin typeface="Courier New"/>
                <a:ea typeface="Courier New"/>
                <a:cs typeface="Courier New"/>
                <a:sym typeface="Courier New"/>
              </a:rPr>
              <a:t>Mage</a:t>
            </a:r>
            <a:r>
              <a:rPr lang="en" sz="1200"/>
              <a:t> to the next.</a:t>
            </a:r>
            <a:endParaRPr sz="1200"/>
          </a:p>
          <a:p>
            <a:pPr marL="457200" lvl="0" indent="-317500" algn="l" rtl="0">
              <a:spcBef>
                <a:spcPts val="0"/>
              </a:spcBef>
              <a:spcAft>
                <a:spcPts val="0"/>
              </a:spcAft>
              <a:buSzPts val="1400"/>
              <a:buChar char="●"/>
            </a:pPr>
            <a:r>
              <a:rPr lang="en" sz="1400" b="1" i="1">
                <a:solidFill>
                  <a:srgbClr val="FF0000"/>
                </a:solidFill>
              </a:rPr>
              <a:t>Compile</a:t>
            </a:r>
            <a:r>
              <a:rPr lang="en" sz="1400">
                <a:solidFill>
                  <a:srgbClr val="FF0000"/>
                </a:solidFill>
              </a:rPr>
              <a:t> </a:t>
            </a:r>
            <a:r>
              <a:rPr lang="en" sz="1400"/>
              <a:t>and </a:t>
            </a:r>
            <a:r>
              <a:rPr lang="en" sz="1400" b="1" i="1">
                <a:solidFill>
                  <a:srgbClr val="FF0000"/>
                </a:solidFill>
              </a:rPr>
              <a:t>run</a:t>
            </a:r>
            <a:r>
              <a:rPr lang="en" sz="1400">
                <a:solidFill>
                  <a:srgbClr val="FF0000"/>
                </a:solidFill>
              </a:rPr>
              <a:t> </a:t>
            </a:r>
            <a:r>
              <a:rPr lang="en" sz="1400"/>
              <a:t>the class again. </a:t>
            </a:r>
            <a:endParaRPr sz="1400"/>
          </a:p>
          <a:p>
            <a:pPr marL="914400" lvl="1" indent="-304800" algn="l" rtl="0">
              <a:spcBef>
                <a:spcPts val="0"/>
              </a:spcBef>
              <a:spcAft>
                <a:spcPts val="0"/>
              </a:spcAft>
              <a:buSzPts val="1200"/>
              <a:buChar char="○"/>
            </a:pPr>
            <a:r>
              <a:rPr lang="en" sz="1200"/>
              <a:t>Does the </a:t>
            </a:r>
            <a:r>
              <a:rPr lang="en" sz="1200">
                <a:latin typeface="Courier New"/>
                <a:ea typeface="Courier New"/>
                <a:cs typeface="Courier New"/>
                <a:sym typeface="Courier New"/>
              </a:rPr>
              <a:t>main</a:t>
            </a:r>
            <a:r>
              <a:rPr lang="en" sz="1200"/>
              <a:t> method still work the way that you expect it to?</a:t>
            </a:r>
            <a:endParaRPr sz="1200"/>
          </a:p>
        </p:txBody>
      </p:sp>
      <p:sp>
        <p:nvSpPr>
          <p:cNvPr id="800" name="Google Shape;800;p101"/>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Begin Refactoring Mage</a:t>
            </a:r>
            <a:endParaRPr/>
          </a:p>
        </p:txBody>
      </p:sp>
      <p:sp>
        <p:nvSpPr>
          <p:cNvPr id="801" name="Google Shape;801;p101"/>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3.11</a:t>
            </a:r>
            <a:endParaRPr/>
          </a:p>
        </p:txBody>
      </p:sp>
      <p:sp>
        <p:nvSpPr>
          <p:cNvPr id="802" name="Google Shape;802;p101"/>
          <p:cNvSpPr txBox="1"/>
          <p:nvPr/>
        </p:nvSpPr>
        <p:spPr>
          <a:xfrm>
            <a:off x="228600" y="3485526"/>
            <a:ext cx="2697300" cy="14316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class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Rabbit</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extends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Animal</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private</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furColor</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Rabbit</a:t>
            </a:r>
            <a:r>
              <a:rPr lang="en" sz="900">
                <a:latin typeface="Consolas"/>
                <a:ea typeface="Consolas"/>
                <a:cs typeface="Consolas"/>
                <a:sym typeface="Consolas"/>
              </a:rPr>
              <a:t>(</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weight</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furColor</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super</a:t>
            </a:r>
            <a:r>
              <a:rPr lang="en" sz="900">
                <a:latin typeface="Consolas"/>
                <a:ea typeface="Consolas"/>
                <a:cs typeface="Consolas"/>
                <a:sym typeface="Consolas"/>
              </a:rPr>
              <a:t>(</a:t>
            </a:r>
            <a:r>
              <a:rPr lang="en" sz="900">
                <a:solidFill>
                  <a:srgbClr val="A31515"/>
                </a:solidFill>
                <a:latin typeface="Consolas"/>
                <a:ea typeface="Consolas"/>
                <a:cs typeface="Consolas"/>
                <a:sym typeface="Consolas"/>
              </a:rPr>
              <a:t>"Rabbit"</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weight</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this</a:t>
            </a:r>
            <a:r>
              <a:rPr lang="en" sz="900">
                <a:latin typeface="Consolas"/>
                <a:ea typeface="Consolas"/>
                <a:cs typeface="Consolas"/>
                <a:sym typeface="Consolas"/>
              </a:rPr>
              <a:t>.</a:t>
            </a:r>
            <a:r>
              <a:rPr lang="en" sz="900">
                <a:solidFill>
                  <a:srgbClr val="001080"/>
                </a:solidFill>
                <a:latin typeface="Consolas"/>
                <a:ea typeface="Consolas"/>
                <a:cs typeface="Consolas"/>
                <a:sym typeface="Consolas"/>
              </a:rPr>
              <a:t>furColor</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furColor</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a:t>
            </a:r>
            <a:endParaRPr sz="900">
              <a:solidFill>
                <a:srgbClr val="569CD6"/>
              </a:solidFill>
              <a:latin typeface="Consolas"/>
              <a:ea typeface="Consolas"/>
              <a:cs typeface="Consolas"/>
              <a:sym typeface="Consolas"/>
            </a:endParaRPr>
          </a:p>
        </p:txBody>
      </p:sp>
      <p:sp>
        <p:nvSpPr>
          <p:cNvPr id="803" name="Google Shape;803;p101"/>
          <p:cNvSpPr txBox="1"/>
          <p:nvPr/>
        </p:nvSpPr>
        <p:spPr>
          <a:xfrm>
            <a:off x="228600" y="1545151"/>
            <a:ext cx="2697300" cy="15699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class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Animal</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private</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name</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private</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weight</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Animal</a:t>
            </a:r>
            <a:r>
              <a:rPr lang="en" sz="900">
                <a:latin typeface="Consolas"/>
                <a:ea typeface="Consolas"/>
                <a:cs typeface="Consolas"/>
                <a:sym typeface="Consolas"/>
              </a:rPr>
              <a:t>(</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name</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weight</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this</a:t>
            </a:r>
            <a:r>
              <a:rPr lang="en" sz="900">
                <a:latin typeface="Consolas"/>
                <a:ea typeface="Consolas"/>
                <a:cs typeface="Consolas"/>
                <a:sym typeface="Consolas"/>
              </a:rPr>
              <a:t>.</a:t>
            </a:r>
            <a:r>
              <a:rPr lang="en" sz="900">
                <a:solidFill>
                  <a:srgbClr val="001080"/>
                </a:solidFill>
                <a:latin typeface="Consolas"/>
                <a:ea typeface="Consolas"/>
                <a:cs typeface="Consolas"/>
                <a:sym typeface="Consolas"/>
              </a:rPr>
              <a:t>name</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name</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this</a:t>
            </a:r>
            <a:r>
              <a:rPr lang="en" sz="900">
                <a:latin typeface="Consolas"/>
                <a:ea typeface="Consolas"/>
                <a:cs typeface="Consolas"/>
                <a:sym typeface="Consolas"/>
              </a:rPr>
              <a:t>.</a:t>
            </a:r>
            <a:r>
              <a:rPr lang="en" sz="900">
                <a:solidFill>
                  <a:srgbClr val="001080"/>
                </a:solidFill>
                <a:latin typeface="Consolas"/>
                <a:ea typeface="Consolas"/>
                <a:cs typeface="Consolas"/>
                <a:sym typeface="Consolas"/>
              </a:rPr>
              <a:t>weight</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weight</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endParaRPr sz="900">
              <a:solidFill>
                <a:srgbClr val="569CD6"/>
              </a:solidFill>
              <a:latin typeface="Consolas"/>
              <a:ea typeface="Consolas"/>
              <a:cs typeface="Consolas"/>
              <a:sym typeface="Consolas"/>
            </a:endParaRPr>
          </a:p>
        </p:txBody>
      </p:sp>
      <p:grpSp>
        <p:nvGrpSpPr>
          <p:cNvPr id="804" name="Google Shape;804;p101"/>
          <p:cNvGrpSpPr/>
          <p:nvPr/>
        </p:nvGrpSpPr>
        <p:grpSpPr>
          <a:xfrm>
            <a:off x="1437600" y="3113833"/>
            <a:ext cx="279300" cy="371700"/>
            <a:chOff x="1067200" y="1950975"/>
            <a:chExt cx="279300" cy="371700"/>
          </a:xfrm>
        </p:grpSpPr>
        <p:sp>
          <p:nvSpPr>
            <p:cNvPr id="805" name="Google Shape;805;p101"/>
            <p:cNvSpPr/>
            <p:nvPr/>
          </p:nvSpPr>
          <p:spPr>
            <a:xfrm>
              <a:off x="1067200" y="1950975"/>
              <a:ext cx="279300" cy="207900"/>
            </a:xfrm>
            <a:prstGeom prst="triangle">
              <a:avLst>
                <a:gd name="adj" fmla="val 50000"/>
              </a:avLst>
            </a:prstGeom>
            <a:solidFill>
              <a:srgbClr val="FFFFFF"/>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806" name="Google Shape;806;p101"/>
            <p:cNvCxnSpPr>
              <a:stCxn id="805" idx="3"/>
            </p:cNvCxnSpPr>
            <p:nvPr/>
          </p:nvCxnSpPr>
          <p:spPr>
            <a:xfrm>
              <a:off x="1206850" y="2158875"/>
              <a:ext cx="3000" cy="163800"/>
            </a:xfrm>
            <a:prstGeom prst="straightConnector1">
              <a:avLst/>
            </a:prstGeom>
            <a:noFill/>
            <a:ln w="28575" cap="flat" cmpd="sng">
              <a:solidFill>
                <a:srgbClr val="000000"/>
              </a:solidFill>
              <a:prstDash val="solid"/>
              <a:round/>
              <a:headEnd type="none" w="sm" len="sm"/>
              <a:tailEnd type="none" w="sm" len="sm"/>
            </a:ln>
          </p:spPr>
        </p:cxn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10"/>
        <p:cNvGrpSpPr/>
        <p:nvPr/>
      </p:nvGrpSpPr>
      <p:grpSpPr>
        <a:xfrm>
          <a:off x="0" y="0"/>
          <a:ext cx="0" cy="0"/>
          <a:chOff x="0" y="0"/>
          <a:chExt cx="0" cy="0"/>
        </a:xfrm>
      </p:grpSpPr>
      <p:sp>
        <p:nvSpPr>
          <p:cNvPr id="811" name="Google Shape;811;p102"/>
          <p:cNvSpPr txBox="1"/>
          <p:nvPr/>
        </p:nvSpPr>
        <p:spPr>
          <a:xfrm>
            <a:off x="124225" y="4001900"/>
            <a:ext cx="4215300" cy="785100"/>
          </a:xfrm>
          <a:prstGeom prst="rect">
            <a:avLst/>
          </a:prstGeom>
          <a:noFill/>
          <a:ln>
            <a:noFill/>
          </a:ln>
        </p:spPr>
        <p:txBody>
          <a:bodyPr spcFirstLastPara="1" wrap="square" lIns="91425" tIns="91425" rIns="91425" bIns="91425" anchor="t" anchorCtr="0">
            <a:spAutoFit/>
          </a:bodyPr>
          <a:lstStyle/>
          <a:p>
            <a:pPr marL="914400" lvl="1" indent="-311150" algn="l" rtl="0">
              <a:spcBef>
                <a:spcPts val="0"/>
              </a:spcBef>
              <a:spcAft>
                <a:spcPts val="1000"/>
              </a:spcAft>
              <a:buClr>
                <a:schemeClr val="dk2"/>
              </a:buClr>
              <a:buSzPts val="1300"/>
              <a:buFont typeface="Roboto"/>
              <a:buChar char="○"/>
            </a:pPr>
            <a:r>
              <a:rPr lang="en" sz="1300">
                <a:solidFill>
                  <a:schemeClr val="dk2"/>
                </a:solidFill>
                <a:latin typeface="Roboto"/>
                <a:ea typeface="Roboto"/>
                <a:cs typeface="Roboto"/>
                <a:sym typeface="Roboto"/>
              </a:rPr>
              <a:t>If the child </a:t>
            </a:r>
            <a:r>
              <a:rPr lang="en" sz="1300" b="1" i="1">
                <a:solidFill>
                  <a:srgbClr val="FF0000"/>
                </a:solidFill>
                <a:latin typeface="Roboto"/>
                <a:ea typeface="Roboto"/>
                <a:cs typeface="Roboto"/>
                <a:sym typeface="Roboto"/>
              </a:rPr>
              <a:t>overrides </a:t>
            </a:r>
            <a:r>
              <a:rPr lang="en" sz="1300">
                <a:solidFill>
                  <a:schemeClr val="dk2"/>
                </a:solidFill>
                <a:latin typeface="Roboto"/>
                <a:ea typeface="Roboto"/>
                <a:cs typeface="Roboto"/>
                <a:sym typeface="Roboto"/>
              </a:rPr>
              <a:t>one of the parent's methods, the child's version will be used regardless of the reference type.</a:t>
            </a:r>
            <a:endParaRPr/>
          </a:p>
        </p:txBody>
      </p:sp>
      <p:grpSp>
        <p:nvGrpSpPr>
          <p:cNvPr id="812" name="Google Shape;812;p102"/>
          <p:cNvGrpSpPr/>
          <p:nvPr/>
        </p:nvGrpSpPr>
        <p:grpSpPr>
          <a:xfrm>
            <a:off x="6310132" y="1379028"/>
            <a:ext cx="2658402" cy="2585753"/>
            <a:chOff x="5992825" y="1898350"/>
            <a:chExt cx="2794200" cy="2794200"/>
          </a:xfrm>
        </p:grpSpPr>
        <p:sp>
          <p:nvSpPr>
            <p:cNvPr id="813" name="Google Shape;813;p102"/>
            <p:cNvSpPr/>
            <p:nvPr/>
          </p:nvSpPr>
          <p:spPr>
            <a:xfrm>
              <a:off x="5992825" y="1898350"/>
              <a:ext cx="2794200" cy="2794200"/>
            </a:xfrm>
            <a:prstGeom prst="ellipse">
              <a:avLst/>
            </a:prstGeom>
            <a:solidFill>
              <a:srgbClr val="FCE5CD"/>
            </a:solidFill>
            <a:ln w="28575" cap="flat" cmpd="sng">
              <a:solidFill>
                <a:srgbClr val="B45F0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814" name="Google Shape;814;p102"/>
            <p:cNvSpPr txBox="1"/>
            <p:nvPr/>
          </p:nvSpPr>
          <p:spPr>
            <a:xfrm>
              <a:off x="6362300" y="2364400"/>
              <a:ext cx="998700" cy="39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u="sng">
                  <a:latin typeface="Roboto"/>
                  <a:ea typeface="Roboto"/>
                  <a:cs typeface="Roboto"/>
                  <a:sym typeface="Roboto"/>
                </a:rPr>
                <a:t>Child</a:t>
              </a:r>
              <a:endParaRPr sz="1200">
                <a:latin typeface="Roboto"/>
                <a:ea typeface="Roboto"/>
                <a:cs typeface="Roboto"/>
                <a:sym typeface="Roboto"/>
              </a:endParaRPr>
            </a:p>
          </p:txBody>
        </p:sp>
      </p:grpSp>
      <p:sp>
        <p:nvSpPr>
          <p:cNvPr id="815" name="Google Shape;815;p102"/>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What's Going On?</a:t>
            </a:r>
            <a:endParaRPr/>
          </a:p>
        </p:txBody>
      </p:sp>
      <p:sp>
        <p:nvSpPr>
          <p:cNvPr id="816" name="Google Shape;816;p10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24</a:t>
            </a:fld>
            <a:endParaRPr/>
          </a:p>
        </p:txBody>
      </p:sp>
      <p:sp>
        <p:nvSpPr>
          <p:cNvPr id="817" name="Google Shape;817;p102"/>
          <p:cNvSpPr txBox="1"/>
          <p:nvPr/>
        </p:nvSpPr>
        <p:spPr>
          <a:xfrm>
            <a:off x="413750" y="1544700"/>
            <a:ext cx="3689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300">
              <a:solidFill>
                <a:schemeClr val="dk2"/>
              </a:solidFill>
              <a:latin typeface="Roboto"/>
              <a:ea typeface="Roboto"/>
              <a:cs typeface="Roboto"/>
              <a:sym typeface="Roboto"/>
            </a:endParaRPr>
          </a:p>
        </p:txBody>
      </p:sp>
      <p:grpSp>
        <p:nvGrpSpPr>
          <p:cNvPr id="818" name="Google Shape;818;p102"/>
          <p:cNvGrpSpPr/>
          <p:nvPr/>
        </p:nvGrpSpPr>
        <p:grpSpPr>
          <a:xfrm>
            <a:off x="7542025" y="2312395"/>
            <a:ext cx="1258800" cy="1258800"/>
            <a:chOff x="5880100" y="2980420"/>
            <a:chExt cx="1258800" cy="1258800"/>
          </a:xfrm>
        </p:grpSpPr>
        <p:sp>
          <p:nvSpPr>
            <p:cNvPr id="819" name="Google Shape;819;p102"/>
            <p:cNvSpPr/>
            <p:nvPr/>
          </p:nvSpPr>
          <p:spPr>
            <a:xfrm>
              <a:off x="5880100" y="2980420"/>
              <a:ext cx="1258800" cy="1258800"/>
            </a:xfrm>
            <a:prstGeom prst="ellipse">
              <a:avLst/>
            </a:prstGeom>
            <a:solidFill>
              <a:srgbClr val="B6D7A8"/>
            </a:solidFill>
            <a:ln w="2857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820" name="Google Shape;820;p102"/>
            <p:cNvSpPr txBox="1"/>
            <p:nvPr/>
          </p:nvSpPr>
          <p:spPr>
            <a:xfrm>
              <a:off x="6010150" y="3055725"/>
              <a:ext cx="998700" cy="1108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u="sng">
                  <a:latin typeface="Roboto"/>
                  <a:ea typeface="Roboto"/>
                  <a:cs typeface="Roboto"/>
                  <a:sym typeface="Roboto"/>
                </a:rPr>
                <a:t>Parent</a:t>
              </a:r>
              <a:endParaRPr sz="1200" u="sng">
                <a:latin typeface="Roboto"/>
                <a:ea typeface="Roboto"/>
                <a:cs typeface="Roboto"/>
                <a:sym typeface="Roboto"/>
              </a:endParaRPr>
            </a:p>
            <a:p>
              <a:pPr marL="0" lvl="0" indent="0" algn="ctr" rtl="0">
                <a:spcBef>
                  <a:spcPts val="0"/>
                </a:spcBef>
                <a:spcAft>
                  <a:spcPts val="0"/>
                </a:spcAft>
                <a:buNone/>
              </a:pPr>
              <a:r>
                <a:rPr lang="en" sz="1200">
                  <a:latin typeface="Roboto"/>
                  <a:ea typeface="Roboto"/>
                  <a:cs typeface="Roboto"/>
                  <a:sym typeface="Roboto"/>
                </a:rPr>
                <a:t>- field 1</a:t>
              </a:r>
              <a:endParaRPr sz="1200">
                <a:latin typeface="Roboto"/>
                <a:ea typeface="Roboto"/>
                <a:cs typeface="Roboto"/>
                <a:sym typeface="Roboto"/>
              </a:endParaRPr>
            </a:p>
            <a:p>
              <a:pPr marL="0" lvl="0" indent="0" algn="ctr" rtl="0">
                <a:spcBef>
                  <a:spcPts val="0"/>
                </a:spcBef>
                <a:spcAft>
                  <a:spcPts val="0"/>
                </a:spcAft>
                <a:buNone/>
              </a:pPr>
              <a:r>
                <a:rPr lang="en" sz="1200">
                  <a:latin typeface="Roboto"/>
                  <a:ea typeface="Roboto"/>
                  <a:cs typeface="Roboto"/>
                  <a:sym typeface="Roboto"/>
                </a:rPr>
                <a:t>- field 2</a:t>
              </a:r>
              <a:endParaRPr sz="1200">
                <a:latin typeface="Roboto"/>
                <a:ea typeface="Roboto"/>
                <a:cs typeface="Roboto"/>
                <a:sym typeface="Roboto"/>
              </a:endParaRPr>
            </a:p>
            <a:p>
              <a:pPr marL="0" lvl="0" indent="0" algn="ctr" rtl="0">
                <a:spcBef>
                  <a:spcPts val="0"/>
                </a:spcBef>
                <a:spcAft>
                  <a:spcPts val="0"/>
                </a:spcAft>
                <a:buNone/>
              </a:pPr>
              <a:r>
                <a:rPr lang="en" sz="1200">
                  <a:latin typeface="Roboto"/>
                  <a:ea typeface="Roboto"/>
                  <a:cs typeface="Roboto"/>
                  <a:sym typeface="Roboto"/>
                </a:rPr>
                <a:t>- method 1</a:t>
              </a:r>
              <a:endParaRPr sz="1200">
                <a:latin typeface="Roboto"/>
                <a:ea typeface="Roboto"/>
                <a:cs typeface="Roboto"/>
                <a:sym typeface="Roboto"/>
              </a:endParaRPr>
            </a:p>
            <a:p>
              <a:pPr marL="0" lvl="0" indent="0" algn="ctr" rtl="0">
                <a:spcBef>
                  <a:spcPts val="0"/>
                </a:spcBef>
                <a:spcAft>
                  <a:spcPts val="0"/>
                </a:spcAft>
                <a:buNone/>
              </a:pPr>
              <a:r>
                <a:rPr lang="en" sz="1200">
                  <a:latin typeface="Roboto"/>
                  <a:ea typeface="Roboto"/>
                  <a:cs typeface="Roboto"/>
                  <a:sym typeface="Roboto"/>
                </a:rPr>
                <a:t>- method 2</a:t>
              </a:r>
              <a:endParaRPr sz="1200">
                <a:latin typeface="Roboto"/>
                <a:ea typeface="Roboto"/>
                <a:cs typeface="Roboto"/>
                <a:sym typeface="Roboto"/>
              </a:endParaRPr>
            </a:p>
          </p:txBody>
        </p:sp>
      </p:grpSp>
      <p:sp>
        <p:nvSpPr>
          <p:cNvPr id="821" name="Google Shape;821;p102"/>
          <p:cNvSpPr txBox="1"/>
          <p:nvPr/>
        </p:nvSpPr>
        <p:spPr>
          <a:xfrm>
            <a:off x="6637361" y="1987673"/>
            <a:ext cx="9987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latin typeface="Roboto"/>
                <a:ea typeface="Roboto"/>
                <a:cs typeface="Roboto"/>
                <a:sym typeface="Roboto"/>
              </a:rPr>
              <a:t>- field 3</a:t>
            </a:r>
            <a:endParaRPr sz="1200">
              <a:latin typeface="Roboto"/>
              <a:ea typeface="Roboto"/>
              <a:cs typeface="Roboto"/>
              <a:sym typeface="Roboto"/>
            </a:endParaRPr>
          </a:p>
          <a:p>
            <a:pPr marL="0" lvl="0" indent="0" algn="ctr" rtl="0">
              <a:spcBef>
                <a:spcPts val="0"/>
              </a:spcBef>
              <a:spcAft>
                <a:spcPts val="0"/>
              </a:spcAft>
              <a:buNone/>
            </a:pPr>
            <a:r>
              <a:rPr lang="en" sz="1200">
                <a:latin typeface="Roboto"/>
                <a:ea typeface="Roboto"/>
                <a:cs typeface="Roboto"/>
                <a:sym typeface="Roboto"/>
              </a:rPr>
              <a:t>- method 3</a:t>
            </a:r>
            <a:endParaRPr sz="1200" b="1" i="1">
              <a:solidFill>
                <a:srgbClr val="FF0000"/>
              </a:solidFill>
              <a:latin typeface="Roboto"/>
              <a:ea typeface="Roboto"/>
              <a:cs typeface="Roboto"/>
              <a:sym typeface="Roboto"/>
            </a:endParaRPr>
          </a:p>
        </p:txBody>
      </p:sp>
      <p:sp>
        <p:nvSpPr>
          <p:cNvPr id="822" name="Google Shape;822;p102"/>
          <p:cNvSpPr txBox="1"/>
          <p:nvPr/>
        </p:nvSpPr>
        <p:spPr>
          <a:xfrm>
            <a:off x="6636271" y="2356782"/>
            <a:ext cx="9987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i="1">
                <a:solidFill>
                  <a:srgbClr val="FF0000"/>
                </a:solidFill>
                <a:latin typeface="Roboto"/>
                <a:ea typeface="Roboto"/>
                <a:cs typeface="Roboto"/>
                <a:sym typeface="Roboto"/>
              </a:rPr>
              <a:t>- method 2</a:t>
            </a:r>
            <a:endParaRPr sz="1200" b="1" i="1">
              <a:solidFill>
                <a:srgbClr val="FF0000"/>
              </a:solidFill>
              <a:latin typeface="Roboto"/>
              <a:ea typeface="Roboto"/>
              <a:cs typeface="Roboto"/>
              <a:sym typeface="Roboto"/>
            </a:endParaRPr>
          </a:p>
        </p:txBody>
      </p:sp>
      <p:sp>
        <p:nvSpPr>
          <p:cNvPr id="823" name="Google Shape;823;p102"/>
          <p:cNvSpPr txBox="1"/>
          <p:nvPr/>
        </p:nvSpPr>
        <p:spPr>
          <a:xfrm>
            <a:off x="124225" y="1371075"/>
            <a:ext cx="4215300" cy="384900"/>
          </a:xfrm>
          <a:prstGeom prst="rect">
            <a:avLst/>
          </a:prstGeom>
          <a:noFill/>
          <a:ln>
            <a:noFill/>
          </a:ln>
        </p:spPr>
        <p:txBody>
          <a:bodyPr spcFirstLastPara="1" wrap="square" lIns="91425" tIns="91425" rIns="91425" bIns="91425" anchor="t" anchorCtr="0">
            <a:spAutoFit/>
          </a:bodyPr>
          <a:lstStyle/>
          <a:p>
            <a:pPr marL="457200" lvl="0" indent="-311150" algn="l" rtl="0">
              <a:spcBef>
                <a:spcPts val="0"/>
              </a:spcBef>
              <a:spcAft>
                <a:spcPts val="1000"/>
              </a:spcAft>
              <a:buClr>
                <a:schemeClr val="dk2"/>
              </a:buClr>
              <a:buSzPts val="1300"/>
              <a:buFont typeface="Roboto"/>
              <a:buChar char="●"/>
            </a:pPr>
            <a:r>
              <a:rPr lang="en" sz="1300">
                <a:solidFill>
                  <a:schemeClr val="dk2"/>
                </a:solidFill>
                <a:latin typeface="Roboto"/>
                <a:ea typeface="Roboto"/>
                <a:cs typeface="Roboto"/>
                <a:sym typeface="Roboto"/>
              </a:rPr>
              <a:t>Every class defines its own state and behavior.</a:t>
            </a:r>
            <a:endParaRPr>
              <a:latin typeface="Roboto"/>
              <a:ea typeface="Roboto"/>
              <a:cs typeface="Roboto"/>
              <a:sym typeface="Roboto"/>
            </a:endParaRPr>
          </a:p>
        </p:txBody>
      </p:sp>
      <p:sp>
        <p:nvSpPr>
          <p:cNvPr id="824" name="Google Shape;824;p102"/>
          <p:cNvSpPr txBox="1"/>
          <p:nvPr/>
        </p:nvSpPr>
        <p:spPr>
          <a:xfrm>
            <a:off x="124225" y="1692621"/>
            <a:ext cx="4215300" cy="585000"/>
          </a:xfrm>
          <a:prstGeom prst="rect">
            <a:avLst/>
          </a:prstGeom>
          <a:noFill/>
          <a:ln>
            <a:noFill/>
          </a:ln>
        </p:spPr>
        <p:txBody>
          <a:bodyPr spcFirstLastPara="1" wrap="square" lIns="91425" tIns="91425" rIns="91425" bIns="91425" anchor="t" anchorCtr="0">
            <a:spAutoFit/>
          </a:bodyPr>
          <a:lstStyle/>
          <a:p>
            <a:pPr marL="457200" lvl="0" indent="-311150" algn="l" rtl="0">
              <a:spcBef>
                <a:spcPts val="0"/>
              </a:spcBef>
              <a:spcAft>
                <a:spcPts val="0"/>
              </a:spcAft>
              <a:buClr>
                <a:schemeClr val="dk2"/>
              </a:buClr>
              <a:buSzPts val="1300"/>
              <a:buFont typeface="Roboto"/>
              <a:buChar char="●"/>
            </a:pPr>
            <a:r>
              <a:rPr lang="en" sz="1300">
                <a:solidFill>
                  <a:schemeClr val="dk2"/>
                </a:solidFill>
                <a:latin typeface="Roboto"/>
                <a:ea typeface="Roboto"/>
                <a:cs typeface="Roboto"/>
                <a:sym typeface="Roboto"/>
              </a:rPr>
              <a:t>A child class is a </a:t>
            </a:r>
            <a:r>
              <a:rPr lang="en" sz="1300" b="1" i="1">
                <a:solidFill>
                  <a:srgbClr val="FF0000"/>
                </a:solidFill>
                <a:latin typeface="Roboto"/>
                <a:ea typeface="Roboto"/>
                <a:cs typeface="Roboto"/>
                <a:sym typeface="Roboto"/>
              </a:rPr>
              <a:t>superset</a:t>
            </a:r>
            <a:r>
              <a:rPr lang="en" sz="1300">
                <a:solidFill>
                  <a:srgbClr val="FF0000"/>
                </a:solidFill>
                <a:latin typeface="Roboto"/>
                <a:ea typeface="Roboto"/>
                <a:cs typeface="Roboto"/>
                <a:sym typeface="Roboto"/>
              </a:rPr>
              <a:t> </a:t>
            </a:r>
            <a:r>
              <a:rPr lang="en" sz="1300">
                <a:solidFill>
                  <a:schemeClr val="dk2"/>
                </a:solidFill>
                <a:latin typeface="Roboto"/>
                <a:ea typeface="Roboto"/>
                <a:cs typeface="Roboto"/>
                <a:sym typeface="Roboto"/>
              </a:rPr>
              <a:t>of the state and behavior that is defined by its parent class.</a:t>
            </a:r>
            <a:endParaRPr>
              <a:latin typeface="Roboto"/>
              <a:ea typeface="Roboto"/>
              <a:cs typeface="Roboto"/>
              <a:sym typeface="Roboto"/>
            </a:endParaRPr>
          </a:p>
        </p:txBody>
      </p:sp>
      <p:sp>
        <p:nvSpPr>
          <p:cNvPr id="825" name="Google Shape;825;p102"/>
          <p:cNvSpPr txBox="1"/>
          <p:nvPr/>
        </p:nvSpPr>
        <p:spPr>
          <a:xfrm>
            <a:off x="124225" y="2092547"/>
            <a:ext cx="4215300" cy="585000"/>
          </a:xfrm>
          <a:prstGeom prst="rect">
            <a:avLst/>
          </a:prstGeom>
          <a:noFill/>
          <a:ln>
            <a:noFill/>
          </a:ln>
        </p:spPr>
        <p:txBody>
          <a:bodyPr spcFirstLastPara="1" wrap="square" lIns="91425" tIns="91425" rIns="91425" bIns="91425" anchor="t" anchorCtr="0">
            <a:spAutoFit/>
          </a:bodyPr>
          <a:lstStyle/>
          <a:p>
            <a:pPr marL="914400" lvl="1" indent="-311150" algn="l" rtl="0">
              <a:spcBef>
                <a:spcPts val="0"/>
              </a:spcBef>
              <a:spcAft>
                <a:spcPts val="0"/>
              </a:spcAft>
              <a:buClr>
                <a:schemeClr val="dk2"/>
              </a:buClr>
              <a:buSzPts val="1300"/>
              <a:buFont typeface="Roboto"/>
              <a:buChar char="○"/>
            </a:pPr>
            <a:r>
              <a:rPr lang="en" sz="1300">
                <a:solidFill>
                  <a:schemeClr val="dk2"/>
                </a:solidFill>
                <a:latin typeface="Roboto"/>
                <a:ea typeface="Roboto"/>
                <a:cs typeface="Roboto"/>
                <a:sym typeface="Roboto"/>
              </a:rPr>
              <a:t>It inherits the accessible state and behavior defined by its parent class.</a:t>
            </a:r>
            <a:endParaRPr>
              <a:latin typeface="Roboto"/>
              <a:ea typeface="Roboto"/>
              <a:cs typeface="Roboto"/>
              <a:sym typeface="Roboto"/>
            </a:endParaRPr>
          </a:p>
        </p:txBody>
      </p:sp>
      <p:sp>
        <p:nvSpPr>
          <p:cNvPr id="826" name="Google Shape;826;p102"/>
          <p:cNvSpPr txBox="1"/>
          <p:nvPr/>
        </p:nvSpPr>
        <p:spPr>
          <a:xfrm>
            <a:off x="124225" y="2484348"/>
            <a:ext cx="4215300" cy="585000"/>
          </a:xfrm>
          <a:prstGeom prst="rect">
            <a:avLst/>
          </a:prstGeom>
          <a:noFill/>
          <a:ln>
            <a:noFill/>
          </a:ln>
        </p:spPr>
        <p:txBody>
          <a:bodyPr spcFirstLastPara="1" wrap="square" lIns="91425" tIns="91425" rIns="91425" bIns="91425" anchor="t" anchorCtr="0">
            <a:spAutoFit/>
          </a:bodyPr>
          <a:lstStyle/>
          <a:p>
            <a:pPr marL="914400" lvl="1" indent="-311150" algn="l" rtl="0">
              <a:spcBef>
                <a:spcPts val="0"/>
              </a:spcBef>
              <a:spcAft>
                <a:spcPts val="1000"/>
              </a:spcAft>
              <a:buClr>
                <a:schemeClr val="dk2"/>
              </a:buClr>
              <a:buSzPts val="1300"/>
              <a:buFont typeface="Roboto"/>
              <a:buChar char="○"/>
            </a:pPr>
            <a:r>
              <a:rPr lang="en" sz="1300">
                <a:solidFill>
                  <a:schemeClr val="dk2"/>
                </a:solidFill>
                <a:latin typeface="Roboto"/>
                <a:ea typeface="Roboto"/>
                <a:cs typeface="Roboto"/>
                <a:sym typeface="Roboto"/>
              </a:rPr>
              <a:t>It may also add its own fields and methods.</a:t>
            </a:r>
            <a:endParaRPr>
              <a:latin typeface="Roboto"/>
              <a:ea typeface="Roboto"/>
              <a:cs typeface="Roboto"/>
              <a:sym typeface="Roboto"/>
            </a:endParaRPr>
          </a:p>
        </p:txBody>
      </p:sp>
      <p:sp>
        <p:nvSpPr>
          <p:cNvPr id="827" name="Google Shape;827;p102"/>
          <p:cNvSpPr txBox="1"/>
          <p:nvPr/>
        </p:nvSpPr>
        <p:spPr>
          <a:xfrm>
            <a:off x="4522250" y="4111900"/>
            <a:ext cx="2532600" cy="7848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050">
                <a:solidFill>
                  <a:srgbClr val="0000FF"/>
                </a:solidFill>
                <a:latin typeface="Consolas"/>
                <a:ea typeface="Consolas"/>
                <a:cs typeface="Consolas"/>
                <a:sym typeface="Consolas"/>
              </a:rPr>
              <a:t>Parent</a:t>
            </a:r>
            <a:r>
              <a:rPr lang="en" sz="1050">
                <a:latin typeface="Consolas"/>
                <a:ea typeface="Consolas"/>
                <a:cs typeface="Consolas"/>
                <a:sym typeface="Consolas"/>
              </a:rPr>
              <a:t> p = </a:t>
            </a:r>
            <a:r>
              <a:rPr lang="en" sz="1050">
                <a:solidFill>
                  <a:srgbClr val="0000FF"/>
                </a:solidFill>
                <a:latin typeface="Consolas"/>
                <a:ea typeface="Consolas"/>
                <a:cs typeface="Consolas"/>
                <a:sym typeface="Consolas"/>
              </a:rPr>
              <a:t>new</a:t>
            </a:r>
            <a:r>
              <a:rPr lang="en" sz="1050">
                <a:latin typeface="Consolas"/>
                <a:ea typeface="Consolas"/>
                <a:cs typeface="Consolas"/>
                <a:sym typeface="Consolas"/>
              </a:rPr>
              <a:t> Child();</a:t>
            </a:r>
            <a:endParaRPr sz="1050">
              <a:latin typeface="Consolas"/>
              <a:ea typeface="Consolas"/>
              <a:cs typeface="Consolas"/>
              <a:sym typeface="Consolas"/>
            </a:endParaRPr>
          </a:p>
          <a:p>
            <a:pPr marL="0" lvl="0" indent="0" algn="l" rtl="0">
              <a:lnSpc>
                <a:spcPct val="150000"/>
              </a:lnSpc>
              <a:spcBef>
                <a:spcPts val="0"/>
              </a:spcBef>
              <a:spcAft>
                <a:spcPts val="0"/>
              </a:spcAft>
              <a:buNone/>
            </a:pPr>
            <a:r>
              <a:rPr lang="en" sz="1050">
                <a:latin typeface="Consolas"/>
                <a:ea typeface="Consolas"/>
                <a:cs typeface="Consolas"/>
                <a:sym typeface="Consolas"/>
              </a:rPr>
              <a:t>p.method3(); </a:t>
            </a:r>
            <a:r>
              <a:rPr lang="en" sz="1050">
                <a:solidFill>
                  <a:srgbClr val="008000"/>
                </a:solidFill>
                <a:latin typeface="Consolas"/>
                <a:ea typeface="Consolas"/>
                <a:cs typeface="Consolas"/>
                <a:sym typeface="Consolas"/>
              </a:rPr>
              <a:t>// error</a:t>
            </a:r>
            <a:endParaRPr sz="1050">
              <a:solidFill>
                <a:srgbClr val="008000"/>
              </a:solidFill>
              <a:latin typeface="Consolas"/>
              <a:ea typeface="Consolas"/>
              <a:cs typeface="Consolas"/>
              <a:sym typeface="Consolas"/>
            </a:endParaRPr>
          </a:p>
          <a:p>
            <a:pPr marL="0" lvl="0" indent="0" algn="l" rtl="0">
              <a:lnSpc>
                <a:spcPct val="150000"/>
              </a:lnSpc>
              <a:spcBef>
                <a:spcPts val="0"/>
              </a:spcBef>
              <a:spcAft>
                <a:spcPts val="0"/>
              </a:spcAft>
              <a:buNone/>
            </a:pPr>
            <a:endParaRPr sz="1050">
              <a:solidFill>
                <a:srgbClr val="0000FF"/>
              </a:solidFill>
              <a:latin typeface="Consolas"/>
              <a:ea typeface="Consolas"/>
              <a:cs typeface="Consolas"/>
              <a:sym typeface="Consolas"/>
            </a:endParaRPr>
          </a:p>
        </p:txBody>
      </p:sp>
      <p:sp>
        <p:nvSpPr>
          <p:cNvPr id="828" name="Google Shape;828;p102"/>
          <p:cNvSpPr txBox="1"/>
          <p:nvPr/>
        </p:nvSpPr>
        <p:spPr>
          <a:xfrm>
            <a:off x="124225" y="3012893"/>
            <a:ext cx="4215300" cy="1185300"/>
          </a:xfrm>
          <a:prstGeom prst="rect">
            <a:avLst/>
          </a:prstGeom>
          <a:noFill/>
          <a:ln>
            <a:noFill/>
          </a:ln>
        </p:spPr>
        <p:txBody>
          <a:bodyPr spcFirstLastPara="1" wrap="square" lIns="91425" tIns="91425" rIns="91425" bIns="91425" anchor="t" anchorCtr="0">
            <a:spAutoFit/>
          </a:bodyPr>
          <a:lstStyle/>
          <a:p>
            <a:pPr marL="457200" lvl="0" indent="-311150" algn="l" rtl="0">
              <a:spcBef>
                <a:spcPts val="0"/>
              </a:spcBef>
              <a:spcAft>
                <a:spcPts val="0"/>
              </a:spcAft>
              <a:buClr>
                <a:schemeClr val="dk2"/>
              </a:buClr>
              <a:buSzPts val="1300"/>
              <a:buFont typeface="Roboto"/>
              <a:buChar char="●"/>
            </a:pPr>
            <a:r>
              <a:rPr lang="en" sz="1300">
                <a:solidFill>
                  <a:schemeClr val="dk2"/>
                </a:solidFill>
                <a:latin typeface="Roboto"/>
                <a:ea typeface="Roboto"/>
                <a:cs typeface="Roboto"/>
                <a:sym typeface="Roboto"/>
              </a:rPr>
              <a:t>If another class has a reference of the </a:t>
            </a:r>
            <a:r>
              <a:rPr lang="en" sz="1300" b="1" i="1">
                <a:solidFill>
                  <a:srgbClr val="FF0000"/>
                </a:solidFill>
                <a:latin typeface="Roboto"/>
                <a:ea typeface="Roboto"/>
                <a:cs typeface="Roboto"/>
                <a:sym typeface="Roboto"/>
              </a:rPr>
              <a:t>parent's</a:t>
            </a:r>
            <a:r>
              <a:rPr lang="en" sz="1300" b="1" i="1">
                <a:solidFill>
                  <a:schemeClr val="dk2"/>
                </a:solidFill>
                <a:latin typeface="Roboto"/>
                <a:ea typeface="Roboto"/>
                <a:cs typeface="Roboto"/>
                <a:sym typeface="Roboto"/>
              </a:rPr>
              <a:t> </a:t>
            </a:r>
            <a:r>
              <a:rPr lang="en" sz="1300">
                <a:solidFill>
                  <a:schemeClr val="dk2"/>
                </a:solidFill>
                <a:latin typeface="Roboto"/>
                <a:ea typeface="Roboto"/>
                <a:cs typeface="Roboto"/>
                <a:sym typeface="Roboto"/>
              </a:rPr>
              <a:t>type, it can only use the state and behavior defined by the parent</a:t>
            </a:r>
            <a:endParaRPr sz="1300">
              <a:solidFill>
                <a:schemeClr val="dk2"/>
              </a:solidFill>
              <a:latin typeface="Roboto"/>
              <a:ea typeface="Roboto"/>
              <a:cs typeface="Roboto"/>
              <a:sym typeface="Roboto"/>
            </a:endParaRPr>
          </a:p>
          <a:p>
            <a:pPr marL="914400" lvl="1" indent="-311150" algn="l" rtl="0">
              <a:spcBef>
                <a:spcPts val="0"/>
              </a:spcBef>
              <a:spcAft>
                <a:spcPts val="0"/>
              </a:spcAft>
              <a:buClr>
                <a:schemeClr val="dk2"/>
              </a:buClr>
              <a:buSzPts val="1300"/>
              <a:buFont typeface="Roboto"/>
              <a:buChar char="○"/>
            </a:pPr>
            <a:r>
              <a:rPr lang="en" sz="1300">
                <a:solidFill>
                  <a:schemeClr val="dk2"/>
                </a:solidFill>
                <a:latin typeface="Roboto"/>
                <a:ea typeface="Roboto"/>
                <a:cs typeface="Roboto"/>
                <a:sym typeface="Roboto"/>
              </a:rPr>
              <a:t>Trying to call a method does not exist in the parent type will cause an error.</a:t>
            </a:r>
            <a:endParaRPr>
              <a:latin typeface="Roboto"/>
              <a:ea typeface="Roboto"/>
              <a:cs typeface="Roboto"/>
              <a:sym typeface="Roboto"/>
            </a:endParaRPr>
          </a:p>
        </p:txBody>
      </p:sp>
      <p:sp>
        <p:nvSpPr>
          <p:cNvPr id="829" name="Google Shape;829;p102"/>
          <p:cNvSpPr txBox="1"/>
          <p:nvPr/>
        </p:nvSpPr>
        <p:spPr>
          <a:xfrm>
            <a:off x="4522300" y="4542275"/>
            <a:ext cx="2532600" cy="3462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050">
                <a:latin typeface="Consolas"/>
                <a:ea typeface="Consolas"/>
                <a:cs typeface="Consolas"/>
                <a:sym typeface="Consolas"/>
              </a:rPr>
              <a:t>p.method2(); </a:t>
            </a:r>
            <a:r>
              <a:rPr lang="en" sz="1050">
                <a:solidFill>
                  <a:srgbClr val="008000"/>
                </a:solidFill>
                <a:latin typeface="Consolas"/>
                <a:ea typeface="Consolas"/>
                <a:cs typeface="Consolas"/>
                <a:sym typeface="Consolas"/>
              </a:rPr>
              <a:t>// child's version</a:t>
            </a:r>
            <a:endParaRPr/>
          </a:p>
        </p:txBody>
      </p:sp>
      <p:sp>
        <p:nvSpPr>
          <p:cNvPr id="830" name="Google Shape;830;p102"/>
          <p:cNvSpPr/>
          <p:nvPr/>
        </p:nvSpPr>
        <p:spPr>
          <a:xfrm>
            <a:off x="4751725" y="4542275"/>
            <a:ext cx="635521" cy="65775"/>
          </a:xfrm>
          <a:custGeom>
            <a:avLst/>
            <a:gdLst/>
            <a:ahLst/>
            <a:cxnLst/>
            <a:rect l="l" t="t" r="r" b="b"/>
            <a:pathLst>
              <a:path w="24208" h="4721" extrusionOk="0">
                <a:moveTo>
                  <a:pt x="0" y="4720"/>
                </a:moveTo>
                <a:cubicBezTo>
                  <a:pt x="225" y="3990"/>
                  <a:pt x="910" y="337"/>
                  <a:pt x="1348" y="337"/>
                </a:cubicBezTo>
                <a:cubicBezTo>
                  <a:pt x="1786" y="337"/>
                  <a:pt x="2293" y="4709"/>
                  <a:pt x="2630" y="4720"/>
                </a:cubicBezTo>
                <a:cubicBezTo>
                  <a:pt x="2967" y="4731"/>
                  <a:pt x="2967" y="449"/>
                  <a:pt x="3371" y="404"/>
                </a:cubicBezTo>
                <a:cubicBezTo>
                  <a:pt x="3776" y="359"/>
                  <a:pt x="4652" y="4472"/>
                  <a:pt x="5057" y="4450"/>
                </a:cubicBezTo>
                <a:cubicBezTo>
                  <a:pt x="5462" y="4428"/>
                  <a:pt x="5428" y="259"/>
                  <a:pt x="5799" y="270"/>
                </a:cubicBezTo>
                <a:cubicBezTo>
                  <a:pt x="6170" y="281"/>
                  <a:pt x="6890" y="4507"/>
                  <a:pt x="7283" y="4518"/>
                </a:cubicBezTo>
                <a:cubicBezTo>
                  <a:pt x="7676" y="4529"/>
                  <a:pt x="7766" y="382"/>
                  <a:pt x="8159" y="337"/>
                </a:cubicBezTo>
                <a:cubicBezTo>
                  <a:pt x="8552" y="292"/>
                  <a:pt x="9261" y="4282"/>
                  <a:pt x="9643" y="4248"/>
                </a:cubicBezTo>
                <a:cubicBezTo>
                  <a:pt x="10025" y="4214"/>
                  <a:pt x="10025" y="79"/>
                  <a:pt x="10452" y="135"/>
                </a:cubicBezTo>
                <a:cubicBezTo>
                  <a:pt x="10879" y="191"/>
                  <a:pt x="11834" y="4563"/>
                  <a:pt x="12205" y="4585"/>
                </a:cubicBezTo>
                <a:cubicBezTo>
                  <a:pt x="12576" y="4608"/>
                  <a:pt x="12374" y="337"/>
                  <a:pt x="12677" y="270"/>
                </a:cubicBezTo>
                <a:cubicBezTo>
                  <a:pt x="12981" y="203"/>
                  <a:pt x="13700" y="4170"/>
                  <a:pt x="14026" y="4181"/>
                </a:cubicBezTo>
                <a:cubicBezTo>
                  <a:pt x="14352" y="4192"/>
                  <a:pt x="14330" y="292"/>
                  <a:pt x="14633" y="337"/>
                </a:cubicBezTo>
                <a:cubicBezTo>
                  <a:pt x="14937" y="382"/>
                  <a:pt x="15510" y="4416"/>
                  <a:pt x="15847" y="4450"/>
                </a:cubicBezTo>
                <a:cubicBezTo>
                  <a:pt x="16184" y="4484"/>
                  <a:pt x="16263" y="539"/>
                  <a:pt x="16656" y="539"/>
                </a:cubicBezTo>
                <a:cubicBezTo>
                  <a:pt x="17049" y="539"/>
                  <a:pt x="17859" y="4540"/>
                  <a:pt x="18207" y="4450"/>
                </a:cubicBezTo>
                <a:cubicBezTo>
                  <a:pt x="18555" y="4360"/>
                  <a:pt x="18386" y="0"/>
                  <a:pt x="18746" y="0"/>
                </a:cubicBezTo>
                <a:cubicBezTo>
                  <a:pt x="19106" y="0"/>
                  <a:pt x="19994" y="4416"/>
                  <a:pt x="20365" y="4450"/>
                </a:cubicBezTo>
                <a:cubicBezTo>
                  <a:pt x="20736" y="4484"/>
                  <a:pt x="20646" y="213"/>
                  <a:pt x="20972" y="202"/>
                </a:cubicBezTo>
                <a:cubicBezTo>
                  <a:pt x="21298" y="191"/>
                  <a:pt x="21972" y="4372"/>
                  <a:pt x="22320" y="4383"/>
                </a:cubicBezTo>
                <a:cubicBezTo>
                  <a:pt x="22668" y="4394"/>
                  <a:pt x="22747" y="338"/>
                  <a:pt x="23062" y="270"/>
                </a:cubicBezTo>
                <a:cubicBezTo>
                  <a:pt x="23377" y="203"/>
                  <a:pt x="24017" y="3360"/>
                  <a:pt x="24208" y="3978"/>
                </a:cubicBezTo>
              </a:path>
            </a:pathLst>
          </a:custGeom>
          <a:noFill/>
          <a:ln w="9525" cap="flat" cmpd="sng">
            <a:solidFill>
              <a:srgbClr val="FF0000"/>
            </a:solidFill>
            <a:prstDash val="solid"/>
            <a:round/>
            <a:headEnd type="none" w="med" len="med"/>
            <a:tailEnd type="none" w="med" len="med"/>
          </a:ln>
        </p:spPr>
        <p:txBody>
          <a:bodyPr/>
          <a:lstStyle/>
          <a:p>
            <a:endParaRPr lang="en-US"/>
          </a:p>
        </p:txBody>
      </p:sp>
      <p:cxnSp>
        <p:nvCxnSpPr>
          <p:cNvPr id="831" name="Google Shape;831;p102"/>
          <p:cNvCxnSpPr/>
          <p:nvPr/>
        </p:nvCxnSpPr>
        <p:spPr>
          <a:xfrm rot="10800000" flipH="1">
            <a:off x="5433450" y="2637125"/>
            <a:ext cx="1504200" cy="2093100"/>
          </a:xfrm>
          <a:prstGeom prst="straightConnector1">
            <a:avLst/>
          </a:prstGeom>
          <a:noFill/>
          <a:ln w="28575" cap="flat" cmpd="sng">
            <a:solidFill>
              <a:srgbClr val="FF0000"/>
            </a:solidFill>
            <a:prstDash val="solid"/>
            <a:round/>
            <a:headEnd type="none" w="med" len="med"/>
            <a:tailEnd type="triangle" w="med" len="med"/>
          </a:ln>
        </p:spPr>
      </p:cxnSp>
      <p:pic>
        <p:nvPicPr>
          <p:cNvPr id="832" name="Google Shape;832;p102"/>
          <p:cNvPicPr preferRelativeResize="0"/>
          <p:nvPr/>
        </p:nvPicPr>
        <p:blipFill>
          <a:blip r:embed="rId3">
            <a:alphaModFix/>
          </a:blip>
          <a:stretch>
            <a:fillRect/>
          </a:stretch>
        </p:blipFill>
        <p:spPr>
          <a:xfrm>
            <a:off x="4522238" y="1406225"/>
            <a:ext cx="1368804" cy="25313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23"/>
                                        </p:tgtEl>
                                        <p:attrNameLst>
                                          <p:attrName>style.visibility</p:attrName>
                                        </p:attrNameLst>
                                      </p:cBhvr>
                                      <p:to>
                                        <p:strVal val="visible"/>
                                      </p:to>
                                    </p:set>
                                    <p:animEffect transition="in" filter="fade">
                                      <p:cBhvr>
                                        <p:cTn id="7" dur="1000"/>
                                        <p:tgtEl>
                                          <p:spTgt spid="823"/>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818"/>
                                        </p:tgtEl>
                                        <p:attrNameLst>
                                          <p:attrName>style.visibility</p:attrName>
                                        </p:attrNameLst>
                                      </p:cBhvr>
                                      <p:to>
                                        <p:strVal val="visible"/>
                                      </p:to>
                                    </p:set>
                                    <p:animEffect transition="in" filter="fade">
                                      <p:cBhvr>
                                        <p:cTn id="11" dur="1000"/>
                                        <p:tgtEl>
                                          <p:spTgt spid="818"/>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824"/>
                                        </p:tgtEl>
                                        <p:attrNameLst>
                                          <p:attrName>style.visibility</p:attrName>
                                        </p:attrNameLst>
                                      </p:cBhvr>
                                      <p:to>
                                        <p:strVal val="visible"/>
                                      </p:to>
                                    </p:set>
                                    <p:animEffect transition="in" filter="fade">
                                      <p:cBhvr>
                                        <p:cTn id="16" dur="1000"/>
                                        <p:tgtEl>
                                          <p:spTgt spid="824"/>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812"/>
                                        </p:tgtEl>
                                        <p:attrNameLst>
                                          <p:attrName>style.visibility</p:attrName>
                                        </p:attrNameLst>
                                      </p:cBhvr>
                                      <p:to>
                                        <p:strVal val="visible"/>
                                      </p:to>
                                    </p:set>
                                    <p:animEffect transition="in" filter="fade">
                                      <p:cBhvr>
                                        <p:cTn id="20" dur="1000"/>
                                        <p:tgtEl>
                                          <p:spTgt spid="81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825"/>
                                        </p:tgtEl>
                                        <p:attrNameLst>
                                          <p:attrName>style.visibility</p:attrName>
                                        </p:attrNameLst>
                                      </p:cBhvr>
                                      <p:to>
                                        <p:strVal val="visible"/>
                                      </p:to>
                                    </p:set>
                                    <p:animEffect transition="in" filter="fade">
                                      <p:cBhvr>
                                        <p:cTn id="25" dur="1000"/>
                                        <p:tgtEl>
                                          <p:spTgt spid="82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826"/>
                                        </p:tgtEl>
                                        <p:attrNameLst>
                                          <p:attrName>style.visibility</p:attrName>
                                        </p:attrNameLst>
                                      </p:cBhvr>
                                      <p:to>
                                        <p:strVal val="visible"/>
                                      </p:to>
                                    </p:set>
                                    <p:animEffect transition="in" filter="fade">
                                      <p:cBhvr>
                                        <p:cTn id="30" dur="1000"/>
                                        <p:tgtEl>
                                          <p:spTgt spid="826"/>
                                        </p:tgtEl>
                                      </p:cBhvr>
                                    </p:animEffect>
                                  </p:childTnLst>
                                </p:cTn>
                              </p:par>
                            </p:childTnLst>
                          </p:cTn>
                        </p:par>
                        <p:par>
                          <p:cTn id="31" fill="hold">
                            <p:stCondLst>
                              <p:cond delay="1000"/>
                            </p:stCondLst>
                            <p:childTnLst>
                              <p:par>
                                <p:cTn id="32" presetID="10" presetClass="entr" presetSubtype="0" fill="hold" nodeType="afterEffect">
                                  <p:stCondLst>
                                    <p:cond delay="0"/>
                                  </p:stCondLst>
                                  <p:childTnLst>
                                    <p:set>
                                      <p:cBhvr>
                                        <p:cTn id="33" dur="1" fill="hold">
                                          <p:stCondLst>
                                            <p:cond delay="0"/>
                                          </p:stCondLst>
                                        </p:cTn>
                                        <p:tgtEl>
                                          <p:spTgt spid="821"/>
                                        </p:tgtEl>
                                        <p:attrNameLst>
                                          <p:attrName>style.visibility</p:attrName>
                                        </p:attrNameLst>
                                      </p:cBhvr>
                                      <p:to>
                                        <p:strVal val="visible"/>
                                      </p:to>
                                    </p:set>
                                    <p:animEffect transition="in" filter="fade">
                                      <p:cBhvr>
                                        <p:cTn id="34" dur="1000"/>
                                        <p:tgtEl>
                                          <p:spTgt spid="821"/>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828">
                                            <p:txEl>
                                              <p:pRg st="0" end="0"/>
                                            </p:txEl>
                                          </p:spTgt>
                                        </p:tgtEl>
                                        <p:attrNameLst>
                                          <p:attrName>style.visibility</p:attrName>
                                        </p:attrNameLst>
                                      </p:cBhvr>
                                      <p:to>
                                        <p:strVal val="visible"/>
                                      </p:to>
                                    </p:set>
                                    <p:animEffect transition="in" filter="fade">
                                      <p:cBhvr>
                                        <p:cTn id="39" dur="1000"/>
                                        <p:tgtEl>
                                          <p:spTgt spid="828">
                                            <p:txEl>
                                              <p:pRg st="0" end="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828">
                                            <p:txEl>
                                              <p:pRg st="1" end="1"/>
                                            </p:txEl>
                                          </p:spTgt>
                                        </p:tgtEl>
                                        <p:attrNameLst>
                                          <p:attrName>style.visibility</p:attrName>
                                        </p:attrNameLst>
                                      </p:cBhvr>
                                      <p:to>
                                        <p:strVal val="visible"/>
                                      </p:to>
                                    </p:set>
                                    <p:animEffect transition="in" filter="fade">
                                      <p:cBhvr>
                                        <p:cTn id="44" dur="1000"/>
                                        <p:tgtEl>
                                          <p:spTgt spid="828">
                                            <p:txEl>
                                              <p:pRg st="1" end="1"/>
                                            </p:txEl>
                                          </p:spTgt>
                                        </p:tgtEl>
                                      </p:cBhvr>
                                    </p:animEffect>
                                  </p:childTnLst>
                                </p:cTn>
                              </p:par>
                            </p:childTnLst>
                          </p:cTn>
                        </p:par>
                        <p:par>
                          <p:cTn id="45" fill="hold">
                            <p:stCondLst>
                              <p:cond delay="1000"/>
                            </p:stCondLst>
                            <p:childTnLst>
                              <p:par>
                                <p:cTn id="46" presetID="10" presetClass="entr" presetSubtype="0" fill="hold" nodeType="afterEffect">
                                  <p:stCondLst>
                                    <p:cond delay="0"/>
                                  </p:stCondLst>
                                  <p:childTnLst>
                                    <p:set>
                                      <p:cBhvr>
                                        <p:cTn id="47" dur="1" fill="hold">
                                          <p:stCondLst>
                                            <p:cond delay="0"/>
                                          </p:stCondLst>
                                        </p:cTn>
                                        <p:tgtEl>
                                          <p:spTgt spid="827"/>
                                        </p:tgtEl>
                                        <p:attrNameLst>
                                          <p:attrName>style.visibility</p:attrName>
                                        </p:attrNameLst>
                                      </p:cBhvr>
                                      <p:to>
                                        <p:strVal val="visible"/>
                                      </p:to>
                                    </p:set>
                                    <p:animEffect transition="in" filter="fade">
                                      <p:cBhvr>
                                        <p:cTn id="48" dur="1000"/>
                                        <p:tgtEl>
                                          <p:spTgt spid="827"/>
                                        </p:tgtEl>
                                      </p:cBhvr>
                                    </p:animEffect>
                                  </p:childTnLst>
                                </p:cTn>
                              </p:par>
                            </p:childTnLst>
                          </p:cTn>
                        </p:par>
                        <p:par>
                          <p:cTn id="49" fill="hold">
                            <p:stCondLst>
                              <p:cond delay="2000"/>
                            </p:stCondLst>
                            <p:childTnLst>
                              <p:par>
                                <p:cTn id="50" presetID="10" presetClass="entr" presetSubtype="0" fill="hold" nodeType="afterEffect">
                                  <p:stCondLst>
                                    <p:cond delay="0"/>
                                  </p:stCondLst>
                                  <p:childTnLst>
                                    <p:set>
                                      <p:cBhvr>
                                        <p:cTn id="51" dur="1" fill="hold">
                                          <p:stCondLst>
                                            <p:cond delay="0"/>
                                          </p:stCondLst>
                                        </p:cTn>
                                        <p:tgtEl>
                                          <p:spTgt spid="830"/>
                                        </p:tgtEl>
                                        <p:attrNameLst>
                                          <p:attrName>style.visibility</p:attrName>
                                        </p:attrNameLst>
                                      </p:cBhvr>
                                      <p:to>
                                        <p:strVal val="visible"/>
                                      </p:to>
                                    </p:set>
                                    <p:animEffect transition="in" filter="fade">
                                      <p:cBhvr>
                                        <p:cTn id="52" dur="1000"/>
                                        <p:tgtEl>
                                          <p:spTgt spid="830"/>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811"/>
                                        </p:tgtEl>
                                        <p:attrNameLst>
                                          <p:attrName>style.visibility</p:attrName>
                                        </p:attrNameLst>
                                      </p:cBhvr>
                                      <p:to>
                                        <p:strVal val="visible"/>
                                      </p:to>
                                    </p:set>
                                    <p:animEffect transition="in" filter="fade">
                                      <p:cBhvr>
                                        <p:cTn id="57" dur="1000"/>
                                        <p:tgtEl>
                                          <p:spTgt spid="811"/>
                                        </p:tgtEl>
                                      </p:cBhvr>
                                    </p:animEffect>
                                  </p:childTnLst>
                                </p:cTn>
                              </p:par>
                            </p:childTnLst>
                          </p:cTn>
                        </p:par>
                        <p:par>
                          <p:cTn id="58" fill="hold">
                            <p:stCondLst>
                              <p:cond delay="1000"/>
                            </p:stCondLst>
                            <p:childTnLst>
                              <p:par>
                                <p:cTn id="59" presetID="10" presetClass="entr" presetSubtype="0" fill="hold" nodeType="afterEffect">
                                  <p:stCondLst>
                                    <p:cond delay="0"/>
                                  </p:stCondLst>
                                  <p:childTnLst>
                                    <p:set>
                                      <p:cBhvr>
                                        <p:cTn id="60" dur="1" fill="hold">
                                          <p:stCondLst>
                                            <p:cond delay="0"/>
                                          </p:stCondLst>
                                        </p:cTn>
                                        <p:tgtEl>
                                          <p:spTgt spid="822"/>
                                        </p:tgtEl>
                                        <p:attrNameLst>
                                          <p:attrName>style.visibility</p:attrName>
                                        </p:attrNameLst>
                                      </p:cBhvr>
                                      <p:to>
                                        <p:strVal val="visible"/>
                                      </p:to>
                                    </p:set>
                                    <p:animEffect transition="in" filter="fade">
                                      <p:cBhvr>
                                        <p:cTn id="61" dur="1000"/>
                                        <p:tgtEl>
                                          <p:spTgt spid="822"/>
                                        </p:tgtEl>
                                      </p:cBhvr>
                                    </p:animEffect>
                                  </p:childTnLst>
                                </p:cTn>
                              </p:par>
                            </p:childTnLst>
                          </p:cTn>
                        </p:par>
                        <p:par>
                          <p:cTn id="62" fill="hold">
                            <p:stCondLst>
                              <p:cond delay="2000"/>
                            </p:stCondLst>
                            <p:childTnLst>
                              <p:par>
                                <p:cTn id="63" presetID="10" presetClass="entr" presetSubtype="0" fill="hold" nodeType="afterEffect">
                                  <p:stCondLst>
                                    <p:cond delay="0"/>
                                  </p:stCondLst>
                                  <p:childTnLst>
                                    <p:set>
                                      <p:cBhvr>
                                        <p:cTn id="64" dur="1" fill="hold">
                                          <p:stCondLst>
                                            <p:cond delay="0"/>
                                          </p:stCondLst>
                                        </p:cTn>
                                        <p:tgtEl>
                                          <p:spTgt spid="829"/>
                                        </p:tgtEl>
                                        <p:attrNameLst>
                                          <p:attrName>style.visibility</p:attrName>
                                        </p:attrNameLst>
                                      </p:cBhvr>
                                      <p:to>
                                        <p:strVal val="visible"/>
                                      </p:to>
                                    </p:set>
                                    <p:animEffect transition="in" filter="fade">
                                      <p:cBhvr>
                                        <p:cTn id="65" dur="1000"/>
                                        <p:tgtEl>
                                          <p:spTgt spid="829"/>
                                        </p:tgtEl>
                                      </p:cBhvr>
                                    </p:animEffect>
                                  </p:childTnLst>
                                </p:cTn>
                              </p:par>
                            </p:childTnLst>
                          </p:cTn>
                        </p:par>
                        <p:par>
                          <p:cTn id="66" fill="hold">
                            <p:stCondLst>
                              <p:cond delay="3000"/>
                            </p:stCondLst>
                            <p:childTnLst>
                              <p:par>
                                <p:cTn id="67" presetID="10" presetClass="entr" presetSubtype="0" fill="hold" nodeType="afterEffect">
                                  <p:stCondLst>
                                    <p:cond delay="0"/>
                                  </p:stCondLst>
                                  <p:childTnLst>
                                    <p:set>
                                      <p:cBhvr>
                                        <p:cTn id="68" dur="1" fill="hold">
                                          <p:stCondLst>
                                            <p:cond delay="0"/>
                                          </p:stCondLst>
                                        </p:cTn>
                                        <p:tgtEl>
                                          <p:spTgt spid="831"/>
                                        </p:tgtEl>
                                        <p:attrNameLst>
                                          <p:attrName>style.visibility</p:attrName>
                                        </p:attrNameLst>
                                      </p:cBhvr>
                                      <p:to>
                                        <p:strVal val="visible"/>
                                      </p:to>
                                    </p:set>
                                    <p:animEffect transition="in" filter="fade">
                                      <p:cBhvr>
                                        <p:cTn id="69" dur="1000"/>
                                        <p:tgtEl>
                                          <p:spTgt spid="8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36"/>
        <p:cNvGrpSpPr/>
        <p:nvPr/>
      </p:nvGrpSpPr>
      <p:grpSpPr>
        <a:xfrm>
          <a:off x="0" y="0"/>
          <a:ext cx="0" cy="0"/>
          <a:chOff x="0" y="0"/>
          <a:chExt cx="0" cy="0"/>
        </a:xfrm>
      </p:grpSpPr>
      <p:sp>
        <p:nvSpPr>
          <p:cNvPr id="837" name="Google Shape;837;p103"/>
          <p:cNvSpPr txBox="1">
            <a:spLocks noGrp="1"/>
          </p:cNvSpPr>
          <p:nvPr>
            <p:ph type="title"/>
          </p:nvPr>
        </p:nvSpPr>
        <p:spPr>
          <a:xfrm>
            <a:off x="311725" y="119925"/>
            <a:ext cx="3706500" cy="63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Overriding Methods</a:t>
            </a:r>
            <a:endParaRPr/>
          </a:p>
        </p:txBody>
      </p:sp>
      <p:sp>
        <p:nvSpPr>
          <p:cNvPr id="838" name="Google Shape;838;p103"/>
          <p:cNvSpPr txBox="1">
            <a:spLocks noGrp="1"/>
          </p:cNvSpPr>
          <p:nvPr>
            <p:ph type="body" idx="1"/>
          </p:nvPr>
        </p:nvSpPr>
        <p:spPr>
          <a:xfrm>
            <a:off x="4298725" y="-25579"/>
            <a:ext cx="4646100" cy="5106600"/>
          </a:xfrm>
          <a:prstGeom prst="rect">
            <a:avLst/>
          </a:prstGeom>
          <a:noFill/>
          <a:ln>
            <a:noFill/>
          </a:ln>
        </p:spPr>
        <p:txBody>
          <a:bodyPr spcFirstLastPara="1" wrap="square" lIns="91425" tIns="91425" rIns="91425" bIns="91425" anchor="ctr" anchorCtr="0">
            <a:spAutoFit/>
          </a:bodyPr>
          <a:lstStyle/>
          <a:p>
            <a:pPr marL="457200" lvl="0" indent="-307975" algn="l" rtl="0">
              <a:lnSpc>
                <a:spcPct val="115000"/>
              </a:lnSpc>
              <a:spcBef>
                <a:spcPts val="0"/>
              </a:spcBef>
              <a:spcAft>
                <a:spcPts val="0"/>
              </a:spcAft>
              <a:buSzPts val="1250"/>
              <a:buChar char="●"/>
            </a:pPr>
            <a:r>
              <a:rPr lang="en" sz="1250"/>
              <a:t>Inheritance enables </a:t>
            </a:r>
            <a:r>
              <a:rPr lang="en" sz="1250" b="1" i="1">
                <a:solidFill>
                  <a:srgbClr val="FF0000"/>
                </a:solidFill>
              </a:rPr>
              <a:t>polymorphism</a:t>
            </a:r>
            <a:r>
              <a:rPr lang="en" sz="1250"/>
              <a:t>, which means that any code written to use the </a:t>
            </a:r>
            <a:r>
              <a:rPr lang="en" sz="1250" b="1" i="1">
                <a:solidFill>
                  <a:srgbClr val="FF0000"/>
                </a:solidFill>
              </a:rPr>
              <a:t>parent</a:t>
            </a:r>
            <a:r>
              <a:rPr lang="en" sz="1250">
                <a:solidFill>
                  <a:srgbClr val="FF0000"/>
                </a:solidFill>
              </a:rPr>
              <a:t> </a:t>
            </a:r>
            <a:r>
              <a:rPr lang="en" sz="1250"/>
              <a:t>will also work with </a:t>
            </a:r>
            <a:r>
              <a:rPr lang="en" sz="1250" b="1" i="1">
                <a:solidFill>
                  <a:srgbClr val="FF0000"/>
                </a:solidFill>
              </a:rPr>
              <a:t>any </a:t>
            </a:r>
            <a:r>
              <a:rPr lang="en" sz="1250"/>
              <a:t>of its </a:t>
            </a:r>
            <a:r>
              <a:rPr lang="en" sz="1250" b="1" i="1">
                <a:solidFill>
                  <a:srgbClr val="FF0000"/>
                </a:solidFill>
              </a:rPr>
              <a:t>children</a:t>
            </a:r>
            <a:r>
              <a:rPr lang="en" sz="1250"/>
              <a:t>.</a:t>
            </a:r>
            <a:endParaRPr sz="1250"/>
          </a:p>
          <a:p>
            <a:pPr marL="914400" lvl="1" indent="-298450" algn="l" rtl="0">
              <a:lnSpc>
                <a:spcPct val="115000"/>
              </a:lnSpc>
              <a:spcBef>
                <a:spcPts val="0"/>
              </a:spcBef>
              <a:spcAft>
                <a:spcPts val="0"/>
              </a:spcAft>
              <a:buSzPts val="1100"/>
              <a:buChar char="○"/>
            </a:pPr>
            <a:r>
              <a:rPr lang="en"/>
              <a:t>This is because the child class </a:t>
            </a:r>
            <a:r>
              <a:rPr lang="en" b="1" i="1">
                <a:solidFill>
                  <a:srgbClr val="FF0000"/>
                </a:solidFill>
              </a:rPr>
              <a:t>inherits</a:t>
            </a:r>
            <a:r>
              <a:rPr lang="en">
                <a:solidFill>
                  <a:srgbClr val="FF0000"/>
                </a:solidFill>
              </a:rPr>
              <a:t> </a:t>
            </a:r>
            <a:r>
              <a:rPr lang="en"/>
              <a:t>all of the accessible state and behavior from its parent.</a:t>
            </a:r>
            <a:endParaRPr/>
          </a:p>
          <a:p>
            <a:pPr marL="914400" lvl="1" indent="-298450" algn="l" rtl="0">
              <a:lnSpc>
                <a:spcPct val="115000"/>
              </a:lnSpc>
              <a:spcBef>
                <a:spcPts val="0"/>
              </a:spcBef>
              <a:spcAft>
                <a:spcPts val="0"/>
              </a:spcAft>
              <a:buSzPts val="1100"/>
              <a:buChar char="○"/>
            </a:pPr>
            <a:r>
              <a:rPr lang="en"/>
              <a:t>This means that </a:t>
            </a:r>
            <a:r>
              <a:rPr lang="en" b="1" i="1">
                <a:solidFill>
                  <a:srgbClr val="FF0000"/>
                </a:solidFill>
              </a:rPr>
              <a:t>any </a:t>
            </a:r>
            <a:r>
              <a:rPr lang="en"/>
              <a:t>code that uses state and behavior defined in the parent class will find the same state and behavior in the child as well.</a:t>
            </a:r>
            <a:endParaRPr/>
          </a:p>
          <a:p>
            <a:pPr marL="457200" lvl="0" indent="-307975" algn="l" rtl="0">
              <a:lnSpc>
                <a:spcPct val="115000"/>
              </a:lnSpc>
              <a:spcBef>
                <a:spcPts val="1000"/>
              </a:spcBef>
              <a:spcAft>
                <a:spcPts val="0"/>
              </a:spcAft>
              <a:buSzPts val="1250"/>
              <a:buChar char="●"/>
            </a:pPr>
            <a:r>
              <a:rPr lang="en" sz="1250"/>
              <a:t>Conversely, this means that state and behavior that is </a:t>
            </a:r>
            <a:r>
              <a:rPr lang="en" sz="1250" b="1" i="1">
                <a:solidFill>
                  <a:srgbClr val="FF0000"/>
                </a:solidFill>
              </a:rPr>
              <a:t>not</a:t>
            </a:r>
            <a:r>
              <a:rPr lang="en" sz="1250">
                <a:solidFill>
                  <a:srgbClr val="FF0000"/>
                </a:solidFill>
              </a:rPr>
              <a:t> </a:t>
            </a:r>
            <a:r>
              <a:rPr lang="en" sz="1250"/>
              <a:t>defined in the parent, </a:t>
            </a:r>
            <a:r>
              <a:rPr lang="en" sz="1250" b="1" i="1">
                <a:solidFill>
                  <a:srgbClr val="FF0000"/>
                </a:solidFill>
              </a:rPr>
              <a:t>cannot </a:t>
            </a:r>
            <a:r>
              <a:rPr lang="en" sz="1250"/>
              <a:t>be used via polymorphism.</a:t>
            </a:r>
            <a:endParaRPr sz="1250"/>
          </a:p>
          <a:p>
            <a:pPr marL="914400" lvl="1" indent="-298450" algn="l" rtl="0">
              <a:lnSpc>
                <a:spcPct val="115000"/>
              </a:lnSpc>
              <a:spcBef>
                <a:spcPts val="0"/>
              </a:spcBef>
              <a:spcAft>
                <a:spcPts val="0"/>
              </a:spcAft>
              <a:buSzPts val="1100"/>
              <a:buChar char="○"/>
            </a:pPr>
            <a:r>
              <a:rPr lang="en"/>
              <a:t>If the method </a:t>
            </a:r>
            <a:r>
              <a:rPr lang="en" b="1" i="1">
                <a:solidFill>
                  <a:srgbClr val="FF0000"/>
                </a:solidFill>
              </a:rPr>
              <a:t>only</a:t>
            </a:r>
            <a:r>
              <a:rPr lang="en">
                <a:solidFill>
                  <a:srgbClr val="FF0000"/>
                </a:solidFill>
              </a:rPr>
              <a:t> </a:t>
            </a:r>
            <a:r>
              <a:rPr lang="en"/>
              <a:t>exists in the </a:t>
            </a:r>
            <a:r>
              <a:rPr lang="en" b="1" i="1">
                <a:solidFill>
                  <a:srgbClr val="FF0000"/>
                </a:solidFill>
              </a:rPr>
              <a:t>child class</a:t>
            </a:r>
            <a:r>
              <a:rPr lang="en"/>
              <a:t>, then it </a:t>
            </a:r>
            <a:r>
              <a:rPr lang="en" b="1" i="1">
                <a:solidFill>
                  <a:srgbClr val="FF0000"/>
                </a:solidFill>
              </a:rPr>
              <a:t>can't</a:t>
            </a:r>
            <a:r>
              <a:rPr lang="en"/>
              <a:t> be used through a variable of the </a:t>
            </a:r>
            <a:r>
              <a:rPr lang="en" b="1" i="1">
                <a:solidFill>
                  <a:srgbClr val="FF0000"/>
                </a:solidFill>
              </a:rPr>
              <a:t>parent type</a:t>
            </a:r>
            <a:r>
              <a:rPr lang="en"/>
              <a:t>.</a:t>
            </a:r>
            <a:endParaRPr/>
          </a:p>
          <a:p>
            <a:pPr marL="914400" lvl="1" indent="-298450" algn="l" rtl="0">
              <a:lnSpc>
                <a:spcPct val="115000"/>
              </a:lnSpc>
              <a:spcBef>
                <a:spcPts val="0"/>
              </a:spcBef>
              <a:spcAft>
                <a:spcPts val="0"/>
              </a:spcAft>
              <a:buSzPts val="1100"/>
              <a:buChar char="○"/>
            </a:pPr>
            <a:r>
              <a:rPr lang="en"/>
              <a:t>This means that we sometimes define methods in the parent to guarantee that </a:t>
            </a:r>
            <a:r>
              <a:rPr lang="en" b="1" i="1">
                <a:solidFill>
                  <a:srgbClr val="FF0000"/>
                </a:solidFill>
              </a:rPr>
              <a:t>all</a:t>
            </a:r>
            <a:r>
              <a:rPr lang="en">
                <a:solidFill>
                  <a:srgbClr val="FF0000"/>
                </a:solidFill>
              </a:rPr>
              <a:t> </a:t>
            </a:r>
            <a:r>
              <a:rPr lang="en"/>
              <a:t>children will include them.</a:t>
            </a:r>
            <a:endParaRPr/>
          </a:p>
          <a:p>
            <a:pPr marL="457200" lvl="0" indent="-307975" algn="l" rtl="0">
              <a:lnSpc>
                <a:spcPct val="115000"/>
              </a:lnSpc>
              <a:spcBef>
                <a:spcPts val="1000"/>
              </a:spcBef>
              <a:spcAft>
                <a:spcPts val="0"/>
              </a:spcAft>
              <a:buSzPts val="1250"/>
              <a:buChar char="●"/>
            </a:pPr>
            <a:r>
              <a:rPr lang="en" sz="1250"/>
              <a:t>In these cases, the child may </a:t>
            </a:r>
            <a:r>
              <a:rPr lang="en" sz="1250" b="1" i="1">
                <a:solidFill>
                  <a:srgbClr val="FF0000"/>
                </a:solidFill>
              </a:rPr>
              <a:t>modify</a:t>
            </a:r>
            <a:r>
              <a:rPr lang="en" sz="1250">
                <a:solidFill>
                  <a:srgbClr val="FF0000"/>
                </a:solidFill>
              </a:rPr>
              <a:t> </a:t>
            </a:r>
            <a:r>
              <a:rPr lang="en" sz="1250"/>
              <a:t>or </a:t>
            </a:r>
            <a:r>
              <a:rPr lang="en" sz="1250" b="1" i="1">
                <a:solidFill>
                  <a:srgbClr val="FF0000"/>
                </a:solidFill>
              </a:rPr>
              <a:t>replace</a:t>
            </a:r>
            <a:r>
              <a:rPr lang="en" sz="1250">
                <a:solidFill>
                  <a:srgbClr val="FF0000"/>
                </a:solidFill>
              </a:rPr>
              <a:t> </a:t>
            </a:r>
            <a:r>
              <a:rPr lang="en" sz="1250"/>
              <a:t>the behavior that is defined in its parent.</a:t>
            </a:r>
            <a:endParaRPr sz="1250"/>
          </a:p>
          <a:p>
            <a:pPr marL="914400" lvl="1" indent="-298450" algn="l" rtl="0">
              <a:lnSpc>
                <a:spcPct val="115000"/>
              </a:lnSpc>
              <a:spcBef>
                <a:spcPts val="0"/>
              </a:spcBef>
              <a:spcAft>
                <a:spcPts val="0"/>
              </a:spcAft>
              <a:buSzPts val="1100"/>
              <a:buChar char="○"/>
            </a:pPr>
            <a:r>
              <a:rPr lang="en"/>
              <a:t>The child class </a:t>
            </a:r>
            <a:r>
              <a:rPr lang="en" b="1" i="1">
                <a:solidFill>
                  <a:srgbClr val="FF0000"/>
                </a:solidFill>
              </a:rPr>
              <a:t>overrides</a:t>
            </a:r>
            <a:r>
              <a:rPr lang="en">
                <a:solidFill>
                  <a:srgbClr val="FF0000"/>
                </a:solidFill>
              </a:rPr>
              <a:t> </a:t>
            </a:r>
            <a:r>
              <a:rPr lang="en"/>
              <a:t>the method in the parent class by defining a new method with the </a:t>
            </a:r>
            <a:r>
              <a:rPr lang="en" b="1" i="1">
                <a:solidFill>
                  <a:srgbClr val="FF0000"/>
                </a:solidFill>
              </a:rPr>
              <a:t>exact same signature</a:t>
            </a:r>
            <a:r>
              <a:rPr lang="en"/>
              <a:t>.</a:t>
            </a:r>
            <a:endParaRPr/>
          </a:p>
          <a:p>
            <a:pPr marL="914400" lvl="1" indent="-298450" algn="l" rtl="0">
              <a:lnSpc>
                <a:spcPct val="115000"/>
              </a:lnSpc>
              <a:spcBef>
                <a:spcPts val="0"/>
              </a:spcBef>
              <a:spcAft>
                <a:spcPts val="0"/>
              </a:spcAft>
              <a:buSzPts val="1100"/>
              <a:buChar char="○"/>
            </a:pPr>
            <a:r>
              <a:rPr lang="en"/>
              <a:t>If the method is called on an instance of the child class, the </a:t>
            </a:r>
            <a:r>
              <a:rPr lang="en" b="1" i="1">
                <a:solidFill>
                  <a:srgbClr val="FF0000"/>
                </a:solidFill>
              </a:rPr>
              <a:t>child's version</a:t>
            </a:r>
            <a:r>
              <a:rPr lang="en">
                <a:solidFill>
                  <a:srgbClr val="FF0000"/>
                </a:solidFill>
              </a:rPr>
              <a:t> </a:t>
            </a:r>
            <a:r>
              <a:rPr lang="en"/>
              <a:t>is used instead of the parent's.</a:t>
            </a:r>
            <a:endParaRPr/>
          </a:p>
          <a:p>
            <a:pPr marL="914400" lvl="1" indent="-298450" algn="l" rtl="0">
              <a:lnSpc>
                <a:spcPct val="115000"/>
              </a:lnSpc>
              <a:spcBef>
                <a:spcPts val="0"/>
              </a:spcBef>
              <a:spcAft>
                <a:spcPts val="0"/>
              </a:spcAft>
              <a:buSzPts val="1100"/>
              <a:buChar char="○"/>
            </a:pPr>
            <a:r>
              <a:rPr lang="en"/>
              <a:t>If necessary, the child can call the parent's version using </a:t>
            </a:r>
            <a:r>
              <a:rPr lang="en">
                <a:solidFill>
                  <a:srgbClr val="FF0000"/>
                </a:solidFill>
                <a:latin typeface="Courier New"/>
                <a:ea typeface="Courier New"/>
                <a:cs typeface="Courier New"/>
                <a:sym typeface="Courier New"/>
              </a:rPr>
              <a:t>super</a:t>
            </a:r>
            <a:r>
              <a:rPr lang="en"/>
              <a:t>, e.g. </a:t>
            </a:r>
            <a:r>
              <a:rPr lang="en">
                <a:solidFill>
                  <a:srgbClr val="FF0000"/>
                </a:solidFill>
                <a:latin typeface="Courier New"/>
                <a:ea typeface="Courier New"/>
                <a:cs typeface="Courier New"/>
                <a:sym typeface="Courier New"/>
              </a:rPr>
              <a:t>super.aMethod();</a:t>
            </a:r>
            <a:endParaRPr>
              <a:solidFill>
                <a:srgbClr val="FF0000"/>
              </a:solidFill>
              <a:latin typeface="Courier New"/>
              <a:ea typeface="Courier New"/>
              <a:cs typeface="Courier New"/>
              <a:sym typeface="Courier New"/>
            </a:endParaRPr>
          </a:p>
        </p:txBody>
      </p:sp>
      <p:sp>
        <p:nvSpPr>
          <p:cNvPr id="839" name="Google Shape;839;p103"/>
          <p:cNvSpPr txBox="1">
            <a:spLocks noGrp="1"/>
          </p:cNvSpPr>
          <p:nvPr>
            <p:ph type="sldNum" idx="12"/>
          </p:nvPr>
        </p:nvSpPr>
        <p:spPr>
          <a:xfrm>
            <a:off x="8611066" y="47394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25</a:t>
            </a:fld>
            <a:endParaRPr/>
          </a:p>
        </p:txBody>
      </p:sp>
      <p:sp>
        <p:nvSpPr>
          <p:cNvPr id="840" name="Google Shape;840;p103"/>
          <p:cNvSpPr txBox="1">
            <a:spLocks noGrp="1"/>
          </p:cNvSpPr>
          <p:nvPr>
            <p:ph type="body" idx="2"/>
          </p:nvPr>
        </p:nvSpPr>
        <p:spPr>
          <a:xfrm>
            <a:off x="211025" y="2207125"/>
            <a:ext cx="3881700" cy="17055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1</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Rabbit</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extends</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Animal</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2</a:t>
            </a:r>
            <a:r>
              <a:rPr lang="en" sz="1000">
                <a:solidFill>
                  <a:srgbClr val="000000"/>
                </a:solidFill>
                <a:latin typeface="Consolas"/>
                <a:ea typeface="Consolas"/>
                <a:cs typeface="Consolas"/>
                <a:sym typeface="Consolas"/>
              </a:rPr>
              <a:t>     </a:t>
            </a:r>
            <a:r>
              <a:rPr lang="en" sz="1000">
                <a:solidFill>
                  <a:srgbClr val="008000"/>
                </a:solidFill>
                <a:latin typeface="Consolas"/>
                <a:ea typeface="Consolas"/>
                <a:cs typeface="Consolas"/>
                <a:sym typeface="Consolas"/>
              </a:rPr>
              <a:t>// other fields, constructors, and methods</a:t>
            </a:r>
            <a:endParaRPr sz="1000">
              <a:solidFill>
                <a:srgbClr val="008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3</a:t>
            </a:r>
            <a:r>
              <a:rPr lang="en" sz="1000">
                <a:solidFill>
                  <a:srgbClr val="000000"/>
                </a:solidFill>
                <a:latin typeface="Consolas"/>
                <a:ea typeface="Consolas"/>
                <a:cs typeface="Consolas"/>
                <a:sym typeface="Consolas"/>
              </a:rPr>
              <a:t>     </a:t>
            </a:r>
            <a:r>
              <a:rPr lang="en" sz="1000">
                <a:solidFill>
                  <a:srgbClr val="008000"/>
                </a:solidFill>
                <a:latin typeface="Consolas"/>
                <a:ea typeface="Consolas"/>
                <a:cs typeface="Consolas"/>
                <a:sym typeface="Consolas"/>
              </a:rPr>
              <a:t>// are not shown here for brevity</a:t>
            </a:r>
            <a:endParaRPr sz="1000">
              <a:solidFill>
                <a:srgbClr val="008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4</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r>
              <a:rPr lang="en" sz="1000">
                <a:solidFill>
                  <a:srgbClr val="098658"/>
                </a:solidFill>
                <a:latin typeface="Consolas"/>
                <a:ea typeface="Consolas"/>
                <a:cs typeface="Consolas"/>
                <a:sym typeface="Consolas"/>
              </a:rPr>
              <a:t>5</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Override</a:t>
            </a:r>
            <a:endParaRPr sz="10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6</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String</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toString</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7</a:t>
            </a:r>
            <a:r>
              <a:rPr lang="en" sz="1000">
                <a:solidFill>
                  <a:srgbClr val="000000"/>
                </a:solidFill>
                <a:latin typeface="Consolas"/>
                <a:ea typeface="Consolas"/>
                <a:cs typeface="Consolas"/>
                <a:sym typeface="Consolas"/>
              </a:rPr>
              <a:t>        </a:t>
            </a:r>
            <a:r>
              <a:rPr lang="en" sz="1000">
                <a:solidFill>
                  <a:srgbClr val="AF00DB"/>
                </a:solidFill>
                <a:latin typeface="Consolas"/>
                <a:ea typeface="Consolas"/>
                <a:cs typeface="Consolas"/>
                <a:sym typeface="Consolas"/>
              </a:rPr>
              <a:t>return</a:t>
            </a:r>
            <a:r>
              <a:rPr lang="en" sz="1000">
                <a:solidFill>
                  <a:srgbClr val="000000"/>
                </a:solidFill>
                <a:latin typeface="Consolas"/>
                <a:ea typeface="Consolas"/>
                <a:cs typeface="Consolas"/>
                <a:sym typeface="Consolas"/>
              </a:rPr>
              <a:t> </a:t>
            </a:r>
            <a:r>
              <a:rPr lang="en" sz="1000">
                <a:solidFill>
                  <a:srgbClr val="A31515"/>
                </a:solidFill>
                <a:latin typeface="Consolas"/>
                <a:ea typeface="Consolas"/>
                <a:cs typeface="Consolas"/>
                <a:sym typeface="Consolas"/>
              </a:rPr>
              <a:t>"Rabbit[weight="</a:t>
            </a:r>
            <a:r>
              <a:rPr lang="en" sz="1000">
                <a:solidFill>
                  <a:srgbClr val="000000"/>
                </a:solidFill>
                <a:latin typeface="Consolas"/>
                <a:ea typeface="Consolas"/>
                <a:cs typeface="Consolas"/>
                <a:sym typeface="Consolas"/>
              </a:rPr>
              <a:t> + </a:t>
            </a:r>
            <a:r>
              <a:rPr lang="en" sz="1000">
                <a:solidFill>
                  <a:srgbClr val="795E26"/>
                </a:solidFill>
                <a:latin typeface="Consolas"/>
                <a:ea typeface="Consolas"/>
                <a:cs typeface="Consolas"/>
                <a:sym typeface="Consolas"/>
              </a:rPr>
              <a:t>getWeight</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8</a:t>
            </a:r>
            <a:r>
              <a:rPr lang="en" sz="1000">
                <a:solidFill>
                  <a:srgbClr val="000000"/>
                </a:solidFill>
                <a:latin typeface="Consolas"/>
                <a:ea typeface="Consolas"/>
                <a:cs typeface="Consolas"/>
                <a:sym typeface="Consolas"/>
              </a:rPr>
              <a:t>           + </a:t>
            </a:r>
            <a:r>
              <a:rPr lang="en" sz="1000">
                <a:solidFill>
                  <a:srgbClr val="A31515"/>
                </a:solidFill>
                <a:latin typeface="Consolas"/>
                <a:ea typeface="Consolas"/>
                <a:cs typeface="Consolas"/>
                <a:sym typeface="Consolas"/>
              </a:rPr>
              <a:t>", fur color="</a:t>
            </a:r>
            <a:r>
              <a:rPr lang="en" sz="1000">
                <a:solidFill>
                  <a:srgbClr val="000000"/>
                </a:solidFill>
                <a:latin typeface="Consolas"/>
                <a:ea typeface="Consolas"/>
                <a:cs typeface="Consolas"/>
                <a:sym typeface="Consolas"/>
              </a:rPr>
              <a:t> + furColor + </a:t>
            </a:r>
            <a:r>
              <a:rPr lang="en" sz="1000">
                <a:solidFill>
                  <a:srgbClr val="A31515"/>
                </a:solidFill>
                <a:latin typeface="Consolas"/>
                <a:ea typeface="Consolas"/>
                <a:cs typeface="Consolas"/>
                <a:sym typeface="Consolas"/>
              </a:rPr>
              <a:t>"]"</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9</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10</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SzPts val="1300"/>
              <a:buNone/>
            </a:pPr>
            <a:endParaRPr sz="1000">
              <a:solidFill>
                <a:srgbClr val="999999"/>
              </a:solidFill>
              <a:latin typeface="Consolas"/>
              <a:ea typeface="Consolas"/>
              <a:cs typeface="Consolas"/>
              <a:sym typeface="Consolas"/>
            </a:endParaRPr>
          </a:p>
        </p:txBody>
      </p:sp>
      <p:sp>
        <p:nvSpPr>
          <p:cNvPr id="841" name="Google Shape;841;p103"/>
          <p:cNvSpPr txBox="1">
            <a:spLocks noGrp="1"/>
          </p:cNvSpPr>
          <p:nvPr>
            <p:ph type="body" idx="3"/>
          </p:nvPr>
        </p:nvSpPr>
        <p:spPr>
          <a:xfrm>
            <a:off x="209225" y="758025"/>
            <a:ext cx="3885300" cy="638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100"/>
              <a:t>The </a:t>
            </a:r>
            <a:r>
              <a:rPr lang="en" sz="1100">
                <a:latin typeface="Courier New"/>
                <a:ea typeface="Courier New"/>
                <a:cs typeface="Courier New"/>
                <a:sym typeface="Courier New"/>
              </a:rPr>
              <a:t>toString()</a:t>
            </a:r>
            <a:r>
              <a:rPr lang="en" sz="1100"/>
              <a:t> method in the </a:t>
            </a:r>
            <a:r>
              <a:rPr lang="en" sz="1100">
                <a:latin typeface="Courier New"/>
                <a:ea typeface="Courier New"/>
                <a:cs typeface="Courier New"/>
                <a:sym typeface="Courier New"/>
              </a:rPr>
              <a:t>Animal</a:t>
            </a:r>
            <a:r>
              <a:rPr lang="en" sz="1100"/>
              <a:t> class returns a </a:t>
            </a:r>
            <a:r>
              <a:rPr lang="en" sz="1100">
                <a:latin typeface="Courier New"/>
                <a:ea typeface="Courier New"/>
                <a:cs typeface="Courier New"/>
                <a:sym typeface="Courier New"/>
              </a:rPr>
              <a:t>String</a:t>
            </a:r>
            <a:r>
              <a:rPr lang="en" sz="1100"/>
              <a:t> that doesn't include all of the detail about a </a:t>
            </a:r>
            <a:r>
              <a:rPr lang="en" sz="1100">
                <a:latin typeface="Courier New"/>
                <a:ea typeface="Courier New"/>
                <a:cs typeface="Courier New"/>
                <a:sym typeface="Courier New"/>
              </a:rPr>
              <a:t>Rabbit</a:t>
            </a:r>
            <a:r>
              <a:rPr lang="en" sz="1100"/>
              <a:t> (i.e. its fur color is missing).</a:t>
            </a:r>
            <a:endParaRPr sz="1100"/>
          </a:p>
        </p:txBody>
      </p:sp>
      <p:sp>
        <p:nvSpPr>
          <p:cNvPr id="842" name="Google Shape;842;p103"/>
          <p:cNvSpPr txBox="1">
            <a:spLocks noGrp="1"/>
          </p:cNvSpPr>
          <p:nvPr>
            <p:ph type="body" idx="3"/>
          </p:nvPr>
        </p:nvSpPr>
        <p:spPr>
          <a:xfrm>
            <a:off x="214625" y="4549925"/>
            <a:ext cx="3881700" cy="464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100"/>
              <a:t>If the method is called on an instance of the </a:t>
            </a:r>
            <a:r>
              <a:rPr lang="en" sz="1100">
                <a:solidFill>
                  <a:srgbClr val="FF0000"/>
                </a:solidFill>
                <a:latin typeface="Courier New"/>
                <a:ea typeface="Courier New"/>
                <a:cs typeface="Courier New"/>
                <a:sym typeface="Courier New"/>
              </a:rPr>
              <a:t>Rabbit</a:t>
            </a:r>
            <a:r>
              <a:rPr lang="en" sz="1100"/>
              <a:t> class, </a:t>
            </a:r>
            <a:r>
              <a:rPr lang="en" sz="1100" b="1" i="1">
                <a:solidFill>
                  <a:srgbClr val="FF0000"/>
                </a:solidFill>
              </a:rPr>
              <a:t>its version</a:t>
            </a:r>
            <a:r>
              <a:rPr lang="en" sz="1100">
                <a:solidFill>
                  <a:srgbClr val="FF0000"/>
                </a:solidFill>
              </a:rPr>
              <a:t> </a:t>
            </a:r>
            <a:r>
              <a:rPr lang="en" sz="1100"/>
              <a:t>will be used </a:t>
            </a:r>
            <a:r>
              <a:rPr lang="en" sz="1100" b="1" i="1">
                <a:solidFill>
                  <a:srgbClr val="FF0000"/>
                </a:solidFill>
              </a:rPr>
              <a:t>instead </a:t>
            </a:r>
            <a:r>
              <a:rPr lang="en" sz="1100"/>
              <a:t>of </a:t>
            </a:r>
            <a:r>
              <a:rPr lang="en" sz="1100">
                <a:latin typeface="Courier New"/>
                <a:ea typeface="Courier New"/>
                <a:cs typeface="Courier New"/>
                <a:sym typeface="Courier New"/>
              </a:rPr>
              <a:t>Animal</a:t>
            </a:r>
            <a:r>
              <a:rPr lang="en" sz="1100"/>
              <a:t>'s.</a:t>
            </a:r>
            <a:endParaRPr sz="1100"/>
          </a:p>
        </p:txBody>
      </p:sp>
      <p:sp>
        <p:nvSpPr>
          <p:cNvPr id="843" name="Google Shape;843;p103"/>
          <p:cNvSpPr txBox="1">
            <a:spLocks noGrp="1"/>
          </p:cNvSpPr>
          <p:nvPr>
            <p:ph type="body" idx="3"/>
          </p:nvPr>
        </p:nvSpPr>
        <p:spPr>
          <a:xfrm>
            <a:off x="212825" y="1482580"/>
            <a:ext cx="3885300" cy="638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100"/>
              <a:t>The </a:t>
            </a:r>
            <a:r>
              <a:rPr lang="en" sz="1100">
                <a:latin typeface="Courier New"/>
                <a:ea typeface="Courier New"/>
                <a:cs typeface="Courier New"/>
                <a:sym typeface="Courier New"/>
              </a:rPr>
              <a:t>Rabbit</a:t>
            </a:r>
            <a:r>
              <a:rPr lang="en" sz="1100"/>
              <a:t> class may </a:t>
            </a:r>
            <a:r>
              <a:rPr lang="en" sz="1100" b="1" i="1">
                <a:solidFill>
                  <a:srgbClr val="FF0000"/>
                </a:solidFill>
              </a:rPr>
              <a:t>override</a:t>
            </a:r>
            <a:r>
              <a:rPr lang="en" sz="1100">
                <a:solidFill>
                  <a:srgbClr val="FF0000"/>
                </a:solidFill>
              </a:rPr>
              <a:t> </a:t>
            </a:r>
            <a:r>
              <a:rPr lang="en" sz="1100"/>
              <a:t>the implementation of the method in the </a:t>
            </a:r>
            <a:r>
              <a:rPr lang="en" sz="1100">
                <a:latin typeface="Courier New"/>
                <a:ea typeface="Courier New"/>
                <a:cs typeface="Courier New"/>
                <a:sym typeface="Courier New"/>
              </a:rPr>
              <a:t>Animal</a:t>
            </a:r>
            <a:r>
              <a:rPr lang="en" sz="1100"/>
              <a:t> class by declaring a </a:t>
            </a:r>
            <a:r>
              <a:rPr lang="en" sz="1100" b="1" i="1">
                <a:solidFill>
                  <a:srgbClr val="FF0000"/>
                </a:solidFill>
              </a:rPr>
              <a:t>new implementation</a:t>
            </a:r>
            <a:r>
              <a:rPr lang="en" sz="1100"/>
              <a:t> with the </a:t>
            </a:r>
            <a:r>
              <a:rPr lang="en" sz="1100" b="1" i="1">
                <a:solidFill>
                  <a:srgbClr val="FF0000"/>
                </a:solidFill>
              </a:rPr>
              <a:t>exact same signature</a:t>
            </a:r>
            <a:r>
              <a:rPr lang="en" sz="1100"/>
              <a:t>.</a:t>
            </a:r>
            <a:endParaRPr sz="1100"/>
          </a:p>
        </p:txBody>
      </p:sp>
      <p:sp>
        <p:nvSpPr>
          <p:cNvPr id="844" name="Google Shape;844;p103"/>
          <p:cNvSpPr txBox="1">
            <a:spLocks noGrp="1"/>
          </p:cNvSpPr>
          <p:nvPr>
            <p:ph type="body" idx="3"/>
          </p:nvPr>
        </p:nvSpPr>
        <p:spPr>
          <a:xfrm>
            <a:off x="212825" y="3999075"/>
            <a:ext cx="3881700" cy="464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100"/>
              <a:t>If the </a:t>
            </a:r>
            <a:r>
              <a:rPr lang="en" sz="1100" b="1" i="1">
                <a:solidFill>
                  <a:srgbClr val="FF0000"/>
                </a:solidFill>
              </a:rPr>
              <a:t>optional</a:t>
            </a:r>
            <a:r>
              <a:rPr lang="en" sz="1100"/>
              <a:t> </a:t>
            </a:r>
            <a:r>
              <a:rPr lang="en" sz="1100">
                <a:solidFill>
                  <a:srgbClr val="FF0000"/>
                </a:solidFill>
                <a:latin typeface="Courier New"/>
                <a:ea typeface="Courier New"/>
                <a:cs typeface="Courier New"/>
                <a:sym typeface="Courier New"/>
              </a:rPr>
              <a:t>@Override</a:t>
            </a:r>
            <a:r>
              <a:rPr lang="en" sz="1100"/>
              <a:t> annotation is used, the Java compiler will validate the method signature.</a:t>
            </a:r>
            <a:endParaRPr sz="1100"/>
          </a:p>
        </p:txBody>
      </p:sp>
      <p:grpSp>
        <p:nvGrpSpPr>
          <p:cNvPr id="845" name="Google Shape;845;p103"/>
          <p:cNvGrpSpPr/>
          <p:nvPr/>
        </p:nvGrpSpPr>
        <p:grpSpPr>
          <a:xfrm>
            <a:off x="696475" y="1801630"/>
            <a:ext cx="3401650" cy="1912069"/>
            <a:chOff x="696475" y="1794734"/>
            <a:chExt cx="3401650" cy="1912069"/>
          </a:xfrm>
        </p:grpSpPr>
        <p:sp>
          <p:nvSpPr>
            <p:cNvPr id="846" name="Google Shape;846;p103"/>
            <p:cNvSpPr/>
            <p:nvPr/>
          </p:nvSpPr>
          <p:spPr>
            <a:xfrm>
              <a:off x="696475" y="3068703"/>
              <a:ext cx="2820600" cy="6381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847" name="Google Shape;847;p103"/>
            <p:cNvCxnSpPr>
              <a:stCxn id="843" idx="3"/>
              <a:endCxn id="846" idx="3"/>
            </p:cNvCxnSpPr>
            <p:nvPr/>
          </p:nvCxnSpPr>
          <p:spPr>
            <a:xfrm flipH="1">
              <a:off x="3517025" y="1794734"/>
              <a:ext cx="581100" cy="1593000"/>
            </a:xfrm>
            <a:prstGeom prst="bentConnector3">
              <a:avLst>
                <a:gd name="adj1" fmla="val -18654"/>
              </a:avLst>
            </a:prstGeom>
            <a:noFill/>
            <a:ln w="19050" cap="flat" cmpd="sng">
              <a:solidFill>
                <a:srgbClr val="FF0000"/>
              </a:solidFill>
              <a:prstDash val="solid"/>
              <a:round/>
              <a:headEnd type="none" w="med" len="med"/>
              <a:tailEnd type="none" w="med" len="med"/>
            </a:ln>
          </p:spPr>
        </p:cxnSp>
      </p:grpSp>
      <p:grpSp>
        <p:nvGrpSpPr>
          <p:cNvPr id="848" name="Google Shape;848;p103"/>
          <p:cNvGrpSpPr/>
          <p:nvPr/>
        </p:nvGrpSpPr>
        <p:grpSpPr>
          <a:xfrm>
            <a:off x="212825" y="2889813"/>
            <a:ext cx="1173350" cy="1341462"/>
            <a:chOff x="212825" y="2889813"/>
            <a:chExt cx="1173350" cy="1341462"/>
          </a:xfrm>
        </p:grpSpPr>
        <p:sp>
          <p:nvSpPr>
            <p:cNvPr id="849" name="Google Shape;849;p103"/>
            <p:cNvSpPr/>
            <p:nvPr/>
          </p:nvSpPr>
          <p:spPr>
            <a:xfrm>
              <a:off x="696475" y="2889813"/>
              <a:ext cx="689700" cy="1866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850" name="Google Shape;850;p103"/>
            <p:cNvCxnSpPr>
              <a:stCxn id="844" idx="1"/>
              <a:endCxn id="849" idx="1"/>
            </p:cNvCxnSpPr>
            <p:nvPr/>
          </p:nvCxnSpPr>
          <p:spPr>
            <a:xfrm rot="10800000" flipH="1">
              <a:off x="212825" y="2982975"/>
              <a:ext cx="483600" cy="1248300"/>
            </a:xfrm>
            <a:prstGeom prst="bentConnector3">
              <a:avLst>
                <a:gd name="adj1" fmla="val -24044"/>
              </a:avLst>
            </a:prstGeom>
            <a:noFill/>
            <a:ln w="19050" cap="flat" cmpd="sng">
              <a:solidFill>
                <a:srgbClr val="FF0000"/>
              </a:solidFill>
              <a:prstDash val="solid"/>
              <a:round/>
              <a:headEnd type="none" w="med" len="med"/>
              <a:tailEnd type="non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3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3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3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3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3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3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3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3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38">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38">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841"/>
                                        </p:tgtEl>
                                        <p:attrNameLst>
                                          <p:attrName>style.visibility</p:attrName>
                                        </p:attrNameLst>
                                      </p:cBhvr>
                                      <p:to>
                                        <p:strVal val="visible"/>
                                      </p:to>
                                    </p:set>
                                    <p:animEffect transition="in" filter="fade">
                                      <p:cBhvr>
                                        <p:cTn id="47" dur="1000"/>
                                        <p:tgtEl>
                                          <p:spTgt spid="841"/>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843"/>
                                        </p:tgtEl>
                                        <p:attrNameLst>
                                          <p:attrName>style.visibility</p:attrName>
                                        </p:attrNameLst>
                                      </p:cBhvr>
                                      <p:to>
                                        <p:strVal val="visible"/>
                                      </p:to>
                                    </p:set>
                                    <p:animEffect transition="in" filter="fade">
                                      <p:cBhvr>
                                        <p:cTn id="52" dur="1000"/>
                                        <p:tgtEl>
                                          <p:spTgt spid="843"/>
                                        </p:tgtEl>
                                      </p:cBhvr>
                                    </p:animEffect>
                                  </p:childTnLst>
                                </p:cTn>
                              </p:par>
                            </p:childTnLst>
                          </p:cTn>
                        </p:par>
                        <p:par>
                          <p:cTn id="53" fill="hold">
                            <p:stCondLst>
                              <p:cond delay="1000"/>
                            </p:stCondLst>
                            <p:childTnLst>
                              <p:par>
                                <p:cTn id="54" presetID="1" presetClass="entr" presetSubtype="0" fill="hold" nodeType="afterEffect">
                                  <p:stCondLst>
                                    <p:cond delay="0"/>
                                  </p:stCondLst>
                                  <p:childTnLst>
                                    <p:set>
                                      <p:cBhvr>
                                        <p:cTn id="55" dur="1" fill="hold">
                                          <p:stCondLst>
                                            <p:cond delay="0"/>
                                          </p:stCondLst>
                                        </p:cTn>
                                        <p:tgtEl>
                                          <p:spTgt spid="845"/>
                                        </p:tgtEl>
                                        <p:attrNameLst>
                                          <p:attrName>style.visibility</p:attrName>
                                        </p:attrNameLst>
                                      </p:cBhvr>
                                      <p:to>
                                        <p:strVal val="visible"/>
                                      </p:to>
                                    </p:set>
                                  </p:childTnLst>
                                </p:cTn>
                              </p:par>
                              <p:par>
                                <p:cTn id="56" presetID="10" presetClass="entr" presetSubtype="0" fill="hold" nodeType="withEffect">
                                  <p:stCondLst>
                                    <p:cond delay="0"/>
                                  </p:stCondLst>
                                  <p:childTnLst>
                                    <p:set>
                                      <p:cBhvr>
                                        <p:cTn id="57" dur="1" fill="hold">
                                          <p:stCondLst>
                                            <p:cond delay="0"/>
                                          </p:stCondLst>
                                        </p:cTn>
                                        <p:tgtEl>
                                          <p:spTgt spid="840"/>
                                        </p:tgtEl>
                                        <p:attrNameLst>
                                          <p:attrName>style.visibility</p:attrName>
                                        </p:attrNameLst>
                                      </p:cBhvr>
                                      <p:to>
                                        <p:strVal val="visible"/>
                                      </p:to>
                                    </p:set>
                                    <p:animEffect transition="in" filter="fade">
                                      <p:cBhvr>
                                        <p:cTn id="58" dur="1000"/>
                                        <p:tgtEl>
                                          <p:spTgt spid="840"/>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844"/>
                                        </p:tgtEl>
                                        <p:attrNameLst>
                                          <p:attrName>style.visibility</p:attrName>
                                        </p:attrNameLst>
                                      </p:cBhvr>
                                      <p:to>
                                        <p:strVal val="visible"/>
                                      </p:to>
                                    </p:set>
                                    <p:animEffect transition="in" filter="fade">
                                      <p:cBhvr>
                                        <p:cTn id="63" dur="1000"/>
                                        <p:tgtEl>
                                          <p:spTgt spid="844"/>
                                        </p:tgtEl>
                                      </p:cBhvr>
                                    </p:animEffect>
                                  </p:childTnLst>
                                </p:cTn>
                              </p:par>
                            </p:childTnLst>
                          </p:cTn>
                        </p:par>
                        <p:par>
                          <p:cTn id="64" fill="hold">
                            <p:stCondLst>
                              <p:cond delay="1000"/>
                            </p:stCondLst>
                            <p:childTnLst>
                              <p:par>
                                <p:cTn id="65" presetID="1" presetClass="entr" presetSubtype="0" fill="hold" nodeType="afterEffect">
                                  <p:stCondLst>
                                    <p:cond delay="0"/>
                                  </p:stCondLst>
                                  <p:childTnLst>
                                    <p:set>
                                      <p:cBhvr>
                                        <p:cTn id="66" dur="1" fill="hold">
                                          <p:stCondLst>
                                            <p:cond delay="0"/>
                                          </p:stCondLst>
                                        </p:cTn>
                                        <p:tgtEl>
                                          <p:spTgt spid="84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842"/>
                                        </p:tgtEl>
                                        <p:attrNameLst>
                                          <p:attrName>style.visibility</p:attrName>
                                        </p:attrNameLst>
                                      </p:cBhvr>
                                      <p:to>
                                        <p:strVal val="visible"/>
                                      </p:to>
                                    </p:set>
                                    <p:animEffect transition="in" filter="fade">
                                      <p:cBhvr>
                                        <p:cTn id="71" dur="1000"/>
                                        <p:tgtEl>
                                          <p:spTgt spid="8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54"/>
        <p:cNvGrpSpPr/>
        <p:nvPr/>
      </p:nvGrpSpPr>
      <p:grpSpPr>
        <a:xfrm>
          <a:off x="0" y="0"/>
          <a:ext cx="0" cy="0"/>
          <a:chOff x="0" y="0"/>
          <a:chExt cx="0" cy="0"/>
        </a:xfrm>
      </p:grpSpPr>
      <p:sp>
        <p:nvSpPr>
          <p:cNvPr id="855" name="Google Shape;855;p104"/>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One major benefit of inheritance is that we can eliminate duplicate code. Continue refactoring the </a:t>
            </a:r>
            <a:r>
              <a:rPr lang="en">
                <a:latin typeface="Courier New"/>
                <a:ea typeface="Courier New"/>
                <a:cs typeface="Courier New"/>
                <a:sym typeface="Courier New"/>
              </a:rPr>
              <a:t>Mage</a:t>
            </a:r>
            <a:r>
              <a:rPr lang="en"/>
              <a:t> class to override methods and delete any duplicate code should be inherited from </a:t>
            </a:r>
            <a:r>
              <a:rPr lang="en">
                <a:latin typeface="Courier New"/>
                <a:ea typeface="Courier New"/>
                <a:cs typeface="Courier New"/>
                <a:sym typeface="Courier New"/>
              </a:rPr>
              <a:t>Goat</a:t>
            </a:r>
            <a:r>
              <a:rPr lang="en"/>
              <a:t>.</a:t>
            </a:r>
            <a:endParaRPr/>
          </a:p>
        </p:txBody>
      </p:sp>
      <p:sp>
        <p:nvSpPr>
          <p:cNvPr id="856" name="Google Shape;856;p10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26</a:t>
            </a:fld>
            <a:endParaRPr/>
          </a:p>
        </p:txBody>
      </p:sp>
      <p:sp>
        <p:nvSpPr>
          <p:cNvPr id="857" name="Google Shape;857;p104"/>
          <p:cNvSpPr txBox="1">
            <a:spLocks noGrp="1"/>
          </p:cNvSpPr>
          <p:nvPr>
            <p:ph type="body" idx="2"/>
          </p:nvPr>
        </p:nvSpPr>
        <p:spPr>
          <a:xfrm>
            <a:off x="3111850" y="1571275"/>
            <a:ext cx="5728800" cy="2772000"/>
          </a:xfrm>
          <a:prstGeom prst="rect">
            <a:avLst/>
          </a:prstGeom>
        </p:spPr>
        <p:txBody>
          <a:bodyPr spcFirstLastPara="1" wrap="square" lIns="91425" tIns="91425" rIns="91425" bIns="91425" anchor="t" anchorCtr="0">
            <a:spAutoFit/>
          </a:bodyPr>
          <a:lstStyle/>
          <a:p>
            <a:pPr marL="457200" lvl="0" indent="-330200" algn="l" rtl="0">
              <a:spcBef>
                <a:spcPts val="0"/>
              </a:spcBef>
              <a:spcAft>
                <a:spcPts val="0"/>
              </a:spcAft>
              <a:buSzPts val="1600"/>
              <a:buChar char="●"/>
            </a:pPr>
            <a:r>
              <a:rPr lang="en" sz="1600"/>
              <a:t>Open your </a:t>
            </a:r>
            <a:r>
              <a:rPr lang="en" sz="1600">
                <a:solidFill>
                  <a:srgbClr val="FF0000"/>
                </a:solidFill>
                <a:latin typeface="Courier New"/>
                <a:ea typeface="Courier New"/>
                <a:cs typeface="Courier New"/>
                <a:sym typeface="Courier New"/>
              </a:rPr>
              <a:t>Mage</a:t>
            </a:r>
            <a:r>
              <a:rPr lang="en" sz="1600">
                <a:solidFill>
                  <a:srgbClr val="FF0000"/>
                </a:solidFill>
              </a:rPr>
              <a:t> </a:t>
            </a:r>
            <a:r>
              <a:rPr lang="en" sz="1600"/>
              <a:t>class and examine the code that you have commented out and selectively </a:t>
            </a:r>
            <a:r>
              <a:rPr lang="en" sz="1600" b="1" i="1">
                <a:solidFill>
                  <a:srgbClr val="FF0000"/>
                </a:solidFill>
              </a:rPr>
              <a:t>delete </a:t>
            </a:r>
            <a:r>
              <a:rPr lang="en" sz="1600"/>
              <a:t>or </a:t>
            </a:r>
            <a:r>
              <a:rPr lang="en" sz="1600" b="1" i="1">
                <a:solidFill>
                  <a:srgbClr val="FF0000"/>
                </a:solidFill>
              </a:rPr>
              <a:t>uncomment </a:t>
            </a:r>
            <a:r>
              <a:rPr lang="en" sz="1600"/>
              <a:t>it.</a:t>
            </a:r>
            <a:endParaRPr sz="1600"/>
          </a:p>
          <a:p>
            <a:pPr marL="914400" lvl="1" indent="-317500" algn="l" rtl="0">
              <a:spcBef>
                <a:spcPts val="0"/>
              </a:spcBef>
              <a:spcAft>
                <a:spcPts val="0"/>
              </a:spcAft>
              <a:buSzPts val="1400"/>
              <a:buChar char="○"/>
            </a:pPr>
            <a:r>
              <a:rPr lang="en" sz="1400"/>
              <a:t>Which fields can safely be </a:t>
            </a:r>
            <a:r>
              <a:rPr lang="en" sz="1400" b="1" i="1">
                <a:solidFill>
                  <a:srgbClr val="FF0000"/>
                </a:solidFill>
              </a:rPr>
              <a:t>deleted</a:t>
            </a:r>
            <a:r>
              <a:rPr lang="en" sz="1400"/>
              <a:t>?</a:t>
            </a:r>
            <a:endParaRPr sz="1400"/>
          </a:p>
          <a:p>
            <a:pPr marL="914400" lvl="1" indent="-317500" algn="l" rtl="0">
              <a:spcBef>
                <a:spcPts val="0"/>
              </a:spcBef>
              <a:spcAft>
                <a:spcPts val="0"/>
              </a:spcAft>
              <a:buSzPts val="1400"/>
              <a:buChar char="○"/>
            </a:pPr>
            <a:r>
              <a:rPr lang="en" sz="1400"/>
              <a:t>Which methods can safely be </a:t>
            </a:r>
            <a:r>
              <a:rPr lang="en" sz="1400" b="1" i="1">
                <a:solidFill>
                  <a:srgbClr val="FF0000"/>
                </a:solidFill>
              </a:rPr>
              <a:t>deleted</a:t>
            </a:r>
            <a:r>
              <a:rPr lang="en" sz="1400"/>
              <a:t>?</a:t>
            </a:r>
            <a:endParaRPr sz="1400"/>
          </a:p>
          <a:p>
            <a:pPr marL="914400" lvl="1" indent="-317500" algn="l" rtl="0">
              <a:spcBef>
                <a:spcPts val="0"/>
              </a:spcBef>
              <a:spcAft>
                <a:spcPts val="0"/>
              </a:spcAft>
              <a:buSzPts val="1400"/>
              <a:buChar char="○"/>
            </a:pPr>
            <a:r>
              <a:rPr lang="en" sz="1400"/>
              <a:t>Which methods do you need to keep to </a:t>
            </a:r>
            <a:r>
              <a:rPr lang="en" sz="1400" b="1" i="1">
                <a:solidFill>
                  <a:srgbClr val="FF0000"/>
                </a:solidFill>
              </a:rPr>
              <a:t>override</a:t>
            </a:r>
            <a:r>
              <a:rPr lang="en" sz="1400">
                <a:solidFill>
                  <a:srgbClr val="FF0000"/>
                </a:solidFill>
              </a:rPr>
              <a:t> </a:t>
            </a:r>
            <a:r>
              <a:rPr lang="en" sz="1400"/>
              <a:t>the same methods in the </a:t>
            </a:r>
            <a:r>
              <a:rPr lang="en" sz="1400">
                <a:latin typeface="Courier New"/>
                <a:ea typeface="Courier New"/>
                <a:cs typeface="Courier New"/>
                <a:sym typeface="Courier New"/>
              </a:rPr>
              <a:t>Goat</a:t>
            </a:r>
            <a:r>
              <a:rPr lang="en" sz="1400"/>
              <a:t> class? Don't forget to use the </a:t>
            </a:r>
            <a:r>
              <a:rPr lang="en" sz="1400">
                <a:solidFill>
                  <a:srgbClr val="FF0000"/>
                </a:solidFill>
                <a:latin typeface="Courier New"/>
                <a:ea typeface="Courier New"/>
                <a:cs typeface="Courier New"/>
                <a:sym typeface="Courier New"/>
              </a:rPr>
              <a:t>@Override</a:t>
            </a:r>
            <a:r>
              <a:rPr lang="en" sz="1400"/>
              <a:t> annotation!</a:t>
            </a:r>
            <a:endParaRPr sz="1400"/>
          </a:p>
          <a:p>
            <a:pPr marL="457200" lvl="0" indent="-330200" algn="l" rtl="0">
              <a:spcBef>
                <a:spcPts val="0"/>
              </a:spcBef>
              <a:spcAft>
                <a:spcPts val="0"/>
              </a:spcAft>
              <a:buSzPts val="1600"/>
              <a:buChar char="●"/>
            </a:pPr>
            <a:r>
              <a:rPr lang="en" sz="1600" b="1" i="1">
                <a:solidFill>
                  <a:srgbClr val="FF0000"/>
                </a:solidFill>
              </a:rPr>
              <a:t>Compile</a:t>
            </a:r>
            <a:r>
              <a:rPr lang="en" sz="1600">
                <a:solidFill>
                  <a:srgbClr val="FF0000"/>
                </a:solidFill>
              </a:rPr>
              <a:t> </a:t>
            </a:r>
            <a:r>
              <a:rPr lang="en" sz="1600"/>
              <a:t>and </a:t>
            </a:r>
            <a:r>
              <a:rPr lang="en" sz="1600" b="1" i="1">
                <a:solidFill>
                  <a:srgbClr val="FF0000"/>
                </a:solidFill>
              </a:rPr>
              <a:t>run</a:t>
            </a:r>
            <a:r>
              <a:rPr lang="en" sz="1600">
                <a:solidFill>
                  <a:srgbClr val="FF0000"/>
                </a:solidFill>
              </a:rPr>
              <a:t> </a:t>
            </a:r>
            <a:r>
              <a:rPr lang="en" sz="1600"/>
              <a:t>the class.</a:t>
            </a:r>
            <a:endParaRPr sz="1600"/>
          </a:p>
          <a:p>
            <a:pPr marL="914400" lvl="1" indent="-317500" algn="l" rtl="0">
              <a:spcBef>
                <a:spcPts val="0"/>
              </a:spcBef>
              <a:spcAft>
                <a:spcPts val="0"/>
              </a:spcAft>
              <a:buSzPts val="1400"/>
              <a:buChar char="○"/>
            </a:pPr>
            <a:r>
              <a:rPr lang="en" sz="1400"/>
              <a:t>Does the </a:t>
            </a:r>
            <a:r>
              <a:rPr lang="en" sz="1400">
                <a:latin typeface="Courier New"/>
                <a:ea typeface="Courier New"/>
                <a:cs typeface="Courier New"/>
                <a:sym typeface="Courier New"/>
              </a:rPr>
              <a:t>main</a:t>
            </a:r>
            <a:r>
              <a:rPr lang="en" sz="1400"/>
              <a:t> method work the way that you expect it to?</a:t>
            </a:r>
            <a:endParaRPr sz="1700"/>
          </a:p>
        </p:txBody>
      </p:sp>
      <p:sp>
        <p:nvSpPr>
          <p:cNvPr id="858" name="Google Shape;858;p104"/>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Finish Refactoring Mage</a:t>
            </a:r>
            <a:endParaRPr/>
          </a:p>
        </p:txBody>
      </p:sp>
      <p:sp>
        <p:nvSpPr>
          <p:cNvPr id="859" name="Google Shape;859;p104"/>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3.12</a:t>
            </a:r>
            <a:endParaRPr/>
          </a:p>
        </p:txBody>
      </p:sp>
      <p:sp>
        <p:nvSpPr>
          <p:cNvPr id="860" name="Google Shape;860;p104"/>
          <p:cNvSpPr txBox="1"/>
          <p:nvPr/>
        </p:nvSpPr>
        <p:spPr>
          <a:xfrm>
            <a:off x="228600" y="3485526"/>
            <a:ext cx="2697300" cy="14316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class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Rabbit</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extends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Animal</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private</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furColor</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Rabbit</a:t>
            </a:r>
            <a:r>
              <a:rPr lang="en" sz="900">
                <a:latin typeface="Consolas"/>
                <a:ea typeface="Consolas"/>
                <a:cs typeface="Consolas"/>
                <a:sym typeface="Consolas"/>
              </a:rPr>
              <a:t>(</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weight</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furColor</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super</a:t>
            </a:r>
            <a:r>
              <a:rPr lang="en" sz="900">
                <a:latin typeface="Consolas"/>
                <a:ea typeface="Consolas"/>
                <a:cs typeface="Consolas"/>
                <a:sym typeface="Consolas"/>
              </a:rPr>
              <a:t>(</a:t>
            </a:r>
            <a:r>
              <a:rPr lang="en" sz="900">
                <a:solidFill>
                  <a:srgbClr val="A31515"/>
                </a:solidFill>
                <a:latin typeface="Consolas"/>
                <a:ea typeface="Consolas"/>
                <a:cs typeface="Consolas"/>
                <a:sym typeface="Consolas"/>
              </a:rPr>
              <a:t>"Rabbit"</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weight</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this</a:t>
            </a:r>
            <a:r>
              <a:rPr lang="en" sz="900">
                <a:latin typeface="Consolas"/>
                <a:ea typeface="Consolas"/>
                <a:cs typeface="Consolas"/>
                <a:sym typeface="Consolas"/>
              </a:rPr>
              <a:t>.</a:t>
            </a:r>
            <a:r>
              <a:rPr lang="en" sz="900">
                <a:solidFill>
                  <a:srgbClr val="001080"/>
                </a:solidFill>
                <a:latin typeface="Consolas"/>
                <a:ea typeface="Consolas"/>
                <a:cs typeface="Consolas"/>
                <a:sym typeface="Consolas"/>
              </a:rPr>
              <a:t>furColor</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furColor</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  </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a:t>
            </a:r>
            <a:endParaRPr sz="900">
              <a:solidFill>
                <a:srgbClr val="569CD6"/>
              </a:solidFill>
              <a:latin typeface="Consolas"/>
              <a:ea typeface="Consolas"/>
              <a:cs typeface="Consolas"/>
              <a:sym typeface="Consolas"/>
            </a:endParaRPr>
          </a:p>
        </p:txBody>
      </p:sp>
      <p:sp>
        <p:nvSpPr>
          <p:cNvPr id="861" name="Google Shape;861;p104"/>
          <p:cNvSpPr txBox="1"/>
          <p:nvPr/>
        </p:nvSpPr>
        <p:spPr>
          <a:xfrm>
            <a:off x="228600" y="1537664"/>
            <a:ext cx="2697300" cy="15699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class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Animal</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private</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name</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private</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weight</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Animal</a:t>
            </a:r>
            <a:r>
              <a:rPr lang="en" sz="900">
                <a:latin typeface="Consolas"/>
                <a:ea typeface="Consolas"/>
                <a:cs typeface="Consolas"/>
                <a:sym typeface="Consolas"/>
              </a:rPr>
              <a:t>(</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name</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weight</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this</a:t>
            </a:r>
            <a:r>
              <a:rPr lang="en" sz="900">
                <a:latin typeface="Consolas"/>
                <a:ea typeface="Consolas"/>
                <a:cs typeface="Consolas"/>
                <a:sym typeface="Consolas"/>
              </a:rPr>
              <a:t>.</a:t>
            </a:r>
            <a:r>
              <a:rPr lang="en" sz="900">
                <a:solidFill>
                  <a:srgbClr val="001080"/>
                </a:solidFill>
                <a:latin typeface="Consolas"/>
                <a:ea typeface="Consolas"/>
                <a:cs typeface="Consolas"/>
                <a:sym typeface="Consolas"/>
              </a:rPr>
              <a:t>name</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name</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this</a:t>
            </a:r>
            <a:r>
              <a:rPr lang="en" sz="900">
                <a:latin typeface="Consolas"/>
                <a:ea typeface="Consolas"/>
                <a:cs typeface="Consolas"/>
                <a:sym typeface="Consolas"/>
              </a:rPr>
              <a:t>.</a:t>
            </a:r>
            <a:r>
              <a:rPr lang="en" sz="900">
                <a:solidFill>
                  <a:srgbClr val="001080"/>
                </a:solidFill>
                <a:latin typeface="Consolas"/>
                <a:ea typeface="Consolas"/>
                <a:cs typeface="Consolas"/>
                <a:sym typeface="Consolas"/>
              </a:rPr>
              <a:t>weight</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weight</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endParaRPr sz="900">
              <a:solidFill>
                <a:srgbClr val="569CD6"/>
              </a:solidFill>
              <a:latin typeface="Consolas"/>
              <a:ea typeface="Consolas"/>
              <a:cs typeface="Consolas"/>
              <a:sym typeface="Consolas"/>
            </a:endParaRPr>
          </a:p>
        </p:txBody>
      </p:sp>
      <p:grpSp>
        <p:nvGrpSpPr>
          <p:cNvPr id="862" name="Google Shape;862;p104"/>
          <p:cNvGrpSpPr/>
          <p:nvPr/>
        </p:nvGrpSpPr>
        <p:grpSpPr>
          <a:xfrm>
            <a:off x="1437600" y="3113833"/>
            <a:ext cx="279300" cy="371700"/>
            <a:chOff x="1067200" y="1950975"/>
            <a:chExt cx="279300" cy="371700"/>
          </a:xfrm>
        </p:grpSpPr>
        <p:sp>
          <p:nvSpPr>
            <p:cNvPr id="863" name="Google Shape;863;p104"/>
            <p:cNvSpPr/>
            <p:nvPr/>
          </p:nvSpPr>
          <p:spPr>
            <a:xfrm>
              <a:off x="1067200" y="1950975"/>
              <a:ext cx="279300" cy="207900"/>
            </a:xfrm>
            <a:prstGeom prst="triangle">
              <a:avLst>
                <a:gd name="adj" fmla="val 50000"/>
              </a:avLst>
            </a:prstGeom>
            <a:solidFill>
              <a:srgbClr val="FFFFFF"/>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864" name="Google Shape;864;p104"/>
            <p:cNvCxnSpPr>
              <a:stCxn id="863" idx="3"/>
            </p:cNvCxnSpPr>
            <p:nvPr/>
          </p:nvCxnSpPr>
          <p:spPr>
            <a:xfrm>
              <a:off x="1206850" y="2158875"/>
              <a:ext cx="3000" cy="163800"/>
            </a:xfrm>
            <a:prstGeom prst="straightConnector1">
              <a:avLst/>
            </a:prstGeom>
            <a:noFill/>
            <a:ln w="28575" cap="flat" cmpd="sng">
              <a:solidFill>
                <a:srgbClr val="000000"/>
              </a:solidFill>
              <a:prstDash val="solid"/>
              <a:round/>
              <a:headEnd type="none" w="sm" len="sm"/>
              <a:tailEnd type="none" w="sm" len="sm"/>
            </a:ln>
          </p:spPr>
        </p:cxn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68"/>
        <p:cNvGrpSpPr/>
        <p:nvPr/>
      </p:nvGrpSpPr>
      <p:grpSpPr>
        <a:xfrm>
          <a:off x="0" y="0"/>
          <a:ext cx="0" cy="0"/>
          <a:chOff x="0" y="0"/>
          <a:chExt cx="0" cy="0"/>
        </a:xfrm>
      </p:grpSpPr>
      <p:sp>
        <p:nvSpPr>
          <p:cNvPr id="869" name="Google Shape;869;p105"/>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The </a:t>
            </a:r>
            <a:r>
              <a:rPr lang="en">
                <a:latin typeface="Courier New"/>
                <a:ea typeface="Courier New"/>
                <a:cs typeface="Courier New"/>
                <a:sym typeface="Courier New"/>
              </a:rPr>
              <a:t>Mage</a:t>
            </a:r>
            <a:r>
              <a:rPr lang="en"/>
              <a:t> class is now making effective use of inheritance to reuse the state and behavior from its new parent class. Unfortunately, </a:t>
            </a:r>
            <a:r>
              <a:rPr lang="en">
                <a:latin typeface="Courier New"/>
                <a:ea typeface="Courier New"/>
                <a:cs typeface="Courier New"/>
                <a:sym typeface="Courier New"/>
              </a:rPr>
              <a:t>Fighter</a:t>
            </a:r>
            <a:r>
              <a:rPr lang="en"/>
              <a:t> still has a lot of duplicate code! Let's refactor the </a:t>
            </a:r>
            <a:r>
              <a:rPr lang="en">
                <a:latin typeface="Courier New"/>
                <a:ea typeface="Courier New"/>
                <a:cs typeface="Courier New"/>
                <a:sym typeface="Courier New"/>
              </a:rPr>
              <a:t>Fighter</a:t>
            </a:r>
            <a:r>
              <a:rPr lang="en"/>
              <a:t> class to extend </a:t>
            </a:r>
            <a:r>
              <a:rPr lang="en">
                <a:latin typeface="Courier New"/>
                <a:ea typeface="Courier New"/>
                <a:cs typeface="Courier New"/>
                <a:sym typeface="Courier New"/>
              </a:rPr>
              <a:t>Goat</a:t>
            </a:r>
            <a:r>
              <a:rPr lang="en"/>
              <a:t> now.</a:t>
            </a:r>
            <a:endParaRPr/>
          </a:p>
        </p:txBody>
      </p:sp>
      <p:sp>
        <p:nvSpPr>
          <p:cNvPr id="870" name="Google Shape;870;p10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27</a:t>
            </a:fld>
            <a:endParaRPr/>
          </a:p>
        </p:txBody>
      </p:sp>
      <p:sp>
        <p:nvSpPr>
          <p:cNvPr id="871" name="Google Shape;871;p105"/>
          <p:cNvSpPr txBox="1">
            <a:spLocks noGrp="1"/>
          </p:cNvSpPr>
          <p:nvPr>
            <p:ph type="body" idx="2"/>
          </p:nvPr>
        </p:nvSpPr>
        <p:spPr>
          <a:xfrm>
            <a:off x="2146100" y="2013125"/>
            <a:ext cx="6795000" cy="2097300"/>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a:t>Open the </a:t>
            </a:r>
            <a:r>
              <a:rPr lang="en" sz="1500">
                <a:latin typeface="Courier New"/>
                <a:ea typeface="Courier New"/>
                <a:cs typeface="Courier New"/>
                <a:sym typeface="Courier New"/>
              </a:rPr>
              <a:t>Fighter</a:t>
            </a:r>
            <a:r>
              <a:rPr lang="en" sz="1500"/>
              <a:t> class and modify it so that it subclasses your common </a:t>
            </a:r>
            <a:r>
              <a:rPr lang="en" sz="1500">
                <a:latin typeface="Courier New"/>
                <a:ea typeface="Courier New"/>
                <a:cs typeface="Courier New"/>
                <a:sym typeface="Courier New"/>
              </a:rPr>
              <a:t>Goat</a:t>
            </a:r>
            <a:r>
              <a:rPr lang="en" sz="1500"/>
              <a:t>.</a:t>
            </a:r>
            <a:endParaRPr sz="1500"/>
          </a:p>
          <a:p>
            <a:pPr marL="914400" lvl="1" indent="-311150" algn="l" rtl="0">
              <a:spcBef>
                <a:spcPts val="0"/>
              </a:spcBef>
              <a:spcAft>
                <a:spcPts val="0"/>
              </a:spcAft>
              <a:buSzPts val="1300"/>
              <a:buChar char="○"/>
            </a:pPr>
            <a:r>
              <a:rPr lang="en" sz="1300"/>
              <a:t>Use </a:t>
            </a:r>
            <a:r>
              <a:rPr lang="en" sz="1300">
                <a:solidFill>
                  <a:srgbClr val="FF0000"/>
                </a:solidFill>
                <a:latin typeface="Courier New"/>
                <a:ea typeface="Courier New"/>
                <a:cs typeface="Courier New"/>
                <a:sym typeface="Courier New"/>
              </a:rPr>
              <a:t>extends</a:t>
            </a:r>
            <a:r>
              <a:rPr lang="en" sz="1300"/>
              <a:t> to establish the inheritance relationship.</a:t>
            </a:r>
            <a:endParaRPr sz="1300"/>
          </a:p>
          <a:p>
            <a:pPr marL="914400" lvl="1" indent="-311150" algn="l" rtl="0">
              <a:spcBef>
                <a:spcPts val="0"/>
              </a:spcBef>
              <a:spcAft>
                <a:spcPts val="0"/>
              </a:spcAft>
              <a:buSzPts val="1300"/>
              <a:buChar char="○"/>
            </a:pPr>
            <a:r>
              <a:rPr lang="en" sz="1300"/>
              <a:t>You will need to write at least one constructor. Use super to call the parent constructor.</a:t>
            </a:r>
            <a:endParaRPr sz="1300"/>
          </a:p>
          <a:p>
            <a:pPr marL="914400" lvl="1" indent="-311150" algn="l" rtl="0">
              <a:spcBef>
                <a:spcPts val="0"/>
              </a:spcBef>
              <a:spcAft>
                <a:spcPts val="0"/>
              </a:spcAft>
              <a:buSzPts val="1300"/>
              <a:buChar char="○"/>
            </a:pPr>
            <a:r>
              <a:rPr lang="en" sz="1300"/>
              <a:t>Which methods can be safely deleted?</a:t>
            </a:r>
            <a:endParaRPr sz="1300"/>
          </a:p>
          <a:p>
            <a:pPr marL="914400" lvl="1" indent="-311150" algn="l" rtl="0">
              <a:spcBef>
                <a:spcPts val="0"/>
              </a:spcBef>
              <a:spcAft>
                <a:spcPts val="0"/>
              </a:spcAft>
              <a:buSzPts val="1300"/>
              <a:buChar char="○"/>
            </a:pPr>
            <a:r>
              <a:rPr lang="en" sz="1300"/>
              <a:t>Which methods will </a:t>
            </a:r>
            <a:r>
              <a:rPr lang="en" sz="1300" b="1" i="1">
                <a:solidFill>
                  <a:srgbClr val="FF0000"/>
                </a:solidFill>
              </a:rPr>
              <a:t>override</a:t>
            </a:r>
            <a:r>
              <a:rPr lang="en" sz="1300"/>
              <a:t> the implementations in the parent class?</a:t>
            </a:r>
            <a:endParaRPr sz="1300"/>
          </a:p>
          <a:p>
            <a:pPr marL="457200" lvl="0" indent="-323850" algn="l" rtl="0">
              <a:spcBef>
                <a:spcPts val="0"/>
              </a:spcBef>
              <a:spcAft>
                <a:spcPts val="0"/>
              </a:spcAft>
              <a:buSzPts val="1500"/>
              <a:buChar char="●"/>
            </a:pPr>
            <a:r>
              <a:rPr lang="en" sz="1500"/>
              <a:t>Experiment by running the class. Does the </a:t>
            </a:r>
            <a:r>
              <a:rPr lang="en" sz="1500">
                <a:latin typeface="Courier New"/>
                <a:ea typeface="Courier New"/>
                <a:cs typeface="Courier New"/>
                <a:sym typeface="Courier New"/>
              </a:rPr>
              <a:t>main</a:t>
            </a:r>
            <a:r>
              <a:rPr lang="en" sz="1500"/>
              <a:t> method still work?</a:t>
            </a:r>
            <a:endParaRPr sz="1500"/>
          </a:p>
        </p:txBody>
      </p:sp>
      <p:sp>
        <p:nvSpPr>
          <p:cNvPr id="872" name="Google Shape;872;p105"/>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Refactor Fighter</a:t>
            </a:r>
            <a:endParaRPr/>
          </a:p>
        </p:txBody>
      </p:sp>
      <p:sp>
        <p:nvSpPr>
          <p:cNvPr id="873" name="Google Shape;873;p105"/>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3.13</a:t>
            </a:r>
            <a:endParaRPr/>
          </a:p>
        </p:txBody>
      </p:sp>
      <p:pic>
        <p:nvPicPr>
          <p:cNvPr id="874" name="Google Shape;874;p105"/>
          <p:cNvPicPr preferRelativeResize="0"/>
          <p:nvPr/>
        </p:nvPicPr>
        <p:blipFill rotWithShape="1">
          <a:blip r:embed="rId3">
            <a:alphaModFix/>
          </a:blip>
          <a:srcRect/>
          <a:stretch/>
        </p:blipFill>
        <p:spPr>
          <a:xfrm>
            <a:off x="543379" y="3476523"/>
            <a:ext cx="947685" cy="1364628"/>
          </a:xfrm>
          <a:prstGeom prst="rect">
            <a:avLst/>
          </a:prstGeom>
          <a:noFill/>
          <a:ln>
            <a:noFill/>
          </a:ln>
        </p:spPr>
      </p:pic>
      <p:pic>
        <p:nvPicPr>
          <p:cNvPr id="875" name="Google Shape;875;p105"/>
          <p:cNvPicPr preferRelativeResize="0"/>
          <p:nvPr/>
        </p:nvPicPr>
        <p:blipFill rotWithShape="1">
          <a:blip r:embed="rId4">
            <a:alphaModFix/>
          </a:blip>
          <a:srcRect/>
          <a:stretch/>
        </p:blipFill>
        <p:spPr>
          <a:xfrm flipH="1">
            <a:off x="515727" y="1974426"/>
            <a:ext cx="999300" cy="1068685"/>
          </a:xfrm>
          <a:prstGeom prst="rect">
            <a:avLst/>
          </a:prstGeom>
          <a:noFill/>
          <a:ln>
            <a:noFill/>
          </a:ln>
        </p:spPr>
      </p:pic>
      <p:sp>
        <p:nvSpPr>
          <p:cNvPr id="876" name="Google Shape;876;p105"/>
          <p:cNvSpPr/>
          <p:nvPr/>
        </p:nvSpPr>
        <p:spPr>
          <a:xfrm>
            <a:off x="902941" y="3083386"/>
            <a:ext cx="225000" cy="170400"/>
          </a:xfrm>
          <a:prstGeom prst="triangle">
            <a:avLst>
              <a:gd name="adj" fmla="val 50000"/>
            </a:avLst>
          </a:prstGeom>
          <a:solidFill>
            <a:srgbClr val="FFFFFF"/>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877" name="Google Shape;877;p105"/>
          <p:cNvCxnSpPr>
            <a:stCxn id="876" idx="3"/>
          </p:cNvCxnSpPr>
          <p:nvPr/>
        </p:nvCxnSpPr>
        <p:spPr>
          <a:xfrm>
            <a:off x="1015441" y="3253786"/>
            <a:ext cx="0" cy="224400"/>
          </a:xfrm>
          <a:prstGeom prst="straightConnector1">
            <a:avLst/>
          </a:prstGeom>
          <a:noFill/>
          <a:ln w="28575" cap="flat" cmpd="sng">
            <a:solidFill>
              <a:srgbClr val="000000"/>
            </a:solidFill>
            <a:prstDash val="solid"/>
            <a:round/>
            <a:headEnd type="none" w="sm" len="sm"/>
            <a:tailEnd type="none" w="sm" len="sm"/>
          </a:ln>
        </p:spPr>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881"/>
        <p:cNvGrpSpPr/>
        <p:nvPr/>
      </p:nvGrpSpPr>
      <p:grpSpPr>
        <a:xfrm>
          <a:off x="0" y="0"/>
          <a:ext cx="0" cy="0"/>
          <a:chOff x="0" y="0"/>
          <a:chExt cx="0" cy="0"/>
        </a:xfrm>
      </p:grpSpPr>
      <p:sp>
        <p:nvSpPr>
          <p:cNvPr id="882" name="Google Shape;882;p106"/>
          <p:cNvSpPr txBox="1">
            <a:spLocks noGrp="1"/>
          </p:cNvSpPr>
          <p:nvPr>
            <p:ph type="title"/>
          </p:nvPr>
        </p:nvSpPr>
        <p:spPr>
          <a:xfrm>
            <a:off x="311725" y="1199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Polymorphism</a:t>
            </a:r>
            <a:endParaRPr/>
          </a:p>
        </p:txBody>
      </p:sp>
      <p:sp>
        <p:nvSpPr>
          <p:cNvPr id="883" name="Google Shape;883;p106"/>
          <p:cNvSpPr txBox="1">
            <a:spLocks noGrp="1"/>
          </p:cNvSpPr>
          <p:nvPr>
            <p:ph type="body" idx="1"/>
          </p:nvPr>
        </p:nvSpPr>
        <p:spPr>
          <a:xfrm>
            <a:off x="4329700" y="146700"/>
            <a:ext cx="4615200" cy="4909800"/>
          </a:xfrm>
          <a:prstGeom prst="rect">
            <a:avLst/>
          </a:prstGeom>
        </p:spPr>
        <p:txBody>
          <a:bodyPr spcFirstLastPara="1" wrap="square" lIns="91425" tIns="91425" rIns="91425" bIns="91425" anchor="t" anchorCtr="0">
            <a:spAutoFit/>
          </a:bodyPr>
          <a:lstStyle/>
          <a:p>
            <a:pPr marL="457200" lvl="0" indent="-311150" algn="l" rtl="0">
              <a:lnSpc>
                <a:spcPct val="100000"/>
              </a:lnSpc>
              <a:spcBef>
                <a:spcPts val="0"/>
              </a:spcBef>
              <a:spcAft>
                <a:spcPts val="0"/>
              </a:spcAft>
              <a:buSzPts val="1300"/>
              <a:buChar char="●"/>
            </a:pPr>
            <a:r>
              <a:rPr lang="en"/>
              <a:t>When one class extends another, it </a:t>
            </a:r>
            <a:r>
              <a:rPr lang="en" b="1" i="1">
                <a:solidFill>
                  <a:srgbClr val="FF0000"/>
                </a:solidFill>
              </a:rPr>
              <a:t>inherits </a:t>
            </a:r>
            <a:r>
              <a:rPr lang="en"/>
              <a:t>all of the </a:t>
            </a:r>
            <a:r>
              <a:rPr lang="en" b="1" i="1">
                <a:solidFill>
                  <a:srgbClr val="FF0000"/>
                </a:solidFill>
              </a:rPr>
              <a:t>accessible</a:t>
            </a:r>
            <a:r>
              <a:rPr lang="en">
                <a:solidFill>
                  <a:srgbClr val="FF0000"/>
                </a:solidFill>
              </a:rPr>
              <a:t> </a:t>
            </a:r>
            <a:r>
              <a:rPr lang="en"/>
              <a:t>state and behavior from the parent class.</a:t>
            </a:r>
            <a:endParaRPr/>
          </a:p>
          <a:p>
            <a:pPr marL="914400" lvl="1" indent="-298450" algn="l" rtl="0">
              <a:lnSpc>
                <a:spcPct val="100000"/>
              </a:lnSpc>
              <a:spcBef>
                <a:spcPts val="0"/>
              </a:spcBef>
              <a:spcAft>
                <a:spcPts val="0"/>
              </a:spcAft>
              <a:buSzPts val="1100"/>
              <a:buChar char="○"/>
            </a:pPr>
            <a:r>
              <a:rPr lang="en"/>
              <a:t>The </a:t>
            </a:r>
            <a:r>
              <a:rPr lang="en" b="1" i="1">
                <a:solidFill>
                  <a:srgbClr val="FF0000"/>
                </a:solidFill>
              </a:rPr>
              <a:t>subclass</a:t>
            </a:r>
            <a:r>
              <a:rPr lang="en">
                <a:solidFill>
                  <a:srgbClr val="FF0000"/>
                </a:solidFill>
              </a:rPr>
              <a:t> </a:t>
            </a:r>
            <a:r>
              <a:rPr lang="en"/>
              <a:t>can be used with any code that has been written to use the </a:t>
            </a:r>
            <a:r>
              <a:rPr lang="en" b="1" i="1">
                <a:solidFill>
                  <a:srgbClr val="FF0000"/>
                </a:solidFill>
              </a:rPr>
              <a:t>superclass</a:t>
            </a:r>
            <a:r>
              <a:rPr lang="en"/>
              <a:t>.</a:t>
            </a:r>
            <a:endParaRPr/>
          </a:p>
          <a:p>
            <a:pPr marL="914400" lvl="1" indent="-298450" algn="l" rtl="0">
              <a:lnSpc>
                <a:spcPct val="100000"/>
              </a:lnSpc>
              <a:spcBef>
                <a:spcPts val="0"/>
              </a:spcBef>
              <a:spcAft>
                <a:spcPts val="0"/>
              </a:spcAft>
              <a:buSzPts val="1100"/>
              <a:buChar char="○"/>
            </a:pPr>
            <a:r>
              <a:rPr lang="en"/>
              <a:t>This is because any code that uses state and behavior defined by the parent will find that same state and behavior in the child.</a:t>
            </a:r>
            <a:endParaRPr/>
          </a:p>
          <a:p>
            <a:pPr marL="914400" lvl="1" indent="-298450" algn="l" rtl="0">
              <a:lnSpc>
                <a:spcPct val="100000"/>
              </a:lnSpc>
              <a:spcBef>
                <a:spcPts val="0"/>
              </a:spcBef>
              <a:spcAft>
                <a:spcPts val="0"/>
              </a:spcAft>
              <a:buSzPts val="1100"/>
              <a:buChar char="○"/>
            </a:pPr>
            <a:r>
              <a:rPr lang="en"/>
              <a:t>This is a key feature of </a:t>
            </a:r>
            <a:r>
              <a:rPr lang="en" b="1" i="1">
                <a:solidFill>
                  <a:srgbClr val="FF0000"/>
                </a:solidFill>
              </a:rPr>
              <a:t>object-oriented programming</a:t>
            </a:r>
            <a:r>
              <a:rPr lang="en"/>
              <a:t> that is known as </a:t>
            </a:r>
            <a:r>
              <a:rPr lang="en" b="1" i="1">
                <a:solidFill>
                  <a:srgbClr val="FF0000"/>
                </a:solidFill>
              </a:rPr>
              <a:t>polymorphism</a:t>
            </a:r>
            <a:r>
              <a:rPr lang="en"/>
              <a:t>: code written to use a parent will work with any of its children.</a:t>
            </a:r>
            <a:endParaRPr/>
          </a:p>
          <a:p>
            <a:pPr marL="457200" lvl="0" indent="-311150" algn="l" rtl="0">
              <a:spcBef>
                <a:spcPts val="1000"/>
              </a:spcBef>
              <a:spcAft>
                <a:spcPts val="0"/>
              </a:spcAft>
              <a:buSzPts val="1300"/>
              <a:buChar char="●"/>
            </a:pPr>
            <a:r>
              <a:rPr lang="en"/>
              <a:t>However, there is another equally important aspect of polymorphism: if a child </a:t>
            </a:r>
            <a:r>
              <a:rPr lang="en" b="1" i="1">
                <a:solidFill>
                  <a:srgbClr val="FF0000"/>
                </a:solidFill>
              </a:rPr>
              <a:t>is</a:t>
            </a:r>
            <a:r>
              <a:rPr lang="en"/>
              <a:t> used in place of its parent </a:t>
            </a:r>
            <a:r>
              <a:rPr lang="en" b="1" i="1">
                <a:solidFill>
                  <a:srgbClr val="FF0000"/>
                </a:solidFill>
              </a:rPr>
              <a:t>and</a:t>
            </a:r>
            <a:r>
              <a:rPr lang="en">
                <a:solidFill>
                  <a:srgbClr val="FF0000"/>
                </a:solidFill>
              </a:rPr>
              <a:t> </a:t>
            </a:r>
            <a:r>
              <a:rPr lang="en"/>
              <a:t>the child overrides the methods in the parent, the </a:t>
            </a:r>
            <a:r>
              <a:rPr lang="en" b="1" i="1">
                <a:solidFill>
                  <a:srgbClr val="FF0000"/>
                </a:solidFill>
              </a:rPr>
              <a:t>child's version</a:t>
            </a:r>
            <a:r>
              <a:rPr lang="en"/>
              <a:t> of those methods will be used.</a:t>
            </a:r>
            <a:endParaRPr/>
          </a:p>
          <a:p>
            <a:pPr marL="914400" lvl="1" indent="-298450" algn="l" rtl="0">
              <a:spcBef>
                <a:spcPts val="0"/>
              </a:spcBef>
              <a:spcAft>
                <a:spcPts val="0"/>
              </a:spcAft>
              <a:buSzPts val="1100"/>
              <a:buChar char="○"/>
            </a:pPr>
            <a:r>
              <a:rPr lang="en"/>
              <a:t>The </a:t>
            </a:r>
            <a:r>
              <a:rPr lang="en" b="1" i="1">
                <a:solidFill>
                  <a:srgbClr val="FF0000"/>
                </a:solidFill>
              </a:rPr>
              <a:t>declared type</a:t>
            </a:r>
            <a:r>
              <a:rPr lang="en"/>
              <a:t> of a variable determines the state and behavior that can be used through that variable.</a:t>
            </a:r>
            <a:endParaRPr/>
          </a:p>
          <a:p>
            <a:pPr marL="914400" lvl="1" indent="-298450" algn="l" rtl="0">
              <a:spcBef>
                <a:spcPts val="0"/>
              </a:spcBef>
              <a:spcAft>
                <a:spcPts val="0"/>
              </a:spcAft>
              <a:buSzPts val="1100"/>
              <a:buChar char="○"/>
            </a:pPr>
            <a:r>
              <a:rPr lang="en"/>
              <a:t>The </a:t>
            </a:r>
            <a:r>
              <a:rPr lang="en" b="1" i="1">
                <a:solidFill>
                  <a:srgbClr val="FF0000"/>
                </a:solidFill>
              </a:rPr>
              <a:t>assigned type</a:t>
            </a:r>
            <a:r>
              <a:rPr lang="en"/>
              <a:t> determines the </a:t>
            </a:r>
            <a:r>
              <a:rPr lang="en" b="1" i="1">
                <a:solidFill>
                  <a:srgbClr val="FF0000"/>
                </a:solidFill>
              </a:rPr>
              <a:t>implementation</a:t>
            </a:r>
            <a:r>
              <a:rPr lang="en"/>
              <a:t> that is used.</a:t>
            </a:r>
            <a:endParaRPr/>
          </a:p>
          <a:p>
            <a:pPr marL="914400" lvl="1" indent="-298450" algn="l" rtl="0">
              <a:spcBef>
                <a:spcPts val="0"/>
              </a:spcBef>
              <a:spcAft>
                <a:spcPts val="0"/>
              </a:spcAft>
              <a:buSzPts val="1100"/>
              <a:buChar char="○"/>
            </a:pPr>
            <a:r>
              <a:rPr lang="en"/>
              <a:t>For example, </a:t>
            </a:r>
            <a:r>
              <a:rPr lang="en">
                <a:solidFill>
                  <a:srgbClr val="FF0000"/>
                </a:solidFill>
                <a:latin typeface="Courier New"/>
                <a:ea typeface="Courier New"/>
                <a:cs typeface="Courier New"/>
                <a:sym typeface="Courier New"/>
              </a:rPr>
              <a:t>Parent p = new Parent();</a:t>
            </a:r>
            <a:r>
              <a:rPr lang="en"/>
              <a:t> will assign an instance of the </a:t>
            </a:r>
            <a:r>
              <a:rPr lang="en">
                <a:latin typeface="Courier New"/>
                <a:ea typeface="Courier New"/>
                <a:cs typeface="Courier New"/>
                <a:sym typeface="Courier New"/>
              </a:rPr>
              <a:t>Parent</a:t>
            </a:r>
            <a:r>
              <a:rPr lang="en"/>
              <a:t> class to the variable, and its methods will be used </a:t>
            </a:r>
            <a:r>
              <a:rPr lang="en" b="1" i="1">
                <a:solidFill>
                  <a:srgbClr val="FF0000"/>
                </a:solidFill>
              </a:rPr>
              <a:t>regardless</a:t>
            </a:r>
            <a:r>
              <a:rPr lang="en"/>
              <a:t>.</a:t>
            </a:r>
            <a:endParaRPr/>
          </a:p>
          <a:p>
            <a:pPr marL="914400" lvl="1" indent="-298450" algn="l" rtl="0">
              <a:spcBef>
                <a:spcPts val="0"/>
              </a:spcBef>
              <a:spcAft>
                <a:spcPts val="0"/>
              </a:spcAft>
              <a:buSzPts val="1100"/>
              <a:buChar char="○"/>
            </a:pPr>
            <a:r>
              <a:rPr lang="en"/>
              <a:t>But </a:t>
            </a:r>
            <a:r>
              <a:rPr lang="en">
                <a:solidFill>
                  <a:srgbClr val="FF0000"/>
                </a:solidFill>
                <a:latin typeface="Courier New"/>
                <a:ea typeface="Courier New"/>
                <a:cs typeface="Courier New"/>
                <a:sym typeface="Courier New"/>
              </a:rPr>
              <a:t>Parent p = new Child();</a:t>
            </a:r>
            <a:r>
              <a:rPr lang="en"/>
              <a:t> will assign an instance of the </a:t>
            </a:r>
            <a:r>
              <a:rPr lang="en">
                <a:latin typeface="Courier New"/>
                <a:ea typeface="Courier New"/>
                <a:cs typeface="Courier New"/>
                <a:sym typeface="Courier New"/>
              </a:rPr>
              <a:t>Child</a:t>
            </a:r>
            <a:r>
              <a:rPr lang="en"/>
              <a:t> class, and </a:t>
            </a:r>
            <a:r>
              <a:rPr lang="en" b="1" i="1">
                <a:solidFill>
                  <a:srgbClr val="FF0000"/>
                </a:solidFill>
              </a:rPr>
              <a:t>its</a:t>
            </a:r>
            <a:r>
              <a:rPr lang="en"/>
              <a:t> versions of any </a:t>
            </a:r>
            <a:r>
              <a:rPr lang="en" b="1" i="1">
                <a:solidFill>
                  <a:srgbClr val="FF0000"/>
                </a:solidFill>
              </a:rPr>
              <a:t>overridden </a:t>
            </a:r>
            <a:r>
              <a:rPr lang="en"/>
              <a:t>methods will be used instead.</a:t>
            </a:r>
            <a:endParaRPr/>
          </a:p>
        </p:txBody>
      </p:sp>
      <p:sp>
        <p:nvSpPr>
          <p:cNvPr id="884" name="Google Shape;884;p10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28</a:t>
            </a:fld>
            <a:endParaRPr/>
          </a:p>
        </p:txBody>
      </p:sp>
      <p:sp>
        <p:nvSpPr>
          <p:cNvPr id="885" name="Google Shape;885;p106"/>
          <p:cNvSpPr txBox="1">
            <a:spLocks noGrp="1"/>
          </p:cNvSpPr>
          <p:nvPr>
            <p:ph type="body" idx="3"/>
          </p:nvPr>
        </p:nvSpPr>
        <p:spPr>
          <a:xfrm>
            <a:off x="315425" y="4089650"/>
            <a:ext cx="3706500" cy="8469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b="1" i="1">
                <a:solidFill>
                  <a:srgbClr val="FF0000"/>
                </a:solidFill>
              </a:rPr>
              <a:t>Polymorphism</a:t>
            </a:r>
            <a:r>
              <a:rPr lang="en" sz="1200">
                <a:solidFill>
                  <a:srgbClr val="FF0000"/>
                </a:solidFill>
              </a:rPr>
              <a:t> </a:t>
            </a:r>
            <a:r>
              <a:rPr lang="en" sz="1200"/>
              <a:t>is a core principle of </a:t>
            </a:r>
            <a:r>
              <a:rPr lang="en" sz="1200" b="1" i="1">
                <a:solidFill>
                  <a:srgbClr val="FF0000"/>
                </a:solidFill>
              </a:rPr>
              <a:t>object- oriented programming</a:t>
            </a:r>
            <a:r>
              <a:rPr lang="en" sz="1200"/>
              <a:t>. It makes code more powerful, flexible, and reusable. It should be used whenever possible!</a:t>
            </a:r>
            <a:endParaRPr sz="1200"/>
          </a:p>
        </p:txBody>
      </p:sp>
      <p:graphicFrame>
        <p:nvGraphicFramePr>
          <p:cNvPr id="886" name="Google Shape;886;p106"/>
          <p:cNvGraphicFramePr/>
          <p:nvPr/>
        </p:nvGraphicFramePr>
        <p:xfrm>
          <a:off x="839350" y="751825"/>
          <a:ext cx="3000000" cy="3000000"/>
        </p:xfrm>
        <a:graphic>
          <a:graphicData uri="http://schemas.openxmlformats.org/drawingml/2006/table">
            <a:tbl>
              <a:tblPr>
                <a:noFill/>
                <a:tableStyleId>{DA43B600-DA8F-4E08-BC77-38C480222EBA}</a:tableStyleId>
              </a:tblPr>
              <a:tblGrid>
                <a:gridCol w="2420625">
                  <a:extLst>
                    <a:ext uri="{9D8B030D-6E8A-4147-A177-3AD203B41FA5}">
                      <a16:colId xmlns:a16="http://schemas.microsoft.com/office/drawing/2014/main" val="20000"/>
                    </a:ext>
                  </a:extLst>
                </a:gridCol>
              </a:tblGrid>
              <a:tr h="212700">
                <a:tc>
                  <a:txBody>
                    <a:bodyPr/>
                    <a:lstStyle/>
                    <a:p>
                      <a:pPr marL="0" lvl="0" indent="0" algn="ctr" rtl="0">
                        <a:spcBef>
                          <a:spcPts val="0"/>
                        </a:spcBef>
                        <a:spcAft>
                          <a:spcPts val="0"/>
                        </a:spcAft>
                        <a:buNone/>
                      </a:pPr>
                      <a:r>
                        <a:rPr lang="en" sz="1000">
                          <a:latin typeface="Consolas"/>
                          <a:ea typeface="Consolas"/>
                          <a:cs typeface="Consolas"/>
                          <a:sym typeface="Consolas"/>
                        </a:rPr>
                        <a:t>Parent</a:t>
                      </a:r>
                      <a:endParaRPr sz="1000">
                        <a:latin typeface="Consolas"/>
                        <a:ea typeface="Consolas"/>
                        <a:cs typeface="Consolas"/>
                        <a:sym typeface="Consolas"/>
                      </a:endParaRPr>
                    </a:p>
                  </a:txBody>
                  <a:tcPr marL="91425" marR="91425" marT="91425" marB="91425">
                    <a:lnL w="19050" cap="flat" cmpd="sng">
                      <a:solidFill>
                        <a:srgbClr val="B7B7B7"/>
                      </a:solidFill>
                      <a:prstDash val="solid"/>
                      <a:round/>
                      <a:headEnd type="none" w="sm" len="sm"/>
                      <a:tailEnd type="none" w="sm" len="sm"/>
                    </a:lnL>
                    <a:lnR w="19050" cap="flat" cmpd="sng">
                      <a:solidFill>
                        <a:srgbClr val="B7B7B7"/>
                      </a:solidFill>
                      <a:prstDash val="solid"/>
                      <a:round/>
                      <a:headEnd type="none" w="sm" len="sm"/>
                      <a:tailEnd type="none" w="sm" len="sm"/>
                    </a:lnR>
                    <a:lnT w="19050" cap="flat" cmpd="sng">
                      <a:solidFill>
                        <a:srgbClr val="B7B7B7"/>
                      </a:solidFill>
                      <a:prstDash val="solid"/>
                      <a:round/>
                      <a:headEnd type="none" w="sm" len="sm"/>
                      <a:tailEnd type="none" w="sm" len="sm"/>
                    </a:lnT>
                    <a:lnB w="19050" cap="flat" cmpd="sng">
                      <a:solidFill>
                        <a:srgbClr val="B7B7B7"/>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12700">
                <a:tc>
                  <a:txBody>
                    <a:bodyPr/>
                    <a:lstStyle/>
                    <a:p>
                      <a:pPr marL="0" lvl="0" indent="0" algn="l" rtl="0">
                        <a:spcBef>
                          <a:spcPts val="0"/>
                        </a:spcBef>
                        <a:spcAft>
                          <a:spcPts val="0"/>
                        </a:spcAft>
                        <a:buNone/>
                      </a:pPr>
                      <a:r>
                        <a:rPr lang="en" sz="1000">
                          <a:latin typeface="Consolas"/>
                          <a:ea typeface="Consolas"/>
                          <a:cs typeface="Consolas"/>
                          <a:sym typeface="Consolas"/>
                        </a:rPr>
                        <a:t>- name: String</a:t>
                      </a:r>
                      <a:endParaRPr sz="1000">
                        <a:latin typeface="Consolas"/>
                        <a:ea typeface="Consolas"/>
                        <a:cs typeface="Consolas"/>
                        <a:sym typeface="Consolas"/>
                      </a:endParaRPr>
                    </a:p>
                  </a:txBody>
                  <a:tcPr marL="91425" marR="91425" marT="91425" marB="91425">
                    <a:lnL w="19050" cap="flat" cmpd="sng">
                      <a:solidFill>
                        <a:srgbClr val="B7B7B7"/>
                      </a:solidFill>
                      <a:prstDash val="solid"/>
                      <a:round/>
                      <a:headEnd type="none" w="sm" len="sm"/>
                      <a:tailEnd type="none" w="sm" len="sm"/>
                    </a:lnL>
                    <a:lnR w="19050" cap="flat" cmpd="sng">
                      <a:solidFill>
                        <a:srgbClr val="B7B7B7"/>
                      </a:solidFill>
                      <a:prstDash val="solid"/>
                      <a:round/>
                      <a:headEnd type="none" w="sm" len="sm"/>
                      <a:tailEnd type="none" w="sm" len="sm"/>
                    </a:lnR>
                    <a:lnT w="19050" cap="flat" cmpd="sng">
                      <a:solidFill>
                        <a:srgbClr val="B7B7B7"/>
                      </a:solidFill>
                      <a:prstDash val="solid"/>
                      <a:round/>
                      <a:headEnd type="none" w="sm" len="sm"/>
                      <a:tailEnd type="none" w="sm" len="sm"/>
                    </a:lnT>
                    <a:lnB w="19050" cap="flat" cmpd="sng">
                      <a:solidFill>
                        <a:srgbClr val="B7B7B7"/>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212700">
                <a:tc>
                  <a:txBody>
                    <a:bodyPr/>
                    <a:lstStyle/>
                    <a:p>
                      <a:pPr marL="0" lvl="0" indent="0" algn="l" rtl="0">
                        <a:spcBef>
                          <a:spcPts val="0"/>
                        </a:spcBef>
                        <a:spcAft>
                          <a:spcPts val="0"/>
                        </a:spcAft>
                        <a:buNone/>
                      </a:pPr>
                      <a:r>
                        <a:rPr lang="en" sz="1000">
                          <a:latin typeface="Consolas"/>
                          <a:ea typeface="Consolas"/>
                          <a:cs typeface="Consolas"/>
                          <a:sym typeface="Consolas"/>
                        </a:rPr>
                        <a:t>+ Parent(name: String)</a:t>
                      </a:r>
                      <a:endParaRPr sz="1000">
                        <a:latin typeface="Consolas"/>
                        <a:ea typeface="Consolas"/>
                        <a:cs typeface="Consolas"/>
                        <a:sym typeface="Consolas"/>
                      </a:endParaRPr>
                    </a:p>
                    <a:p>
                      <a:pPr marL="0" lvl="0" indent="0" algn="l" rtl="0">
                        <a:spcBef>
                          <a:spcPts val="0"/>
                        </a:spcBef>
                        <a:spcAft>
                          <a:spcPts val="0"/>
                        </a:spcAft>
                        <a:buNone/>
                      </a:pPr>
                      <a:r>
                        <a:rPr lang="en" sz="1000">
                          <a:latin typeface="Consolas"/>
                          <a:ea typeface="Consolas"/>
                          <a:cs typeface="Consolas"/>
                          <a:sym typeface="Consolas"/>
                        </a:rPr>
                        <a:t>+ getName(): String</a:t>
                      </a:r>
                      <a:endParaRPr sz="1000">
                        <a:latin typeface="Consolas"/>
                        <a:ea typeface="Consolas"/>
                        <a:cs typeface="Consolas"/>
                        <a:sym typeface="Consolas"/>
                      </a:endParaRPr>
                    </a:p>
                    <a:p>
                      <a:pPr marL="0" lvl="0" indent="0" algn="l" rtl="0">
                        <a:spcBef>
                          <a:spcPts val="0"/>
                        </a:spcBef>
                        <a:spcAft>
                          <a:spcPts val="0"/>
                        </a:spcAft>
                        <a:buNone/>
                      </a:pPr>
                      <a:r>
                        <a:rPr lang="en" sz="1000">
                          <a:latin typeface="Consolas"/>
                          <a:ea typeface="Consolas"/>
                          <a:cs typeface="Consolas"/>
                          <a:sym typeface="Consolas"/>
                        </a:rPr>
                        <a:t>+ toString(): String</a:t>
                      </a:r>
                      <a:endParaRPr sz="1000">
                        <a:latin typeface="Consolas"/>
                        <a:ea typeface="Consolas"/>
                        <a:cs typeface="Consolas"/>
                        <a:sym typeface="Consolas"/>
                      </a:endParaRPr>
                    </a:p>
                  </a:txBody>
                  <a:tcPr marL="91425" marR="91425" marT="91425" marB="91425">
                    <a:lnL w="19050" cap="flat" cmpd="sng">
                      <a:solidFill>
                        <a:srgbClr val="B7B7B7"/>
                      </a:solidFill>
                      <a:prstDash val="solid"/>
                      <a:round/>
                      <a:headEnd type="none" w="sm" len="sm"/>
                      <a:tailEnd type="none" w="sm" len="sm"/>
                    </a:lnL>
                    <a:lnR w="19050" cap="flat" cmpd="sng">
                      <a:solidFill>
                        <a:srgbClr val="B7B7B7"/>
                      </a:solidFill>
                      <a:prstDash val="solid"/>
                      <a:round/>
                      <a:headEnd type="none" w="sm" len="sm"/>
                      <a:tailEnd type="none" w="sm" len="sm"/>
                    </a:lnR>
                    <a:lnT w="19050" cap="flat" cmpd="sng">
                      <a:solidFill>
                        <a:srgbClr val="B7B7B7"/>
                      </a:solidFill>
                      <a:prstDash val="solid"/>
                      <a:round/>
                      <a:headEnd type="none" w="sm" len="sm"/>
                      <a:tailEnd type="none" w="sm" len="sm"/>
                    </a:lnT>
                    <a:lnB w="19050" cap="flat" cmpd="sng">
                      <a:solidFill>
                        <a:srgbClr val="B7B7B7"/>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bl>
          </a:graphicData>
        </a:graphic>
      </p:graphicFrame>
      <p:graphicFrame>
        <p:nvGraphicFramePr>
          <p:cNvPr id="887" name="Google Shape;887;p106"/>
          <p:cNvGraphicFramePr/>
          <p:nvPr/>
        </p:nvGraphicFramePr>
        <p:xfrm>
          <a:off x="839350" y="2565845"/>
          <a:ext cx="3000000" cy="3000000"/>
        </p:xfrm>
        <a:graphic>
          <a:graphicData uri="http://schemas.openxmlformats.org/drawingml/2006/table">
            <a:tbl>
              <a:tblPr>
                <a:noFill/>
                <a:tableStyleId>{DA43B600-DA8F-4E08-BC77-38C480222EBA}</a:tableStyleId>
              </a:tblPr>
              <a:tblGrid>
                <a:gridCol w="2420625">
                  <a:extLst>
                    <a:ext uri="{9D8B030D-6E8A-4147-A177-3AD203B41FA5}">
                      <a16:colId xmlns:a16="http://schemas.microsoft.com/office/drawing/2014/main" val="20000"/>
                    </a:ext>
                  </a:extLst>
                </a:gridCol>
              </a:tblGrid>
              <a:tr h="212700">
                <a:tc>
                  <a:txBody>
                    <a:bodyPr/>
                    <a:lstStyle/>
                    <a:p>
                      <a:pPr marL="0" lvl="0" indent="0" algn="ctr" rtl="0">
                        <a:spcBef>
                          <a:spcPts val="0"/>
                        </a:spcBef>
                        <a:spcAft>
                          <a:spcPts val="0"/>
                        </a:spcAft>
                        <a:buNone/>
                      </a:pPr>
                      <a:r>
                        <a:rPr lang="en" sz="1000">
                          <a:latin typeface="Consolas"/>
                          <a:ea typeface="Consolas"/>
                          <a:cs typeface="Consolas"/>
                          <a:sym typeface="Consolas"/>
                        </a:rPr>
                        <a:t>Child</a:t>
                      </a:r>
                      <a:endParaRPr sz="1000">
                        <a:latin typeface="Consolas"/>
                        <a:ea typeface="Consolas"/>
                        <a:cs typeface="Consolas"/>
                        <a:sym typeface="Consolas"/>
                      </a:endParaRPr>
                    </a:p>
                  </a:txBody>
                  <a:tcPr marL="91425" marR="91425" marT="91425" marB="91425">
                    <a:lnL w="19050" cap="flat" cmpd="sng">
                      <a:solidFill>
                        <a:srgbClr val="B7B7B7"/>
                      </a:solidFill>
                      <a:prstDash val="solid"/>
                      <a:round/>
                      <a:headEnd type="none" w="sm" len="sm"/>
                      <a:tailEnd type="none" w="sm" len="sm"/>
                    </a:lnL>
                    <a:lnR w="19050" cap="flat" cmpd="sng">
                      <a:solidFill>
                        <a:srgbClr val="B7B7B7"/>
                      </a:solidFill>
                      <a:prstDash val="solid"/>
                      <a:round/>
                      <a:headEnd type="none" w="sm" len="sm"/>
                      <a:tailEnd type="none" w="sm" len="sm"/>
                    </a:lnR>
                    <a:lnT w="19050" cap="flat" cmpd="sng">
                      <a:solidFill>
                        <a:srgbClr val="B7B7B7"/>
                      </a:solidFill>
                      <a:prstDash val="solid"/>
                      <a:round/>
                      <a:headEnd type="none" w="sm" len="sm"/>
                      <a:tailEnd type="none" w="sm" len="sm"/>
                    </a:lnT>
                    <a:lnB w="19050" cap="flat" cmpd="sng">
                      <a:solidFill>
                        <a:srgbClr val="B7B7B7"/>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12700">
                <a:tc>
                  <a:txBody>
                    <a:bodyPr/>
                    <a:lstStyle/>
                    <a:p>
                      <a:pPr marL="0" lvl="0" indent="0" algn="l" rtl="0">
                        <a:spcBef>
                          <a:spcPts val="0"/>
                        </a:spcBef>
                        <a:spcAft>
                          <a:spcPts val="0"/>
                        </a:spcAft>
                        <a:buNone/>
                      </a:pPr>
                      <a:r>
                        <a:rPr lang="en" sz="1000">
                          <a:latin typeface="Consolas"/>
                          <a:ea typeface="Consolas"/>
                          <a:cs typeface="Consolas"/>
                          <a:sym typeface="Consolas"/>
                        </a:rPr>
                        <a:t>- age: int</a:t>
                      </a:r>
                      <a:endParaRPr sz="1000">
                        <a:latin typeface="Consolas"/>
                        <a:ea typeface="Consolas"/>
                        <a:cs typeface="Consolas"/>
                        <a:sym typeface="Consolas"/>
                      </a:endParaRPr>
                    </a:p>
                  </a:txBody>
                  <a:tcPr marL="91425" marR="91425" marT="91425" marB="91425">
                    <a:lnL w="19050" cap="flat" cmpd="sng">
                      <a:solidFill>
                        <a:srgbClr val="B7B7B7"/>
                      </a:solidFill>
                      <a:prstDash val="solid"/>
                      <a:round/>
                      <a:headEnd type="none" w="sm" len="sm"/>
                      <a:tailEnd type="none" w="sm" len="sm"/>
                    </a:lnL>
                    <a:lnR w="19050" cap="flat" cmpd="sng">
                      <a:solidFill>
                        <a:srgbClr val="B7B7B7"/>
                      </a:solidFill>
                      <a:prstDash val="solid"/>
                      <a:round/>
                      <a:headEnd type="none" w="sm" len="sm"/>
                      <a:tailEnd type="none" w="sm" len="sm"/>
                    </a:lnR>
                    <a:lnT w="19050" cap="flat" cmpd="sng">
                      <a:solidFill>
                        <a:srgbClr val="B7B7B7"/>
                      </a:solidFill>
                      <a:prstDash val="solid"/>
                      <a:round/>
                      <a:headEnd type="none" w="sm" len="sm"/>
                      <a:tailEnd type="none" w="sm" len="sm"/>
                    </a:lnT>
                    <a:lnB w="19050" cap="flat" cmpd="sng">
                      <a:solidFill>
                        <a:srgbClr val="B7B7B7"/>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212700">
                <a:tc>
                  <a:txBody>
                    <a:bodyPr/>
                    <a:lstStyle/>
                    <a:p>
                      <a:pPr marL="0" lvl="0" indent="0" algn="l" rtl="0">
                        <a:spcBef>
                          <a:spcPts val="0"/>
                        </a:spcBef>
                        <a:spcAft>
                          <a:spcPts val="0"/>
                        </a:spcAft>
                        <a:buNone/>
                      </a:pPr>
                      <a:r>
                        <a:rPr lang="en" sz="1000">
                          <a:latin typeface="Consolas"/>
                          <a:ea typeface="Consolas"/>
                          <a:cs typeface="Consolas"/>
                          <a:sym typeface="Consolas"/>
                        </a:rPr>
                        <a:t>+ Child(name: String, age: int)</a:t>
                      </a:r>
                      <a:endParaRPr sz="1000">
                        <a:latin typeface="Consolas"/>
                        <a:ea typeface="Consolas"/>
                        <a:cs typeface="Consolas"/>
                        <a:sym typeface="Consolas"/>
                      </a:endParaRPr>
                    </a:p>
                    <a:p>
                      <a:pPr marL="0" lvl="0" indent="0" algn="l" rtl="0">
                        <a:spcBef>
                          <a:spcPts val="0"/>
                        </a:spcBef>
                        <a:spcAft>
                          <a:spcPts val="0"/>
                        </a:spcAft>
                        <a:buNone/>
                      </a:pPr>
                      <a:r>
                        <a:rPr lang="en" sz="1000">
                          <a:latin typeface="Consolas"/>
                          <a:ea typeface="Consolas"/>
                          <a:cs typeface="Consolas"/>
                          <a:sym typeface="Consolas"/>
                        </a:rPr>
                        <a:t>+ getAge(): int</a:t>
                      </a:r>
                      <a:endParaRPr sz="1000">
                        <a:latin typeface="Consolas"/>
                        <a:ea typeface="Consolas"/>
                        <a:cs typeface="Consolas"/>
                        <a:sym typeface="Consolas"/>
                      </a:endParaRPr>
                    </a:p>
                    <a:p>
                      <a:pPr marL="0" lvl="0" indent="0" algn="l" rtl="0">
                        <a:spcBef>
                          <a:spcPts val="0"/>
                        </a:spcBef>
                        <a:spcAft>
                          <a:spcPts val="0"/>
                        </a:spcAft>
                        <a:buNone/>
                      </a:pPr>
                      <a:r>
                        <a:rPr lang="en" sz="1000">
                          <a:latin typeface="Consolas"/>
                          <a:ea typeface="Consolas"/>
                          <a:cs typeface="Consolas"/>
                          <a:sym typeface="Consolas"/>
                        </a:rPr>
                        <a:t>+ toString(): String</a:t>
                      </a:r>
                      <a:endParaRPr sz="1000">
                        <a:latin typeface="Consolas"/>
                        <a:ea typeface="Consolas"/>
                        <a:cs typeface="Consolas"/>
                        <a:sym typeface="Consolas"/>
                      </a:endParaRPr>
                    </a:p>
                  </a:txBody>
                  <a:tcPr marL="91425" marR="91425" marT="91425" marB="91425">
                    <a:lnL w="19050" cap="flat" cmpd="sng">
                      <a:solidFill>
                        <a:srgbClr val="B7B7B7"/>
                      </a:solidFill>
                      <a:prstDash val="solid"/>
                      <a:round/>
                      <a:headEnd type="none" w="sm" len="sm"/>
                      <a:tailEnd type="none" w="sm" len="sm"/>
                    </a:lnL>
                    <a:lnR w="19050" cap="flat" cmpd="sng">
                      <a:solidFill>
                        <a:srgbClr val="B7B7B7"/>
                      </a:solidFill>
                      <a:prstDash val="solid"/>
                      <a:round/>
                      <a:headEnd type="none" w="sm" len="sm"/>
                      <a:tailEnd type="none" w="sm" len="sm"/>
                    </a:lnR>
                    <a:lnT w="19050" cap="flat" cmpd="sng">
                      <a:solidFill>
                        <a:srgbClr val="B7B7B7"/>
                      </a:solidFill>
                      <a:prstDash val="solid"/>
                      <a:round/>
                      <a:headEnd type="none" w="sm" len="sm"/>
                      <a:tailEnd type="none" w="sm" len="sm"/>
                    </a:lnT>
                    <a:lnB w="19050" cap="flat" cmpd="sng">
                      <a:solidFill>
                        <a:srgbClr val="B7B7B7"/>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bl>
          </a:graphicData>
        </a:graphic>
      </p:graphicFrame>
      <p:sp>
        <p:nvSpPr>
          <p:cNvPr id="888" name="Google Shape;888;p106"/>
          <p:cNvSpPr/>
          <p:nvPr/>
        </p:nvSpPr>
        <p:spPr>
          <a:xfrm>
            <a:off x="1913013" y="2081650"/>
            <a:ext cx="273300" cy="207000"/>
          </a:xfrm>
          <a:prstGeom prst="triangle">
            <a:avLst>
              <a:gd name="adj" fmla="val 50000"/>
            </a:avLst>
          </a:prstGeom>
          <a:noFill/>
          <a:ln w="2857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89" name="Google Shape;889;p106"/>
          <p:cNvCxnSpPr>
            <a:stCxn id="888" idx="3"/>
          </p:cNvCxnSpPr>
          <p:nvPr/>
        </p:nvCxnSpPr>
        <p:spPr>
          <a:xfrm>
            <a:off x="2049663" y="2288650"/>
            <a:ext cx="0" cy="272700"/>
          </a:xfrm>
          <a:prstGeom prst="straightConnector1">
            <a:avLst/>
          </a:prstGeom>
          <a:noFill/>
          <a:ln w="28575" cap="flat" cmpd="sng">
            <a:solidFill>
              <a:srgbClr val="B7B7B7"/>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83">
                                            <p:txEl>
                                              <p:pRg st="0" end="0"/>
                                            </p:txEl>
                                          </p:spTgt>
                                        </p:tgtEl>
                                        <p:attrNameLst>
                                          <p:attrName>style.visibility</p:attrName>
                                        </p:attrNameLst>
                                      </p:cBhvr>
                                      <p:to>
                                        <p:strVal val="visible"/>
                                      </p:to>
                                    </p:set>
                                    <p:animEffect transition="in" filter="fade">
                                      <p:cBhvr>
                                        <p:cTn id="7" dur="1000"/>
                                        <p:tgtEl>
                                          <p:spTgt spid="8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83">
                                            <p:txEl>
                                              <p:pRg st="1" end="1"/>
                                            </p:txEl>
                                          </p:spTgt>
                                        </p:tgtEl>
                                        <p:attrNameLst>
                                          <p:attrName>style.visibility</p:attrName>
                                        </p:attrNameLst>
                                      </p:cBhvr>
                                      <p:to>
                                        <p:strVal val="visible"/>
                                      </p:to>
                                    </p:set>
                                    <p:animEffect transition="in" filter="fade">
                                      <p:cBhvr>
                                        <p:cTn id="12" dur="1000"/>
                                        <p:tgtEl>
                                          <p:spTgt spid="88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83">
                                            <p:txEl>
                                              <p:pRg st="2" end="2"/>
                                            </p:txEl>
                                          </p:spTgt>
                                        </p:tgtEl>
                                        <p:attrNameLst>
                                          <p:attrName>style.visibility</p:attrName>
                                        </p:attrNameLst>
                                      </p:cBhvr>
                                      <p:to>
                                        <p:strVal val="visible"/>
                                      </p:to>
                                    </p:set>
                                    <p:animEffect transition="in" filter="fade">
                                      <p:cBhvr>
                                        <p:cTn id="17" dur="1000"/>
                                        <p:tgtEl>
                                          <p:spTgt spid="88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83">
                                            <p:txEl>
                                              <p:pRg st="3" end="3"/>
                                            </p:txEl>
                                          </p:spTgt>
                                        </p:tgtEl>
                                        <p:attrNameLst>
                                          <p:attrName>style.visibility</p:attrName>
                                        </p:attrNameLst>
                                      </p:cBhvr>
                                      <p:to>
                                        <p:strVal val="visible"/>
                                      </p:to>
                                    </p:set>
                                    <p:animEffect transition="in" filter="fade">
                                      <p:cBhvr>
                                        <p:cTn id="22" dur="1000"/>
                                        <p:tgtEl>
                                          <p:spTgt spid="88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83">
                                            <p:txEl>
                                              <p:pRg st="4" end="4"/>
                                            </p:txEl>
                                          </p:spTgt>
                                        </p:tgtEl>
                                        <p:attrNameLst>
                                          <p:attrName>style.visibility</p:attrName>
                                        </p:attrNameLst>
                                      </p:cBhvr>
                                      <p:to>
                                        <p:strVal val="visible"/>
                                      </p:to>
                                    </p:set>
                                    <p:animEffect transition="in" filter="fade">
                                      <p:cBhvr>
                                        <p:cTn id="27" dur="1000"/>
                                        <p:tgtEl>
                                          <p:spTgt spid="88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83">
                                            <p:txEl>
                                              <p:pRg st="5" end="5"/>
                                            </p:txEl>
                                          </p:spTgt>
                                        </p:tgtEl>
                                        <p:attrNameLst>
                                          <p:attrName>style.visibility</p:attrName>
                                        </p:attrNameLst>
                                      </p:cBhvr>
                                      <p:to>
                                        <p:strVal val="visible"/>
                                      </p:to>
                                    </p:set>
                                    <p:animEffect transition="in" filter="fade">
                                      <p:cBhvr>
                                        <p:cTn id="32" dur="1000"/>
                                        <p:tgtEl>
                                          <p:spTgt spid="88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883">
                                            <p:txEl>
                                              <p:pRg st="6" end="6"/>
                                            </p:txEl>
                                          </p:spTgt>
                                        </p:tgtEl>
                                        <p:attrNameLst>
                                          <p:attrName>style.visibility</p:attrName>
                                        </p:attrNameLst>
                                      </p:cBhvr>
                                      <p:to>
                                        <p:strVal val="visible"/>
                                      </p:to>
                                    </p:set>
                                    <p:animEffect transition="in" filter="fade">
                                      <p:cBhvr>
                                        <p:cTn id="37" dur="1000"/>
                                        <p:tgtEl>
                                          <p:spTgt spid="88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883">
                                            <p:txEl>
                                              <p:pRg st="7" end="7"/>
                                            </p:txEl>
                                          </p:spTgt>
                                        </p:tgtEl>
                                        <p:attrNameLst>
                                          <p:attrName>style.visibility</p:attrName>
                                        </p:attrNameLst>
                                      </p:cBhvr>
                                      <p:to>
                                        <p:strVal val="visible"/>
                                      </p:to>
                                    </p:set>
                                    <p:animEffect transition="in" filter="fade">
                                      <p:cBhvr>
                                        <p:cTn id="42" dur="1000"/>
                                        <p:tgtEl>
                                          <p:spTgt spid="88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883">
                                            <p:txEl>
                                              <p:pRg st="8" end="8"/>
                                            </p:txEl>
                                          </p:spTgt>
                                        </p:tgtEl>
                                        <p:attrNameLst>
                                          <p:attrName>style.visibility</p:attrName>
                                        </p:attrNameLst>
                                      </p:cBhvr>
                                      <p:to>
                                        <p:strVal val="visible"/>
                                      </p:to>
                                    </p:set>
                                    <p:animEffect transition="in" filter="fade">
                                      <p:cBhvr>
                                        <p:cTn id="47" dur="1000"/>
                                        <p:tgtEl>
                                          <p:spTgt spid="88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885"/>
                                        </p:tgtEl>
                                        <p:attrNameLst>
                                          <p:attrName>style.visibility</p:attrName>
                                        </p:attrNameLst>
                                      </p:cBhvr>
                                      <p:to>
                                        <p:strVal val="visible"/>
                                      </p:to>
                                    </p:set>
                                    <p:animEffect transition="in" filter="fade">
                                      <p:cBhvr>
                                        <p:cTn id="52" dur="1000"/>
                                        <p:tgtEl>
                                          <p:spTgt spid="8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893"/>
        <p:cNvGrpSpPr/>
        <p:nvPr/>
      </p:nvGrpSpPr>
      <p:grpSpPr>
        <a:xfrm>
          <a:off x="0" y="0"/>
          <a:ext cx="0" cy="0"/>
          <a:chOff x="0" y="0"/>
          <a:chExt cx="0" cy="0"/>
        </a:xfrm>
      </p:grpSpPr>
      <p:sp>
        <p:nvSpPr>
          <p:cNvPr id="894" name="Google Shape;894;p107"/>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Polymorphism means that we can write code that uses the </a:t>
            </a:r>
            <a:r>
              <a:rPr lang="en">
                <a:latin typeface="Courier New"/>
                <a:ea typeface="Courier New"/>
                <a:cs typeface="Courier New"/>
                <a:sym typeface="Courier New"/>
              </a:rPr>
              <a:t>Goat</a:t>
            </a:r>
            <a:r>
              <a:rPr lang="en"/>
              <a:t> class and it will work with any class that extends </a:t>
            </a:r>
            <a:r>
              <a:rPr lang="en">
                <a:latin typeface="Courier New"/>
                <a:ea typeface="Courier New"/>
                <a:cs typeface="Courier New"/>
                <a:sym typeface="Courier New"/>
              </a:rPr>
              <a:t>Goat</a:t>
            </a:r>
            <a:r>
              <a:rPr lang="en"/>
              <a:t>! This means that we can write </a:t>
            </a:r>
            <a:r>
              <a:rPr lang="en" b="1" i="1"/>
              <a:t>one</a:t>
            </a:r>
            <a:r>
              <a:rPr lang="en"/>
              <a:t> battle method that declares </a:t>
            </a:r>
            <a:r>
              <a:rPr lang="en">
                <a:latin typeface="Courier New"/>
                <a:ea typeface="Courier New"/>
                <a:cs typeface="Courier New"/>
                <a:sym typeface="Courier New"/>
              </a:rPr>
              <a:t>Goat</a:t>
            </a:r>
            <a:r>
              <a:rPr lang="en"/>
              <a:t> parameters and it will work with </a:t>
            </a:r>
            <a:r>
              <a:rPr lang="en" b="1" i="1"/>
              <a:t>any</a:t>
            </a:r>
            <a:r>
              <a:rPr lang="en"/>
              <a:t> kind of </a:t>
            </a:r>
            <a:r>
              <a:rPr lang="en">
                <a:latin typeface="Courier New"/>
                <a:ea typeface="Courier New"/>
                <a:cs typeface="Courier New"/>
                <a:sym typeface="Courier New"/>
              </a:rPr>
              <a:t>Goat</a:t>
            </a:r>
            <a:r>
              <a:rPr lang="en"/>
              <a:t>!  No more duplication!</a:t>
            </a:r>
            <a:endParaRPr/>
          </a:p>
        </p:txBody>
      </p:sp>
      <p:sp>
        <p:nvSpPr>
          <p:cNvPr id="895" name="Google Shape;895;p10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29</a:t>
            </a:fld>
            <a:endParaRPr/>
          </a:p>
        </p:txBody>
      </p:sp>
      <p:sp>
        <p:nvSpPr>
          <p:cNvPr id="896" name="Google Shape;896;p107"/>
          <p:cNvSpPr txBox="1">
            <a:spLocks noGrp="1"/>
          </p:cNvSpPr>
          <p:nvPr>
            <p:ph type="body" idx="2"/>
          </p:nvPr>
        </p:nvSpPr>
        <p:spPr>
          <a:xfrm>
            <a:off x="3819175" y="1814150"/>
            <a:ext cx="5121900" cy="1563900"/>
          </a:xfrm>
          <a:prstGeom prst="rect">
            <a:avLst/>
          </a:prstGeom>
        </p:spPr>
        <p:txBody>
          <a:bodyPr spcFirstLastPara="1" wrap="square" lIns="91425" tIns="91425" rIns="91425" bIns="91425" anchor="t" anchorCtr="0">
            <a:spAutoFit/>
          </a:bodyPr>
          <a:lstStyle/>
          <a:p>
            <a:pPr marL="457200" lvl="0" indent="-330200" algn="l" rtl="0">
              <a:spcBef>
                <a:spcPts val="0"/>
              </a:spcBef>
              <a:spcAft>
                <a:spcPts val="0"/>
              </a:spcAft>
              <a:buSzPts val="1600"/>
              <a:buChar char="●"/>
            </a:pPr>
            <a:r>
              <a:rPr lang="en" sz="1600"/>
              <a:t>Open the "</a:t>
            </a:r>
            <a:r>
              <a:rPr lang="en" sz="1600">
                <a:latin typeface="Courier New"/>
                <a:ea typeface="Courier New"/>
                <a:cs typeface="Courier New"/>
                <a:sym typeface="Courier New"/>
              </a:rPr>
              <a:t>GoatArena</a:t>
            </a:r>
            <a:r>
              <a:rPr lang="en" sz="1600"/>
              <a:t>" and delete all but one "</a:t>
            </a:r>
            <a:r>
              <a:rPr lang="en" sz="1600">
                <a:latin typeface="Courier New"/>
                <a:ea typeface="Courier New"/>
                <a:cs typeface="Courier New"/>
                <a:sym typeface="Courier New"/>
              </a:rPr>
              <a:t>battle</a:t>
            </a:r>
            <a:r>
              <a:rPr lang="en" sz="1600"/>
              <a:t>" method.</a:t>
            </a:r>
            <a:endParaRPr sz="1600"/>
          </a:p>
          <a:p>
            <a:pPr marL="914400" lvl="1" indent="-330200" algn="l" rtl="0">
              <a:spcBef>
                <a:spcPts val="0"/>
              </a:spcBef>
              <a:spcAft>
                <a:spcPts val="0"/>
              </a:spcAft>
              <a:buSzPts val="1600"/>
              <a:buChar char="○"/>
            </a:pPr>
            <a:r>
              <a:rPr lang="en" sz="1600"/>
              <a:t>Change the parameter types to the </a:t>
            </a:r>
            <a:r>
              <a:rPr lang="en" sz="1600">
                <a:latin typeface="Courier New"/>
                <a:ea typeface="Courier New"/>
                <a:cs typeface="Courier New"/>
                <a:sym typeface="Courier New"/>
              </a:rPr>
              <a:t>Goat</a:t>
            </a:r>
            <a:r>
              <a:rPr lang="en" sz="1600"/>
              <a:t> parent class.</a:t>
            </a:r>
            <a:endParaRPr sz="1600"/>
          </a:p>
          <a:p>
            <a:pPr marL="457200" lvl="0" indent="-330200" algn="l" rtl="0">
              <a:spcBef>
                <a:spcPts val="0"/>
              </a:spcBef>
              <a:spcAft>
                <a:spcPts val="0"/>
              </a:spcAft>
              <a:buSzPts val="1600"/>
              <a:buChar char="●"/>
            </a:pPr>
            <a:r>
              <a:rPr lang="en" sz="1600"/>
              <a:t>What happened?!</a:t>
            </a:r>
            <a:endParaRPr sz="1600"/>
          </a:p>
        </p:txBody>
      </p:sp>
      <p:sp>
        <p:nvSpPr>
          <p:cNvPr id="897" name="Google Shape;897;p107"/>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Goat Fight?</a:t>
            </a:r>
            <a:endParaRPr/>
          </a:p>
        </p:txBody>
      </p:sp>
      <p:sp>
        <p:nvSpPr>
          <p:cNvPr id="898" name="Google Shape;898;p107"/>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3.14</a:t>
            </a:r>
            <a:endParaRPr/>
          </a:p>
        </p:txBody>
      </p:sp>
      <p:pic>
        <p:nvPicPr>
          <p:cNvPr id="899" name="Google Shape;899;p107"/>
          <p:cNvPicPr preferRelativeResize="0"/>
          <p:nvPr/>
        </p:nvPicPr>
        <p:blipFill>
          <a:blip r:embed="rId3">
            <a:alphaModFix/>
          </a:blip>
          <a:stretch>
            <a:fillRect/>
          </a:stretch>
        </p:blipFill>
        <p:spPr>
          <a:xfrm>
            <a:off x="152400" y="1838575"/>
            <a:ext cx="3500427" cy="1980499"/>
          </a:xfrm>
          <a:prstGeom prst="rect">
            <a:avLst/>
          </a:prstGeom>
          <a:noFill/>
          <a:ln w="19050" cap="flat" cmpd="sng">
            <a:solidFill>
              <a:schemeClr val="dk2"/>
            </a:solidFill>
            <a:prstDash val="solid"/>
            <a:round/>
            <a:headEnd type="none" w="sm" len="sm"/>
            <a:tailEnd type="none" w="sm" len="sm"/>
          </a:ln>
        </p:spPr>
      </p:pic>
      <p:sp>
        <p:nvSpPr>
          <p:cNvPr id="900" name="Google Shape;900;p107"/>
          <p:cNvSpPr txBox="1"/>
          <p:nvPr/>
        </p:nvSpPr>
        <p:spPr>
          <a:xfrm>
            <a:off x="146000" y="3925275"/>
            <a:ext cx="35004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Wow! One method that works with any kind of goat?</a:t>
            </a:r>
            <a:endParaRPr sz="1200"/>
          </a:p>
        </p:txBody>
      </p:sp>
      <p:pic>
        <p:nvPicPr>
          <p:cNvPr id="901" name="Google Shape;901;p107"/>
          <p:cNvPicPr preferRelativeResize="0"/>
          <p:nvPr/>
        </p:nvPicPr>
        <p:blipFill rotWithShape="1">
          <a:blip r:embed="rId4">
            <a:alphaModFix/>
          </a:blip>
          <a:srcRect/>
          <a:stretch/>
        </p:blipFill>
        <p:spPr>
          <a:xfrm rot="-915671" flipH="1">
            <a:off x="1911375" y="2419675"/>
            <a:ext cx="657050" cy="818300"/>
          </a:xfrm>
          <a:prstGeom prst="rect">
            <a:avLst/>
          </a:prstGeom>
          <a:noFill/>
          <a:ln>
            <a:noFill/>
          </a:ln>
        </p:spPr>
      </p:pic>
      <p:pic>
        <p:nvPicPr>
          <p:cNvPr id="902" name="Google Shape;902;p107"/>
          <p:cNvPicPr preferRelativeResize="0"/>
          <p:nvPr/>
        </p:nvPicPr>
        <p:blipFill rotWithShape="1">
          <a:blip r:embed="rId4">
            <a:alphaModFix/>
          </a:blip>
          <a:srcRect/>
          <a:stretch/>
        </p:blipFill>
        <p:spPr>
          <a:xfrm rot="915671">
            <a:off x="1062125" y="2419675"/>
            <a:ext cx="657050" cy="8183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Shape 906"/>
        <p:cNvGrpSpPr/>
        <p:nvPr/>
      </p:nvGrpSpPr>
      <p:grpSpPr>
        <a:xfrm>
          <a:off x="0" y="0"/>
          <a:ext cx="0" cy="0"/>
          <a:chOff x="0" y="0"/>
          <a:chExt cx="0" cy="0"/>
        </a:xfrm>
      </p:grpSpPr>
      <p:sp>
        <p:nvSpPr>
          <p:cNvPr id="907" name="Google Shape;907;p108"/>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Closer Look</a:t>
            </a:r>
            <a:endParaRPr/>
          </a:p>
        </p:txBody>
      </p:sp>
      <p:sp>
        <p:nvSpPr>
          <p:cNvPr id="908" name="Google Shape;908;p10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30</a:t>
            </a:fld>
            <a:endParaRPr/>
          </a:p>
        </p:txBody>
      </p:sp>
      <p:graphicFrame>
        <p:nvGraphicFramePr>
          <p:cNvPr id="909" name="Google Shape;909;p108"/>
          <p:cNvGraphicFramePr/>
          <p:nvPr/>
        </p:nvGraphicFramePr>
        <p:xfrm>
          <a:off x="4369175" y="1320850"/>
          <a:ext cx="3000000" cy="3000000"/>
        </p:xfrm>
        <a:graphic>
          <a:graphicData uri="http://schemas.openxmlformats.org/drawingml/2006/table">
            <a:tbl>
              <a:tblPr>
                <a:noFill/>
                <a:tableStyleId>{DA43B600-DA8F-4E08-BC77-38C480222EBA}</a:tableStyleId>
              </a:tblPr>
              <a:tblGrid>
                <a:gridCol w="896800">
                  <a:extLst>
                    <a:ext uri="{9D8B030D-6E8A-4147-A177-3AD203B41FA5}">
                      <a16:colId xmlns:a16="http://schemas.microsoft.com/office/drawing/2014/main" val="20000"/>
                    </a:ext>
                  </a:extLst>
                </a:gridCol>
                <a:gridCol w="896800">
                  <a:extLst>
                    <a:ext uri="{9D8B030D-6E8A-4147-A177-3AD203B41FA5}">
                      <a16:colId xmlns:a16="http://schemas.microsoft.com/office/drawing/2014/main" val="20001"/>
                    </a:ext>
                  </a:extLst>
                </a:gridCol>
                <a:gridCol w="896800">
                  <a:extLst>
                    <a:ext uri="{9D8B030D-6E8A-4147-A177-3AD203B41FA5}">
                      <a16:colId xmlns:a16="http://schemas.microsoft.com/office/drawing/2014/main" val="20002"/>
                    </a:ext>
                  </a:extLst>
                </a:gridCol>
              </a:tblGrid>
              <a:tr h="0">
                <a:tc gridSpan="3">
                  <a:txBody>
                    <a:bodyPr/>
                    <a:lstStyle/>
                    <a:p>
                      <a:pPr marL="0" lvl="0" indent="0" algn="ctr" rtl="0">
                        <a:spcBef>
                          <a:spcPts val="0"/>
                        </a:spcBef>
                        <a:spcAft>
                          <a:spcPts val="0"/>
                        </a:spcAft>
                        <a:buNone/>
                      </a:pPr>
                      <a:r>
                        <a:rPr lang="en" sz="1000">
                          <a:solidFill>
                            <a:srgbClr val="434343"/>
                          </a:solidFill>
                        </a:rPr>
                        <a:t>Variable Table</a:t>
                      </a:r>
                      <a:endParaRPr sz="1000">
                        <a:solidFill>
                          <a:srgbClr val="434343"/>
                        </a:solidFill>
                      </a:endParaRPr>
                    </a:p>
                  </a:txBody>
                  <a:tcPr marL="91425" marR="91425" marT="91425" marB="91425">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solidFill>
                      <a:prstDash val="solid"/>
                      <a:round/>
                      <a:headEnd type="none" w="sm" len="sm"/>
                      <a:tailEnd type="none" w="sm" len="sm"/>
                    </a:lnB>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0">
                <a:tc>
                  <a:txBody>
                    <a:bodyPr/>
                    <a:lstStyle/>
                    <a:p>
                      <a:pPr marL="0" lvl="0" indent="0" algn="ctr" rtl="0">
                        <a:spcBef>
                          <a:spcPts val="0"/>
                        </a:spcBef>
                        <a:spcAft>
                          <a:spcPts val="0"/>
                        </a:spcAft>
                        <a:buNone/>
                      </a:pPr>
                      <a:r>
                        <a:rPr lang="en" sz="1000">
                          <a:solidFill>
                            <a:srgbClr val="FFFFFF"/>
                          </a:solidFill>
                        </a:rPr>
                        <a:t>Name</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Type</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Address</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1"/>
                  </a:ext>
                </a:extLst>
              </a:tr>
              <a:tr h="0">
                <a:tc>
                  <a:txBody>
                    <a:bodyPr/>
                    <a:lstStyle/>
                    <a:p>
                      <a:pPr marL="0" lvl="0" indent="0" algn="ctr" rtl="0">
                        <a:spcBef>
                          <a:spcPts val="0"/>
                        </a:spcBef>
                        <a:spcAft>
                          <a:spcPts val="0"/>
                        </a:spcAft>
                        <a:buNone/>
                      </a:pPr>
                      <a:endParaRPr sz="1000">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r h="0">
                <a:tc>
                  <a:txBody>
                    <a:bodyPr/>
                    <a:lstStyle/>
                    <a:p>
                      <a:pPr marL="0" lvl="0" indent="0" algn="ctr" rtl="0">
                        <a:spcBef>
                          <a:spcPts val="0"/>
                        </a:spcBef>
                        <a:spcAft>
                          <a:spcPts val="0"/>
                        </a:spcAft>
                        <a:buNone/>
                      </a:pPr>
                      <a:endParaRPr sz="1000">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3"/>
                  </a:ext>
                </a:extLst>
              </a:tr>
            </a:tbl>
          </a:graphicData>
        </a:graphic>
      </p:graphicFrame>
      <p:graphicFrame>
        <p:nvGraphicFramePr>
          <p:cNvPr id="910" name="Google Shape;910;p108"/>
          <p:cNvGraphicFramePr/>
          <p:nvPr/>
        </p:nvGraphicFramePr>
        <p:xfrm>
          <a:off x="4369175" y="2844850"/>
          <a:ext cx="3000000" cy="3000000"/>
        </p:xfrm>
        <a:graphic>
          <a:graphicData uri="http://schemas.openxmlformats.org/drawingml/2006/table">
            <a:tbl>
              <a:tblPr>
                <a:noFill/>
                <a:tableStyleId>{DA43B600-DA8F-4E08-BC77-38C480222EBA}</a:tableStyleId>
              </a:tblPr>
              <a:tblGrid>
                <a:gridCol w="1345200">
                  <a:extLst>
                    <a:ext uri="{9D8B030D-6E8A-4147-A177-3AD203B41FA5}">
                      <a16:colId xmlns:a16="http://schemas.microsoft.com/office/drawing/2014/main" val="20000"/>
                    </a:ext>
                  </a:extLst>
                </a:gridCol>
                <a:gridCol w="1345200">
                  <a:extLst>
                    <a:ext uri="{9D8B030D-6E8A-4147-A177-3AD203B41FA5}">
                      <a16:colId xmlns:a16="http://schemas.microsoft.com/office/drawing/2014/main" val="20001"/>
                    </a:ext>
                  </a:extLst>
                </a:gridCol>
              </a:tblGrid>
              <a:tr h="0">
                <a:tc gridSpan="2">
                  <a:txBody>
                    <a:bodyPr/>
                    <a:lstStyle/>
                    <a:p>
                      <a:pPr marL="0" lvl="0" indent="0" algn="ctr" rtl="0">
                        <a:spcBef>
                          <a:spcPts val="0"/>
                        </a:spcBef>
                        <a:spcAft>
                          <a:spcPts val="0"/>
                        </a:spcAft>
                        <a:buNone/>
                      </a:pPr>
                      <a:r>
                        <a:rPr lang="en" sz="1000">
                          <a:solidFill>
                            <a:srgbClr val="434343"/>
                          </a:solidFill>
                        </a:rPr>
                        <a:t>Memory Table</a:t>
                      </a:r>
                      <a:endParaRPr sz="1000">
                        <a:solidFill>
                          <a:srgbClr val="434343"/>
                        </a:solidFill>
                      </a:endParaRPr>
                    </a:p>
                  </a:txBody>
                  <a:tcPr marL="91425" marR="91425" marT="91425" marB="91425">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solidFill>
                      <a:prstDash val="solid"/>
                      <a:round/>
                      <a:headEnd type="none" w="sm" len="sm"/>
                      <a:tailEnd type="none" w="sm" len="sm"/>
                    </a:lnB>
                    <a:noFill/>
                  </a:tcPr>
                </a:tc>
                <a:tc hMerge="1">
                  <a:txBody>
                    <a:bodyPr/>
                    <a:lstStyle/>
                    <a:p>
                      <a:endParaRPr lang="en-US"/>
                    </a:p>
                  </a:txBody>
                  <a:tcPr/>
                </a:tc>
                <a:extLst>
                  <a:ext uri="{0D108BD9-81ED-4DB2-BD59-A6C34878D82A}">
                    <a16:rowId xmlns:a16="http://schemas.microsoft.com/office/drawing/2014/main" val="10000"/>
                  </a:ext>
                </a:extLst>
              </a:tr>
              <a:tr h="0">
                <a:tc>
                  <a:txBody>
                    <a:bodyPr/>
                    <a:lstStyle/>
                    <a:p>
                      <a:pPr marL="0" lvl="0" indent="0" algn="ctr" rtl="0">
                        <a:spcBef>
                          <a:spcPts val="0"/>
                        </a:spcBef>
                        <a:spcAft>
                          <a:spcPts val="0"/>
                        </a:spcAft>
                        <a:buNone/>
                      </a:pPr>
                      <a:r>
                        <a:rPr lang="en" sz="1000">
                          <a:solidFill>
                            <a:srgbClr val="FFFFFF"/>
                          </a:solidFill>
                        </a:rPr>
                        <a:t>Address</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Value</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1"/>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0x1000</a:t>
                      </a:r>
                      <a:endParaRPr sz="1000">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ctr" rtl="0">
                        <a:spcBef>
                          <a:spcPts val="0"/>
                        </a:spcBef>
                        <a:spcAft>
                          <a:spcPts val="0"/>
                        </a:spcAft>
                        <a:buNone/>
                      </a:pPr>
                      <a:endParaRPr sz="1000">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0x2000</a:t>
                      </a:r>
                      <a:endParaRPr sz="1000">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ctr" rtl="0">
                        <a:spcBef>
                          <a:spcPts val="0"/>
                        </a:spcBef>
                        <a:spcAft>
                          <a:spcPts val="0"/>
                        </a:spcAft>
                        <a:buNone/>
                      </a:pPr>
                      <a:endParaRPr sz="1000">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3"/>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0x3000</a:t>
                      </a:r>
                      <a:endParaRPr sz="1000">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ctr" rtl="0">
                        <a:spcBef>
                          <a:spcPts val="0"/>
                        </a:spcBef>
                        <a:spcAft>
                          <a:spcPts val="0"/>
                        </a:spcAft>
                        <a:buNone/>
                      </a:pPr>
                      <a:endParaRPr sz="1000">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4"/>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0x4000</a:t>
                      </a:r>
                      <a:endParaRPr sz="1000">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ctr" rtl="0">
                        <a:spcBef>
                          <a:spcPts val="0"/>
                        </a:spcBef>
                        <a:spcAft>
                          <a:spcPts val="0"/>
                        </a:spcAft>
                        <a:buNone/>
                      </a:pPr>
                      <a:endParaRPr sz="1000">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5"/>
                  </a:ext>
                </a:extLst>
              </a:tr>
            </a:tbl>
          </a:graphicData>
        </a:graphic>
      </p:graphicFrame>
      <p:sp>
        <p:nvSpPr>
          <p:cNvPr id="911" name="Google Shape;911;p108"/>
          <p:cNvSpPr txBox="1"/>
          <p:nvPr/>
        </p:nvSpPr>
        <p:spPr>
          <a:xfrm>
            <a:off x="164875" y="1356009"/>
            <a:ext cx="40719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One way to visualize what is going on in a program is through the use of a </a:t>
            </a:r>
            <a:r>
              <a:rPr lang="en" sz="1200" b="1" i="1">
                <a:solidFill>
                  <a:srgbClr val="FF0000"/>
                </a:solidFill>
              </a:rPr>
              <a:t>memory map</a:t>
            </a:r>
            <a:r>
              <a:rPr lang="en" sz="1200"/>
              <a:t>.</a:t>
            </a:r>
            <a:endParaRPr sz="1200"/>
          </a:p>
        </p:txBody>
      </p:sp>
      <p:sp>
        <p:nvSpPr>
          <p:cNvPr id="912" name="Google Shape;912;p108"/>
          <p:cNvSpPr txBox="1"/>
          <p:nvPr/>
        </p:nvSpPr>
        <p:spPr>
          <a:xfrm>
            <a:off x="164875" y="2050184"/>
            <a:ext cx="40719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When a new </a:t>
            </a:r>
            <a:r>
              <a:rPr lang="en" sz="1200" b="1" i="1">
                <a:solidFill>
                  <a:srgbClr val="FF0000"/>
                </a:solidFill>
              </a:rPr>
              <a:t>reference type</a:t>
            </a:r>
            <a:r>
              <a:rPr lang="en" sz="1200"/>
              <a:t> is created, the Java Virtual Machine will allocate sufficient </a:t>
            </a:r>
            <a:r>
              <a:rPr lang="en" sz="1200" b="1" i="1">
                <a:solidFill>
                  <a:srgbClr val="FF0000"/>
                </a:solidFill>
              </a:rPr>
              <a:t>memory </a:t>
            </a:r>
            <a:r>
              <a:rPr lang="en" sz="1200"/>
              <a:t>to store the object and all of its fields.</a:t>
            </a:r>
            <a:endParaRPr sz="1200"/>
          </a:p>
        </p:txBody>
      </p:sp>
      <p:graphicFrame>
        <p:nvGraphicFramePr>
          <p:cNvPr id="913" name="Google Shape;913;p108"/>
          <p:cNvGraphicFramePr/>
          <p:nvPr/>
        </p:nvGraphicFramePr>
        <p:xfrm>
          <a:off x="4369175" y="1999614"/>
          <a:ext cx="3000000" cy="3000000"/>
        </p:xfrm>
        <a:graphic>
          <a:graphicData uri="http://schemas.openxmlformats.org/drawingml/2006/table">
            <a:tbl>
              <a:tblPr>
                <a:noFill/>
                <a:tableStyleId>{DA43B600-DA8F-4E08-BC77-38C480222EBA}</a:tableStyleId>
              </a:tblPr>
              <a:tblGrid>
                <a:gridCol w="896800">
                  <a:extLst>
                    <a:ext uri="{9D8B030D-6E8A-4147-A177-3AD203B41FA5}">
                      <a16:colId xmlns:a16="http://schemas.microsoft.com/office/drawing/2014/main" val="20000"/>
                    </a:ext>
                  </a:extLst>
                </a:gridCol>
                <a:gridCol w="896800">
                  <a:extLst>
                    <a:ext uri="{9D8B030D-6E8A-4147-A177-3AD203B41FA5}">
                      <a16:colId xmlns:a16="http://schemas.microsoft.com/office/drawing/2014/main" val="20001"/>
                    </a:ext>
                  </a:extLst>
                </a:gridCol>
                <a:gridCol w="896800">
                  <a:extLst>
                    <a:ext uri="{9D8B030D-6E8A-4147-A177-3AD203B41FA5}">
                      <a16:colId xmlns:a16="http://schemas.microsoft.com/office/drawing/2014/main" val="20002"/>
                    </a:ext>
                  </a:extLst>
                </a:gridCol>
              </a:tblGrid>
              <a:tr h="0">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player1</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Mage</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0x2000</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0"/>
                  </a:ext>
                </a:extLst>
              </a:tr>
            </a:tbl>
          </a:graphicData>
        </a:graphic>
      </p:graphicFrame>
      <p:sp>
        <p:nvSpPr>
          <p:cNvPr id="914" name="Google Shape;914;p108"/>
          <p:cNvSpPr txBox="1"/>
          <p:nvPr/>
        </p:nvSpPr>
        <p:spPr>
          <a:xfrm>
            <a:off x="164875" y="2929159"/>
            <a:ext cx="40719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Each variable that refers</a:t>
            </a:r>
            <a:r>
              <a:rPr lang="en" sz="1200">
                <a:solidFill>
                  <a:srgbClr val="FF0000"/>
                </a:solidFill>
              </a:rPr>
              <a:t> </a:t>
            </a:r>
            <a:r>
              <a:rPr lang="en" sz="1200"/>
              <a:t>to the object is stored as an entry in the </a:t>
            </a:r>
            <a:r>
              <a:rPr lang="en" sz="1200" b="1" i="1">
                <a:solidFill>
                  <a:srgbClr val="FF0000"/>
                </a:solidFill>
              </a:rPr>
              <a:t>variable table</a:t>
            </a:r>
            <a:r>
              <a:rPr lang="en" sz="1200">
                <a:solidFill>
                  <a:srgbClr val="FF0000"/>
                </a:solidFill>
              </a:rPr>
              <a:t> </a:t>
            </a:r>
            <a:r>
              <a:rPr lang="en" sz="1200"/>
              <a:t>including its </a:t>
            </a:r>
            <a:r>
              <a:rPr lang="en" sz="1200" b="1" i="1">
                <a:solidFill>
                  <a:srgbClr val="FF0000"/>
                </a:solidFill>
              </a:rPr>
              <a:t>name</a:t>
            </a:r>
            <a:r>
              <a:rPr lang="en" sz="1200"/>
              <a:t>, </a:t>
            </a:r>
            <a:r>
              <a:rPr lang="en" sz="1200" b="1" i="1">
                <a:solidFill>
                  <a:srgbClr val="FF0000"/>
                </a:solidFill>
              </a:rPr>
              <a:t>type</a:t>
            </a:r>
            <a:r>
              <a:rPr lang="en" sz="1200"/>
              <a:t>, and it's </a:t>
            </a:r>
            <a:r>
              <a:rPr lang="en" sz="1200" b="1" i="1">
                <a:solidFill>
                  <a:srgbClr val="FF0000"/>
                </a:solidFill>
              </a:rPr>
              <a:t>address</a:t>
            </a:r>
            <a:r>
              <a:rPr lang="en" sz="1200"/>
              <a:t> in memory. Note that the value being stored is the address of the object to which the variable refers.</a:t>
            </a:r>
            <a:endParaRPr sz="1200"/>
          </a:p>
        </p:txBody>
      </p:sp>
      <p:graphicFrame>
        <p:nvGraphicFramePr>
          <p:cNvPr id="915" name="Google Shape;915;p108"/>
          <p:cNvGraphicFramePr/>
          <p:nvPr/>
        </p:nvGraphicFramePr>
        <p:xfrm>
          <a:off x="7369075" y="1748800"/>
          <a:ext cx="3000000" cy="3000000"/>
        </p:xfrm>
        <a:graphic>
          <a:graphicData uri="http://schemas.openxmlformats.org/drawingml/2006/table">
            <a:tbl>
              <a:tblPr>
                <a:noFill/>
                <a:tableStyleId>{DA43B600-DA8F-4E08-BC77-38C480222EBA}</a:tableStyleId>
              </a:tblPr>
              <a:tblGrid>
                <a:gridCol w="1598025">
                  <a:extLst>
                    <a:ext uri="{9D8B030D-6E8A-4147-A177-3AD203B41FA5}">
                      <a16:colId xmlns:a16="http://schemas.microsoft.com/office/drawing/2014/main" val="20000"/>
                    </a:ext>
                  </a:extLst>
                </a:gridCol>
              </a:tblGrid>
              <a:tr h="0">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Mage</a:t>
                      </a:r>
                      <a:endParaRPr sz="1000">
                        <a:solidFill>
                          <a:srgbClr val="FF0000"/>
                        </a:solidFill>
                        <a:latin typeface="Consolas"/>
                        <a:ea typeface="Consolas"/>
                        <a:cs typeface="Consolas"/>
                        <a:sym typeface="Consolas"/>
                      </a:endParaRPr>
                    </a:p>
                  </a:txBody>
                  <a:tcPr marL="91425" marR="91425" marT="91425" marB="91425">
                    <a:lnL w="19050" cap="flat" cmpd="sng">
                      <a:solidFill>
                        <a:srgbClr val="FF0000"/>
                      </a:solidFill>
                      <a:prstDash val="solid"/>
                      <a:round/>
                      <a:headEnd type="none" w="sm" len="sm"/>
                      <a:tailEnd type="none" w="sm" len="sm"/>
                    </a:lnL>
                    <a:lnR w="19050" cap="flat" cmpd="sng">
                      <a:solidFill>
                        <a:srgbClr val="FF0000"/>
                      </a:solidFill>
                      <a:prstDash val="solid"/>
                      <a:round/>
                      <a:headEnd type="none" w="sm" len="sm"/>
                      <a:tailEnd type="none" w="sm" len="sm"/>
                    </a:lnR>
                    <a:lnT w="19050" cap="flat" cmpd="sng">
                      <a:solidFill>
                        <a:srgbClr val="FF0000"/>
                      </a:solidFill>
                      <a:prstDash val="solid"/>
                      <a:round/>
                      <a:headEnd type="none" w="sm" len="sm"/>
                      <a:tailEnd type="none" w="sm" len="sm"/>
                    </a:lnT>
                    <a:lnB w="19050" cap="flat" cmpd="sng">
                      <a:solidFill>
                        <a:srgbClr val="FF0000"/>
                      </a:solidFill>
                      <a:prstDash val="solid"/>
                      <a:round/>
                      <a:headEnd type="none" w="sm" len="sm"/>
                      <a:tailEnd type="none" w="sm" len="sm"/>
                    </a:lnB>
                    <a:noFill/>
                  </a:tcPr>
                </a:tc>
                <a:extLst>
                  <a:ext uri="{0D108BD9-81ED-4DB2-BD59-A6C34878D82A}">
                    <a16:rowId xmlns:a16="http://schemas.microsoft.com/office/drawing/2014/main" val="10000"/>
                  </a:ext>
                </a:extLst>
              </a:tr>
              <a:tr h="0">
                <a:tc>
                  <a:txBody>
                    <a:bodyPr/>
                    <a:lstStyle/>
                    <a:p>
                      <a:pPr marL="0" lvl="0" indent="0" algn="l" rtl="0">
                        <a:spcBef>
                          <a:spcPts val="0"/>
                        </a:spcBef>
                        <a:spcAft>
                          <a:spcPts val="0"/>
                        </a:spcAft>
                        <a:buNone/>
                      </a:pPr>
                      <a:r>
                        <a:rPr lang="en" sz="1000">
                          <a:solidFill>
                            <a:srgbClr val="FF0000"/>
                          </a:solidFill>
                          <a:latin typeface="Consolas"/>
                          <a:ea typeface="Consolas"/>
                          <a:cs typeface="Consolas"/>
                          <a:sym typeface="Consolas"/>
                        </a:rPr>
                        <a:t>name: "Hairy Potter"</a:t>
                      </a:r>
                      <a:endParaRPr sz="1000">
                        <a:solidFill>
                          <a:srgbClr val="FF0000"/>
                        </a:solidFill>
                        <a:latin typeface="Consolas"/>
                        <a:ea typeface="Consolas"/>
                        <a:cs typeface="Consolas"/>
                        <a:sym typeface="Consolas"/>
                      </a:endParaRPr>
                    </a:p>
                    <a:p>
                      <a:pPr marL="0" lvl="0" indent="0" algn="l" rtl="0">
                        <a:spcBef>
                          <a:spcPts val="0"/>
                        </a:spcBef>
                        <a:spcAft>
                          <a:spcPts val="0"/>
                        </a:spcAft>
                        <a:buNone/>
                      </a:pPr>
                      <a:r>
                        <a:rPr lang="en" sz="1000">
                          <a:solidFill>
                            <a:srgbClr val="FF0000"/>
                          </a:solidFill>
                          <a:latin typeface="Consolas"/>
                          <a:ea typeface="Consolas"/>
                          <a:cs typeface="Consolas"/>
                          <a:sym typeface="Consolas"/>
                        </a:rPr>
                        <a:t>maxHP(): 120</a:t>
                      </a:r>
                      <a:endParaRPr sz="1000">
                        <a:solidFill>
                          <a:srgbClr val="FF0000"/>
                        </a:solidFill>
                        <a:latin typeface="Consolas"/>
                        <a:ea typeface="Consolas"/>
                        <a:cs typeface="Consolas"/>
                        <a:sym typeface="Consolas"/>
                      </a:endParaRPr>
                    </a:p>
                    <a:p>
                      <a:pPr marL="0" lvl="0" indent="0" algn="l" rtl="0">
                        <a:spcBef>
                          <a:spcPts val="0"/>
                        </a:spcBef>
                        <a:spcAft>
                          <a:spcPts val="0"/>
                        </a:spcAft>
                        <a:buNone/>
                      </a:pPr>
                      <a:r>
                        <a:rPr lang="en" sz="1000">
                          <a:solidFill>
                            <a:srgbClr val="FF0000"/>
                          </a:solidFill>
                          <a:latin typeface="Consolas"/>
                          <a:ea typeface="Consolas"/>
                          <a:cs typeface="Consolas"/>
                          <a:sym typeface="Consolas"/>
                        </a:rPr>
                        <a:t>currentHP: 120</a:t>
                      </a:r>
                      <a:endParaRPr sz="1000">
                        <a:solidFill>
                          <a:srgbClr val="FF0000"/>
                        </a:solidFill>
                        <a:latin typeface="Consolas"/>
                        <a:ea typeface="Consolas"/>
                        <a:cs typeface="Consolas"/>
                        <a:sym typeface="Consolas"/>
                      </a:endParaRPr>
                    </a:p>
                  </a:txBody>
                  <a:tcPr marL="91425" marR="91425" marT="91425" marB="91425">
                    <a:lnL w="19050" cap="flat" cmpd="sng">
                      <a:solidFill>
                        <a:srgbClr val="FF0000"/>
                      </a:solidFill>
                      <a:prstDash val="solid"/>
                      <a:round/>
                      <a:headEnd type="none" w="sm" len="sm"/>
                      <a:tailEnd type="none" w="sm" len="sm"/>
                    </a:lnL>
                    <a:lnR w="19050" cap="flat" cmpd="sng">
                      <a:solidFill>
                        <a:srgbClr val="FF0000"/>
                      </a:solidFill>
                      <a:prstDash val="solid"/>
                      <a:round/>
                      <a:headEnd type="none" w="sm" len="sm"/>
                      <a:tailEnd type="none" w="sm" len="sm"/>
                    </a:lnR>
                    <a:lnT w="19050" cap="flat" cmpd="sng">
                      <a:solidFill>
                        <a:srgbClr val="FF0000"/>
                      </a:solidFill>
                      <a:prstDash val="solid"/>
                      <a:round/>
                      <a:headEnd type="none" w="sm" len="sm"/>
                      <a:tailEnd type="none" w="sm" len="sm"/>
                    </a:lnT>
                    <a:lnB w="19050" cap="flat" cmpd="sng">
                      <a:solidFill>
                        <a:srgbClr val="FF0000"/>
                      </a:solidFill>
                      <a:prstDash val="solid"/>
                      <a:round/>
                      <a:headEnd type="none" w="sm" len="sm"/>
                      <a:tailEnd type="none" w="sm" len="sm"/>
                    </a:lnB>
                    <a:noFill/>
                  </a:tcPr>
                </a:tc>
                <a:extLst>
                  <a:ext uri="{0D108BD9-81ED-4DB2-BD59-A6C34878D82A}">
                    <a16:rowId xmlns:a16="http://schemas.microsoft.com/office/drawing/2014/main" val="10001"/>
                  </a:ext>
                </a:extLst>
              </a:tr>
              <a:tr h="0">
                <a:tc>
                  <a:txBody>
                    <a:bodyPr/>
                    <a:lstStyle/>
                    <a:p>
                      <a:pPr marL="0" lvl="0" indent="0" algn="l" rtl="0">
                        <a:spcBef>
                          <a:spcPts val="0"/>
                        </a:spcBef>
                        <a:spcAft>
                          <a:spcPts val="0"/>
                        </a:spcAft>
                        <a:buNone/>
                      </a:pPr>
                      <a:r>
                        <a:rPr lang="en" sz="1000">
                          <a:solidFill>
                            <a:srgbClr val="FF0000"/>
                          </a:solidFill>
                          <a:latin typeface="Consolas"/>
                          <a:ea typeface="Consolas"/>
                          <a:cs typeface="Consolas"/>
                          <a:sym typeface="Consolas"/>
                        </a:rPr>
                        <a:t>getName()</a:t>
                      </a:r>
                      <a:endParaRPr sz="1000">
                        <a:solidFill>
                          <a:srgbClr val="FF0000"/>
                        </a:solidFill>
                        <a:latin typeface="Consolas"/>
                        <a:ea typeface="Consolas"/>
                        <a:cs typeface="Consolas"/>
                        <a:sym typeface="Consolas"/>
                      </a:endParaRPr>
                    </a:p>
                    <a:p>
                      <a:pPr marL="0" lvl="0" indent="0" algn="l" rtl="0">
                        <a:spcBef>
                          <a:spcPts val="0"/>
                        </a:spcBef>
                        <a:spcAft>
                          <a:spcPts val="0"/>
                        </a:spcAft>
                        <a:buNone/>
                      </a:pPr>
                      <a:r>
                        <a:rPr lang="en" sz="1000">
                          <a:solidFill>
                            <a:srgbClr val="FF0000"/>
                          </a:solidFill>
                          <a:latin typeface="Consolas"/>
                          <a:ea typeface="Consolas"/>
                          <a:cs typeface="Consolas"/>
                          <a:sym typeface="Consolas"/>
                        </a:rPr>
                        <a:t>toString()</a:t>
                      </a:r>
                      <a:endParaRPr sz="1000">
                        <a:solidFill>
                          <a:srgbClr val="FF0000"/>
                        </a:solidFill>
                        <a:latin typeface="Consolas"/>
                        <a:ea typeface="Consolas"/>
                        <a:cs typeface="Consolas"/>
                        <a:sym typeface="Consolas"/>
                      </a:endParaRPr>
                    </a:p>
                  </a:txBody>
                  <a:tcPr marL="91425" marR="91425" marT="91425" marB="91425">
                    <a:lnL w="19050" cap="flat" cmpd="sng">
                      <a:solidFill>
                        <a:srgbClr val="FF0000"/>
                      </a:solidFill>
                      <a:prstDash val="solid"/>
                      <a:round/>
                      <a:headEnd type="none" w="sm" len="sm"/>
                      <a:tailEnd type="none" w="sm" len="sm"/>
                    </a:lnL>
                    <a:lnR w="19050" cap="flat" cmpd="sng">
                      <a:solidFill>
                        <a:srgbClr val="FF0000"/>
                      </a:solidFill>
                      <a:prstDash val="solid"/>
                      <a:round/>
                      <a:headEnd type="none" w="sm" len="sm"/>
                      <a:tailEnd type="none" w="sm" len="sm"/>
                    </a:lnR>
                    <a:lnT w="19050" cap="flat" cmpd="sng">
                      <a:solidFill>
                        <a:srgbClr val="FF0000"/>
                      </a:solidFill>
                      <a:prstDash val="solid"/>
                      <a:round/>
                      <a:headEnd type="none" w="sm" len="sm"/>
                      <a:tailEnd type="none" w="sm" len="sm"/>
                    </a:lnT>
                    <a:lnB w="19050" cap="flat" cmpd="sng">
                      <a:solidFill>
                        <a:srgbClr val="FF0000"/>
                      </a:solidFill>
                      <a:prstDash val="solid"/>
                      <a:round/>
                      <a:headEnd type="none" w="sm" len="sm"/>
                      <a:tailEnd type="none" w="sm" len="sm"/>
                    </a:lnB>
                    <a:noFill/>
                  </a:tcPr>
                </a:tc>
                <a:extLst>
                  <a:ext uri="{0D108BD9-81ED-4DB2-BD59-A6C34878D82A}">
                    <a16:rowId xmlns:a16="http://schemas.microsoft.com/office/drawing/2014/main" val="10002"/>
                  </a:ext>
                </a:extLst>
              </a:tr>
            </a:tbl>
          </a:graphicData>
        </a:graphic>
      </p:graphicFrame>
      <p:sp>
        <p:nvSpPr>
          <p:cNvPr id="916" name="Google Shape;916;p108"/>
          <p:cNvSpPr/>
          <p:nvPr/>
        </p:nvSpPr>
        <p:spPr>
          <a:xfrm>
            <a:off x="6557775" y="1949050"/>
            <a:ext cx="823250" cy="1716825"/>
          </a:xfrm>
          <a:custGeom>
            <a:avLst/>
            <a:gdLst/>
            <a:ahLst/>
            <a:cxnLst/>
            <a:rect l="l" t="t" r="r" b="b"/>
            <a:pathLst>
              <a:path w="32930" h="68673" extrusionOk="0">
                <a:moveTo>
                  <a:pt x="0" y="68673"/>
                </a:moveTo>
                <a:lnTo>
                  <a:pt x="27301" y="68673"/>
                </a:lnTo>
                <a:lnTo>
                  <a:pt x="27301" y="0"/>
                </a:lnTo>
                <a:lnTo>
                  <a:pt x="32930" y="0"/>
                </a:lnTo>
              </a:path>
            </a:pathLst>
          </a:custGeom>
          <a:noFill/>
          <a:ln w="19050" cap="flat" cmpd="sng">
            <a:solidFill>
              <a:srgbClr val="FF0000"/>
            </a:solidFill>
            <a:prstDash val="solid"/>
            <a:round/>
            <a:headEnd type="none" w="med" len="med"/>
            <a:tailEnd type="none" w="med" len="med"/>
          </a:ln>
        </p:spPr>
        <p:txBody>
          <a:bodyPr/>
          <a:lstStyle/>
          <a:p>
            <a:endParaRPr lang="en-US"/>
          </a:p>
        </p:txBody>
      </p:sp>
      <p:sp>
        <p:nvSpPr>
          <p:cNvPr id="917" name="Google Shape;917;p108"/>
          <p:cNvSpPr txBox="1"/>
          <p:nvPr/>
        </p:nvSpPr>
        <p:spPr>
          <a:xfrm>
            <a:off x="5714375" y="3850600"/>
            <a:ext cx="13452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solidFill>
                  <a:srgbClr val="FF0000"/>
                </a:solidFill>
                <a:latin typeface="Consolas"/>
                <a:ea typeface="Consolas"/>
                <a:cs typeface="Consolas"/>
                <a:sym typeface="Consolas"/>
              </a:rPr>
              <a:t>0x1000</a:t>
            </a:r>
            <a:endParaRPr sz="1200">
              <a:solidFill>
                <a:srgbClr val="FF0000"/>
              </a:solidFill>
              <a:latin typeface="Consolas"/>
              <a:ea typeface="Consolas"/>
              <a:cs typeface="Consolas"/>
              <a:sym typeface="Consolas"/>
            </a:endParaRPr>
          </a:p>
        </p:txBody>
      </p:sp>
      <p:sp>
        <p:nvSpPr>
          <p:cNvPr id="918" name="Google Shape;918;p108"/>
          <p:cNvSpPr txBox="1"/>
          <p:nvPr/>
        </p:nvSpPr>
        <p:spPr>
          <a:xfrm>
            <a:off x="164875" y="3992634"/>
            <a:ext cx="40719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It is the </a:t>
            </a:r>
            <a:r>
              <a:rPr lang="en" sz="1200" b="1" i="1">
                <a:solidFill>
                  <a:srgbClr val="FF0000"/>
                </a:solidFill>
              </a:rPr>
              <a:t>declared type</a:t>
            </a:r>
            <a:r>
              <a:rPr lang="en" sz="1200"/>
              <a:t> in the variable table that determines the state and behavior that is accessible through the reference, e.g. the </a:t>
            </a:r>
            <a:r>
              <a:rPr lang="en" sz="1200">
                <a:solidFill>
                  <a:srgbClr val="FF0000"/>
                </a:solidFill>
                <a:latin typeface="Courier New"/>
                <a:ea typeface="Courier New"/>
                <a:cs typeface="Courier New"/>
                <a:sym typeface="Courier New"/>
              </a:rPr>
              <a:t>Mage</a:t>
            </a:r>
            <a:r>
              <a:rPr lang="en" sz="1200"/>
              <a:t> class.</a:t>
            </a:r>
            <a:endParaRPr sz="1200"/>
          </a:p>
        </p:txBody>
      </p:sp>
      <p:sp>
        <p:nvSpPr>
          <p:cNvPr id="919" name="Google Shape;919;p108"/>
          <p:cNvSpPr/>
          <p:nvPr/>
        </p:nvSpPr>
        <p:spPr>
          <a:xfrm>
            <a:off x="5368650" y="2047561"/>
            <a:ext cx="675600" cy="2463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12"/>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0"/>
                                  </p:stCondLst>
                                  <p:childTnLst>
                                    <p:set>
                                      <p:cBhvr>
                                        <p:cTn id="13" dur="1" fill="hold">
                                          <p:stCondLst>
                                            <p:cond delay="0"/>
                                          </p:stCondLst>
                                        </p:cTn>
                                        <p:tgtEl>
                                          <p:spTgt spid="916"/>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nodeType="afterEffect">
                                  <p:stCondLst>
                                    <p:cond delay="0"/>
                                  </p:stCondLst>
                                  <p:childTnLst>
                                    <p:set>
                                      <p:cBhvr>
                                        <p:cTn id="16" dur="1" fill="hold">
                                          <p:stCondLst>
                                            <p:cond delay="0"/>
                                          </p:stCondLst>
                                        </p:cTn>
                                        <p:tgtEl>
                                          <p:spTgt spid="9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14"/>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913"/>
                                        </p:tgtEl>
                                        <p:attrNameLst>
                                          <p:attrName>style.visibility</p:attrName>
                                        </p:attrNameLst>
                                      </p:cBhvr>
                                      <p:to>
                                        <p:strVal val="visible"/>
                                      </p:to>
                                    </p:set>
                                  </p:childTnLst>
                                </p:cTn>
                              </p:par>
                            </p:childTnLst>
                          </p:cTn>
                        </p:par>
                        <p:par>
                          <p:cTn id="24" fill="hold">
                            <p:stCondLst>
                              <p:cond delay="0"/>
                            </p:stCondLst>
                            <p:childTnLst>
                              <p:par>
                                <p:cTn id="25" presetID="1" presetClass="entr" presetSubtype="0" fill="hold" nodeType="afterEffect">
                                  <p:stCondLst>
                                    <p:cond delay="0"/>
                                  </p:stCondLst>
                                  <p:childTnLst>
                                    <p:set>
                                      <p:cBhvr>
                                        <p:cTn id="26" dur="1" fill="hold">
                                          <p:stCondLst>
                                            <p:cond delay="0"/>
                                          </p:stCondLst>
                                        </p:cTn>
                                        <p:tgtEl>
                                          <p:spTgt spid="9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18"/>
                                        </p:tgtEl>
                                        <p:attrNameLst>
                                          <p:attrName>style.visibility</p:attrName>
                                        </p:attrNameLst>
                                      </p:cBhvr>
                                      <p:to>
                                        <p:strVal val="visible"/>
                                      </p:to>
                                    </p:set>
                                  </p:childTnLst>
                                </p:cTn>
                              </p:par>
                            </p:childTnLst>
                          </p:cTn>
                        </p:par>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9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Shape 923"/>
        <p:cNvGrpSpPr/>
        <p:nvPr/>
      </p:nvGrpSpPr>
      <p:grpSpPr>
        <a:xfrm>
          <a:off x="0" y="0"/>
          <a:ext cx="0" cy="0"/>
          <a:chOff x="0" y="0"/>
          <a:chExt cx="0" cy="0"/>
        </a:xfrm>
      </p:grpSpPr>
      <p:sp>
        <p:nvSpPr>
          <p:cNvPr id="924" name="Google Shape;924;p109"/>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Closer Look</a:t>
            </a:r>
            <a:endParaRPr/>
          </a:p>
        </p:txBody>
      </p:sp>
      <p:sp>
        <p:nvSpPr>
          <p:cNvPr id="925" name="Google Shape;925;p10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31</a:t>
            </a:fld>
            <a:endParaRPr/>
          </a:p>
        </p:txBody>
      </p:sp>
      <p:graphicFrame>
        <p:nvGraphicFramePr>
          <p:cNvPr id="926" name="Google Shape;926;p109"/>
          <p:cNvGraphicFramePr/>
          <p:nvPr/>
        </p:nvGraphicFramePr>
        <p:xfrm>
          <a:off x="4369175" y="1320850"/>
          <a:ext cx="3000000" cy="3000000"/>
        </p:xfrm>
        <a:graphic>
          <a:graphicData uri="http://schemas.openxmlformats.org/drawingml/2006/table">
            <a:tbl>
              <a:tblPr>
                <a:noFill/>
                <a:tableStyleId>{DA43B600-DA8F-4E08-BC77-38C480222EBA}</a:tableStyleId>
              </a:tblPr>
              <a:tblGrid>
                <a:gridCol w="896800">
                  <a:extLst>
                    <a:ext uri="{9D8B030D-6E8A-4147-A177-3AD203B41FA5}">
                      <a16:colId xmlns:a16="http://schemas.microsoft.com/office/drawing/2014/main" val="20000"/>
                    </a:ext>
                  </a:extLst>
                </a:gridCol>
                <a:gridCol w="896800">
                  <a:extLst>
                    <a:ext uri="{9D8B030D-6E8A-4147-A177-3AD203B41FA5}">
                      <a16:colId xmlns:a16="http://schemas.microsoft.com/office/drawing/2014/main" val="20001"/>
                    </a:ext>
                  </a:extLst>
                </a:gridCol>
                <a:gridCol w="896800">
                  <a:extLst>
                    <a:ext uri="{9D8B030D-6E8A-4147-A177-3AD203B41FA5}">
                      <a16:colId xmlns:a16="http://schemas.microsoft.com/office/drawing/2014/main" val="20002"/>
                    </a:ext>
                  </a:extLst>
                </a:gridCol>
              </a:tblGrid>
              <a:tr h="0">
                <a:tc gridSpan="3">
                  <a:txBody>
                    <a:bodyPr/>
                    <a:lstStyle/>
                    <a:p>
                      <a:pPr marL="0" lvl="0" indent="0" algn="ctr" rtl="0">
                        <a:spcBef>
                          <a:spcPts val="0"/>
                        </a:spcBef>
                        <a:spcAft>
                          <a:spcPts val="0"/>
                        </a:spcAft>
                        <a:buNone/>
                      </a:pPr>
                      <a:r>
                        <a:rPr lang="en" sz="1000">
                          <a:solidFill>
                            <a:srgbClr val="434343"/>
                          </a:solidFill>
                        </a:rPr>
                        <a:t>Variable Table</a:t>
                      </a:r>
                      <a:endParaRPr sz="1000">
                        <a:solidFill>
                          <a:srgbClr val="434343"/>
                        </a:solidFill>
                      </a:endParaRPr>
                    </a:p>
                  </a:txBody>
                  <a:tcPr marL="91425" marR="91425" marT="91425" marB="91425">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solidFill>
                      <a:prstDash val="solid"/>
                      <a:round/>
                      <a:headEnd type="none" w="sm" len="sm"/>
                      <a:tailEnd type="none" w="sm" len="sm"/>
                    </a:lnB>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0">
                <a:tc>
                  <a:txBody>
                    <a:bodyPr/>
                    <a:lstStyle/>
                    <a:p>
                      <a:pPr marL="0" lvl="0" indent="0" algn="ctr" rtl="0">
                        <a:spcBef>
                          <a:spcPts val="0"/>
                        </a:spcBef>
                        <a:spcAft>
                          <a:spcPts val="0"/>
                        </a:spcAft>
                        <a:buNone/>
                      </a:pPr>
                      <a:r>
                        <a:rPr lang="en" sz="1000">
                          <a:solidFill>
                            <a:srgbClr val="FFFFFF"/>
                          </a:solidFill>
                        </a:rPr>
                        <a:t>Name</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Type</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Address</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1"/>
                  </a:ext>
                </a:extLst>
              </a:tr>
              <a:tr h="0">
                <a:tc>
                  <a:txBody>
                    <a:bodyPr/>
                    <a:lstStyle/>
                    <a:p>
                      <a:pPr marL="0" lvl="0" indent="0" algn="ctr" rtl="0">
                        <a:spcBef>
                          <a:spcPts val="0"/>
                        </a:spcBef>
                        <a:spcAft>
                          <a:spcPts val="0"/>
                        </a:spcAft>
                        <a:buNone/>
                      </a:pPr>
                      <a:endParaRPr sz="1000">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r h="0">
                <a:tc>
                  <a:txBody>
                    <a:bodyPr/>
                    <a:lstStyle/>
                    <a:p>
                      <a:pPr marL="0" lvl="0" indent="0" algn="ctr" rtl="0">
                        <a:spcBef>
                          <a:spcPts val="0"/>
                        </a:spcBef>
                        <a:spcAft>
                          <a:spcPts val="0"/>
                        </a:spcAft>
                        <a:buNone/>
                      </a:pPr>
                      <a:endParaRPr sz="1000">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3"/>
                  </a:ext>
                </a:extLst>
              </a:tr>
            </a:tbl>
          </a:graphicData>
        </a:graphic>
      </p:graphicFrame>
      <p:graphicFrame>
        <p:nvGraphicFramePr>
          <p:cNvPr id="927" name="Google Shape;927;p109"/>
          <p:cNvGraphicFramePr/>
          <p:nvPr/>
        </p:nvGraphicFramePr>
        <p:xfrm>
          <a:off x="4369175" y="2844850"/>
          <a:ext cx="3000000" cy="3000000"/>
        </p:xfrm>
        <a:graphic>
          <a:graphicData uri="http://schemas.openxmlformats.org/drawingml/2006/table">
            <a:tbl>
              <a:tblPr>
                <a:noFill/>
                <a:tableStyleId>{DA43B600-DA8F-4E08-BC77-38C480222EBA}</a:tableStyleId>
              </a:tblPr>
              <a:tblGrid>
                <a:gridCol w="1345200">
                  <a:extLst>
                    <a:ext uri="{9D8B030D-6E8A-4147-A177-3AD203B41FA5}">
                      <a16:colId xmlns:a16="http://schemas.microsoft.com/office/drawing/2014/main" val="20000"/>
                    </a:ext>
                  </a:extLst>
                </a:gridCol>
                <a:gridCol w="1345200">
                  <a:extLst>
                    <a:ext uri="{9D8B030D-6E8A-4147-A177-3AD203B41FA5}">
                      <a16:colId xmlns:a16="http://schemas.microsoft.com/office/drawing/2014/main" val="20001"/>
                    </a:ext>
                  </a:extLst>
                </a:gridCol>
              </a:tblGrid>
              <a:tr h="0">
                <a:tc gridSpan="2">
                  <a:txBody>
                    <a:bodyPr/>
                    <a:lstStyle/>
                    <a:p>
                      <a:pPr marL="0" lvl="0" indent="0" algn="ctr" rtl="0">
                        <a:spcBef>
                          <a:spcPts val="0"/>
                        </a:spcBef>
                        <a:spcAft>
                          <a:spcPts val="0"/>
                        </a:spcAft>
                        <a:buNone/>
                      </a:pPr>
                      <a:r>
                        <a:rPr lang="en" sz="1000">
                          <a:solidFill>
                            <a:srgbClr val="434343"/>
                          </a:solidFill>
                        </a:rPr>
                        <a:t>Memory Table</a:t>
                      </a:r>
                      <a:endParaRPr sz="1000">
                        <a:solidFill>
                          <a:srgbClr val="434343"/>
                        </a:solidFill>
                      </a:endParaRPr>
                    </a:p>
                  </a:txBody>
                  <a:tcPr marL="91425" marR="91425" marT="91425" marB="91425">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solidFill>
                      <a:prstDash val="solid"/>
                      <a:round/>
                      <a:headEnd type="none" w="sm" len="sm"/>
                      <a:tailEnd type="none" w="sm" len="sm"/>
                    </a:lnB>
                    <a:noFill/>
                  </a:tcPr>
                </a:tc>
                <a:tc hMerge="1">
                  <a:txBody>
                    <a:bodyPr/>
                    <a:lstStyle/>
                    <a:p>
                      <a:endParaRPr lang="en-US"/>
                    </a:p>
                  </a:txBody>
                  <a:tcPr/>
                </a:tc>
                <a:extLst>
                  <a:ext uri="{0D108BD9-81ED-4DB2-BD59-A6C34878D82A}">
                    <a16:rowId xmlns:a16="http://schemas.microsoft.com/office/drawing/2014/main" val="10000"/>
                  </a:ext>
                </a:extLst>
              </a:tr>
              <a:tr h="0">
                <a:tc>
                  <a:txBody>
                    <a:bodyPr/>
                    <a:lstStyle/>
                    <a:p>
                      <a:pPr marL="0" lvl="0" indent="0" algn="ctr" rtl="0">
                        <a:spcBef>
                          <a:spcPts val="0"/>
                        </a:spcBef>
                        <a:spcAft>
                          <a:spcPts val="0"/>
                        </a:spcAft>
                        <a:buNone/>
                      </a:pPr>
                      <a:r>
                        <a:rPr lang="en" sz="1000">
                          <a:solidFill>
                            <a:srgbClr val="FFFFFF"/>
                          </a:solidFill>
                        </a:rPr>
                        <a:t>Address</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Value</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1"/>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0x1000</a:t>
                      </a:r>
                      <a:endParaRPr sz="1000">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ctr" rtl="0">
                        <a:spcBef>
                          <a:spcPts val="0"/>
                        </a:spcBef>
                        <a:spcAft>
                          <a:spcPts val="0"/>
                        </a:spcAft>
                        <a:buNone/>
                      </a:pPr>
                      <a:endParaRPr sz="1000">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0x2000</a:t>
                      </a:r>
                      <a:endParaRPr sz="1000">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ctr" rtl="0">
                        <a:spcBef>
                          <a:spcPts val="0"/>
                        </a:spcBef>
                        <a:spcAft>
                          <a:spcPts val="0"/>
                        </a:spcAft>
                        <a:buNone/>
                      </a:pPr>
                      <a:endParaRPr sz="1000">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3"/>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0x3000</a:t>
                      </a:r>
                      <a:endParaRPr sz="1000">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ctr" rtl="0">
                        <a:spcBef>
                          <a:spcPts val="0"/>
                        </a:spcBef>
                        <a:spcAft>
                          <a:spcPts val="0"/>
                        </a:spcAft>
                        <a:buNone/>
                      </a:pPr>
                      <a:endParaRPr sz="1000">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4"/>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0x4000</a:t>
                      </a:r>
                      <a:endParaRPr sz="1000">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ctr" rtl="0">
                        <a:spcBef>
                          <a:spcPts val="0"/>
                        </a:spcBef>
                        <a:spcAft>
                          <a:spcPts val="0"/>
                        </a:spcAft>
                        <a:buNone/>
                      </a:pPr>
                      <a:endParaRPr sz="1000">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5"/>
                  </a:ext>
                </a:extLst>
              </a:tr>
            </a:tbl>
          </a:graphicData>
        </a:graphic>
      </p:graphicFrame>
      <p:sp>
        <p:nvSpPr>
          <p:cNvPr id="928" name="Google Shape;928;p109"/>
          <p:cNvSpPr txBox="1"/>
          <p:nvPr/>
        </p:nvSpPr>
        <p:spPr>
          <a:xfrm>
            <a:off x="164875" y="1356009"/>
            <a:ext cx="40719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When the reference is passed in as the argument for a method parameter, a </a:t>
            </a:r>
            <a:r>
              <a:rPr lang="en" sz="1200" b="1" i="1">
                <a:solidFill>
                  <a:srgbClr val="FF0000"/>
                </a:solidFill>
              </a:rPr>
              <a:t>second</a:t>
            </a:r>
            <a:r>
              <a:rPr lang="en" sz="1200">
                <a:solidFill>
                  <a:srgbClr val="FF0000"/>
                </a:solidFill>
              </a:rPr>
              <a:t> </a:t>
            </a:r>
            <a:r>
              <a:rPr lang="en" sz="1200"/>
              <a:t>reference to the </a:t>
            </a:r>
            <a:r>
              <a:rPr lang="en" sz="1200" b="1" i="1">
                <a:solidFill>
                  <a:srgbClr val="FF0000"/>
                </a:solidFill>
              </a:rPr>
              <a:t>same</a:t>
            </a:r>
            <a:r>
              <a:rPr lang="en" sz="1200">
                <a:solidFill>
                  <a:srgbClr val="FF0000"/>
                </a:solidFill>
              </a:rPr>
              <a:t> </a:t>
            </a:r>
            <a:r>
              <a:rPr lang="en" sz="1200"/>
              <a:t>object is created. </a:t>
            </a:r>
            <a:endParaRPr sz="1200"/>
          </a:p>
        </p:txBody>
      </p:sp>
      <p:graphicFrame>
        <p:nvGraphicFramePr>
          <p:cNvPr id="929" name="Google Shape;929;p109"/>
          <p:cNvGraphicFramePr/>
          <p:nvPr/>
        </p:nvGraphicFramePr>
        <p:xfrm>
          <a:off x="4369175" y="1999614"/>
          <a:ext cx="3000000" cy="3000000"/>
        </p:xfrm>
        <a:graphic>
          <a:graphicData uri="http://schemas.openxmlformats.org/drawingml/2006/table">
            <a:tbl>
              <a:tblPr>
                <a:noFill/>
                <a:tableStyleId>{DA43B600-DA8F-4E08-BC77-38C480222EBA}</a:tableStyleId>
              </a:tblPr>
              <a:tblGrid>
                <a:gridCol w="896800">
                  <a:extLst>
                    <a:ext uri="{9D8B030D-6E8A-4147-A177-3AD203B41FA5}">
                      <a16:colId xmlns:a16="http://schemas.microsoft.com/office/drawing/2014/main" val="20000"/>
                    </a:ext>
                  </a:extLst>
                </a:gridCol>
                <a:gridCol w="896800">
                  <a:extLst>
                    <a:ext uri="{9D8B030D-6E8A-4147-A177-3AD203B41FA5}">
                      <a16:colId xmlns:a16="http://schemas.microsoft.com/office/drawing/2014/main" val="20001"/>
                    </a:ext>
                  </a:extLst>
                </a:gridCol>
                <a:gridCol w="896800">
                  <a:extLst>
                    <a:ext uri="{9D8B030D-6E8A-4147-A177-3AD203B41FA5}">
                      <a16:colId xmlns:a16="http://schemas.microsoft.com/office/drawing/2014/main" val="20002"/>
                    </a:ext>
                  </a:extLst>
                </a:gridCol>
              </a:tblGrid>
              <a:tr h="0">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player1</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Mage</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0x2000</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0"/>
                  </a:ext>
                </a:extLst>
              </a:tr>
            </a:tbl>
          </a:graphicData>
        </a:graphic>
      </p:graphicFrame>
      <p:graphicFrame>
        <p:nvGraphicFramePr>
          <p:cNvPr id="930" name="Google Shape;930;p109"/>
          <p:cNvGraphicFramePr/>
          <p:nvPr/>
        </p:nvGraphicFramePr>
        <p:xfrm>
          <a:off x="7369075" y="1748800"/>
          <a:ext cx="3000000" cy="3000000"/>
        </p:xfrm>
        <a:graphic>
          <a:graphicData uri="http://schemas.openxmlformats.org/drawingml/2006/table">
            <a:tbl>
              <a:tblPr>
                <a:noFill/>
                <a:tableStyleId>{DA43B600-DA8F-4E08-BC77-38C480222EBA}</a:tableStyleId>
              </a:tblPr>
              <a:tblGrid>
                <a:gridCol w="1598025">
                  <a:extLst>
                    <a:ext uri="{9D8B030D-6E8A-4147-A177-3AD203B41FA5}">
                      <a16:colId xmlns:a16="http://schemas.microsoft.com/office/drawing/2014/main" val="20000"/>
                    </a:ext>
                  </a:extLst>
                </a:gridCol>
              </a:tblGrid>
              <a:tr h="0">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Mage</a:t>
                      </a:r>
                      <a:endParaRPr sz="1000">
                        <a:solidFill>
                          <a:srgbClr val="FF0000"/>
                        </a:solidFill>
                        <a:latin typeface="Consolas"/>
                        <a:ea typeface="Consolas"/>
                        <a:cs typeface="Consolas"/>
                        <a:sym typeface="Consolas"/>
                      </a:endParaRPr>
                    </a:p>
                  </a:txBody>
                  <a:tcPr marL="91425" marR="91425" marT="91425" marB="91425">
                    <a:lnL w="19050" cap="flat" cmpd="sng">
                      <a:solidFill>
                        <a:srgbClr val="FF0000"/>
                      </a:solidFill>
                      <a:prstDash val="solid"/>
                      <a:round/>
                      <a:headEnd type="none" w="sm" len="sm"/>
                      <a:tailEnd type="none" w="sm" len="sm"/>
                    </a:lnL>
                    <a:lnR w="19050" cap="flat" cmpd="sng">
                      <a:solidFill>
                        <a:srgbClr val="FF0000"/>
                      </a:solidFill>
                      <a:prstDash val="solid"/>
                      <a:round/>
                      <a:headEnd type="none" w="sm" len="sm"/>
                      <a:tailEnd type="none" w="sm" len="sm"/>
                    </a:lnR>
                    <a:lnT w="19050" cap="flat" cmpd="sng">
                      <a:solidFill>
                        <a:srgbClr val="FF0000"/>
                      </a:solidFill>
                      <a:prstDash val="solid"/>
                      <a:round/>
                      <a:headEnd type="none" w="sm" len="sm"/>
                      <a:tailEnd type="none" w="sm" len="sm"/>
                    </a:lnT>
                    <a:lnB w="19050" cap="flat" cmpd="sng">
                      <a:solidFill>
                        <a:srgbClr val="FF0000"/>
                      </a:solidFill>
                      <a:prstDash val="solid"/>
                      <a:round/>
                      <a:headEnd type="none" w="sm" len="sm"/>
                      <a:tailEnd type="none" w="sm" len="sm"/>
                    </a:lnB>
                    <a:noFill/>
                  </a:tcPr>
                </a:tc>
                <a:extLst>
                  <a:ext uri="{0D108BD9-81ED-4DB2-BD59-A6C34878D82A}">
                    <a16:rowId xmlns:a16="http://schemas.microsoft.com/office/drawing/2014/main" val="10000"/>
                  </a:ext>
                </a:extLst>
              </a:tr>
              <a:tr h="0">
                <a:tc>
                  <a:txBody>
                    <a:bodyPr/>
                    <a:lstStyle/>
                    <a:p>
                      <a:pPr marL="0" lvl="0" indent="0" algn="l" rtl="0">
                        <a:spcBef>
                          <a:spcPts val="0"/>
                        </a:spcBef>
                        <a:spcAft>
                          <a:spcPts val="0"/>
                        </a:spcAft>
                        <a:buNone/>
                      </a:pPr>
                      <a:r>
                        <a:rPr lang="en" sz="1000">
                          <a:solidFill>
                            <a:srgbClr val="FF0000"/>
                          </a:solidFill>
                          <a:latin typeface="Consolas"/>
                          <a:ea typeface="Consolas"/>
                          <a:cs typeface="Consolas"/>
                          <a:sym typeface="Consolas"/>
                        </a:rPr>
                        <a:t>name: "Hairy Potter"</a:t>
                      </a:r>
                      <a:endParaRPr sz="1000">
                        <a:solidFill>
                          <a:srgbClr val="FF0000"/>
                        </a:solidFill>
                        <a:latin typeface="Consolas"/>
                        <a:ea typeface="Consolas"/>
                        <a:cs typeface="Consolas"/>
                        <a:sym typeface="Consolas"/>
                      </a:endParaRPr>
                    </a:p>
                    <a:p>
                      <a:pPr marL="0" lvl="0" indent="0" algn="l" rtl="0">
                        <a:spcBef>
                          <a:spcPts val="0"/>
                        </a:spcBef>
                        <a:spcAft>
                          <a:spcPts val="0"/>
                        </a:spcAft>
                        <a:buNone/>
                      </a:pPr>
                      <a:r>
                        <a:rPr lang="en" sz="1000">
                          <a:solidFill>
                            <a:srgbClr val="FF0000"/>
                          </a:solidFill>
                          <a:latin typeface="Consolas"/>
                          <a:ea typeface="Consolas"/>
                          <a:cs typeface="Consolas"/>
                          <a:sym typeface="Consolas"/>
                        </a:rPr>
                        <a:t>maxHP(): 120</a:t>
                      </a:r>
                      <a:endParaRPr sz="1000">
                        <a:solidFill>
                          <a:srgbClr val="FF0000"/>
                        </a:solidFill>
                        <a:latin typeface="Consolas"/>
                        <a:ea typeface="Consolas"/>
                        <a:cs typeface="Consolas"/>
                        <a:sym typeface="Consolas"/>
                      </a:endParaRPr>
                    </a:p>
                    <a:p>
                      <a:pPr marL="0" lvl="0" indent="0" algn="l" rtl="0">
                        <a:spcBef>
                          <a:spcPts val="0"/>
                        </a:spcBef>
                        <a:spcAft>
                          <a:spcPts val="0"/>
                        </a:spcAft>
                        <a:buNone/>
                      </a:pPr>
                      <a:r>
                        <a:rPr lang="en" sz="1000">
                          <a:solidFill>
                            <a:srgbClr val="FF0000"/>
                          </a:solidFill>
                          <a:latin typeface="Consolas"/>
                          <a:ea typeface="Consolas"/>
                          <a:cs typeface="Consolas"/>
                          <a:sym typeface="Consolas"/>
                        </a:rPr>
                        <a:t>currentHP: 120</a:t>
                      </a:r>
                      <a:endParaRPr sz="1000">
                        <a:solidFill>
                          <a:srgbClr val="FF0000"/>
                        </a:solidFill>
                        <a:latin typeface="Consolas"/>
                        <a:ea typeface="Consolas"/>
                        <a:cs typeface="Consolas"/>
                        <a:sym typeface="Consolas"/>
                      </a:endParaRPr>
                    </a:p>
                  </a:txBody>
                  <a:tcPr marL="91425" marR="91425" marT="91425" marB="91425">
                    <a:lnL w="19050" cap="flat" cmpd="sng">
                      <a:solidFill>
                        <a:srgbClr val="FF0000"/>
                      </a:solidFill>
                      <a:prstDash val="solid"/>
                      <a:round/>
                      <a:headEnd type="none" w="sm" len="sm"/>
                      <a:tailEnd type="none" w="sm" len="sm"/>
                    </a:lnL>
                    <a:lnR w="19050" cap="flat" cmpd="sng">
                      <a:solidFill>
                        <a:srgbClr val="FF0000"/>
                      </a:solidFill>
                      <a:prstDash val="solid"/>
                      <a:round/>
                      <a:headEnd type="none" w="sm" len="sm"/>
                      <a:tailEnd type="none" w="sm" len="sm"/>
                    </a:lnR>
                    <a:lnT w="19050" cap="flat" cmpd="sng">
                      <a:solidFill>
                        <a:srgbClr val="FF0000"/>
                      </a:solidFill>
                      <a:prstDash val="solid"/>
                      <a:round/>
                      <a:headEnd type="none" w="sm" len="sm"/>
                      <a:tailEnd type="none" w="sm" len="sm"/>
                    </a:lnT>
                    <a:lnB w="19050" cap="flat" cmpd="sng">
                      <a:solidFill>
                        <a:srgbClr val="FF0000"/>
                      </a:solidFill>
                      <a:prstDash val="solid"/>
                      <a:round/>
                      <a:headEnd type="none" w="sm" len="sm"/>
                      <a:tailEnd type="none" w="sm" len="sm"/>
                    </a:lnB>
                    <a:noFill/>
                  </a:tcPr>
                </a:tc>
                <a:extLst>
                  <a:ext uri="{0D108BD9-81ED-4DB2-BD59-A6C34878D82A}">
                    <a16:rowId xmlns:a16="http://schemas.microsoft.com/office/drawing/2014/main" val="10001"/>
                  </a:ext>
                </a:extLst>
              </a:tr>
              <a:tr h="0">
                <a:tc>
                  <a:txBody>
                    <a:bodyPr/>
                    <a:lstStyle/>
                    <a:p>
                      <a:pPr marL="0" lvl="0" indent="0" algn="l" rtl="0">
                        <a:spcBef>
                          <a:spcPts val="0"/>
                        </a:spcBef>
                        <a:spcAft>
                          <a:spcPts val="0"/>
                        </a:spcAft>
                        <a:buNone/>
                      </a:pPr>
                      <a:r>
                        <a:rPr lang="en" sz="1000">
                          <a:solidFill>
                            <a:srgbClr val="FF0000"/>
                          </a:solidFill>
                          <a:latin typeface="Consolas"/>
                          <a:ea typeface="Consolas"/>
                          <a:cs typeface="Consolas"/>
                          <a:sym typeface="Consolas"/>
                        </a:rPr>
                        <a:t>getName()</a:t>
                      </a:r>
                      <a:endParaRPr sz="1000">
                        <a:solidFill>
                          <a:srgbClr val="FF0000"/>
                        </a:solidFill>
                        <a:latin typeface="Consolas"/>
                        <a:ea typeface="Consolas"/>
                        <a:cs typeface="Consolas"/>
                        <a:sym typeface="Consolas"/>
                      </a:endParaRPr>
                    </a:p>
                    <a:p>
                      <a:pPr marL="0" lvl="0" indent="0" algn="l" rtl="0">
                        <a:spcBef>
                          <a:spcPts val="0"/>
                        </a:spcBef>
                        <a:spcAft>
                          <a:spcPts val="0"/>
                        </a:spcAft>
                        <a:buNone/>
                      </a:pPr>
                      <a:r>
                        <a:rPr lang="en" sz="1000">
                          <a:solidFill>
                            <a:srgbClr val="FF0000"/>
                          </a:solidFill>
                          <a:latin typeface="Consolas"/>
                          <a:ea typeface="Consolas"/>
                          <a:cs typeface="Consolas"/>
                          <a:sym typeface="Consolas"/>
                        </a:rPr>
                        <a:t>toString()</a:t>
                      </a:r>
                      <a:endParaRPr sz="1000">
                        <a:solidFill>
                          <a:srgbClr val="FF0000"/>
                        </a:solidFill>
                        <a:latin typeface="Consolas"/>
                        <a:ea typeface="Consolas"/>
                        <a:cs typeface="Consolas"/>
                        <a:sym typeface="Consolas"/>
                      </a:endParaRPr>
                    </a:p>
                  </a:txBody>
                  <a:tcPr marL="91425" marR="91425" marT="91425" marB="91425">
                    <a:lnL w="19050" cap="flat" cmpd="sng">
                      <a:solidFill>
                        <a:srgbClr val="FF0000"/>
                      </a:solidFill>
                      <a:prstDash val="solid"/>
                      <a:round/>
                      <a:headEnd type="none" w="sm" len="sm"/>
                      <a:tailEnd type="none" w="sm" len="sm"/>
                    </a:lnL>
                    <a:lnR w="19050" cap="flat" cmpd="sng">
                      <a:solidFill>
                        <a:srgbClr val="FF0000"/>
                      </a:solidFill>
                      <a:prstDash val="solid"/>
                      <a:round/>
                      <a:headEnd type="none" w="sm" len="sm"/>
                      <a:tailEnd type="none" w="sm" len="sm"/>
                    </a:lnR>
                    <a:lnT w="19050" cap="flat" cmpd="sng">
                      <a:solidFill>
                        <a:srgbClr val="FF0000"/>
                      </a:solidFill>
                      <a:prstDash val="solid"/>
                      <a:round/>
                      <a:headEnd type="none" w="sm" len="sm"/>
                      <a:tailEnd type="none" w="sm" len="sm"/>
                    </a:lnT>
                    <a:lnB w="19050" cap="flat" cmpd="sng">
                      <a:solidFill>
                        <a:srgbClr val="FF0000"/>
                      </a:solidFill>
                      <a:prstDash val="solid"/>
                      <a:round/>
                      <a:headEnd type="none" w="sm" len="sm"/>
                      <a:tailEnd type="none" w="sm" len="sm"/>
                    </a:lnB>
                    <a:noFill/>
                  </a:tcPr>
                </a:tc>
                <a:extLst>
                  <a:ext uri="{0D108BD9-81ED-4DB2-BD59-A6C34878D82A}">
                    <a16:rowId xmlns:a16="http://schemas.microsoft.com/office/drawing/2014/main" val="10002"/>
                  </a:ext>
                </a:extLst>
              </a:tr>
            </a:tbl>
          </a:graphicData>
        </a:graphic>
      </p:graphicFrame>
      <p:sp>
        <p:nvSpPr>
          <p:cNvPr id="931" name="Google Shape;931;p109"/>
          <p:cNvSpPr/>
          <p:nvPr/>
        </p:nvSpPr>
        <p:spPr>
          <a:xfrm>
            <a:off x="6557775" y="1949050"/>
            <a:ext cx="823250" cy="1716825"/>
          </a:xfrm>
          <a:custGeom>
            <a:avLst/>
            <a:gdLst/>
            <a:ahLst/>
            <a:cxnLst/>
            <a:rect l="l" t="t" r="r" b="b"/>
            <a:pathLst>
              <a:path w="32930" h="68673" extrusionOk="0">
                <a:moveTo>
                  <a:pt x="0" y="68673"/>
                </a:moveTo>
                <a:lnTo>
                  <a:pt x="27301" y="68673"/>
                </a:lnTo>
                <a:lnTo>
                  <a:pt x="27301" y="0"/>
                </a:lnTo>
                <a:lnTo>
                  <a:pt x="32930" y="0"/>
                </a:lnTo>
              </a:path>
            </a:pathLst>
          </a:custGeom>
          <a:noFill/>
          <a:ln w="19050" cap="flat" cmpd="sng">
            <a:solidFill>
              <a:srgbClr val="FF0000"/>
            </a:solidFill>
            <a:prstDash val="solid"/>
            <a:round/>
            <a:headEnd type="none" w="med" len="med"/>
            <a:tailEnd type="none" w="med" len="med"/>
          </a:ln>
        </p:spPr>
        <p:txBody>
          <a:bodyPr/>
          <a:lstStyle/>
          <a:p>
            <a:endParaRPr lang="en-US"/>
          </a:p>
        </p:txBody>
      </p:sp>
      <p:sp>
        <p:nvSpPr>
          <p:cNvPr id="932" name="Google Shape;932;p109"/>
          <p:cNvSpPr txBox="1"/>
          <p:nvPr/>
        </p:nvSpPr>
        <p:spPr>
          <a:xfrm>
            <a:off x="5714375" y="3850600"/>
            <a:ext cx="13452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solidFill>
                  <a:srgbClr val="FF0000"/>
                </a:solidFill>
                <a:latin typeface="Consolas"/>
                <a:ea typeface="Consolas"/>
                <a:cs typeface="Consolas"/>
                <a:sym typeface="Consolas"/>
              </a:rPr>
              <a:t>0x1000</a:t>
            </a:r>
            <a:endParaRPr sz="1200">
              <a:solidFill>
                <a:srgbClr val="FF0000"/>
              </a:solidFill>
              <a:latin typeface="Consolas"/>
              <a:ea typeface="Consolas"/>
              <a:cs typeface="Consolas"/>
              <a:sym typeface="Consolas"/>
            </a:endParaRPr>
          </a:p>
        </p:txBody>
      </p:sp>
      <p:graphicFrame>
        <p:nvGraphicFramePr>
          <p:cNvPr id="933" name="Google Shape;933;p109"/>
          <p:cNvGraphicFramePr/>
          <p:nvPr/>
        </p:nvGraphicFramePr>
        <p:xfrm>
          <a:off x="4369175" y="2325523"/>
          <a:ext cx="3000000" cy="3000000"/>
        </p:xfrm>
        <a:graphic>
          <a:graphicData uri="http://schemas.openxmlformats.org/drawingml/2006/table">
            <a:tbl>
              <a:tblPr>
                <a:noFill/>
                <a:tableStyleId>{DA43B600-DA8F-4E08-BC77-38C480222EBA}</a:tableStyleId>
              </a:tblPr>
              <a:tblGrid>
                <a:gridCol w="896800">
                  <a:extLst>
                    <a:ext uri="{9D8B030D-6E8A-4147-A177-3AD203B41FA5}">
                      <a16:colId xmlns:a16="http://schemas.microsoft.com/office/drawing/2014/main" val="20000"/>
                    </a:ext>
                  </a:extLst>
                </a:gridCol>
                <a:gridCol w="896800">
                  <a:extLst>
                    <a:ext uri="{9D8B030D-6E8A-4147-A177-3AD203B41FA5}">
                      <a16:colId xmlns:a16="http://schemas.microsoft.com/office/drawing/2014/main" val="20001"/>
                    </a:ext>
                  </a:extLst>
                </a:gridCol>
                <a:gridCol w="896800">
                  <a:extLst>
                    <a:ext uri="{9D8B030D-6E8A-4147-A177-3AD203B41FA5}">
                      <a16:colId xmlns:a16="http://schemas.microsoft.com/office/drawing/2014/main" val="20002"/>
                    </a:ext>
                  </a:extLst>
                </a:gridCol>
              </a:tblGrid>
              <a:tr h="0">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goat1</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Goat</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0x3000</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0"/>
                  </a:ext>
                </a:extLst>
              </a:tr>
            </a:tbl>
          </a:graphicData>
        </a:graphic>
      </p:graphicFrame>
      <p:sp>
        <p:nvSpPr>
          <p:cNvPr id="934" name="Google Shape;934;p109"/>
          <p:cNvSpPr txBox="1"/>
          <p:nvPr/>
        </p:nvSpPr>
        <p:spPr>
          <a:xfrm>
            <a:off x="5714375" y="4169473"/>
            <a:ext cx="13452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solidFill>
                  <a:srgbClr val="FF0000"/>
                </a:solidFill>
                <a:latin typeface="Consolas"/>
                <a:ea typeface="Consolas"/>
                <a:cs typeface="Consolas"/>
                <a:sym typeface="Consolas"/>
              </a:rPr>
              <a:t>0x1000</a:t>
            </a:r>
            <a:endParaRPr sz="1200">
              <a:solidFill>
                <a:srgbClr val="FF0000"/>
              </a:solidFill>
              <a:latin typeface="Consolas"/>
              <a:ea typeface="Consolas"/>
              <a:cs typeface="Consolas"/>
              <a:sym typeface="Consolas"/>
            </a:endParaRPr>
          </a:p>
        </p:txBody>
      </p:sp>
      <p:sp>
        <p:nvSpPr>
          <p:cNvPr id="935" name="Google Shape;935;p109"/>
          <p:cNvSpPr txBox="1"/>
          <p:nvPr/>
        </p:nvSpPr>
        <p:spPr>
          <a:xfrm>
            <a:off x="164875" y="2194209"/>
            <a:ext cx="40719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The type of the new reference is determined by the declared type of the parameter, e.g. the </a:t>
            </a:r>
            <a:r>
              <a:rPr lang="en" sz="1200">
                <a:solidFill>
                  <a:srgbClr val="FF0000"/>
                </a:solidFill>
                <a:latin typeface="Courier New"/>
                <a:ea typeface="Courier New"/>
                <a:cs typeface="Courier New"/>
                <a:sym typeface="Courier New"/>
              </a:rPr>
              <a:t>Goat</a:t>
            </a:r>
            <a:r>
              <a:rPr lang="en" sz="1200"/>
              <a:t> class.</a:t>
            </a:r>
            <a:endParaRPr sz="1200"/>
          </a:p>
        </p:txBody>
      </p:sp>
      <p:sp>
        <p:nvSpPr>
          <p:cNvPr id="936" name="Google Shape;936;p109"/>
          <p:cNvSpPr/>
          <p:nvPr/>
        </p:nvSpPr>
        <p:spPr>
          <a:xfrm>
            <a:off x="5368650" y="2373470"/>
            <a:ext cx="675600" cy="2463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937" name="Google Shape;937;p109"/>
          <p:cNvSpPr txBox="1"/>
          <p:nvPr/>
        </p:nvSpPr>
        <p:spPr>
          <a:xfrm>
            <a:off x="164875" y="2847609"/>
            <a:ext cx="40719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Even though the actual object in memory is a </a:t>
            </a:r>
            <a:r>
              <a:rPr lang="en" sz="1200">
                <a:latin typeface="Courier New"/>
                <a:ea typeface="Courier New"/>
                <a:cs typeface="Courier New"/>
                <a:sym typeface="Courier New"/>
              </a:rPr>
              <a:t>Mage</a:t>
            </a:r>
            <a:r>
              <a:rPr lang="en" sz="1200"/>
              <a:t>, the </a:t>
            </a:r>
            <a:r>
              <a:rPr lang="en" sz="1200" b="1" i="1">
                <a:solidFill>
                  <a:srgbClr val="FF0000"/>
                </a:solidFill>
              </a:rPr>
              <a:t>reference type</a:t>
            </a:r>
            <a:r>
              <a:rPr lang="en" sz="1200"/>
              <a:t> (</a:t>
            </a:r>
            <a:r>
              <a:rPr lang="en" sz="1200">
                <a:latin typeface="Courier New"/>
                <a:ea typeface="Courier New"/>
                <a:cs typeface="Courier New"/>
                <a:sym typeface="Courier New"/>
              </a:rPr>
              <a:t>Goat</a:t>
            </a:r>
            <a:r>
              <a:rPr lang="en" sz="1200"/>
              <a:t>) determines the state and behavior that can be accessed through the parameter.</a:t>
            </a:r>
            <a:endParaRPr sz="1200"/>
          </a:p>
        </p:txBody>
      </p:sp>
      <p:sp>
        <p:nvSpPr>
          <p:cNvPr id="938" name="Google Shape;938;p109"/>
          <p:cNvSpPr txBox="1"/>
          <p:nvPr/>
        </p:nvSpPr>
        <p:spPr>
          <a:xfrm>
            <a:off x="164875" y="3685809"/>
            <a:ext cx="40719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Because the </a:t>
            </a:r>
            <a:r>
              <a:rPr lang="en" sz="1200">
                <a:latin typeface="Courier New"/>
                <a:ea typeface="Courier New"/>
                <a:cs typeface="Courier New"/>
                <a:sym typeface="Courier New"/>
              </a:rPr>
              <a:t>attack</a:t>
            </a:r>
            <a:r>
              <a:rPr lang="en" sz="1200"/>
              <a:t> and </a:t>
            </a:r>
            <a:r>
              <a:rPr lang="en" sz="1200">
                <a:latin typeface="Courier New"/>
                <a:ea typeface="Courier New"/>
                <a:cs typeface="Courier New"/>
                <a:sym typeface="Courier New"/>
              </a:rPr>
              <a:t>takeDamage</a:t>
            </a:r>
            <a:r>
              <a:rPr lang="en" sz="1200"/>
              <a:t> methods are defined in the </a:t>
            </a:r>
            <a:r>
              <a:rPr lang="en" sz="1200">
                <a:latin typeface="Courier New"/>
                <a:ea typeface="Courier New"/>
                <a:cs typeface="Courier New"/>
                <a:sym typeface="Courier New"/>
              </a:rPr>
              <a:t>Mage</a:t>
            </a:r>
            <a:r>
              <a:rPr lang="en" sz="1200"/>
              <a:t> class (and not the </a:t>
            </a:r>
            <a:r>
              <a:rPr lang="en" sz="1200">
                <a:latin typeface="Courier New"/>
                <a:ea typeface="Courier New"/>
                <a:cs typeface="Courier New"/>
                <a:sym typeface="Courier New"/>
              </a:rPr>
              <a:t>Goat</a:t>
            </a:r>
            <a:r>
              <a:rPr lang="en" sz="1200"/>
              <a:t> class), they cannot be used with a </a:t>
            </a:r>
            <a:r>
              <a:rPr lang="en" sz="1200">
                <a:latin typeface="Courier New"/>
                <a:ea typeface="Courier New"/>
                <a:cs typeface="Courier New"/>
                <a:sym typeface="Courier New"/>
              </a:rPr>
              <a:t>Goat</a:t>
            </a:r>
            <a:r>
              <a:rPr lang="en" sz="1200"/>
              <a:t> parameter.</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8"/>
                                        </p:tgtEl>
                                        <p:attrNameLst>
                                          <p:attrName>style.visibility</p:attrName>
                                        </p:attrNameLst>
                                      </p:cBhvr>
                                      <p:to>
                                        <p:strVal val="visible"/>
                                      </p:to>
                                    </p:set>
                                  </p:childTnLst>
                                </p:cTn>
                              </p:par>
                            </p:childTnLst>
                          </p:cTn>
                        </p:par>
                        <p:par>
                          <p:cTn id="7" fill="hold">
                            <p:stCondLst>
                              <p:cond delay="0"/>
                            </p:stCondLst>
                            <p:childTnLst>
                              <p:par>
                                <p:cTn id="8" presetID="10" presetClass="entr" presetSubtype="0" fill="hold" nodeType="afterEffect">
                                  <p:stCondLst>
                                    <p:cond delay="0"/>
                                  </p:stCondLst>
                                  <p:childTnLst>
                                    <p:set>
                                      <p:cBhvr>
                                        <p:cTn id="9" dur="1" fill="hold">
                                          <p:stCondLst>
                                            <p:cond delay="0"/>
                                          </p:stCondLst>
                                        </p:cTn>
                                        <p:tgtEl>
                                          <p:spTgt spid="933"/>
                                        </p:tgtEl>
                                        <p:attrNameLst>
                                          <p:attrName>style.visibility</p:attrName>
                                        </p:attrNameLst>
                                      </p:cBhvr>
                                      <p:to>
                                        <p:strVal val="visible"/>
                                      </p:to>
                                    </p:set>
                                    <p:animEffect transition="in" filter="fade">
                                      <p:cBhvr>
                                        <p:cTn id="10" dur="1000"/>
                                        <p:tgtEl>
                                          <p:spTgt spid="933"/>
                                        </p:tgtEl>
                                      </p:cBhvr>
                                    </p:animEffect>
                                  </p:childTnLst>
                                </p:cTn>
                              </p:par>
                            </p:childTnLst>
                          </p:cTn>
                        </p:par>
                        <p:par>
                          <p:cTn id="11" fill="hold">
                            <p:stCondLst>
                              <p:cond delay="1000"/>
                            </p:stCondLst>
                            <p:childTnLst>
                              <p:par>
                                <p:cTn id="12" presetID="10" presetClass="entr" presetSubtype="0" fill="hold" nodeType="afterEffect">
                                  <p:stCondLst>
                                    <p:cond delay="0"/>
                                  </p:stCondLst>
                                  <p:childTnLst>
                                    <p:set>
                                      <p:cBhvr>
                                        <p:cTn id="13" dur="1" fill="hold">
                                          <p:stCondLst>
                                            <p:cond delay="0"/>
                                          </p:stCondLst>
                                        </p:cTn>
                                        <p:tgtEl>
                                          <p:spTgt spid="934"/>
                                        </p:tgtEl>
                                        <p:attrNameLst>
                                          <p:attrName>style.visibility</p:attrName>
                                        </p:attrNameLst>
                                      </p:cBhvr>
                                      <p:to>
                                        <p:strVal val="visible"/>
                                      </p:to>
                                    </p:set>
                                    <p:animEffect transition="in" filter="fade">
                                      <p:cBhvr>
                                        <p:cTn id="14" dur="1000"/>
                                        <p:tgtEl>
                                          <p:spTgt spid="934"/>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35"/>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nodeType="afterEffect">
                                  <p:stCondLst>
                                    <p:cond delay="0"/>
                                  </p:stCondLst>
                                  <p:childTnLst>
                                    <p:set>
                                      <p:cBhvr>
                                        <p:cTn id="21" dur="1" fill="hold">
                                          <p:stCondLst>
                                            <p:cond delay="0"/>
                                          </p:stCondLst>
                                        </p:cTn>
                                        <p:tgtEl>
                                          <p:spTgt spid="93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9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942"/>
        <p:cNvGrpSpPr/>
        <p:nvPr/>
      </p:nvGrpSpPr>
      <p:grpSpPr>
        <a:xfrm>
          <a:off x="0" y="0"/>
          <a:ext cx="0" cy="0"/>
          <a:chOff x="0" y="0"/>
          <a:chExt cx="0" cy="0"/>
        </a:xfrm>
      </p:grpSpPr>
      <p:sp>
        <p:nvSpPr>
          <p:cNvPr id="943" name="Google Shape;943;p110"/>
          <p:cNvSpPr txBox="1">
            <a:spLocks noGrp="1"/>
          </p:cNvSpPr>
          <p:nvPr>
            <p:ph type="body" idx="1"/>
          </p:nvPr>
        </p:nvSpPr>
        <p:spPr>
          <a:xfrm>
            <a:off x="65250" y="731625"/>
            <a:ext cx="8955900" cy="12807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In order for </a:t>
            </a:r>
            <a:r>
              <a:rPr lang="en" b="1" i="1"/>
              <a:t>polymorphism</a:t>
            </a:r>
            <a:r>
              <a:rPr lang="en"/>
              <a:t> to work the way that we want it to, the </a:t>
            </a:r>
            <a:r>
              <a:rPr lang="en" b="1" i="1"/>
              <a:t>parent</a:t>
            </a:r>
            <a:r>
              <a:rPr lang="en"/>
              <a:t> class must define </a:t>
            </a:r>
            <a:r>
              <a:rPr lang="en" b="1" i="1"/>
              <a:t>all</a:t>
            </a:r>
            <a:r>
              <a:rPr lang="en"/>
              <a:t> of the methods that we want to use (even if those methods don't make a heck of a lot of sense). Let's "fix" the </a:t>
            </a:r>
            <a:r>
              <a:rPr lang="en">
                <a:latin typeface="Courier New"/>
                <a:ea typeface="Courier New"/>
                <a:cs typeface="Courier New"/>
                <a:sym typeface="Courier New"/>
              </a:rPr>
              <a:t>Goat</a:t>
            </a:r>
            <a:r>
              <a:rPr lang="en"/>
              <a:t> class so that it contains everything that we need for the specific goat types to battle each other.</a:t>
            </a:r>
            <a:endParaRPr/>
          </a:p>
        </p:txBody>
      </p:sp>
      <p:sp>
        <p:nvSpPr>
          <p:cNvPr id="944" name="Google Shape;944;p1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32</a:t>
            </a:fld>
            <a:endParaRPr/>
          </a:p>
        </p:txBody>
      </p:sp>
      <p:sp>
        <p:nvSpPr>
          <p:cNvPr id="945" name="Google Shape;945;p110"/>
          <p:cNvSpPr txBox="1">
            <a:spLocks noGrp="1"/>
          </p:cNvSpPr>
          <p:nvPr>
            <p:ph type="body" idx="2"/>
          </p:nvPr>
        </p:nvSpPr>
        <p:spPr>
          <a:xfrm>
            <a:off x="3892625" y="2089325"/>
            <a:ext cx="5048400" cy="2597400"/>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a:t>Open the "</a:t>
            </a:r>
            <a:r>
              <a:rPr lang="en" sz="1500">
                <a:latin typeface="Courier New"/>
                <a:ea typeface="Courier New"/>
                <a:cs typeface="Courier New"/>
                <a:sym typeface="Courier New"/>
              </a:rPr>
              <a:t>Goat</a:t>
            </a:r>
            <a:r>
              <a:rPr lang="en" sz="1500"/>
              <a:t>" class and stub out the missing methods.</a:t>
            </a:r>
            <a:endParaRPr sz="1500"/>
          </a:p>
          <a:p>
            <a:pPr marL="914400" lvl="1" indent="-311150" algn="l" rtl="0">
              <a:spcBef>
                <a:spcPts val="0"/>
              </a:spcBef>
              <a:spcAft>
                <a:spcPts val="0"/>
              </a:spcAft>
              <a:buSzPts val="1300"/>
              <a:buChar char="○"/>
            </a:pPr>
            <a:r>
              <a:rPr lang="en" sz="1300"/>
              <a:t>The </a:t>
            </a:r>
            <a:r>
              <a:rPr lang="en" sz="1300">
                <a:solidFill>
                  <a:srgbClr val="FF0000"/>
                </a:solidFill>
                <a:latin typeface="Courier New"/>
                <a:ea typeface="Courier New"/>
                <a:cs typeface="Courier New"/>
                <a:sym typeface="Courier New"/>
              </a:rPr>
              <a:t>attack()</a:t>
            </a:r>
            <a:r>
              <a:rPr lang="en" sz="1300"/>
              <a:t> method should just return </a:t>
            </a:r>
            <a:r>
              <a:rPr lang="en" sz="1300">
                <a:solidFill>
                  <a:srgbClr val="FF0000"/>
                </a:solidFill>
                <a:latin typeface="Courier New"/>
                <a:ea typeface="Courier New"/>
                <a:cs typeface="Courier New"/>
                <a:sym typeface="Courier New"/>
              </a:rPr>
              <a:t>null</a:t>
            </a:r>
            <a:r>
              <a:rPr lang="en" sz="1300"/>
              <a:t>.</a:t>
            </a:r>
            <a:endParaRPr sz="1300"/>
          </a:p>
          <a:p>
            <a:pPr marL="914400" lvl="1" indent="-311150" algn="l" rtl="0">
              <a:spcBef>
                <a:spcPts val="0"/>
              </a:spcBef>
              <a:spcAft>
                <a:spcPts val="0"/>
              </a:spcAft>
              <a:buSzPts val="1300"/>
              <a:buChar char="○"/>
            </a:pPr>
            <a:r>
              <a:rPr lang="en" sz="1300"/>
              <a:t>The </a:t>
            </a:r>
            <a:r>
              <a:rPr lang="en" sz="1300">
                <a:solidFill>
                  <a:srgbClr val="FF0000"/>
                </a:solidFill>
                <a:latin typeface="Courier New"/>
                <a:ea typeface="Courier New"/>
                <a:cs typeface="Courier New"/>
                <a:sym typeface="Courier New"/>
              </a:rPr>
              <a:t>takeDamage()</a:t>
            </a:r>
            <a:r>
              <a:rPr lang="en" sz="1300"/>
              <a:t> method should be </a:t>
            </a:r>
            <a:r>
              <a:rPr lang="en" sz="1300">
                <a:solidFill>
                  <a:srgbClr val="FF0000"/>
                </a:solidFill>
              </a:rPr>
              <a:t>empty</a:t>
            </a:r>
            <a:r>
              <a:rPr lang="en" sz="1300"/>
              <a:t>.</a:t>
            </a:r>
            <a:endParaRPr sz="1300"/>
          </a:p>
          <a:p>
            <a:pPr marL="457200" lvl="0" indent="-323850" algn="l" rtl="0">
              <a:spcBef>
                <a:spcPts val="0"/>
              </a:spcBef>
              <a:spcAft>
                <a:spcPts val="0"/>
              </a:spcAft>
              <a:buSzPts val="1500"/>
              <a:buChar char="●"/>
            </a:pPr>
            <a:r>
              <a:rPr lang="en" sz="1500"/>
              <a:t>Open your "</a:t>
            </a:r>
            <a:r>
              <a:rPr lang="en" sz="1500">
                <a:latin typeface="Courier New"/>
                <a:ea typeface="Courier New"/>
                <a:cs typeface="Courier New"/>
                <a:sym typeface="Courier New"/>
              </a:rPr>
              <a:t>GoatArena</a:t>
            </a:r>
            <a:r>
              <a:rPr lang="en" sz="1500"/>
              <a:t>" class. Are there any syntax errors?</a:t>
            </a:r>
            <a:endParaRPr sz="1500"/>
          </a:p>
          <a:p>
            <a:pPr marL="914400" lvl="1" indent="-311150" algn="l" rtl="0">
              <a:spcBef>
                <a:spcPts val="0"/>
              </a:spcBef>
              <a:spcAft>
                <a:spcPts val="0"/>
              </a:spcAft>
              <a:buSzPts val="1300"/>
              <a:buChar char="○"/>
            </a:pPr>
            <a:r>
              <a:rPr lang="en" sz="1300"/>
              <a:t>Modify the </a:t>
            </a:r>
            <a:r>
              <a:rPr lang="en" sz="1300">
                <a:latin typeface="Courier New"/>
                <a:ea typeface="Courier New"/>
                <a:cs typeface="Courier New"/>
                <a:sym typeface="Courier New"/>
              </a:rPr>
              <a:t>main</a:t>
            </a:r>
            <a:r>
              <a:rPr lang="en" sz="1300"/>
              <a:t> method to try battling different combinations of goats against each other.</a:t>
            </a:r>
            <a:endParaRPr sz="1300"/>
          </a:p>
          <a:p>
            <a:pPr marL="914400" lvl="1" indent="-311150" algn="l" rtl="0">
              <a:spcBef>
                <a:spcPts val="0"/>
              </a:spcBef>
              <a:spcAft>
                <a:spcPts val="0"/>
              </a:spcAft>
              <a:buSzPts val="1300"/>
              <a:buChar char="○"/>
            </a:pPr>
            <a:r>
              <a:rPr lang="en" sz="1300"/>
              <a:t>What happens if you try to pit a plain </a:t>
            </a:r>
            <a:r>
              <a:rPr lang="en" sz="1300">
                <a:latin typeface="Courier New"/>
                <a:ea typeface="Courier New"/>
                <a:cs typeface="Courier New"/>
                <a:sym typeface="Courier New"/>
              </a:rPr>
              <a:t>Goat</a:t>
            </a:r>
            <a:r>
              <a:rPr lang="en" sz="1300"/>
              <a:t> against another plain </a:t>
            </a:r>
            <a:r>
              <a:rPr lang="en" sz="1300">
                <a:latin typeface="Courier New"/>
                <a:ea typeface="Courier New"/>
                <a:cs typeface="Courier New"/>
                <a:sym typeface="Courier New"/>
              </a:rPr>
              <a:t>Goat</a:t>
            </a:r>
            <a:r>
              <a:rPr lang="en" sz="1300"/>
              <a:t>?</a:t>
            </a:r>
            <a:endParaRPr sz="1300"/>
          </a:p>
        </p:txBody>
      </p:sp>
      <p:sp>
        <p:nvSpPr>
          <p:cNvPr id="946" name="Google Shape;946;p110"/>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Goat Fight Part 2</a:t>
            </a:r>
            <a:endParaRPr/>
          </a:p>
        </p:txBody>
      </p:sp>
      <p:sp>
        <p:nvSpPr>
          <p:cNvPr id="947" name="Google Shape;947;p110"/>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3.15</a:t>
            </a:r>
            <a:endParaRPr/>
          </a:p>
        </p:txBody>
      </p:sp>
      <p:pic>
        <p:nvPicPr>
          <p:cNvPr id="948" name="Google Shape;948;p110"/>
          <p:cNvPicPr preferRelativeResize="0"/>
          <p:nvPr/>
        </p:nvPicPr>
        <p:blipFill>
          <a:blip r:embed="rId3">
            <a:alphaModFix/>
          </a:blip>
          <a:stretch>
            <a:fillRect/>
          </a:stretch>
        </p:blipFill>
        <p:spPr>
          <a:xfrm>
            <a:off x="152400" y="2067175"/>
            <a:ext cx="3500427" cy="1980499"/>
          </a:xfrm>
          <a:prstGeom prst="rect">
            <a:avLst/>
          </a:prstGeom>
          <a:noFill/>
          <a:ln w="19050" cap="flat" cmpd="sng">
            <a:solidFill>
              <a:schemeClr val="dk2"/>
            </a:solidFill>
            <a:prstDash val="solid"/>
            <a:round/>
            <a:headEnd type="none" w="sm" len="sm"/>
            <a:tailEnd type="none" w="sm" len="sm"/>
          </a:ln>
        </p:spPr>
      </p:pic>
      <p:sp>
        <p:nvSpPr>
          <p:cNvPr id="949" name="Google Shape;949;p110"/>
          <p:cNvSpPr txBox="1"/>
          <p:nvPr/>
        </p:nvSpPr>
        <p:spPr>
          <a:xfrm>
            <a:off x="146000" y="4153875"/>
            <a:ext cx="35004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Wow! One method that works with any kind of goat?</a:t>
            </a:r>
            <a:endParaRPr sz="1200"/>
          </a:p>
        </p:txBody>
      </p:sp>
      <p:pic>
        <p:nvPicPr>
          <p:cNvPr id="950" name="Google Shape;950;p110"/>
          <p:cNvPicPr preferRelativeResize="0"/>
          <p:nvPr/>
        </p:nvPicPr>
        <p:blipFill rotWithShape="1">
          <a:blip r:embed="rId4">
            <a:alphaModFix/>
          </a:blip>
          <a:srcRect/>
          <a:stretch/>
        </p:blipFill>
        <p:spPr>
          <a:xfrm rot="-915671" flipH="1">
            <a:off x="1911375" y="2648275"/>
            <a:ext cx="657050" cy="818300"/>
          </a:xfrm>
          <a:prstGeom prst="rect">
            <a:avLst/>
          </a:prstGeom>
          <a:noFill/>
          <a:ln>
            <a:noFill/>
          </a:ln>
        </p:spPr>
      </p:pic>
      <p:pic>
        <p:nvPicPr>
          <p:cNvPr id="951" name="Google Shape;951;p110"/>
          <p:cNvPicPr preferRelativeResize="0"/>
          <p:nvPr/>
        </p:nvPicPr>
        <p:blipFill rotWithShape="1">
          <a:blip r:embed="rId4">
            <a:alphaModFix/>
          </a:blip>
          <a:srcRect/>
          <a:stretch/>
        </p:blipFill>
        <p:spPr>
          <a:xfrm rot="915671">
            <a:off x="1062125" y="2648275"/>
            <a:ext cx="657050" cy="8183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955"/>
        <p:cNvGrpSpPr/>
        <p:nvPr/>
      </p:nvGrpSpPr>
      <p:grpSpPr>
        <a:xfrm>
          <a:off x="0" y="0"/>
          <a:ext cx="0" cy="0"/>
          <a:chOff x="0" y="0"/>
          <a:chExt cx="0" cy="0"/>
        </a:xfrm>
      </p:grpSpPr>
      <p:sp>
        <p:nvSpPr>
          <p:cNvPr id="956" name="Google Shape;956;p111"/>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New Goat Classes!</a:t>
            </a:r>
            <a:endParaRPr/>
          </a:p>
        </p:txBody>
      </p:sp>
      <p:sp>
        <p:nvSpPr>
          <p:cNvPr id="957" name="Google Shape;957;p111"/>
          <p:cNvSpPr txBox="1">
            <a:spLocks noGrp="1"/>
          </p:cNvSpPr>
          <p:nvPr>
            <p:ph type="body" idx="4294967295"/>
          </p:nvPr>
        </p:nvSpPr>
        <p:spPr>
          <a:xfrm>
            <a:off x="3342550" y="1322250"/>
            <a:ext cx="5647800" cy="785100"/>
          </a:xfrm>
          <a:prstGeom prst="rect">
            <a:avLst/>
          </a:prstGeom>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a:solidFill>
                  <a:srgbClr val="000000"/>
                </a:solidFill>
              </a:rPr>
              <a:t>Take a few minutes to think about a Goat class that you would like to play in a game of GvT. If you can't think of one of your own, here are some suggestions.</a:t>
            </a:r>
            <a:endParaRPr sz="1400"/>
          </a:p>
        </p:txBody>
      </p:sp>
      <p:sp>
        <p:nvSpPr>
          <p:cNvPr id="958" name="Google Shape;958;p1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33</a:t>
            </a:fld>
            <a:endParaRPr/>
          </a:p>
        </p:txBody>
      </p:sp>
      <p:graphicFrame>
        <p:nvGraphicFramePr>
          <p:cNvPr id="959" name="Google Shape;959;p111"/>
          <p:cNvGraphicFramePr/>
          <p:nvPr/>
        </p:nvGraphicFramePr>
        <p:xfrm>
          <a:off x="3342550" y="2093775"/>
          <a:ext cx="3000000" cy="3000000"/>
        </p:xfrm>
        <a:graphic>
          <a:graphicData uri="http://schemas.openxmlformats.org/drawingml/2006/table">
            <a:tbl>
              <a:tblPr>
                <a:noFill/>
                <a:tableStyleId>{DA43B600-DA8F-4E08-BC77-38C480222EBA}</a:tableStyleId>
              </a:tblPr>
              <a:tblGrid>
                <a:gridCol w="1346025">
                  <a:extLst>
                    <a:ext uri="{9D8B030D-6E8A-4147-A177-3AD203B41FA5}">
                      <a16:colId xmlns:a16="http://schemas.microsoft.com/office/drawing/2014/main" val="20000"/>
                    </a:ext>
                  </a:extLst>
                </a:gridCol>
                <a:gridCol w="1056350">
                  <a:extLst>
                    <a:ext uri="{9D8B030D-6E8A-4147-A177-3AD203B41FA5}">
                      <a16:colId xmlns:a16="http://schemas.microsoft.com/office/drawing/2014/main" val="20001"/>
                    </a:ext>
                  </a:extLst>
                </a:gridCol>
                <a:gridCol w="1635725">
                  <a:extLst>
                    <a:ext uri="{9D8B030D-6E8A-4147-A177-3AD203B41FA5}">
                      <a16:colId xmlns:a16="http://schemas.microsoft.com/office/drawing/2014/main" val="20002"/>
                    </a:ext>
                  </a:extLst>
                </a:gridCol>
                <a:gridCol w="1346025">
                  <a:extLst>
                    <a:ext uri="{9D8B030D-6E8A-4147-A177-3AD203B41FA5}">
                      <a16:colId xmlns:a16="http://schemas.microsoft.com/office/drawing/2014/main" val="20003"/>
                    </a:ext>
                  </a:extLst>
                </a:gridCol>
              </a:tblGrid>
              <a:tr h="495475">
                <a:tc>
                  <a:txBody>
                    <a:bodyPr/>
                    <a:lstStyle/>
                    <a:p>
                      <a:pPr marL="0" lvl="0" indent="0" algn="ctr" rtl="0">
                        <a:spcBef>
                          <a:spcPts val="0"/>
                        </a:spcBef>
                        <a:spcAft>
                          <a:spcPts val="0"/>
                        </a:spcAft>
                        <a:buNone/>
                      </a:pPr>
                      <a:r>
                        <a:rPr lang="en" b="1">
                          <a:solidFill>
                            <a:srgbClr val="FFFFFF"/>
                          </a:solidFill>
                        </a:rPr>
                        <a:t>Type</a:t>
                      </a:r>
                      <a:endParaRPr b="1">
                        <a:solidFill>
                          <a:srgbClr val="FFFFFF"/>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b="1">
                          <a:solidFill>
                            <a:srgbClr val="FFFFFF"/>
                          </a:solidFill>
                        </a:rPr>
                        <a:t>Hit Points</a:t>
                      </a:r>
                      <a:endParaRPr b="1">
                        <a:solidFill>
                          <a:srgbClr val="FFFFFF"/>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b="1">
                          <a:solidFill>
                            <a:srgbClr val="FFFFFF"/>
                          </a:solidFill>
                        </a:rPr>
                        <a:t>Attack </a:t>
                      </a:r>
                      <a:endParaRPr b="1">
                        <a:solidFill>
                          <a:srgbClr val="FFFFFF"/>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b="1">
                          <a:solidFill>
                            <a:srgbClr val="FFFFFF"/>
                          </a:solidFill>
                        </a:rPr>
                        <a:t>Special</a:t>
                      </a:r>
                      <a:endParaRPr b="1">
                        <a:solidFill>
                          <a:srgbClr val="FFFFFF"/>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1050900">
                <a:tc>
                  <a:txBody>
                    <a:bodyPr/>
                    <a:lstStyle/>
                    <a:p>
                      <a:pPr marL="0" lvl="0" indent="0" algn="ctr" rtl="0">
                        <a:spcBef>
                          <a:spcPts val="0"/>
                        </a:spcBef>
                        <a:spcAft>
                          <a:spcPts val="0"/>
                        </a:spcAft>
                        <a:buNone/>
                      </a:pPr>
                      <a:r>
                        <a:rPr lang="en"/>
                        <a:t>Thief</a:t>
                      </a:r>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ctr" rtl="0">
                        <a:spcBef>
                          <a:spcPts val="0"/>
                        </a:spcBef>
                        <a:spcAft>
                          <a:spcPts val="0"/>
                        </a:spcAft>
                        <a:buNone/>
                      </a:pPr>
                      <a:r>
                        <a:rPr lang="en"/>
                        <a:t>125</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ctr" rtl="0">
                        <a:spcBef>
                          <a:spcPts val="0"/>
                        </a:spcBef>
                        <a:spcAft>
                          <a:spcPts val="0"/>
                        </a:spcAft>
                        <a:buNone/>
                      </a:pPr>
                      <a:r>
                        <a:rPr lang="en" sz="1200" b="1" u="sng"/>
                        <a:t>Stabbity-Stab</a:t>
                      </a:r>
                      <a:r>
                        <a:rPr lang="en" sz="1200" u="sng"/>
                        <a:t> </a:t>
                      </a:r>
                      <a:r>
                        <a:rPr lang="en" sz="1200"/>
                        <a:t>10-20 (Physical Damage) hits 1-3 times; each hit has a 25% chance to crit</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ctr" rtl="0">
                        <a:spcBef>
                          <a:spcPts val="0"/>
                        </a:spcBef>
                        <a:spcAft>
                          <a:spcPts val="0"/>
                        </a:spcAft>
                        <a:buNone/>
                      </a:pPr>
                      <a:r>
                        <a:rPr lang="en" sz="1200"/>
                        <a:t>-25% Poison Damage Taken</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1050900">
                <a:tc>
                  <a:txBody>
                    <a:bodyPr/>
                    <a:lstStyle/>
                    <a:p>
                      <a:pPr marL="0" lvl="0" indent="0" algn="ctr" rtl="0">
                        <a:spcBef>
                          <a:spcPts val="0"/>
                        </a:spcBef>
                        <a:spcAft>
                          <a:spcPts val="0"/>
                        </a:spcAft>
                        <a:buNone/>
                      </a:pPr>
                      <a:r>
                        <a:rPr lang="en"/>
                        <a:t>Cleric</a:t>
                      </a:r>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ctr" rtl="0">
                        <a:spcBef>
                          <a:spcPts val="0"/>
                        </a:spcBef>
                        <a:spcAft>
                          <a:spcPts val="0"/>
                        </a:spcAft>
                        <a:buNone/>
                      </a:pPr>
                      <a:r>
                        <a:rPr lang="en"/>
                        <a:t>125</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ctr" rtl="0">
                        <a:spcBef>
                          <a:spcPts val="0"/>
                        </a:spcBef>
                        <a:spcAft>
                          <a:spcPts val="0"/>
                        </a:spcAft>
                        <a:buNone/>
                      </a:pPr>
                      <a:r>
                        <a:rPr lang="en" sz="1200" b="1" u="sng"/>
                        <a:t>Bell, Book, &amp; Candle</a:t>
                      </a:r>
                      <a:r>
                        <a:rPr lang="en" sz="1200"/>
                        <a:t> </a:t>
                      </a:r>
                      <a:endParaRPr sz="1200"/>
                    </a:p>
                    <a:p>
                      <a:pPr marL="0" lvl="0" indent="0" algn="ctr" rtl="0">
                        <a:spcBef>
                          <a:spcPts val="0"/>
                        </a:spcBef>
                        <a:spcAft>
                          <a:spcPts val="0"/>
                        </a:spcAft>
                        <a:buNone/>
                      </a:pPr>
                      <a:r>
                        <a:rPr lang="en" sz="1200"/>
                        <a:t>15-25 (Holy Damage)</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ctr" rtl="0">
                        <a:spcBef>
                          <a:spcPts val="0"/>
                        </a:spcBef>
                        <a:spcAft>
                          <a:spcPts val="0"/>
                        </a:spcAft>
                        <a:buNone/>
                      </a:pPr>
                      <a:r>
                        <a:rPr lang="en" sz="1200"/>
                        <a:t>Holy Damage </a:t>
                      </a:r>
                      <a:r>
                        <a:rPr lang="en" sz="1200" i="1"/>
                        <a:t>heals</a:t>
                      </a:r>
                      <a:r>
                        <a:rPr lang="en" sz="1200"/>
                        <a:t> for 25%</a:t>
                      </a:r>
                      <a:endParaRPr sz="1200"/>
                    </a:p>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bl>
          </a:graphicData>
        </a:graphic>
      </p:graphicFrame>
      <p:sp>
        <p:nvSpPr>
          <p:cNvPr id="960" name="Google Shape;960;p111"/>
          <p:cNvSpPr txBox="1"/>
          <p:nvPr/>
        </p:nvSpPr>
        <p:spPr>
          <a:xfrm>
            <a:off x="181225" y="4145399"/>
            <a:ext cx="30522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Let's see how flexible polymorphism </a:t>
            </a:r>
            <a:r>
              <a:rPr lang="en" sz="1200" b="1" i="1"/>
              <a:t>really</a:t>
            </a:r>
            <a:r>
              <a:rPr lang="en" sz="1200"/>
              <a:t> is by creating a couple more goat classes to battle in the arena!</a:t>
            </a:r>
            <a:endParaRPr sz="1200"/>
          </a:p>
        </p:txBody>
      </p:sp>
      <p:pic>
        <p:nvPicPr>
          <p:cNvPr id="961" name="Google Shape;961;p111"/>
          <p:cNvPicPr preferRelativeResize="0"/>
          <p:nvPr/>
        </p:nvPicPr>
        <p:blipFill>
          <a:blip r:embed="rId3">
            <a:alphaModFix/>
          </a:blip>
          <a:stretch>
            <a:fillRect/>
          </a:stretch>
        </p:blipFill>
        <p:spPr>
          <a:xfrm>
            <a:off x="3763625" y="2695810"/>
            <a:ext cx="447675" cy="685800"/>
          </a:xfrm>
          <a:prstGeom prst="rect">
            <a:avLst/>
          </a:prstGeom>
          <a:noFill/>
          <a:ln>
            <a:noFill/>
          </a:ln>
        </p:spPr>
      </p:pic>
      <p:pic>
        <p:nvPicPr>
          <p:cNvPr id="962" name="Google Shape;962;p111"/>
          <p:cNvPicPr preferRelativeResize="0"/>
          <p:nvPr/>
        </p:nvPicPr>
        <p:blipFill>
          <a:blip r:embed="rId4">
            <a:alphaModFix/>
          </a:blip>
          <a:stretch>
            <a:fillRect/>
          </a:stretch>
        </p:blipFill>
        <p:spPr>
          <a:xfrm>
            <a:off x="3749325" y="3737985"/>
            <a:ext cx="476250" cy="685800"/>
          </a:xfrm>
          <a:prstGeom prst="rect">
            <a:avLst/>
          </a:prstGeom>
          <a:noFill/>
          <a:ln>
            <a:noFill/>
          </a:ln>
        </p:spPr>
      </p:pic>
      <p:pic>
        <p:nvPicPr>
          <p:cNvPr id="963" name="Google Shape;963;p111"/>
          <p:cNvPicPr preferRelativeResize="0"/>
          <p:nvPr/>
        </p:nvPicPr>
        <p:blipFill>
          <a:blip r:embed="rId5">
            <a:alphaModFix/>
          </a:blip>
          <a:stretch>
            <a:fillRect/>
          </a:stretch>
        </p:blipFill>
        <p:spPr>
          <a:xfrm>
            <a:off x="181225" y="1398460"/>
            <a:ext cx="3052199" cy="2668315"/>
          </a:xfrm>
          <a:prstGeom prst="rect">
            <a:avLst/>
          </a:prstGeom>
          <a:noFill/>
          <a:ln w="9525" cap="flat" cmpd="sng">
            <a:solidFill>
              <a:srgbClr val="000000"/>
            </a:solidFill>
            <a:prstDash val="solid"/>
            <a:round/>
            <a:headEnd type="none" w="sm" len="sm"/>
            <a:tailEnd type="none" w="sm" len="sm"/>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967"/>
        <p:cNvGrpSpPr/>
        <p:nvPr/>
      </p:nvGrpSpPr>
      <p:grpSpPr>
        <a:xfrm>
          <a:off x="0" y="0"/>
          <a:ext cx="0" cy="0"/>
          <a:chOff x="0" y="0"/>
          <a:chExt cx="0" cy="0"/>
        </a:xfrm>
      </p:grpSpPr>
      <p:sp>
        <p:nvSpPr>
          <p:cNvPr id="968" name="Google Shape;968;p112"/>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Clr>
                <a:srgbClr val="000000"/>
              </a:buClr>
              <a:buSzPts val="1600"/>
              <a:buFont typeface="Arial"/>
              <a:buNone/>
            </a:pPr>
            <a:r>
              <a:rPr lang="en"/>
              <a:t>If we make a new class that </a:t>
            </a:r>
            <a:r>
              <a:rPr lang="en" i="1"/>
              <a:t>also</a:t>
            </a:r>
            <a:r>
              <a:rPr lang="en"/>
              <a:t> </a:t>
            </a:r>
            <a:r>
              <a:rPr lang="en">
                <a:latin typeface="Courier New"/>
                <a:ea typeface="Courier New"/>
                <a:cs typeface="Courier New"/>
                <a:sym typeface="Courier New"/>
              </a:rPr>
              <a:t>extends</a:t>
            </a:r>
            <a:r>
              <a:rPr lang="en"/>
              <a:t> </a:t>
            </a:r>
            <a:r>
              <a:rPr lang="en">
                <a:latin typeface="Courier New"/>
                <a:ea typeface="Courier New"/>
                <a:cs typeface="Courier New"/>
                <a:sym typeface="Courier New"/>
              </a:rPr>
              <a:t>Goat</a:t>
            </a:r>
            <a:r>
              <a:rPr lang="en"/>
              <a:t>, then </a:t>
            </a:r>
            <a:r>
              <a:rPr lang="en" b="1" i="1"/>
              <a:t>polymorphism</a:t>
            </a:r>
            <a:r>
              <a:rPr lang="en"/>
              <a:t> will allow us to send it to battle in the arena without needing to change any other code. AMAZING.</a:t>
            </a:r>
            <a:endParaRPr/>
          </a:p>
        </p:txBody>
      </p:sp>
      <p:sp>
        <p:nvSpPr>
          <p:cNvPr id="969" name="Google Shape;969;p1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34</a:t>
            </a:fld>
            <a:endParaRPr/>
          </a:p>
        </p:txBody>
      </p:sp>
      <p:sp>
        <p:nvSpPr>
          <p:cNvPr id="970" name="Google Shape;970;p112"/>
          <p:cNvSpPr txBox="1">
            <a:spLocks noGrp="1"/>
          </p:cNvSpPr>
          <p:nvPr>
            <p:ph type="body" idx="2"/>
          </p:nvPr>
        </p:nvSpPr>
        <p:spPr>
          <a:xfrm>
            <a:off x="2708325" y="1581125"/>
            <a:ext cx="6122700" cy="2646000"/>
          </a:xfrm>
          <a:prstGeom prst="rect">
            <a:avLst/>
          </a:prstGeom>
        </p:spPr>
        <p:txBody>
          <a:bodyPr spcFirstLastPara="1" wrap="square" lIns="91425" tIns="91425" rIns="91425" bIns="91425" anchor="t" anchorCtr="0">
            <a:spAutoFit/>
          </a:bodyPr>
          <a:lstStyle/>
          <a:p>
            <a:pPr marL="457200" lvl="0" indent="-336550" algn="l" rtl="0">
              <a:spcBef>
                <a:spcPts val="0"/>
              </a:spcBef>
              <a:spcAft>
                <a:spcPts val="0"/>
              </a:spcAft>
              <a:buSzPts val="1700"/>
              <a:buChar char="●"/>
            </a:pPr>
            <a:r>
              <a:rPr lang="en" sz="1700"/>
              <a:t>Create a new Java class for your new Goat character type.</a:t>
            </a:r>
            <a:endParaRPr sz="1700"/>
          </a:p>
          <a:p>
            <a:pPr marL="914400" lvl="1" indent="-323850" algn="l" rtl="0">
              <a:spcBef>
                <a:spcPts val="0"/>
              </a:spcBef>
              <a:spcAft>
                <a:spcPts val="0"/>
              </a:spcAft>
              <a:buSzPts val="1500"/>
              <a:buChar char="○"/>
            </a:pPr>
            <a:r>
              <a:rPr lang="en" sz="1500"/>
              <a:t>Begin by extending </a:t>
            </a:r>
            <a:r>
              <a:rPr lang="en" sz="1500">
                <a:latin typeface="Courier New"/>
                <a:ea typeface="Courier New"/>
                <a:cs typeface="Courier New"/>
                <a:sym typeface="Courier New"/>
              </a:rPr>
              <a:t>Goat</a:t>
            </a:r>
            <a:r>
              <a:rPr lang="en" sz="1500"/>
              <a:t> right away.</a:t>
            </a:r>
            <a:endParaRPr sz="1500"/>
          </a:p>
          <a:p>
            <a:pPr marL="914400" lvl="1" indent="-323850" algn="l" rtl="0">
              <a:spcBef>
                <a:spcPts val="0"/>
              </a:spcBef>
              <a:spcAft>
                <a:spcPts val="0"/>
              </a:spcAft>
              <a:buSzPts val="1500"/>
              <a:buChar char="○"/>
            </a:pPr>
            <a:r>
              <a:rPr lang="en" sz="1500"/>
              <a:t>Add any fields, constants, and constructors.</a:t>
            </a:r>
            <a:endParaRPr sz="1500"/>
          </a:p>
          <a:p>
            <a:pPr marL="914400" lvl="1" indent="-323850" algn="l" rtl="0">
              <a:spcBef>
                <a:spcPts val="0"/>
              </a:spcBef>
              <a:spcAft>
                <a:spcPts val="0"/>
              </a:spcAft>
              <a:buSzPts val="1500"/>
              <a:buChar char="○"/>
            </a:pPr>
            <a:r>
              <a:rPr lang="en" sz="1500"/>
              <a:t>Implement at least the </a:t>
            </a:r>
            <a:r>
              <a:rPr lang="en" sz="1500">
                <a:latin typeface="Courier New"/>
                <a:ea typeface="Courier New"/>
                <a:cs typeface="Courier New"/>
                <a:sym typeface="Courier New"/>
              </a:rPr>
              <a:t>attack</a:t>
            </a:r>
            <a:r>
              <a:rPr lang="en" sz="1500"/>
              <a:t> and </a:t>
            </a:r>
            <a:r>
              <a:rPr lang="en" sz="1500">
                <a:latin typeface="Courier New"/>
                <a:ea typeface="Courier New"/>
                <a:cs typeface="Courier New"/>
                <a:sym typeface="Courier New"/>
              </a:rPr>
              <a:t>takeDamage</a:t>
            </a:r>
            <a:r>
              <a:rPr lang="en" sz="1500"/>
              <a:t> methods.</a:t>
            </a:r>
            <a:endParaRPr sz="1500"/>
          </a:p>
          <a:p>
            <a:pPr marL="457200" lvl="0" indent="-336550" algn="l" rtl="0">
              <a:spcBef>
                <a:spcPts val="0"/>
              </a:spcBef>
              <a:spcAft>
                <a:spcPts val="0"/>
              </a:spcAft>
              <a:buSzPts val="1700"/>
              <a:buChar char="●"/>
            </a:pPr>
            <a:r>
              <a:rPr lang="en" sz="1700"/>
              <a:t>Add a </a:t>
            </a:r>
            <a:r>
              <a:rPr lang="en" sz="1700">
                <a:latin typeface="Courier New"/>
                <a:ea typeface="Courier New"/>
                <a:cs typeface="Courier New"/>
                <a:sym typeface="Courier New"/>
              </a:rPr>
              <a:t>main</a:t>
            </a:r>
            <a:r>
              <a:rPr lang="en" sz="1700"/>
              <a:t> method with the appropriate signature.</a:t>
            </a:r>
            <a:endParaRPr sz="1700"/>
          </a:p>
          <a:p>
            <a:pPr marL="914400" lvl="1" indent="-323850" algn="l" rtl="0">
              <a:spcBef>
                <a:spcPts val="0"/>
              </a:spcBef>
              <a:spcAft>
                <a:spcPts val="0"/>
              </a:spcAft>
              <a:buSzPts val="1500"/>
              <a:buChar char="○"/>
            </a:pPr>
            <a:r>
              <a:rPr lang="en" sz="1500"/>
              <a:t>Create two instances of your new class.</a:t>
            </a:r>
            <a:endParaRPr sz="1500"/>
          </a:p>
          <a:p>
            <a:pPr marL="914400" lvl="1" indent="-323850" algn="l" rtl="0">
              <a:spcBef>
                <a:spcPts val="0"/>
              </a:spcBef>
              <a:spcAft>
                <a:spcPts val="0"/>
              </a:spcAft>
              <a:buSzPts val="1500"/>
              <a:buChar char="○"/>
            </a:pPr>
            <a:r>
              <a:rPr lang="en" sz="1500"/>
              <a:t>Print both to standard output.</a:t>
            </a:r>
            <a:endParaRPr sz="1500"/>
          </a:p>
        </p:txBody>
      </p:sp>
      <p:sp>
        <p:nvSpPr>
          <p:cNvPr id="971" name="Google Shape;971;p112"/>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 New Goat</a:t>
            </a:r>
            <a:endParaRPr/>
          </a:p>
        </p:txBody>
      </p:sp>
      <p:sp>
        <p:nvSpPr>
          <p:cNvPr id="972" name="Google Shape;972;p112"/>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3.16</a:t>
            </a:r>
            <a:endParaRPr/>
          </a:p>
        </p:txBody>
      </p:sp>
      <p:pic>
        <p:nvPicPr>
          <p:cNvPr id="973" name="Google Shape;973;p112"/>
          <p:cNvPicPr preferRelativeResize="0"/>
          <p:nvPr/>
        </p:nvPicPr>
        <p:blipFill>
          <a:blip r:embed="rId3">
            <a:alphaModFix/>
          </a:blip>
          <a:stretch>
            <a:fillRect/>
          </a:stretch>
        </p:blipFill>
        <p:spPr>
          <a:xfrm>
            <a:off x="223275" y="1469725"/>
            <a:ext cx="2331875" cy="335787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977"/>
        <p:cNvGrpSpPr/>
        <p:nvPr/>
      </p:nvGrpSpPr>
      <p:grpSpPr>
        <a:xfrm>
          <a:off x="0" y="0"/>
          <a:ext cx="0" cy="0"/>
          <a:chOff x="0" y="0"/>
          <a:chExt cx="0" cy="0"/>
        </a:xfrm>
      </p:grpSpPr>
      <p:sp>
        <p:nvSpPr>
          <p:cNvPr id="978" name="Google Shape;978;p113"/>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Your Goat Battle Arena should work with Goat or any of its subclasses. Experiment with different combinations of goat fighters. How many different Goat battles are possible?</a:t>
            </a:r>
            <a:endParaRPr/>
          </a:p>
        </p:txBody>
      </p:sp>
      <p:sp>
        <p:nvSpPr>
          <p:cNvPr id="979" name="Google Shape;979;p1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35</a:t>
            </a:fld>
            <a:endParaRPr/>
          </a:p>
        </p:txBody>
      </p:sp>
      <p:sp>
        <p:nvSpPr>
          <p:cNvPr id="980" name="Google Shape;980;p113"/>
          <p:cNvSpPr txBox="1">
            <a:spLocks noGrp="1"/>
          </p:cNvSpPr>
          <p:nvPr>
            <p:ph type="body" idx="2"/>
          </p:nvPr>
        </p:nvSpPr>
        <p:spPr>
          <a:xfrm>
            <a:off x="3764125" y="1609925"/>
            <a:ext cx="4947600" cy="1349100"/>
          </a:xfrm>
          <a:prstGeom prst="rect">
            <a:avLst/>
          </a:prstGeom>
        </p:spPr>
        <p:txBody>
          <a:bodyPr spcFirstLastPara="1" wrap="square" lIns="91425" tIns="91425" rIns="91425" bIns="91425" anchor="t" anchorCtr="0">
            <a:spAutoFit/>
          </a:bodyPr>
          <a:lstStyle/>
          <a:p>
            <a:pPr marL="457200" lvl="0" indent="-336550" algn="l" rtl="0">
              <a:spcBef>
                <a:spcPts val="0"/>
              </a:spcBef>
              <a:spcAft>
                <a:spcPts val="0"/>
              </a:spcAft>
              <a:buSzPts val="1700"/>
              <a:buChar char="●"/>
            </a:pPr>
            <a:r>
              <a:rPr lang="en" sz="1700"/>
              <a:t>Open the "</a:t>
            </a:r>
            <a:r>
              <a:rPr lang="en" sz="1700">
                <a:latin typeface="Courier New"/>
                <a:ea typeface="Courier New"/>
                <a:cs typeface="Courier New"/>
                <a:sym typeface="Courier New"/>
              </a:rPr>
              <a:t>GoatArena</a:t>
            </a:r>
            <a:r>
              <a:rPr lang="en" sz="1700"/>
              <a:t>" and modify the main to wage battles against any combination of Goats that you can think of.</a:t>
            </a:r>
            <a:endParaRPr sz="1700"/>
          </a:p>
          <a:p>
            <a:pPr marL="914400" lvl="1" indent="-336550" algn="l" rtl="0">
              <a:spcBef>
                <a:spcPts val="0"/>
              </a:spcBef>
              <a:spcAft>
                <a:spcPts val="0"/>
              </a:spcAft>
              <a:buSzPts val="1700"/>
              <a:buChar char="○"/>
            </a:pPr>
            <a:r>
              <a:rPr lang="en" sz="1700"/>
              <a:t>Do they all work?</a:t>
            </a:r>
            <a:endParaRPr sz="1700"/>
          </a:p>
        </p:txBody>
      </p:sp>
      <p:sp>
        <p:nvSpPr>
          <p:cNvPr id="981" name="Google Shape;981;p113"/>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GOAT RUMBLE!</a:t>
            </a:r>
            <a:endParaRPr/>
          </a:p>
        </p:txBody>
      </p:sp>
      <p:sp>
        <p:nvSpPr>
          <p:cNvPr id="982" name="Google Shape;982;p113"/>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3.17</a:t>
            </a:r>
            <a:endParaRPr/>
          </a:p>
        </p:txBody>
      </p:sp>
      <p:pic>
        <p:nvPicPr>
          <p:cNvPr id="983" name="Google Shape;983;p113"/>
          <p:cNvPicPr preferRelativeResize="0"/>
          <p:nvPr/>
        </p:nvPicPr>
        <p:blipFill>
          <a:blip r:embed="rId3">
            <a:alphaModFix/>
          </a:blip>
          <a:stretch>
            <a:fillRect/>
          </a:stretch>
        </p:blipFill>
        <p:spPr>
          <a:xfrm>
            <a:off x="152400" y="1609975"/>
            <a:ext cx="3500427" cy="1980499"/>
          </a:xfrm>
          <a:prstGeom prst="rect">
            <a:avLst/>
          </a:prstGeom>
          <a:noFill/>
          <a:ln w="19050" cap="flat" cmpd="sng">
            <a:solidFill>
              <a:schemeClr val="dk2"/>
            </a:solidFill>
            <a:prstDash val="solid"/>
            <a:round/>
            <a:headEnd type="none" w="sm" len="sm"/>
            <a:tailEnd type="none" w="sm" len="sm"/>
          </a:ln>
        </p:spPr>
      </p:pic>
      <p:sp>
        <p:nvSpPr>
          <p:cNvPr id="984" name="Google Shape;984;p113"/>
          <p:cNvSpPr txBox="1"/>
          <p:nvPr/>
        </p:nvSpPr>
        <p:spPr>
          <a:xfrm>
            <a:off x="146000" y="3696675"/>
            <a:ext cx="35004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Wow! One method that works with any kind of goat?</a:t>
            </a:r>
            <a:endParaRPr sz="1200"/>
          </a:p>
        </p:txBody>
      </p:sp>
      <p:pic>
        <p:nvPicPr>
          <p:cNvPr id="985" name="Google Shape;985;p113"/>
          <p:cNvPicPr preferRelativeResize="0"/>
          <p:nvPr/>
        </p:nvPicPr>
        <p:blipFill>
          <a:blip r:embed="rId4">
            <a:alphaModFix/>
          </a:blip>
          <a:stretch>
            <a:fillRect/>
          </a:stretch>
        </p:blipFill>
        <p:spPr>
          <a:xfrm rot="745858">
            <a:off x="1942200" y="1858476"/>
            <a:ext cx="591671" cy="852000"/>
          </a:xfrm>
          <a:prstGeom prst="rect">
            <a:avLst/>
          </a:prstGeom>
          <a:noFill/>
          <a:ln>
            <a:noFill/>
          </a:ln>
        </p:spPr>
      </p:pic>
      <p:pic>
        <p:nvPicPr>
          <p:cNvPr id="986" name="Google Shape;986;p113"/>
          <p:cNvPicPr preferRelativeResize="0"/>
          <p:nvPr/>
        </p:nvPicPr>
        <p:blipFill>
          <a:blip r:embed="rId5">
            <a:alphaModFix/>
          </a:blip>
          <a:stretch>
            <a:fillRect/>
          </a:stretch>
        </p:blipFill>
        <p:spPr>
          <a:xfrm flipH="1">
            <a:off x="1354175" y="2419360"/>
            <a:ext cx="476250" cy="685800"/>
          </a:xfrm>
          <a:prstGeom prst="rect">
            <a:avLst/>
          </a:prstGeom>
          <a:noFill/>
          <a:ln>
            <a:noFill/>
          </a:ln>
        </p:spPr>
      </p:pic>
      <p:pic>
        <p:nvPicPr>
          <p:cNvPr id="987" name="Google Shape;987;p113"/>
          <p:cNvPicPr preferRelativeResize="0"/>
          <p:nvPr/>
        </p:nvPicPr>
        <p:blipFill rotWithShape="1">
          <a:blip r:embed="rId6">
            <a:alphaModFix/>
          </a:blip>
          <a:srcRect/>
          <a:stretch/>
        </p:blipFill>
        <p:spPr>
          <a:xfrm rot="330910" flipH="1">
            <a:off x="1095716" y="2013642"/>
            <a:ext cx="545794" cy="785994"/>
          </a:xfrm>
          <a:prstGeom prst="rect">
            <a:avLst/>
          </a:prstGeom>
          <a:noFill/>
          <a:ln>
            <a:noFill/>
          </a:ln>
        </p:spPr>
      </p:pic>
      <p:pic>
        <p:nvPicPr>
          <p:cNvPr id="988" name="Google Shape;988;p113"/>
          <p:cNvPicPr preferRelativeResize="0"/>
          <p:nvPr/>
        </p:nvPicPr>
        <p:blipFill rotWithShape="1">
          <a:blip r:embed="rId7">
            <a:alphaModFix/>
          </a:blip>
          <a:srcRect/>
          <a:stretch/>
        </p:blipFill>
        <p:spPr>
          <a:xfrm rot="900000" flipH="1">
            <a:off x="738246" y="2349211"/>
            <a:ext cx="548700" cy="790139"/>
          </a:xfrm>
          <a:prstGeom prst="rect">
            <a:avLst/>
          </a:prstGeom>
          <a:noFill/>
          <a:ln>
            <a:noFill/>
          </a:ln>
        </p:spPr>
      </p:pic>
      <p:pic>
        <p:nvPicPr>
          <p:cNvPr id="989" name="Google Shape;989;p113"/>
          <p:cNvPicPr preferRelativeResize="0"/>
          <p:nvPr/>
        </p:nvPicPr>
        <p:blipFill>
          <a:blip r:embed="rId8">
            <a:alphaModFix/>
          </a:blip>
          <a:stretch>
            <a:fillRect/>
          </a:stretch>
        </p:blipFill>
        <p:spPr>
          <a:xfrm rot="527858">
            <a:off x="1844575" y="2434911"/>
            <a:ext cx="447675" cy="685800"/>
          </a:xfrm>
          <a:prstGeom prst="rect">
            <a:avLst/>
          </a:prstGeom>
          <a:noFill/>
          <a:ln>
            <a:noFill/>
          </a:ln>
        </p:spPr>
      </p:pic>
      <p:pic>
        <p:nvPicPr>
          <p:cNvPr id="990" name="Google Shape;990;p113"/>
          <p:cNvPicPr preferRelativeResize="0"/>
          <p:nvPr/>
        </p:nvPicPr>
        <p:blipFill rotWithShape="1">
          <a:blip r:embed="rId9">
            <a:alphaModFix/>
          </a:blip>
          <a:srcRect/>
          <a:stretch/>
        </p:blipFill>
        <p:spPr>
          <a:xfrm rot="-915692" flipH="1">
            <a:off x="2226926" y="2465694"/>
            <a:ext cx="498549" cy="620914"/>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994"/>
        <p:cNvGrpSpPr/>
        <p:nvPr/>
      </p:nvGrpSpPr>
      <p:grpSpPr>
        <a:xfrm>
          <a:off x="0" y="0"/>
          <a:ext cx="0" cy="0"/>
          <a:chOff x="0" y="0"/>
          <a:chExt cx="0" cy="0"/>
        </a:xfrm>
      </p:grpSpPr>
      <p:sp>
        <p:nvSpPr>
          <p:cNvPr id="995" name="Google Shape;995;p114"/>
          <p:cNvSpPr txBox="1">
            <a:spLocks noGrp="1"/>
          </p:cNvSpPr>
          <p:nvPr>
            <p:ph type="body" idx="1"/>
          </p:nvPr>
        </p:nvSpPr>
        <p:spPr>
          <a:xfrm>
            <a:off x="126122" y="8632"/>
            <a:ext cx="4668900" cy="5105100"/>
          </a:xfrm>
          <a:prstGeom prst="rect">
            <a:avLst/>
          </a:prstGeom>
        </p:spPr>
        <p:txBody>
          <a:bodyPr spcFirstLastPara="1" wrap="square" lIns="91425" tIns="91425" rIns="91425" bIns="91425" anchor="ctr" anchorCtr="0">
            <a:spAutoFit/>
          </a:bodyPr>
          <a:lstStyle/>
          <a:p>
            <a:pPr marL="457200" lvl="0" indent="-304800" algn="l" rtl="0">
              <a:lnSpc>
                <a:spcPct val="100000"/>
              </a:lnSpc>
              <a:spcBef>
                <a:spcPts val="0"/>
              </a:spcBef>
              <a:spcAft>
                <a:spcPts val="0"/>
              </a:spcAft>
              <a:buSzPts val="1200"/>
              <a:buChar char="●"/>
            </a:pPr>
            <a:r>
              <a:rPr lang="en" sz="1200"/>
              <a:t>So hopefully at this point you are beginning to grasp that </a:t>
            </a:r>
            <a:r>
              <a:rPr lang="en" sz="1200" b="1" i="1">
                <a:solidFill>
                  <a:srgbClr val="FF0000"/>
                </a:solidFill>
              </a:rPr>
              <a:t>polymorphism</a:t>
            </a:r>
            <a:r>
              <a:rPr lang="en" sz="1200">
                <a:solidFill>
                  <a:srgbClr val="FF0000"/>
                </a:solidFill>
              </a:rPr>
              <a:t> </a:t>
            </a:r>
            <a:r>
              <a:rPr lang="en" sz="1200"/>
              <a:t>is important because it allows us to write code </a:t>
            </a:r>
            <a:r>
              <a:rPr lang="en" sz="1200" b="1" i="1">
                <a:solidFill>
                  <a:srgbClr val="FF0000"/>
                </a:solidFill>
              </a:rPr>
              <a:t>once</a:t>
            </a:r>
            <a:r>
              <a:rPr lang="en" sz="1200">
                <a:solidFill>
                  <a:srgbClr val="FF0000"/>
                </a:solidFill>
              </a:rPr>
              <a:t> </a:t>
            </a:r>
            <a:r>
              <a:rPr lang="en" sz="1200"/>
              <a:t>that will work with lots of different objects as long as they are related by </a:t>
            </a:r>
            <a:r>
              <a:rPr lang="en" sz="1200">
                <a:solidFill>
                  <a:srgbClr val="FF0000"/>
                </a:solidFill>
              </a:rPr>
              <a:t>inheritance</a:t>
            </a:r>
            <a:r>
              <a:rPr lang="en" sz="1200"/>
              <a:t>.</a:t>
            </a:r>
            <a:endParaRPr sz="1200"/>
          </a:p>
          <a:p>
            <a:pPr marL="457200" lvl="0" indent="-304800" algn="l" rtl="0">
              <a:lnSpc>
                <a:spcPct val="100000"/>
              </a:lnSpc>
              <a:spcBef>
                <a:spcPts val="1000"/>
              </a:spcBef>
              <a:spcAft>
                <a:spcPts val="0"/>
              </a:spcAft>
              <a:buSzPts val="1200"/>
              <a:buChar char="●"/>
            </a:pPr>
            <a:r>
              <a:rPr lang="en" sz="1200"/>
              <a:t>But this sometimes means that we have to add methods to a parent class that aren't very useful.</a:t>
            </a:r>
            <a:endParaRPr sz="1200"/>
          </a:p>
          <a:p>
            <a:pPr marL="914400" lvl="1" indent="-292100" algn="l" rtl="0">
              <a:lnSpc>
                <a:spcPct val="100000"/>
              </a:lnSpc>
              <a:spcBef>
                <a:spcPts val="0"/>
              </a:spcBef>
              <a:spcAft>
                <a:spcPts val="0"/>
              </a:spcAft>
              <a:buSzPts val="1000"/>
              <a:buChar char="○"/>
            </a:pPr>
            <a:r>
              <a:rPr lang="en" sz="1000"/>
              <a:t>For example, the </a:t>
            </a:r>
            <a:r>
              <a:rPr lang="en" sz="1000">
                <a:solidFill>
                  <a:srgbClr val="FF0000"/>
                </a:solidFill>
                <a:latin typeface="Courier New"/>
                <a:ea typeface="Courier New"/>
                <a:cs typeface="Courier New"/>
                <a:sym typeface="Courier New"/>
              </a:rPr>
              <a:t>attack()</a:t>
            </a:r>
            <a:r>
              <a:rPr lang="en" sz="1000"/>
              <a:t> and </a:t>
            </a:r>
            <a:r>
              <a:rPr lang="en" sz="1000">
                <a:solidFill>
                  <a:srgbClr val="FF0000"/>
                </a:solidFill>
                <a:latin typeface="Courier New"/>
                <a:ea typeface="Courier New"/>
                <a:cs typeface="Courier New"/>
                <a:sym typeface="Courier New"/>
              </a:rPr>
              <a:t>takeDamage()</a:t>
            </a:r>
            <a:r>
              <a:rPr lang="en" sz="1000"/>
              <a:t> methods in our </a:t>
            </a:r>
            <a:r>
              <a:rPr lang="en" sz="1000">
                <a:solidFill>
                  <a:srgbClr val="FF0000"/>
                </a:solidFill>
                <a:latin typeface="Courier New"/>
                <a:ea typeface="Courier New"/>
                <a:cs typeface="Courier New"/>
                <a:sym typeface="Courier New"/>
              </a:rPr>
              <a:t>Goat</a:t>
            </a:r>
            <a:r>
              <a:rPr lang="en" sz="1000"/>
              <a:t> class.</a:t>
            </a:r>
            <a:endParaRPr sz="1000"/>
          </a:p>
          <a:p>
            <a:pPr marL="457200" lvl="0" indent="-304800" algn="l" rtl="0">
              <a:lnSpc>
                <a:spcPct val="100000"/>
              </a:lnSpc>
              <a:spcBef>
                <a:spcPts val="1000"/>
              </a:spcBef>
              <a:spcAft>
                <a:spcPts val="0"/>
              </a:spcAft>
              <a:buSzPts val="1200"/>
              <a:buChar char="●"/>
            </a:pPr>
            <a:r>
              <a:rPr lang="en" sz="1200"/>
              <a:t>In order to guarantee that the methods can be used through a variable of the parent's type, they must be </a:t>
            </a:r>
            <a:r>
              <a:rPr lang="en" sz="1200" b="1" i="1">
                <a:solidFill>
                  <a:srgbClr val="FF0000"/>
                </a:solidFill>
              </a:rPr>
              <a:t>defined</a:t>
            </a:r>
            <a:r>
              <a:rPr lang="en" sz="1200">
                <a:solidFill>
                  <a:srgbClr val="FF0000"/>
                </a:solidFill>
              </a:rPr>
              <a:t> </a:t>
            </a:r>
            <a:r>
              <a:rPr lang="en" sz="1200"/>
              <a:t>as part of the parent class.</a:t>
            </a:r>
            <a:endParaRPr sz="1200"/>
          </a:p>
          <a:p>
            <a:pPr marL="457200" lvl="0" indent="-304800" algn="l" rtl="0">
              <a:lnSpc>
                <a:spcPct val="100000"/>
              </a:lnSpc>
              <a:spcBef>
                <a:spcPts val="1000"/>
              </a:spcBef>
              <a:spcAft>
                <a:spcPts val="0"/>
              </a:spcAft>
              <a:buSzPts val="1200"/>
              <a:buChar char="●"/>
            </a:pPr>
            <a:r>
              <a:rPr lang="en" sz="1200"/>
              <a:t>But the implementations are pointless and never used.</a:t>
            </a:r>
            <a:endParaRPr sz="1200"/>
          </a:p>
          <a:p>
            <a:pPr marL="914400" lvl="1" indent="-292100" algn="l" rtl="0">
              <a:lnSpc>
                <a:spcPct val="100000"/>
              </a:lnSpc>
              <a:spcBef>
                <a:spcPts val="0"/>
              </a:spcBef>
              <a:spcAft>
                <a:spcPts val="0"/>
              </a:spcAft>
              <a:buSzPts val="1000"/>
              <a:buChar char="○"/>
            </a:pPr>
            <a:r>
              <a:rPr lang="en" sz="1000" b="1" i="1">
                <a:solidFill>
                  <a:srgbClr val="FF0000"/>
                </a:solidFill>
              </a:rPr>
              <a:t>Every </a:t>
            </a:r>
            <a:r>
              <a:rPr lang="en" sz="1000"/>
              <a:t>Goat subclass overrides </a:t>
            </a:r>
            <a:r>
              <a:rPr lang="en" sz="1000" b="1" i="1">
                <a:solidFill>
                  <a:srgbClr val="FF0000"/>
                </a:solidFill>
              </a:rPr>
              <a:t>both</a:t>
            </a:r>
            <a:r>
              <a:rPr lang="en" sz="1000">
                <a:solidFill>
                  <a:srgbClr val="FF0000"/>
                </a:solidFill>
              </a:rPr>
              <a:t> </a:t>
            </a:r>
            <a:r>
              <a:rPr lang="en" sz="1000"/>
              <a:t>methods, and so the parent implementations are never used.</a:t>
            </a:r>
            <a:endParaRPr sz="1000"/>
          </a:p>
          <a:p>
            <a:pPr marL="457200" lvl="0" indent="-304800" algn="l" rtl="0">
              <a:lnSpc>
                <a:spcPct val="100000"/>
              </a:lnSpc>
              <a:spcBef>
                <a:spcPts val="1000"/>
              </a:spcBef>
              <a:spcAft>
                <a:spcPts val="0"/>
              </a:spcAft>
              <a:buSzPts val="1200"/>
              <a:buChar char="●"/>
            </a:pPr>
            <a:r>
              <a:rPr lang="en" sz="1200"/>
              <a:t>In Java it is possible to </a:t>
            </a:r>
            <a:r>
              <a:rPr lang="en" sz="1200" b="1" i="1">
                <a:solidFill>
                  <a:srgbClr val="FF0000"/>
                </a:solidFill>
              </a:rPr>
              <a:t>define</a:t>
            </a:r>
            <a:r>
              <a:rPr lang="en" sz="1200">
                <a:solidFill>
                  <a:srgbClr val="FF0000"/>
                </a:solidFill>
              </a:rPr>
              <a:t> </a:t>
            </a:r>
            <a:r>
              <a:rPr lang="en" sz="1200"/>
              <a:t>a method without </a:t>
            </a:r>
            <a:r>
              <a:rPr lang="en" sz="1200" b="1" i="1">
                <a:solidFill>
                  <a:srgbClr val="FF0000"/>
                </a:solidFill>
              </a:rPr>
              <a:t>implementing </a:t>
            </a:r>
            <a:r>
              <a:rPr lang="en" sz="1200"/>
              <a:t>it by making it </a:t>
            </a:r>
            <a:r>
              <a:rPr lang="en" sz="1200" b="1" i="1">
                <a:solidFill>
                  <a:srgbClr val="FF0000"/>
                </a:solidFill>
              </a:rPr>
              <a:t>abstract</a:t>
            </a:r>
            <a:r>
              <a:rPr lang="en" sz="1200"/>
              <a:t>.</a:t>
            </a:r>
            <a:endParaRPr sz="1200"/>
          </a:p>
          <a:p>
            <a:pPr marL="914400" lvl="1" indent="-292100" algn="l" rtl="0">
              <a:lnSpc>
                <a:spcPct val="100000"/>
              </a:lnSpc>
              <a:spcBef>
                <a:spcPts val="0"/>
              </a:spcBef>
              <a:spcAft>
                <a:spcPts val="0"/>
              </a:spcAft>
              <a:buSzPts val="1000"/>
              <a:buChar char="○"/>
            </a:pPr>
            <a:r>
              <a:rPr lang="en" sz="1000"/>
              <a:t>The method signature includes the </a:t>
            </a:r>
            <a:r>
              <a:rPr lang="en" sz="1000">
                <a:solidFill>
                  <a:srgbClr val="FF0000"/>
                </a:solidFill>
                <a:latin typeface="Courier New"/>
                <a:ea typeface="Courier New"/>
                <a:cs typeface="Courier New"/>
                <a:sym typeface="Courier New"/>
              </a:rPr>
              <a:t>abstract</a:t>
            </a:r>
            <a:r>
              <a:rPr lang="en" sz="1000"/>
              <a:t> modifier, e.g. </a:t>
            </a:r>
            <a:r>
              <a:rPr lang="en" sz="1000">
                <a:solidFill>
                  <a:srgbClr val="FF0000"/>
                </a:solidFill>
                <a:latin typeface="Courier New"/>
                <a:ea typeface="Courier New"/>
                <a:cs typeface="Courier New"/>
                <a:sym typeface="Courier New"/>
              </a:rPr>
              <a:t>public abstract Attack attack();</a:t>
            </a:r>
            <a:endParaRPr sz="1000">
              <a:solidFill>
                <a:srgbClr val="FF0000"/>
              </a:solidFill>
              <a:latin typeface="Courier New"/>
              <a:ea typeface="Courier New"/>
              <a:cs typeface="Courier New"/>
              <a:sym typeface="Courier New"/>
            </a:endParaRPr>
          </a:p>
          <a:p>
            <a:pPr marL="914400" lvl="1" indent="-292100" algn="l" rtl="0">
              <a:lnSpc>
                <a:spcPct val="100000"/>
              </a:lnSpc>
              <a:spcBef>
                <a:spcPts val="0"/>
              </a:spcBef>
              <a:spcAft>
                <a:spcPts val="0"/>
              </a:spcAft>
              <a:buSzPts val="1000"/>
              <a:buChar char="○"/>
            </a:pPr>
            <a:r>
              <a:rPr lang="en" sz="1000"/>
              <a:t>There is </a:t>
            </a:r>
            <a:r>
              <a:rPr lang="en" sz="1000" b="1" i="1">
                <a:solidFill>
                  <a:srgbClr val="FF0000"/>
                </a:solidFill>
              </a:rPr>
              <a:t>no implementation</a:t>
            </a:r>
            <a:r>
              <a:rPr lang="en" sz="1000"/>
              <a:t> and </a:t>
            </a:r>
            <a:r>
              <a:rPr lang="en" sz="1000" b="1" i="1">
                <a:solidFill>
                  <a:srgbClr val="FF0000"/>
                </a:solidFill>
              </a:rPr>
              <a:t>no method body</a:t>
            </a:r>
            <a:r>
              <a:rPr lang="en" sz="1000"/>
              <a:t>.</a:t>
            </a:r>
            <a:endParaRPr sz="1000"/>
          </a:p>
          <a:p>
            <a:pPr marL="457200" lvl="0" indent="-304800" algn="l" rtl="0">
              <a:lnSpc>
                <a:spcPct val="100000"/>
              </a:lnSpc>
              <a:spcBef>
                <a:spcPts val="1000"/>
              </a:spcBef>
              <a:spcAft>
                <a:spcPts val="0"/>
              </a:spcAft>
              <a:buSzPts val="1200"/>
              <a:buChar char="●"/>
            </a:pPr>
            <a:r>
              <a:rPr lang="en" sz="1200"/>
              <a:t>A class that includes one or more </a:t>
            </a:r>
            <a:r>
              <a:rPr lang="en" sz="1200">
                <a:solidFill>
                  <a:srgbClr val="FF0000"/>
                </a:solidFill>
              </a:rPr>
              <a:t>abstract </a:t>
            </a:r>
            <a:r>
              <a:rPr lang="en" sz="1200"/>
              <a:t>methods must also be </a:t>
            </a:r>
            <a:r>
              <a:rPr lang="en" sz="1200">
                <a:solidFill>
                  <a:srgbClr val="FF0000"/>
                </a:solidFill>
              </a:rPr>
              <a:t>declared abstract</a:t>
            </a:r>
            <a:r>
              <a:rPr lang="en" sz="1200"/>
              <a:t>.</a:t>
            </a:r>
            <a:endParaRPr sz="1200"/>
          </a:p>
          <a:p>
            <a:pPr marL="914400" lvl="1" indent="-292100" algn="l" rtl="0">
              <a:lnSpc>
                <a:spcPct val="100000"/>
              </a:lnSpc>
              <a:spcBef>
                <a:spcPts val="0"/>
              </a:spcBef>
              <a:spcAft>
                <a:spcPts val="0"/>
              </a:spcAft>
              <a:buSzPts val="1000"/>
              <a:buChar char="○"/>
            </a:pPr>
            <a:r>
              <a:rPr lang="en" sz="1000"/>
              <a:t>For example </a:t>
            </a:r>
            <a:r>
              <a:rPr lang="en" sz="1000">
                <a:solidFill>
                  <a:srgbClr val="FF0000"/>
                </a:solidFill>
                <a:latin typeface="Courier New"/>
                <a:ea typeface="Courier New"/>
                <a:cs typeface="Courier New"/>
                <a:sym typeface="Courier New"/>
              </a:rPr>
              <a:t>public abstract class Goat {...}</a:t>
            </a:r>
            <a:endParaRPr sz="1000">
              <a:solidFill>
                <a:srgbClr val="FF0000"/>
              </a:solidFill>
              <a:latin typeface="Courier New"/>
              <a:ea typeface="Courier New"/>
              <a:cs typeface="Courier New"/>
              <a:sym typeface="Courier New"/>
            </a:endParaRPr>
          </a:p>
          <a:p>
            <a:pPr marL="914400" lvl="1" indent="-292100" algn="l" rtl="0">
              <a:lnSpc>
                <a:spcPct val="100000"/>
              </a:lnSpc>
              <a:spcBef>
                <a:spcPts val="0"/>
              </a:spcBef>
              <a:spcAft>
                <a:spcPts val="0"/>
              </a:spcAft>
              <a:buSzPts val="1000"/>
              <a:buChar char="○"/>
            </a:pPr>
            <a:r>
              <a:rPr lang="en" sz="1000"/>
              <a:t>An </a:t>
            </a:r>
            <a:r>
              <a:rPr lang="en" sz="1000">
                <a:latin typeface="Courier New"/>
                <a:ea typeface="Courier New"/>
                <a:cs typeface="Courier New"/>
                <a:sym typeface="Courier New"/>
              </a:rPr>
              <a:t>abstract</a:t>
            </a:r>
            <a:r>
              <a:rPr lang="en" sz="1000"/>
              <a:t> class </a:t>
            </a:r>
            <a:r>
              <a:rPr lang="en" sz="1000" b="1" i="1">
                <a:solidFill>
                  <a:srgbClr val="FF0000"/>
                </a:solidFill>
              </a:rPr>
              <a:t>cannot be instantiated</a:t>
            </a:r>
            <a:r>
              <a:rPr lang="en" sz="1000"/>
              <a:t> using new.</a:t>
            </a:r>
            <a:endParaRPr sz="1000"/>
          </a:p>
          <a:p>
            <a:pPr marL="914400" lvl="1" indent="-292100" algn="l" rtl="0">
              <a:lnSpc>
                <a:spcPct val="100000"/>
              </a:lnSpc>
              <a:spcBef>
                <a:spcPts val="0"/>
              </a:spcBef>
              <a:spcAft>
                <a:spcPts val="0"/>
              </a:spcAft>
              <a:buSzPts val="1000"/>
              <a:buChar char="○"/>
            </a:pPr>
            <a:r>
              <a:rPr lang="en" sz="1000" b="1" i="1">
                <a:solidFill>
                  <a:srgbClr val="FF0000"/>
                </a:solidFill>
              </a:rPr>
              <a:t>All</a:t>
            </a:r>
            <a:r>
              <a:rPr lang="en" sz="1000" i="1">
                <a:solidFill>
                  <a:srgbClr val="FF0000"/>
                </a:solidFill>
              </a:rPr>
              <a:t> </a:t>
            </a:r>
            <a:r>
              <a:rPr lang="en" sz="1000"/>
              <a:t>subclasses </a:t>
            </a:r>
            <a:r>
              <a:rPr lang="en" sz="1000" b="1" i="1">
                <a:solidFill>
                  <a:srgbClr val="FF0000"/>
                </a:solidFill>
              </a:rPr>
              <a:t>must</a:t>
            </a:r>
            <a:r>
              <a:rPr lang="en" sz="1000">
                <a:solidFill>
                  <a:srgbClr val="FF0000"/>
                </a:solidFill>
              </a:rPr>
              <a:t> </a:t>
            </a:r>
            <a:r>
              <a:rPr lang="en" sz="1000"/>
              <a:t>provide an implementation of any </a:t>
            </a:r>
            <a:r>
              <a:rPr lang="en" sz="1000">
                <a:latin typeface="Courier New"/>
                <a:ea typeface="Courier New"/>
                <a:cs typeface="Courier New"/>
                <a:sym typeface="Courier New"/>
              </a:rPr>
              <a:t>abstract</a:t>
            </a:r>
            <a:r>
              <a:rPr lang="en" sz="1000"/>
              <a:t> methods (or be declared </a:t>
            </a:r>
            <a:r>
              <a:rPr lang="en" sz="1000">
                <a:latin typeface="Courier New"/>
                <a:ea typeface="Courier New"/>
                <a:cs typeface="Courier New"/>
                <a:sym typeface="Courier New"/>
              </a:rPr>
              <a:t>abstract</a:t>
            </a:r>
            <a:r>
              <a:rPr lang="en" sz="1000"/>
              <a:t>).</a:t>
            </a:r>
            <a:endParaRPr sz="1000"/>
          </a:p>
        </p:txBody>
      </p:sp>
      <p:sp>
        <p:nvSpPr>
          <p:cNvPr id="996" name="Google Shape;996;p114"/>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36</a:t>
            </a:fld>
            <a:endParaRPr/>
          </a:p>
        </p:txBody>
      </p:sp>
      <p:sp>
        <p:nvSpPr>
          <p:cNvPr id="997" name="Google Shape;997;p114"/>
          <p:cNvSpPr txBox="1">
            <a:spLocks noGrp="1"/>
          </p:cNvSpPr>
          <p:nvPr>
            <p:ph type="title"/>
          </p:nvPr>
        </p:nvSpPr>
        <p:spPr>
          <a:xfrm>
            <a:off x="5112325" y="1199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Abstract Classes</a:t>
            </a:r>
            <a:endParaRPr/>
          </a:p>
        </p:txBody>
      </p:sp>
      <p:sp>
        <p:nvSpPr>
          <p:cNvPr id="998" name="Google Shape;998;p114"/>
          <p:cNvSpPr txBox="1">
            <a:spLocks noGrp="1"/>
          </p:cNvSpPr>
          <p:nvPr>
            <p:ph type="body" idx="2"/>
          </p:nvPr>
        </p:nvSpPr>
        <p:spPr>
          <a:xfrm>
            <a:off x="5112325" y="1752230"/>
            <a:ext cx="3706500" cy="6945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000">
                <a:solidFill>
                  <a:srgbClr val="098658"/>
                </a:solidFill>
                <a:latin typeface="Consolas"/>
                <a:ea typeface="Consolas"/>
                <a:cs typeface="Consolas"/>
                <a:sym typeface="Consolas"/>
              </a:rPr>
              <a:t>1</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abstract</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AbstractParent</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r>
              <a:rPr lang="en" sz="1000">
                <a:solidFill>
                  <a:srgbClr val="098658"/>
                </a:solidFill>
                <a:latin typeface="Consolas"/>
                <a:ea typeface="Consolas"/>
                <a:cs typeface="Consolas"/>
                <a:sym typeface="Consolas"/>
              </a:rPr>
              <a:t>2</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abstract</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void</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aMethod</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r>
              <a:rPr lang="en" sz="1000">
                <a:solidFill>
                  <a:srgbClr val="098658"/>
                </a:solidFill>
                <a:latin typeface="Consolas"/>
                <a:ea typeface="Consolas"/>
                <a:cs typeface="Consolas"/>
                <a:sym typeface="Consolas"/>
              </a:rPr>
              <a:t>3</a:t>
            </a:r>
            <a:r>
              <a:rPr lang="en" sz="1000">
                <a:solidFill>
                  <a:srgbClr val="000000"/>
                </a:solidFill>
                <a:latin typeface="Consolas"/>
                <a:ea typeface="Consolas"/>
                <a:cs typeface="Consolas"/>
                <a:sym typeface="Consolas"/>
              </a:rPr>
              <a:t>  }</a:t>
            </a:r>
            <a:endParaRPr sz="1000">
              <a:solidFill>
                <a:srgbClr val="999999"/>
              </a:solidFill>
              <a:latin typeface="Consolas"/>
              <a:ea typeface="Consolas"/>
              <a:cs typeface="Consolas"/>
              <a:sym typeface="Consolas"/>
            </a:endParaRPr>
          </a:p>
        </p:txBody>
      </p:sp>
      <p:sp>
        <p:nvSpPr>
          <p:cNvPr id="999" name="Google Shape;999;p114"/>
          <p:cNvSpPr/>
          <p:nvPr/>
        </p:nvSpPr>
        <p:spPr>
          <a:xfrm>
            <a:off x="7811324" y="936235"/>
            <a:ext cx="1287825" cy="1182425"/>
          </a:xfrm>
          <a:custGeom>
            <a:avLst/>
            <a:gdLst/>
            <a:ahLst/>
            <a:cxnLst/>
            <a:rect l="l" t="t" r="r" b="b"/>
            <a:pathLst>
              <a:path w="47377" h="47297" extrusionOk="0">
                <a:moveTo>
                  <a:pt x="36064" y="0"/>
                </a:moveTo>
                <a:cubicBezTo>
                  <a:pt x="37690" y="6503"/>
                  <a:pt x="51829" y="31137"/>
                  <a:pt x="45818" y="39020"/>
                </a:cubicBezTo>
                <a:cubicBezTo>
                  <a:pt x="39807" y="46903"/>
                  <a:pt x="7636" y="45918"/>
                  <a:pt x="0" y="47297"/>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1000" name="Google Shape;1000;p114"/>
          <p:cNvSpPr txBox="1">
            <a:spLocks noGrp="1"/>
          </p:cNvSpPr>
          <p:nvPr>
            <p:ph type="body" idx="3"/>
          </p:nvPr>
        </p:nvSpPr>
        <p:spPr>
          <a:xfrm>
            <a:off x="5112325" y="690700"/>
            <a:ext cx="3706500" cy="4497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100"/>
              <a:t>An abstract method is one that uses the </a:t>
            </a:r>
            <a:r>
              <a:rPr lang="en" sz="1100">
                <a:solidFill>
                  <a:srgbClr val="FF0000"/>
                </a:solidFill>
                <a:latin typeface="Courier New"/>
                <a:ea typeface="Courier New"/>
                <a:cs typeface="Courier New"/>
                <a:sym typeface="Courier New"/>
              </a:rPr>
              <a:t>abstract</a:t>
            </a:r>
            <a:r>
              <a:rPr lang="en" sz="1100">
                <a:solidFill>
                  <a:srgbClr val="FF0000"/>
                </a:solidFill>
              </a:rPr>
              <a:t> </a:t>
            </a:r>
            <a:r>
              <a:rPr lang="en" sz="1100"/>
              <a:t>modifier in its signature and </a:t>
            </a:r>
            <a:r>
              <a:rPr lang="en" sz="1100" b="1" i="1">
                <a:solidFill>
                  <a:srgbClr val="FF0000"/>
                </a:solidFill>
              </a:rPr>
              <a:t>does not have a body</a:t>
            </a:r>
            <a:r>
              <a:rPr lang="en" sz="1100"/>
              <a:t>.</a:t>
            </a:r>
            <a:endParaRPr sz="1100"/>
          </a:p>
        </p:txBody>
      </p:sp>
      <p:sp>
        <p:nvSpPr>
          <p:cNvPr id="1001" name="Google Shape;1001;p114"/>
          <p:cNvSpPr/>
          <p:nvPr/>
        </p:nvSpPr>
        <p:spPr>
          <a:xfrm>
            <a:off x="5803366" y="1616135"/>
            <a:ext cx="234325" cy="295600"/>
          </a:xfrm>
          <a:custGeom>
            <a:avLst/>
            <a:gdLst/>
            <a:ahLst/>
            <a:cxnLst/>
            <a:rect l="l" t="t" r="r" b="b"/>
            <a:pathLst>
              <a:path w="9373" h="11824" extrusionOk="0">
                <a:moveTo>
                  <a:pt x="9373" y="0"/>
                </a:moveTo>
                <a:cubicBezTo>
                  <a:pt x="7846" y="985"/>
                  <a:pt x="1047" y="3941"/>
                  <a:pt x="209" y="5912"/>
                </a:cubicBezTo>
                <a:cubicBezTo>
                  <a:pt x="-628" y="7883"/>
                  <a:pt x="3658" y="10839"/>
                  <a:pt x="4348" y="11824"/>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1002" name="Google Shape;1002;p114"/>
          <p:cNvSpPr txBox="1">
            <a:spLocks noGrp="1"/>
          </p:cNvSpPr>
          <p:nvPr>
            <p:ph type="body" idx="3"/>
          </p:nvPr>
        </p:nvSpPr>
        <p:spPr>
          <a:xfrm>
            <a:off x="5112325" y="1214075"/>
            <a:ext cx="3706500" cy="4497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100"/>
              <a:t>A class that includes one or more abstract methods must </a:t>
            </a:r>
            <a:r>
              <a:rPr lang="en" sz="1100" b="1" i="1">
                <a:solidFill>
                  <a:srgbClr val="FF0000"/>
                </a:solidFill>
              </a:rPr>
              <a:t>also be declared </a:t>
            </a:r>
            <a:r>
              <a:rPr lang="en" sz="1100">
                <a:solidFill>
                  <a:srgbClr val="FF0000"/>
                </a:solidFill>
                <a:latin typeface="Courier New"/>
                <a:ea typeface="Courier New"/>
                <a:cs typeface="Courier New"/>
                <a:sym typeface="Courier New"/>
              </a:rPr>
              <a:t>abstract</a:t>
            </a:r>
            <a:r>
              <a:rPr lang="en" sz="1100"/>
              <a:t>.</a:t>
            </a:r>
            <a:endParaRPr sz="1100"/>
          </a:p>
        </p:txBody>
      </p:sp>
      <p:sp>
        <p:nvSpPr>
          <p:cNvPr id="1003" name="Google Shape;1003;p114"/>
          <p:cNvSpPr txBox="1">
            <a:spLocks noGrp="1"/>
          </p:cNvSpPr>
          <p:nvPr>
            <p:ph type="body" idx="3"/>
          </p:nvPr>
        </p:nvSpPr>
        <p:spPr>
          <a:xfrm>
            <a:off x="5112325" y="2533593"/>
            <a:ext cx="3706500" cy="4497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100"/>
              <a:t>An abstract class </a:t>
            </a:r>
            <a:r>
              <a:rPr lang="en" sz="1100" b="1" i="1">
                <a:solidFill>
                  <a:srgbClr val="FF0000"/>
                </a:solidFill>
              </a:rPr>
              <a:t>cannot be instantiated</a:t>
            </a:r>
            <a:r>
              <a:rPr lang="en" sz="1100" b="1" i="1"/>
              <a:t> </a:t>
            </a:r>
            <a:r>
              <a:rPr lang="en" sz="1100"/>
              <a:t>using new. Trying to do so will cause a compiler error. </a:t>
            </a:r>
            <a:endParaRPr sz="1100"/>
          </a:p>
        </p:txBody>
      </p:sp>
      <p:sp>
        <p:nvSpPr>
          <p:cNvPr id="1004" name="Google Shape;1004;p114"/>
          <p:cNvSpPr txBox="1">
            <a:spLocks noGrp="1"/>
          </p:cNvSpPr>
          <p:nvPr>
            <p:ph type="body" idx="2"/>
          </p:nvPr>
        </p:nvSpPr>
        <p:spPr>
          <a:xfrm>
            <a:off x="5112325" y="3794850"/>
            <a:ext cx="3706500" cy="11823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1</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ConcreteChild</a:t>
            </a:r>
            <a:endParaRPr sz="10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2</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extends</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AbstractParent</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3</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Override</a:t>
            </a:r>
            <a:endParaRPr sz="10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4</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void</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aMethod</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5</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System</a:t>
            </a:r>
            <a:r>
              <a:rPr lang="en" sz="1000">
                <a:solidFill>
                  <a:srgbClr val="000000"/>
                </a:solidFill>
                <a:latin typeface="Consolas"/>
                <a:ea typeface="Consolas"/>
                <a:cs typeface="Consolas"/>
                <a:sym typeface="Consolas"/>
              </a:rPr>
              <a:t>.</a:t>
            </a:r>
            <a:r>
              <a:rPr lang="en" sz="1000">
                <a:solidFill>
                  <a:srgbClr val="0070C1"/>
                </a:solidFill>
                <a:latin typeface="Consolas"/>
                <a:ea typeface="Consolas"/>
                <a:cs typeface="Consolas"/>
                <a:sym typeface="Consolas"/>
              </a:rPr>
              <a:t>out</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println</a:t>
            </a:r>
            <a:r>
              <a:rPr lang="en" sz="1000">
                <a:solidFill>
                  <a:srgbClr val="000000"/>
                </a:solidFill>
                <a:latin typeface="Consolas"/>
                <a:ea typeface="Consolas"/>
                <a:cs typeface="Consolas"/>
                <a:sym typeface="Consolas"/>
              </a:rPr>
              <a:t>(</a:t>
            </a:r>
            <a:r>
              <a:rPr lang="en" sz="1000">
                <a:solidFill>
                  <a:srgbClr val="A31515"/>
                </a:solidFill>
                <a:latin typeface="Consolas"/>
                <a:ea typeface="Consolas"/>
                <a:cs typeface="Consolas"/>
                <a:sym typeface="Consolas"/>
              </a:rPr>
              <a:t>"Hi!"</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6</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7</a:t>
            </a:r>
            <a:r>
              <a:rPr lang="en" sz="1000">
                <a:solidFill>
                  <a:srgbClr val="000000"/>
                </a:solidFill>
                <a:latin typeface="Consolas"/>
                <a:ea typeface="Consolas"/>
                <a:cs typeface="Consolas"/>
                <a:sym typeface="Consolas"/>
              </a:rPr>
              <a:t> }</a:t>
            </a:r>
            <a:endParaRPr sz="1000">
              <a:solidFill>
                <a:srgbClr val="999999"/>
              </a:solidFill>
              <a:latin typeface="Consolas"/>
              <a:ea typeface="Consolas"/>
              <a:cs typeface="Consolas"/>
              <a:sym typeface="Consolas"/>
            </a:endParaRPr>
          </a:p>
        </p:txBody>
      </p:sp>
      <p:sp>
        <p:nvSpPr>
          <p:cNvPr id="1005" name="Google Shape;1005;p114"/>
          <p:cNvSpPr/>
          <p:nvPr/>
        </p:nvSpPr>
        <p:spPr>
          <a:xfrm>
            <a:off x="7386650" y="3627450"/>
            <a:ext cx="224975" cy="420675"/>
          </a:xfrm>
          <a:custGeom>
            <a:avLst/>
            <a:gdLst/>
            <a:ahLst/>
            <a:cxnLst/>
            <a:rect l="l" t="t" r="r" b="b"/>
            <a:pathLst>
              <a:path w="8999" h="16827" extrusionOk="0">
                <a:moveTo>
                  <a:pt x="7620" y="0"/>
                </a:moveTo>
                <a:cubicBezTo>
                  <a:pt x="7779" y="1640"/>
                  <a:pt x="9842" y="7038"/>
                  <a:pt x="8572" y="9842"/>
                </a:cubicBezTo>
                <a:cubicBezTo>
                  <a:pt x="7302" y="12647"/>
                  <a:pt x="1429" y="15663"/>
                  <a:pt x="0" y="16827"/>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1006" name="Google Shape;1006;p114"/>
          <p:cNvSpPr/>
          <p:nvPr/>
        </p:nvSpPr>
        <p:spPr>
          <a:xfrm>
            <a:off x="7119950" y="3643325"/>
            <a:ext cx="1790175" cy="936300"/>
          </a:xfrm>
          <a:custGeom>
            <a:avLst/>
            <a:gdLst/>
            <a:ahLst/>
            <a:cxnLst/>
            <a:rect l="l" t="t" r="r" b="b"/>
            <a:pathLst>
              <a:path w="71607" h="37452" extrusionOk="0">
                <a:moveTo>
                  <a:pt x="59372" y="0"/>
                </a:moveTo>
                <a:cubicBezTo>
                  <a:pt x="60907" y="5980"/>
                  <a:pt x="78475" y="30744"/>
                  <a:pt x="68580" y="35877"/>
                </a:cubicBezTo>
                <a:cubicBezTo>
                  <a:pt x="58685" y="41010"/>
                  <a:pt x="11430" y="31644"/>
                  <a:pt x="0" y="30797"/>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1007" name="Google Shape;1007;p114"/>
          <p:cNvSpPr txBox="1">
            <a:spLocks noGrp="1"/>
          </p:cNvSpPr>
          <p:nvPr>
            <p:ph type="body" idx="3"/>
          </p:nvPr>
        </p:nvSpPr>
        <p:spPr>
          <a:xfrm>
            <a:off x="5112325" y="3070175"/>
            <a:ext cx="3706500" cy="6381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100"/>
              <a:t>If a class extends an abstract class it </a:t>
            </a:r>
            <a:r>
              <a:rPr lang="en" sz="1100" b="1" i="1">
                <a:solidFill>
                  <a:srgbClr val="FF0000"/>
                </a:solidFill>
              </a:rPr>
              <a:t>must</a:t>
            </a:r>
            <a:r>
              <a:rPr lang="en" sz="1100">
                <a:solidFill>
                  <a:srgbClr val="FF0000"/>
                </a:solidFill>
              </a:rPr>
              <a:t> </a:t>
            </a:r>
            <a:r>
              <a:rPr lang="en" sz="1100"/>
              <a:t>provide an implementation of </a:t>
            </a:r>
            <a:r>
              <a:rPr lang="en" sz="1100" b="1" i="1">
                <a:solidFill>
                  <a:srgbClr val="FF0000"/>
                </a:solidFill>
              </a:rPr>
              <a:t>all</a:t>
            </a:r>
            <a:r>
              <a:rPr lang="en" sz="1100">
                <a:solidFill>
                  <a:srgbClr val="FF0000"/>
                </a:solidFill>
              </a:rPr>
              <a:t> </a:t>
            </a:r>
            <a:r>
              <a:rPr lang="en" sz="1100"/>
              <a:t>abstract methods or it also has to be declared abstract.</a:t>
            </a:r>
            <a:endParaRPr sz="11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9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000"/>
                                        </p:tgtEl>
                                        <p:attrNameLst>
                                          <p:attrName>style.visibility</p:attrName>
                                        </p:attrNameLst>
                                      </p:cBhvr>
                                      <p:to>
                                        <p:strVal val="visible"/>
                                      </p:to>
                                    </p:set>
                                    <p:animEffect transition="in" filter="fade">
                                      <p:cBhvr>
                                        <p:cTn id="11" dur="1000"/>
                                        <p:tgtEl>
                                          <p:spTgt spid="1000"/>
                                        </p:tgtEl>
                                      </p:cBhvr>
                                    </p:animEffect>
                                  </p:childTnLst>
                                </p:cTn>
                              </p:par>
                              <p:par>
                                <p:cTn id="12" presetID="10" presetClass="entr" presetSubtype="0" fill="hold" nodeType="withEffect">
                                  <p:stCondLst>
                                    <p:cond delay="0"/>
                                  </p:stCondLst>
                                  <p:childTnLst>
                                    <p:set>
                                      <p:cBhvr>
                                        <p:cTn id="13" dur="1" fill="hold">
                                          <p:stCondLst>
                                            <p:cond delay="0"/>
                                          </p:stCondLst>
                                        </p:cTn>
                                        <p:tgtEl>
                                          <p:spTgt spid="998"/>
                                        </p:tgtEl>
                                        <p:attrNameLst>
                                          <p:attrName>style.visibility</p:attrName>
                                        </p:attrNameLst>
                                      </p:cBhvr>
                                      <p:to>
                                        <p:strVal val="visible"/>
                                      </p:to>
                                    </p:set>
                                    <p:animEffect transition="in" filter="fade">
                                      <p:cBhvr>
                                        <p:cTn id="14" dur="1000"/>
                                        <p:tgtEl>
                                          <p:spTgt spid="998"/>
                                        </p:tgtEl>
                                      </p:cBhvr>
                                    </p:animEffect>
                                  </p:childTnLst>
                                </p:cTn>
                              </p:par>
                            </p:childTnLst>
                          </p:cTn>
                        </p:par>
                        <p:par>
                          <p:cTn id="15" fill="hold">
                            <p:stCondLst>
                              <p:cond delay="1000"/>
                            </p:stCondLst>
                            <p:childTnLst>
                              <p:par>
                                <p:cTn id="16" presetID="10" presetClass="entr" presetSubtype="0" fill="hold" nodeType="afterEffect">
                                  <p:stCondLst>
                                    <p:cond delay="0"/>
                                  </p:stCondLst>
                                  <p:childTnLst>
                                    <p:set>
                                      <p:cBhvr>
                                        <p:cTn id="17" dur="1" fill="hold">
                                          <p:stCondLst>
                                            <p:cond delay="0"/>
                                          </p:stCondLst>
                                        </p:cTn>
                                        <p:tgtEl>
                                          <p:spTgt spid="999"/>
                                        </p:tgtEl>
                                        <p:attrNameLst>
                                          <p:attrName>style.visibility</p:attrName>
                                        </p:attrNameLst>
                                      </p:cBhvr>
                                      <p:to>
                                        <p:strVal val="visible"/>
                                      </p:to>
                                    </p:set>
                                    <p:animEffect transition="in" filter="fade">
                                      <p:cBhvr>
                                        <p:cTn id="18" dur="1000"/>
                                        <p:tgtEl>
                                          <p:spTgt spid="99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002"/>
                                        </p:tgtEl>
                                        <p:attrNameLst>
                                          <p:attrName>style.visibility</p:attrName>
                                        </p:attrNameLst>
                                      </p:cBhvr>
                                      <p:to>
                                        <p:strVal val="visible"/>
                                      </p:to>
                                    </p:set>
                                    <p:animEffect transition="in" filter="fade">
                                      <p:cBhvr>
                                        <p:cTn id="23" dur="1000"/>
                                        <p:tgtEl>
                                          <p:spTgt spid="1002"/>
                                        </p:tgtEl>
                                      </p:cBhvr>
                                    </p:animEffect>
                                  </p:childTnLst>
                                </p:cTn>
                              </p:par>
                            </p:childTnLst>
                          </p:cTn>
                        </p:par>
                        <p:par>
                          <p:cTn id="24" fill="hold">
                            <p:stCondLst>
                              <p:cond delay="1000"/>
                            </p:stCondLst>
                            <p:childTnLst>
                              <p:par>
                                <p:cTn id="25" presetID="10" presetClass="entr" presetSubtype="0" fill="hold" nodeType="afterEffect">
                                  <p:stCondLst>
                                    <p:cond delay="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1000"/>
                                        <p:tgtEl>
                                          <p:spTgt spid="100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03"/>
                                        </p:tgtEl>
                                        <p:attrNameLst>
                                          <p:attrName>style.visibility</p:attrName>
                                        </p:attrNameLst>
                                      </p:cBhvr>
                                      <p:to>
                                        <p:strVal val="visible"/>
                                      </p:to>
                                    </p:set>
                                    <p:animEffect transition="in" filter="fade">
                                      <p:cBhvr>
                                        <p:cTn id="32" dur="1000"/>
                                        <p:tgtEl>
                                          <p:spTgt spid="100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007"/>
                                        </p:tgtEl>
                                        <p:attrNameLst>
                                          <p:attrName>style.visibility</p:attrName>
                                        </p:attrNameLst>
                                      </p:cBhvr>
                                      <p:to>
                                        <p:strVal val="visible"/>
                                      </p:to>
                                    </p:set>
                                    <p:animEffect transition="in" filter="fade">
                                      <p:cBhvr>
                                        <p:cTn id="37" dur="1000"/>
                                        <p:tgtEl>
                                          <p:spTgt spid="1007"/>
                                        </p:tgtEl>
                                      </p:cBhvr>
                                    </p:animEffect>
                                  </p:childTnLst>
                                </p:cTn>
                              </p:par>
                              <p:par>
                                <p:cTn id="38" presetID="10" presetClass="entr" presetSubtype="0" fill="hold" nodeType="withEffect">
                                  <p:stCondLst>
                                    <p:cond delay="0"/>
                                  </p:stCondLst>
                                  <p:childTnLst>
                                    <p:set>
                                      <p:cBhvr>
                                        <p:cTn id="39" dur="1" fill="hold">
                                          <p:stCondLst>
                                            <p:cond delay="0"/>
                                          </p:stCondLst>
                                        </p:cTn>
                                        <p:tgtEl>
                                          <p:spTgt spid="1004"/>
                                        </p:tgtEl>
                                        <p:attrNameLst>
                                          <p:attrName>style.visibility</p:attrName>
                                        </p:attrNameLst>
                                      </p:cBhvr>
                                      <p:to>
                                        <p:strVal val="visible"/>
                                      </p:to>
                                    </p:set>
                                    <p:animEffect transition="in" filter="fade">
                                      <p:cBhvr>
                                        <p:cTn id="40" dur="1000"/>
                                        <p:tgtEl>
                                          <p:spTgt spid="1004"/>
                                        </p:tgtEl>
                                      </p:cBhvr>
                                    </p:animEffect>
                                  </p:childTnLst>
                                </p:cTn>
                              </p:par>
                            </p:childTnLst>
                          </p:cTn>
                        </p:par>
                        <p:par>
                          <p:cTn id="41" fill="hold">
                            <p:stCondLst>
                              <p:cond delay="1000"/>
                            </p:stCondLst>
                            <p:childTnLst>
                              <p:par>
                                <p:cTn id="42" presetID="10" presetClass="entr" presetSubtype="0" fill="hold" nodeType="afterEffect">
                                  <p:stCondLst>
                                    <p:cond delay="0"/>
                                  </p:stCondLst>
                                  <p:childTnLst>
                                    <p:set>
                                      <p:cBhvr>
                                        <p:cTn id="43" dur="1" fill="hold">
                                          <p:stCondLst>
                                            <p:cond delay="0"/>
                                          </p:stCondLst>
                                        </p:cTn>
                                        <p:tgtEl>
                                          <p:spTgt spid="1005"/>
                                        </p:tgtEl>
                                        <p:attrNameLst>
                                          <p:attrName>style.visibility</p:attrName>
                                        </p:attrNameLst>
                                      </p:cBhvr>
                                      <p:to>
                                        <p:strVal val="visible"/>
                                      </p:to>
                                    </p:set>
                                    <p:animEffect transition="in" filter="fade">
                                      <p:cBhvr>
                                        <p:cTn id="44" dur="1000"/>
                                        <p:tgtEl>
                                          <p:spTgt spid="1005"/>
                                        </p:tgtEl>
                                      </p:cBhvr>
                                    </p:animEffect>
                                  </p:childTnLst>
                                </p:cTn>
                              </p:par>
                            </p:childTnLst>
                          </p:cTn>
                        </p:par>
                        <p:par>
                          <p:cTn id="45" fill="hold">
                            <p:stCondLst>
                              <p:cond delay="2000"/>
                            </p:stCondLst>
                            <p:childTnLst>
                              <p:par>
                                <p:cTn id="46" presetID="10" presetClass="entr" presetSubtype="0" fill="hold" nodeType="afterEffect">
                                  <p:stCondLst>
                                    <p:cond delay="0"/>
                                  </p:stCondLst>
                                  <p:childTnLst>
                                    <p:set>
                                      <p:cBhvr>
                                        <p:cTn id="47" dur="1" fill="hold">
                                          <p:stCondLst>
                                            <p:cond delay="0"/>
                                          </p:stCondLst>
                                        </p:cTn>
                                        <p:tgtEl>
                                          <p:spTgt spid="1006"/>
                                        </p:tgtEl>
                                        <p:attrNameLst>
                                          <p:attrName>style.visibility</p:attrName>
                                        </p:attrNameLst>
                                      </p:cBhvr>
                                      <p:to>
                                        <p:strVal val="visible"/>
                                      </p:to>
                                    </p:set>
                                    <p:animEffect transition="in" filter="fade">
                                      <p:cBhvr>
                                        <p:cTn id="48" dur="1000"/>
                                        <p:tgtEl>
                                          <p:spTgt spid="10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011"/>
        <p:cNvGrpSpPr/>
        <p:nvPr/>
      </p:nvGrpSpPr>
      <p:grpSpPr>
        <a:xfrm>
          <a:off x="0" y="0"/>
          <a:ext cx="0" cy="0"/>
          <a:chOff x="0" y="0"/>
          <a:chExt cx="0" cy="0"/>
        </a:xfrm>
      </p:grpSpPr>
      <p:sp>
        <p:nvSpPr>
          <p:cNvPr id="1012" name="Google Shape;1012;p115"/>
          <p:cNvSpPr txBox="1">
            <a:spLocks noGrp="1"/>
          </p:cNvSpPr>
          <p:nvPr>
            <p:ph type="title"/>
          </p:nvPr>
        </p:nvSpPr>
        <p:spPr>
          <a:xfrm>
            <a:off x="311700" y="105275"/>
            <a:ext cx="85206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A Closer Look at Abstract Classes</a:t>
            </a:r>
            <a:endParaRPr/>
          </a:p>
        </p:txBody>
      </p:sp>
      <p:sp>
        <p:nvSpPr>
          <p:cNvPr id="1013" name="Google Shape;1013;p115"/>
          <p:cNvSpPr txBox="1">
            <a:spLocks noGrp="1"/>
          </p:cNvSpPr>
          <p:nvPr>
            <p:ph type="sldNum" idx="12"/>
          </p:nvPr>
        </p:nvSpPr>
        <p:spPr>
          <a:xfrm>
            <a:off x="8594910" y="4808130"/>
            <a:ext cx="548700" cy="3387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fld id="{00000000-1234-1234-1234-123412341234}" type="slidenum">
              <a:rPr lang="en"/>
              <a:t>37</a:t>
            </a:fld>
            <a:endParaRPr/>
          </a:p>
        </p:txBody>
      </p:sp>
      <p:sp>
        <p:nvSpPr>
          <p:cNvPr id="1014" name="Google Shape;1014;p115"/>
          <p:cNvSpPr txBox="1"/>
          <p:nvPr/>
        </p:nvSpPr>
        <p:spPr>
          <a:xfrm>
            <a:off x="2084825" y="1419975"/>
            <a:ext cx="2987400" cy="35787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abstract</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class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Thermometer</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10000"/>
              </a:lnSpc>
              <a:spcBef>
                <a:spcPts val="0"/>
              </a:spcBef>
              <a:spcAft>
                <a:spcPts val="0"/>
              </a:spcAft>
              <a:buNone/>
            </a:pPr>
            <a:r>
              <a:rPr lang="en" sz="900">
                <a:solidFill>
                  <a:srgbClr val="0000FF"/>
                </a:solidFill>
                <a:latin typeface="Consolas"/>
                <a:ea typeface="Consolas"/>
                <a:cs typeface="Consolas"/>
                <a:sym typeface="Consolas"/>
              </a:rPr>
              <a:t>  private</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degrees</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10000"/>
              </a:lnSpc>
              <a:spcBef>
                <a:spcPts val="0"/>
              </a:spcBef>
              <a:spcAft>
                <a:spcPts val="0"/>
              </a:spcAft>
              <a:buNone/>
            </a:pPr>
            <a:endParaRPr sz="900">
              <a:latin typeface="Consolas"/>
              <a:ea typeface="Consolas"/>
              <a:cs typeface="Consolas"/>
              <a:sym typeface="Consolas"/>
            </a:endParaRPr>
          </a:p>
          <a:p>
            <a:pPr marL="0" lvl="0" indent="0" algn="l" rtl="0">
              <a:lnSpc>
                <a:spcPct val="11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Thermometer</a:t>
            </a:r>
            <a:r>
              <a:rPr lang="en" sz="900">
                <a:latin typeface="Consolas"/>
                <a:ea typeface="Consolas"/>
                <a:cs typeface="Consolas"/>
                <a:sym typeface="Consolas"/>
              </a:rPr>
              <a:t>(</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degrees</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1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this</a:t>
            </a:r>
            <a:r>
              <a:rPr lang="en" sz="900">
                <a:latin typeface="Consolas"/>
                <a:ea typeface="Consolas"/>
                <a:cs typeface="Consolas"/>
                <a:sym typeface="Consolas"/>
              </a:rPr>
              <a:t>.</a:t>
            </a:r>
            <a:r>
              <a:rPr lang="en" sz="900">
                <a:solidFill>
                  <a:srgbClr val="001080"/>
                </a:solidFill>
                <a:latin typeface="Consolas"/>
                <a:ea typeface="Consolas"/>
                <a:cs typeface="Consolas"/>
                <a:sym typeface="Consolas"/>
              </a:rPr>
              <a:t>degrees</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degrees</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1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10000"/>
              </a:lnSpc>
              <a:spcBef>
                <a:spcPts val="0"/>
              </a:spcBef>
              <a:spcAft>
                <a:spcPts val="0"/>
              </a:spcAft>
              <a:buNone/>
            </a:pPr>
            <a:endParaRPr sz="900">
              <a:latin typeface="Consolas"/>
              <a:ea typeface="Consolas"/>
              <a:cs typeface="Consolas"/>
              <a:sym typeface="Consolas"/>
            </a:endParaRPr>
          </a:p>
          <a:p>
            <a:pPr marL="0" lvl="0" indent="0" algn="l" rtl="0">
              <a:lnSpc>
                <a:spcPct val="11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getTemperature</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10000"/>
              </a:lnSpc>
              <a:spcBef>
                <a:spcPts val="0"/>
              </a:spcBef>
              <a:spcAft>
                <a:spcPts val="0"/>
              </a:spcAft>
              <a:buNone/>
            </a:pPr>
            <a:r>
              <a:rPr lang="en" sz="900">
                <a:latin typeface="Consolas"/>
                <a:ea typeface="Consolas"/>
                <a:cs typeface="Consolas"/>
                <a:sym typeface="Consolas"/>
              </a:rPr>
              <a:t>    </a:t>
            </a:r>
            <a:r>
              <a:rPr lang="en" sz="900">
                <a:solidFill>
                  <a:srgbClr val="AF00DB"/>
                </a:solidFill>
                <a:latin typeface="Consolas"/>
                <a:ea typeface="Consolas"/>
                <a:cs typeface="Consolas"/>
                <a:sym typeface="Consolas"/>
              </a:rPr>
              <a:t>return</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degrees</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1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10000"/>
              </a:lnSpc>
              <a:spcBef>
                <a:spcPts val="0"/>
              </a:spcBef>
              <a:spcAft>
                <a:spcPts val="0"/>
              </a:spcAft>
              <a:buNone/>
            </a:pPr>
            <a:endParaRPr sz="900">
              <a:latin typeface="Consolas"/>
              <a:ea typeface="Consolas"/>
              <a:cs typeface="Consolas"/>
              <a:sym typeface="Consolas"/>
            </a:endParaRPr>
          </a:p>
          <a:p>
            <a:pPr marL="0" lvl="0" indent="0" algn="l" rtl="0">
              <a:lnSpc>
                <a:spcPct val="11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void</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setTemperature</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10000"/>
              </a:lnSpc>
              <a:spcBef>
                <a:spcPts val="0"/>
              </a:spcBef>
              <a:spcAft>
                <a:spcPts val="0"/>
              </a:spcAft>
              <a:buNone/>
            </a:pPr>
            <a:r>
              <a:rPr lang="en" sz="900">
                <a:solidFill>
                  <a:srgbClr val="267F99"/>
                </a:solidFill>
                <a:latin typeface="Consolas"/>
                <a:ea typeface="Consolas"/>
                <a:cs typeface="Consolas"/>
                <a:sym typeface="Consolas"/>
              </a:rPr>
              <a:t>                          double</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degrees</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1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this</a:t>
            </a:r>
            <a:r>
              <a:rPr lang="en" sz="900">
                <a:latin typeface="Consolas"/>
                <a:ea typeface="Consolas"/>
                <a:cs typeface="Consolas"/>
                <a:sym typeface="Consolas"/>
              </a:rPr>
              <a:t>.</a:t>
            </a:r>
            <a:r>
              <a:rPr lang="en" sz="900">
                <a:solidFill>
                  <a:srgbClr val="001080"/>
                </a:solidFill>
                <a:latin typeface="Consolas"/>
                <a:ea typeface="Consolas"/>
                <a:cs typeface="Consolas"/>
                <a:sym typeface="Consolas"/>
              </a:rPr>
              <a:t>degrees</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degrees</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1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10000"/>
              </a:lnSpc>
              <a:spcBef>
                <a:spcPts val="0"/>
              </a:spcBef>
              <a:spcAft>
                <a:spcPts val="0"/>
              </a:spcAft>
              <a:buNone/>
            </a:pPr>
            <a:endParaRPr sz="900">
              <a:latin typeface="Consolas"/>
              <a:ea typeface="Consolas"/>
              <a:cs typeface="Consolas"/>
              <a:sym typeface="Consolas"/>
            </a:endParaRPr>
          </a:p>
          <a:p>
            <a:pPr marL="0" lvl="0" indent="0" algn="l" rtl="0">
              <a:lnSpc>
                <a:spcPct val="11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abstract</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getFreezingPoint</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10000"/>
              </a:lnSpc>
              <a:spcBef>
                <a:spcPts val="0"/>
              </a:spcBef>
              <a:spcAft>
                <a:spcPts val="0"/>
              </a:spcAft>
              <a:buNone/>
            </a:pPr>
            <a:endParaRPr sz="900">
              <a:latin typeface="Consolas"/>
              <a:ea typeface="Consolas"/>
              <a:cs typeface="Consolas"/>
              <a:sym typeface="Consolas"/>
            </a:endParaRPr>
          </a:p>
          <a:p>
            <a:pPr marL="0" lvl="0" indent="0" algn="l" rtl="0">
              <a:lnSpc>
                <a:spcPct val="11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abstract</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getBoilingPoint</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10000"/>
              </a:lnSpc>
              <a:spcBef>
                <a:spcPts val="0"/>
              </a:spcBef>
              <a:spcAft>
                <a:spcPts val="0"/>
              </a:spcAft>
              <a:buNone/>
            </a:pPr>
            <a:endParaRPr sz="900">
              <a:latin typeface="Consolas"/>
              <a:ea typeface="Consolas"/>
              <a:cs typeface="Consolas"/>
              <a:sym typeface="Consolas"/>
            </a:endParaRPr>
          </a:p>
          <a:p>
            <a:pPr marL="0" lvl="0" indent="0" algn="l" rtl="0">
              <a:lnSpc>
                <a:spcPct val="110000"/>
              </a:lnSpc>
              <a:spcBef>
                <a:spcPts val="0"/>
              </a:spcBef>
              <a:spcAft>
                <a:spcPts val="0"/>
              </a:spcAft>
              <a:buNone/>
            </a:pPr>
            <a:r>
              <a:rPr lang="en" sz="900">
                <a:solidFill>
                  <a:srgbClr val="0000FF"/>
                </a:solidFill>
                <a:latin typeface="Consolas"/>
                <a:ea typeface="Consolas"/>
                <a:cs typeface="Consolas"/>
                <a:sym typeface="Consolas"/>
              </a:rPr>
              <a:t>  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abstract</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char</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getScale</a:t>
            </a:r>
            <a:r>
              <a:rPr lang="en" sz="900">
                <a:latin typeface="Consolas"/>
                <a:ea typeface="Consolas"/>
                <a:cs typeface="Consolas"/>
                <a:sym typeface="Consolas"/>
              </a:rPr>
              <a:t>();</a:t>
            </a:r>
            <a:endParaRPr sz="900" b="1">
              <a:latin typeface="Consolas"/>
              <a:ea typeface="Consolas"/>
              <a:cs typeface="Consolas"/>
              <a:sym typeface="Consolas"/>
            </a:endParaRPr>
          </a:p>
          <a:p>
            <a:pPr marL="0" lvl="0" indent="0" algn="l" rtl="0">
              <a:lnSpc>
                <a:spcPct val="110000"/>
              </a:lnSpc>
              <a:spcBef>
                <a:spcPts val="0"/>
              </a:spcBef>
              <a:spcAft>
                <a:spcPts val="0"/>
              </a:spcAft>
              <a:buNone/>
            </a:pPr>
            <a:r>
              <a:rPr lang="en" sz="900">
                <a:latin typeface="Consolas"/>
                <a:ea typeface="Consolas"/>
                <a:cs typeface="Consolas"/>
                <a:sym typeface="Consolas"/>
              </a:rPr>
              <a:t>}</a:t>
            </a:r>
            <a:endParaRPr sz="900">
              <a:solidFill>
                <a:srgbClr val="0000FF"/>
              </a:solidFill>
              <a:latin typeface="Consolas"/>
              <a:ea typeface="Consolas"/>
              <a:cs typeface="Consolas"/>
              <a:sym typeface="Consola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018"/>
        <p:cNvGrpSpPr/>
        <p:nvPr/>
      </p:nvGrpSpPr>
      <p:grpSpPr>
        <a:xfrm>
          <a:off x="0" y="0"/>
          <a:ext cx="0" cy="0"/>
          <a:chOff x="0" y="0"/>
          <a:chExt cx="0" cy="0"/>
        </a:xfrm>
      </p:grpSpPr>
      <p:sp>
        <p:nvSpPr>
          <p:cNvPr id="1019" name="Google Shape;1019;p116"/>
          <p:cNvSpPr txBox="1">
            <a:spLocks noGrp="1"/>
          </p:cNvSpPr>
          <p:nvPr>
            <p:ph type="title"/>
          </p:nvPr>
        </p:nvSpPr>
        <p:spPr>
          <a:xfrm>
            <a:off x="311700" y="105275"/>
            <a:ext cx="85206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A Closer Look at Abstract Classes</a:t>
            </a:r>
            <a:endParaRPr/>
          </a:p>
        </p:txBody>
      </p:sp>
      <p:sp>
        <p:nvSpPr>
          <p:cNvPr id="1020" name="Google Shape;1020;p116"/>
          <p:cNvSpPr txBox="1">
            <a:spLocks noGrp="1"/>
          </p:cNvSpPr>
          <p:nvPr>
            <p:ph type="sldNum" idx="12"/>
          </p:nvPr>
        </p:nvSpPr>
        <p:spPr>
          <a:xfrm>
            <a:off x="8594910" y="4808130"/>
            <a:ext cx="548700" cy="3387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fld id="{00000000-1234-1234-1234-123412341234}" type="slidenum">
              <a:rPr lang="en"/>
              <a:t>38</a:t>
            </a:fld>
            <a:endParaRPr/>
          </a:p>
        </p:txBody>
      </p:sp>
      <p:sp>
        <p:nvSpPr>
          <p:cNvPr id="1021" name="Google Shape;1021;p116"/>
          <p:cNvSpPr txBox="1"/>
          <p:nvPr/>
        </p:nvSpPr>
        <p:spPr>
          <a:xfrm>
            <a:off x="2084825" y="1419975"/>
            <a:ext cx="2987400" cy="35787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abstract</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class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Thermometer</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10000"/>
              </a:lnSpc>
              <a:spcBef>
                <a:spcPts val="0"/>
              </a:spcBef>
              <a:spcAft>
                <a:spcPts val="0"/>
              </a:spcAft>
              <a:buNone/>
            </a:pPr>
            <a:r>
              <a:rPr lang="en" sz="900">
                <a:solidFill>
                  <a:srgbClr val="0000FF"/>
                </a:solidFill>
                <a:latin typeface="Consolas"/>
                <a:ea typeface="Consolas"/>
                <a:cs typeface="Consolas"/>
                <a:sym typeface="Consolas"/>
              </a:rPr>
              <a:t>  private</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degrees</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10000"/>
              </a:lnSpc>
              <a:spcBef>
                <a:spcPts val="0"/>
              </a:spcBef>
              <a:spcAft>
                <a:spcPts val="0"/>
              </a:spcAft>
              <a:buNone/>
            </a:pPr>
            <a:endParaRPr sz="900">
              <a:latin typeface="Consolas"/>
              <a:ea typeface="Consolas"/>
              <a:cs typeface="Consolas"/>
              <a:sym typeface="Consolas"/>
            </a:endParaRPr>
          </a:p>
          <a:p>
            <a:pPr marL="0" lvl="0" indent="0" algn="l" rtl="0">
              <a:lnSpc>
                <a:spcPct val="11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Thermometer</a:t>
            </a:r>
            <a:r>
              <a:rPr lang="en" sz="900">
                <a:latin typeface="Consolas"/>
                <a:ea typeface="Consolas"/>
                <a:cs typeface="Consolas"/>
                <a:sym typeface="Consolas"/>
              </a:rPr>
              <a:t>(</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degrees</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1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this</a:t>
            </a:r>
            <a:r>
              <a:rPr lang="en" sz="900">
                <a:latin typeface="Consolas"/>
                <a:ea typeface="Consolas"/>
                <a:cs typeface="Consolas"/>
                <a:sym typeface="Consolas"/>
              </a:rPr>
              <a:t>.</a:t>
            </a:r>
            <a:r>
              <a:rPr lang="en" sz="900">
                <a:solidFill>
                  <a:srgbClr val="001080"/>
                </a:solidFill>
                <a:latin typeface="Consolas"/>
                <a:ea typeface="Consolas"/>
                <a:cs typeface="Consolas"/>
                <a:sym typeface="Consolas"/>
              </a:rPr>
              <a:t>degrees</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degrees</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1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10000"/>
              </a:lnSpc>
              <a:spcBef>
                <a:spcPts val="0"/>
              </a:spcBef>
              <a:spcAft>
                <a:spcPts val="0"/>
              </a:spcAft>
              <a:buNone/>
            </a:pPr>
            <a:endParaRPr sz="900">
              <a:latin typeface="Consolas"/>
              <a:ea typeface="Consolas"/>
              <a:cs typeface="Consolas"/>
              <a:sym typeface="Consolas"/>
            </a:endParaRPr>
          </a:p>
          <a:p>
            <a:pPr marL="0" lvl="0" indent="0" algn="l" rtl="0">
              <a:lnSpc>
                <a:spcPct val="11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getTemperature</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10000"/>
              </a:lnSpc>
              <a:spcBef>
                <a:spcPts val="0"/>
              </a:spcBef>
              <a:spcAft>
                <a:spcPts val="0"/>
              </a:spcAft>
              <a:buNone/>
            </a:pPr>
            <a:r>
              <a:rPr lang="en" sz="900">
                <a:latin typeface="Consolas"/>
                <a:ea typeface="Consolas"/>
                <a:cs typeface="Consolas"/>
                <a:sym typeface="Consolas"/>
              </a:rPr>
              <a:t>    </a:t>
            </a:r>
            <a:r>
              <a:rPr lang="en" sz="900">
                <a:solidFill>
                  <a:srgbClr val="AF00DB"/>
                </a:solidFill>
                <a:latin typeface="Consolas"/>
                <a:ea typeface="Consolas"/>
                <a:cs typeface="Consolas"/>
                <a:sym typeface="Consolas"/>
              </a:rPr>
              <a:t>return</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degrees</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1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10000"/>
              </a:lnSpc>
              <a:spcBef>
                <a:spcPts val="0"/>
              </a:spcBef>
              <a:spcAft>
                <a:spcPts val="0"/>
              </a:spcAft>
              <a:buNone/>
            </a:pPr>
            <a:endParaRPr sz="900">
              <a:latin typeface="Consolas"/>
              <a:ea typeface="Consolas"/>
              <a:cs typeface="Consolas"/>
              <a:sym typeface="Consolas"/>
            </a:endParaRPr>
          </a:p>
          <a:p>
            <a:pPr marL="0" lvl="0" indent="0" algn="l" rtl="0">
              <a:lnSpc>
                <a:spcPct val="11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void</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setTemperature</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10000"/>
              </a:lnSpc>
              <a:spcBef>
                <a:spcPts val="0"/>
              </a:spcBef>
              <a:spcAft>
                <a:spcPts val="0"/>
              </a:spcAft>
              <a:buNone/>
            </a:pPr>
            <a:r>
              <a:rPr lang="en" sz="900">
                <a:solidFill>
                  <a:srgbClr val="267F99"/>
                </a:solidFill>
                <a:latin typeface="Consolas"/>
                <a:ea typeface="Consolas"/>
                <a:cs typeface="Consolas"/>
                <a:sym typeface="Consolas"/>
              </a:rPr>
              <a:t>                          double</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degrees</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1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this</a:t>
            </a:r>
            <a:r>
              <a:rPr lang="en" sz="900">
                <a:latin typeface="Consolas"/>
                <a:ea typeface="Consolas"/>
                <a:cs typeface="Consolas"/>
                <a:sym typeface="Consolas"/>
              </a:rPr>
              <a:t>.</a:t>
            </a:r>
            <a:r>
              <a:rPr lang="en" sz="900">
                <a:solidFill>
                  <a:srgbClr val="001080"/>
                </a:solidFill>
                <a:latin typeface="Consolas"/>
                <a:ea typeface="Consolas"/>
                <a:cs typeface="Consolas"/>
                <a:sym typeface="Consolas"/>
              </a:rPr>
              <a:t>degrees</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degrees</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1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10000"/>
              </a:lnSpc>
              <a:spcBef>
                <a:spcPts val="0"/>
              </a:spcBef>
              <a:spcAft>
                <a:spcPts val="0"/>
              </a:spcAft>
              <a:buNone/>
            </a:pPr>
            <a:endParaRPr sz="900">
              <a:latin typeface="Consolas"/>
              <a:ea typeface="Consolas"/>
              <a:cs typeface="Consolas"/>
              <a:sym typeface="Consolas"/>
            </a:endParaRPr>
          </a:p>
          <a:p>
            <a:pPr marL="0" lvl="0" indent="0" algn="l" rtl="0">
              <a:lnSpc>
                <a:spcPct val="11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abstract</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getFreezingPoint</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10000"/>
              </a:lnSpc>
              <a:spcBef>
                <a:spcPts val="0"/>
              </a:spcBef>
              <a:spcAft>
                <a:spcPts val="0"/>
              </a:spcAft>
              <a:buNone/>
            </a:pPr>
            <a:endParaRPr sz="900">
              <a:latin typeface="Consolas"/>
              <a:ea typeface="Consolas"/>
              <a:cs typeface="Consolas"/>
              <a:sym typeface="Consolas"/>
            </a:endParaRPr>
          </a:p>
          <a:p>
            <a:pPr marL="0" lvl="0" indent="0" algn="l" rtl="0">
              <a:lnSpc>
                <a:spcPct val="11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abstract</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getBoilingPoint</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10000"/>
              </a:lnSpc>
              <a:spcBef>
                <a:spcPts val="0"/>
              </a:spcBef>
              <a:spcAft>
                <a:spcPts val="0"/>
              </a:spcAft>
              <a:buNone/>
            </a:pPr>
            <a:endParaRPr sz="900">
              <a:latin typeface="Consolas"/>
              <a:ea typeface="Consolas"/>
              <a:cs typeface="Consolas"/>
              <a:sym typeface="Consolas"/>
            </a:endParaRPr>
          </a:p>
          <a:p>
            <a:pPr marL="0" lvl="0" indent="0" algn="l" rtl="0">
              <a:lnSpc>
                <a:spcPct val="110000"/>
              </a:lnSpc>
              <a:spcBef>
                <a:spcPts val="0"/>
              </a:spcBef>
              <a:spcAft>
                <a:spcPts val="0"/>
              </a:spcAft>
              <a:buNone/>
            </a:pPr>
            <a:r>
              <a:rPr lang="en" sz="900">
                <a:solidFill>
                  <a:srgbClr val="0000FF"/>
                </a:solidFill>
                <a:latin typeface="Consolas"/>
                <a:ea typeface="Consolas"/>
                <a:cs typeface="Consolas"/>
                <a:sym typeface="Consolas"/>
              </a:rPr>
              <a:t>  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abstract</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char</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getScale</a:t>
            </a:r>
            <a:r>
              <a:rPr lang="en" sz="900">
                <a:latin typeface="Consolas"/>
                <a:ea typeface="Consolas"/>
                <a:cs typeface="Consolas"/>
                <a:sym typeface="Consolas"/>
              </a:rPr>
              <a:t>();</a:t>
            </a:r>
            <a:endParaRPr sz="900" b="1">
              <a:latin typeface="Consolas"/>
              <a:ea typeface="Consolas"/>
              <a:cs typeface="Consolas"/>
              <a:sym typeface="Consolas"/>
            </a:endParaRPr>
          </a:p>
          <a:p>
            <a:pPr marL="0" lvl="0" indent="0" algn="l" rtl="0">
              <a:lnSpc>
                <a:spcPct val="110000"/>
              </a:lnSpc>
              <a:spcBef>
                <a:spcPts val="0"/>
              </a:spcBef>
              <a:spcAft>
                <a:spcPts val="0"/>
              </a:spcAft>
              <a:buNone/>
            </a:pPr>
            <a:r>
              <a:rPr lang="en" sz="900">
                <a:latin typeface="Consolas"/>
                <a:ea typeface="Consolas"/>
                <a:cs typeface="Consolas"/>
                <a:sym typeface="Consolas"/>
              </a:rPr>
              <a:t>}</a:t>
            </a:r>
            <a:endParaRPr sz="900">
              <a:solidFill>
                <a:srgbClr val="0000FF"/>
              </a:solidFill>
              <a:latin typeface="Consolas"/>
              <a:ea typeface="Consolas"/>
              <a:cs typeface="Consolas"/>
              <a:sym typeface="Consolas"/>
            </a:endParaRPr>
          </a:p>
        </p:txBody>
      </p:sp>
      <p:sp>
        <p:nvSpPr>
          <p:cNvPr id="1022" name="Google Shape;1022;p116"/>
          <p:cNvSpPr txBox="1"/>
          <p:nvPr/>
        </p:nvSpPr>
        <p:spPr>
          <a:xfrm>
            <a:off x="104800" y="808825"/>
            <a:ext cx="3241800" cy="523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t>An </a:t>
            </a:r>
            <a:r>
              <a:rPr lang="en" sz="1100" b="1" i="1">
                <a:solidFill>
                  <a:srgbClr val="FF0000"/>
                </a:solidFill>
              </a:rPr>
              <a:t>abstract class</a:t>
            </a:r>
            <a:r>
              <a:rPr lang="en" sz="1100"/>
              <a:t> must be declared with the </a:t>
            </a:r>
            <a:r>
              <a:rPr lang="en" sz="1100">
                <a:solidFill>
                  <a:srgbClr val="FF0000"/>
                </a:solidFill>
                <a:latin typeface="Courier New"/>
                <a:ea typeface="Courier New"/>
                <a:cs typeface="Courier New"/>
                <a:sym typeface="Courier New"/>
              </a:rPr>
              <a:t>abstract</a:t>
            </a:r>
            <a:r>
              <a:rPr lang="en" sz="1100"/>
              <a:t> modifier.</a:t>
            </a:r>
            <a:endParaRPr sz="1100"/>
          </a:p>
        </p:txBody>
      </p:sp>
      <p:sp>
        <p:nvSpPr>
          <p:cNvPr id="1023" name="Google Shape;1023;p116"/>
          <p:cNvSpPr txBox="1"/>
          <p:nvPr/>
        </p:nvSpPr>
        <p:spPr>
          <a:xfrm>
            <a:off x="104800" y="1419975"/>
            <a:ext cx="1856700" cy="523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t>Abstract classes may contain </a:t>
            </a:r>
            <a:r>
              <a:rPr lang="en" sz="1100" b="1" i="1">
                <a:solidFill>
                  <a:srgbClr val="FF0000"/>
                </a:solidFill>
              </a:rPr>
              <a:t>fields</a:t>
            </a:r>
            <a:r>
              <a:rPr lang="en" sz="1100"/>
              <a:t>...</a:t>
            </a:r>
            <a:endParaRPr sz="1100"/>
          </a:p>
        </p:txBody>
      </p:sp>
      <p:sp>
        <p:nvSpPr>
          <p:cNvPr id="1024" name="Google Shape;1024;p116"/>
          <p:cNvSpPr txBox="1"/>
          <p:nvPr/>
        </p:nvSpPr>
        <p:spPr>
          <a:xfrm>
            <a:off x="104800" y="4305975"/>
            <a:ext cx="18567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t>An abstract class may also define </a:t>
            </a:r>
            <a:r>
              <a:rPr lang="en" sz="1100" b="1" i="1">
                <a:solidFill>
                  <a:srgbClr val="FF0000"/>
                </a:solidFill>
              </a:rPr>
              <a:t>zero or more</a:t>
            </a:r>
            <a:r>
              <a:rPr lang="en" sz="1100"/>
              <a:t> </a:t>
            </a:r>
            <a:r>
              <a:rPr lang="en" sz="1100">
                <a:latin typeface="Courier New"/>
                <a:ea typeface="Courier New"/>
                <a:cs typeface="Courier New"/>
                <a:sym typeface="Courier New"/>
              </a:rPr>
              <a:t>abstract</a:t>
            </a:r>
            <a:r>
              <a:rPr lang="en" sz="1100"/>
              <a:t> methods.</a:t>
            </a:r>
            <a:endParaRPr sz="1100"/>
          </a:p>
        </p:txBody>
      </p:sp>
      <p:sp>
        <p:nvSpPr>
          <p:cNvPr id="1025" name="Google Shape;1025;p116"/>
          <p:cNvSpPr txBox="1"/>
          <p:nvPr/>
        </p:nvSpPr>
        <p:spPr>
          <a:xfrm>
            <a:off x="104800" y="2493338"/>
            <a:ext cx="1856700" cy="354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solidFill>
                  <a:srgbClr val="FF0000"/>
                </a:solidFill>
              </a:rPr>
              <a:t>…</a:t>
            </a:r>
            <a:r>
              <a:rPr lang="en" sz="1100" b="1" i="1">
                <a:solidFill>
                  <a:srgbClr val="FF0000"/>
                </a:solidFill>
              </a:rPr>
              <a:t>constructors</a:t>
            </a:r>
            <a:r>
              <a:rPr lang="en" sz="1100"/>
              <a:t>...</a:t>
            </a:r>
            <a:endParaRPr sz="1100"/>
          </a:p>
        </p:txBody>
      </p:sp>
      <p:sp>
        <p:nvSpPr>
          <p:cNvPr id="1026" name="Google Shape;1026;p116"/>
          <p:cNvSpPr txBox="1"/>
          <p:nvPr/>
        </p:nvSpPr>
        <p:spPr>
          <a:xfrm>
            <a:off x="104800" y="3397488"/>
            <a:ext cx="1856700" cy="354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t>…and </a:t>
            </a:r>
            <a:r>
              <a:rPr lang="en" sz="1100" b="1" i="1">
                <a:solidFill>
                  <a:srgbClr val="FF0000"/>
                </a:solidFill>
              </a:rPr>
              <a:t>concrete methods</a:t>
            </a:r>
            <a:r>
              <a:rPr lang="en" sz="1100"/>
              <a:t>.</a:t>
            </a:r>
            <a:endParaRPr sz="1100"/>
          </a:p>
        </p:txBody>
      </p:sp>
      <p:grpSp>
        <p:nvGrpSpPr>
          <p:cNvPr id="1027" name="Google Shape;1027;p116"/>
          <p:cNvGrpSpPr/>
          <p:nvPr/>
        </p:nvGrpSpPr>
        <p:grpSpPr>
          <a:xfrm>
            <a:off x="2578975" y="1332677"/>
            <a:ext cx="591600" cy="336900"/>
            <a:chOff x="2807575" y="1332677"/>
            <a:chExt cx="591600" cy="336900"/>
          </a:xfrm>
        </p:grpSpPr>
        <p:sp>
          <p:nvSpPr>
            <p:cNvPr id="1028" name="Google Shape;1028;p116"/>
            <p:cNvSpPr/>
            <p:nvPr/>
          </p:nvSpPr>
          <p:spPr>
            <a:xfrm>
              <a:off x="2807575" y="1504877"/>
              <a:ext cx="591600" cy="164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29" name="Google Shape;1029;p116"/>
            <p:cNvCxnSpPr>
              <a:stCxn id="1028" idx="0"/>
            </p:cNvCxnSpPr>
            <p:nvPr/>
          </p:nvCxnSpPr>
          <p:spPr>
            <a:xfrm rot="10800000">
              <a:off x="3103375" y="1332677"/>
              <a:ext cx="0" cy="172200"/>
            </a:xfrm>
            <a:prstGeom prst="straightConnector1">
              <a:avLst/>
            </a:prstGeom>
            <a:noFill/>
            <a:ln w="19050" cap="flat" cmpd="sng">
              <a:solidFill>
                <a:srgbClr val="FF0000"/>
              </a:solidFill>
              <a:prstDash val="solid"/>
              <a:round/>
              <a:headEnd type="none" w="med" len="med"/>
              <a:tailEnd type="none" w="med" len="med"/>
            </a:ln>
          </p:spPr>
        </p:cxnSp>
      </p:grpSp>
      <p:grpSp>
        <p:nvGrpSpPr>
          <p:cNvPr id="1030" name="Google Shape;1030;p116"/>
          <p:cNvGrpSpPr/>
          <p:nvPr/>
        </p:nvGrpSpPr>
        <p:grpSpPr>
          <a:xfrm>
            <a:off x="1969025" y="1718506"/>
            <a:ext cx="1822800" cy="164700"/>
            <a:chOff x="2197625" y="2021975"/>
            <a:chExt cx="1822800" cy="164700"/>
          </a:xfrm>
        </p:grpSpPr>
        <p:sp>
          <p:nvSpPr>
            <p:cNvPr id="1031" name="Google Shape;1031;p116"/>
            <p:cNvSpPr/>
            <p:nvPr/>
          </p:nvSpPr>
          <p:spPr>
            <a:xfrm>
              <a:off x="2480825" y="2021975"/>
              <a:ext cx="1539600" cy="164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32" name="Google Shape;1032;p116"/>
            <p:cNvCxnSpPr/>
            <p:nvPr/>
          </p:nvCxnSpPr>
          <p:spPr>
            <a:xfrm rot="10800000">
              <a:off x="2197625" y="2104325"/>
              <a:ext cx="283200" cy="0"/>
            </a:xfrm>
            <a:prstGeom prst="straightConnector1">
              <a:avLst/>
            </a:prstGeom>
            <a:noFill/>
            <a:ln w="19050" cap="flat" cmpd="sng">
              <a:solidFill>
                <a:srgbClr val="FF0000"/>
              </a:solidFill>
              <a:prstDash val="solid"/>
              <a:round/>
              <a:headEnd type="none" w="med" len="med"/>
              <a:tailEnd type="none" w="med" len="med"/>
            </a:ln>
          </p:spPr>
        </p:cxnSp>
      </p:grpSp>
      <p:grpSp>
        <p:nvGrpSpPr>
          <p:cNvPr id="1033" name="Google Shape;1033;p116"/>
          <p:cNvGrpSpPr/>
          <p:nvPr/>
        </p:nvGrpSpPr>
        <p:grpSpPr>
          <a:xfrm>
            <a:off x="1961500" y="1998150"/>
            <a:ext cx="2668825" cy="672188"/>
            <a:chOff x="2190100" y="1998150"/>
            <a:chExt cx="2668825" cy="672188"/>
          </a:xfrm>
        </p:grpSpPr>
        <p:sp>
          <p:nvSpPr>
            <p:cNvPr id="1034" name="Google Shape;1034;p116"/>
            <p:cNvSpPr/>
            <p:nvPr/>
          </p:nvSpPr>
          <p:spPr>
            <a:xfrm>
              <a:off x="2480825" y="1998150"/>
              <a:ext cx="2378100" cy="4953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35" name="Google Shape;1035;p116"/>
            <p:cNvCxnSpPr>
              <a:stCxn id="1025" idx="3"/>
              <a:endCxn id="1034" idx="1"/>
            </p:cNvCxnSpPr>
            <p:nvPr/>
          </p:nvCxnSpPr>
          <p:spPr>
            <a:xfrm rot="10800000" flipH="1">
              <a:off x="2190100" y="2245838"/>
              <a:ext cx="290700" cy="424500"/>
            </a:xfrm>
            <a:prstGeom prst="bentConnector3">
              <a:avLst>
                <a:gd name="adj1" fmla="val 72136"/>
              </a:avLst>
            </a:prstGeom>
            <a:noFill/>
            <a:ln w="19050" cap="flat" cmpd="sng">
              <a:solidFill>
                <a:srgbClr val="FF0000"/>
              </a:solidFill>
              <a:prstDash val="solid"/>
              <a:round/>
              <a:headEnd type="none" w="med" len="med"/>
              <a:tailEnd type="none" w="med" len="med"/>
            </a:ln>
          </p:spPr>
        </p:cxnSp>
      </p:grpSp>
      <p:grpSp>
        <p:nvGrpSpPr>
          <p:cNvPr id="1036" name="Google Shape;1036;p116"/>
          <p:cNvGrpSpPr/>
          <p:nvPr/>
        </p:nvGrpSpPr>
        <p:grpSpPr>
          <a:xfrm>
            <a:off x="1961500" y="2571750"/>
            <a:ext cx="3042666" cy="1306500"/>
            <a:chOff x="2189583" y="2571748"/>
            <a:chExt cx="2978334" cy="1306500"/>
          </a:xfrm>
        </p:grpSpPr>
        <p:sp>
          <p:nvSpPr>
            <p:cNvPr id="1037" name="Google Shape;1037;p116"/>
            <p:cNvSpPr/>
            <p:nvPr/>
          </p:nvSpPr>
          <p:spPr>
            <a:xfrm>
              <a:off x="2480817" y="2571748"/>
              <a:ext cx="2687100" cy="13065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38" name="Google Shape;1038;p116"/>
            <p:cNvCxnSpPr>
              <a:stCxn id="1026" idx="3"/>
              <a:endCxn id="1037" idx="1"/>
            </p:cNvCxnSpPr>
            <p:nvPr/>
          </p:nvCxnSpPr>
          <p:spPr>
            <a:xfrm rot="10800000" flipH="1">
              <a:off x="2189583" y="3224986"/>
              <a:ext cx="291300" cy="349500"/>
            </a:xfrm>
            <a:prstGeom prst="bentConnector3">
              <a:avLst>
                <a:gd name="adj1" fmla="val 72986"/>
              </a:avLst>
            </a:prstGeom>
            <a:noFill/>
            <a:ln w="19050" cap="flat" cmpd="sng">
              <a:solidFill>
                <a:srgbClr val="FF0000"/>
              </a:solidFill>
              <a:prstDash val="solid"/>
              <a:round/>
              <a:headEnd type="none" w="med" len="med"/>
              <a:tailEnd type="none" w="med" len="med"/>
            </a:ln>
          </p:spPr>
        </p:cxnSp>
      </p:grpSp>
      <p:grpSp>
        <p:nvGrpSpPr>
          <p:cNvPr id="1039" name="Google Shape;1039;p116"/>
          <p:cNvGrpSpPr/>
          <p:nvPr/>
        </p:nvGrpSpPr>
        <p:grpSpPr>
          <a:xfrm>
            <a:off x="1961500" y="3947625"/>
            <a:ext cx="3035725" cy="807600"/>
            <a:chOff x="2190100" y="3947625"/>
            <a:chExt cx="3035725" cy="807600"/>
          </a:xfrm>
        </p:grpSpPr>
        <p:sp>
          <p:nvSpPr>
            <p:cNvPr id="1040" name="Google Shape;1040;p116"/>
            <p:cNvSpPr/>
            <p:nvPr/>
          </p:nvSpPr>
          <p:spPr>
            <a:xfrm>
              <a:off x="2480825" y="3947625"/>
              <a:ext cx="2745000" cy="8076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41" name="Google Shape;1041;p116"/>
            <p:cNvCxnSpPr>
              <a:stCxn id="1024" idx="3"/>
              <a:endCxn id="1040" idx="1"/>
            </p:cNvCxnSpPr>
            <p:nvPr/>
          </p:nvCxnSpPr>
          <p:spPr>
            <a:xfrm rot="10800000" flipH="1">
              <a:off x="2190100" y="4351425"/>
              <a:ext cx="290700" cy="300900"/>
            </a:xfrm>
            <a:prstGeom prst="bentConnector3">
              <a:avLst>
                <a:gd name="adj1" fmla="val 79859"/>
              </a:avLst>
            </a:prstGeom>
            <a:noFill/>
            <a:ln w="19050" cap="flat" cmpd="sng">
              <a:solidFill>
                <a:srgbClr val="FF0000"/>
              </a:solidFill>
              <a:prstDash val="solid"/>
              <a:round/>
              <a:headEnd type="none" w="med" len="med"/>
              <a:tailEnd type="none" w="med" len="med"/>
            </a:ln>
          </p:spPr>
        </p:cxnSp>
      </p:grpSp>
      <p:sp>
        <p:nvSpPr>
          <p:cNvPr id="1042" name="Google Shape;1042;p116"/>
          <p:cNvSpPr txBox="1"/>
          <p:nvPr/>
        </p:nvSpPr>
        <p:spPr>
          <a:xfrm>
            <a:off x="5269950" y="1423490"/>
            <a:ext cx="3562200" cy="523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t>An abstract class cannot be </a:t>
            </a:r>
            <a:r>
              <a:rPr lang="en" sz="1100" b="1" i="1">
                <a:solidFill>
                  <a:srgbClr val="FF0000"/>
                </a:solidFill>
              </a:rPr>
              <a:t>instantiated </a:t>
            </a:r>
            <a:r>
              <a:rPr lang="en" sz="1100"/>
              <a:t>using </a:t>
            </a:r>
            <a:r>
              <a:rPr lang="en" sz="1100">
                <a:latin typeface="Courier New"/>
                <a:ea typeface="Courier New"/>
                <a:cs typeface="Courier New"/>
                <a:sym typeface="Courier New"/>
              </a:rPr>
              <a:t>new</a:t>
            </a:r>
            <a:r>
              <a:rPr lang="en" sz="1100"/>
              <a:t> even if it defines a constructor. Why?</a:t>
            </a:r>
            <a:endParaRPr sz="1100"/>
          </a:p>
        </p:txBody>
      </p:sp>
      <p:pic>
        <p:nvPicPr>
          <p:cNvPr id="1043" name="Google Shape;1043;p116"/>
          <p:cNvPicPr preferRelativeResize="0"/>
          <p:nvPr/>
        </p:nvPicPr>
        <p:blipFill>
          <a:blip r:embed="rId3">
            <a:alphaModFix/>
          </a:blip>
          <a:stretch>
            <a:fillRect/>
          </a:stretch>
        </p:blipFill>
        <p:spPr>
          <a:xfrm>
            <a:off x="5269950" y="2113116"/>
            <a:ext cx="3562200" cy="1242855"/>
          </a:xfrm>
          <a:prstGeom prst="rect">
            <a:avLst/>
          </a:prstGeom>
          <a:noFill/>
          <a:ln w="19050" cap="flat" cmpd="sng">
            <a:solidFill>
              <a:srgbClr val="000000"/>
            </a:solidFill>
            <a:prstDash val="solid"/>
            <a:round/>
            <a:headEnd type="none" w="sm" len="sm"/>
            <a:tailEnd type="none" w="sm" len="sm"/>
          </a:ln>
        </p:spPr>
      </p:pic>
      <p:grpSp>
        <p:nvGrpSpPr>
          <p:cNvPr id="1044" name="Google Shape;1044;p116"/>
          <p:cNvGrpSpPr/>
          <p:nvPr/>
        </p:nvGrpSpPr>
        <p:grpSpPr>
          <a:xfrm>
            <a:off x="6813075" y="1940291"/>
            <a:ext cx="1954200" cy="540600"/>
            <a:chOff x="6813075" y="1901525"/>
            <a:chExt cx="1954200" cy="540600"/>
          </a:xfrm>
        </p:grpSpPr>
        <p:sp>
          <p:nvSpPr>
            <p:cNvPr id="1045" name="Google Shape;1045;p116"/>
            <p:cNvSpPr/>
            <p:nvPr/>
          </p:nvSpPr>
          <p:spPr>
            <a:xfrm>
              <a:off x="6813075" y="2156225"/>
              <a:ext cx="1954200" cy="2859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46" name="Google Shape;1046;p116"/>
            <p:cNvCxnSpPr>
              <a:stCxn id="1045" idx="0"/>
            </p:cNvCxnSpPr>
            <p:nvPr/>
          </p:nvCxnSpPr>
          <p:spPr>
            <a:xfrm rot="10800000">
              <a:off x="7790175" y="1901525"/>
              <a:ext cx="0" cy="254700"/>
            </a:xfrm>
            <a:prstGeom prst="straightConnector1">
              <a:avLst/>
            </a:prstGeom>
            <a:noFill/>
            <a:ln w="19050" cap="flat" cmpd="sng">
              <a:solidFill>
                <a:srgbClr val="FF0000"/>
              </a:solidFill>
              <a:prstDash val="solid"/>
              <a:round/>
              <a:headEnd type="none" w="med" len="med"/>
              <a:tailEnd type="none" w="med" len="med"/>
            </a:ln>
          </p:spPr>
        </p:cxnSp>
      </p:grpSp>
      <p:pic>
        <p:nvPicPr>
          <p:cNvPr id="1047" name="Google Shape;1047;p116"/>
          <p:cNvPicPr preferRelativeResize="0"/>
          <p:nvPr/>
        </p:nvPicPr>
        <p:blipFill rotWithShape="1">
          <a:blip r:embed="rId4">
            <a:alphaModFix/>
          </a:blip>
          <a:srcRect r="2210"/>
          <a:stretch/>
        </p:blipFill>
        <p:spPr>
          <a:xfrm>
            <a:off x="5340938" y="2620868"/>
            <a:ext cx="3420225" cy="672200"/>
          </a:xfrm>
          <a:prstGeom prst="rect">
            <a:avLst/>
          </a:prstGeom>
          <a:noFill/>
          <a:ln>
            <a:noFill/>
          </a:ln>
        </p:spPr>
      </p:pic>
      <p:sp>
        <p:nvSpPr>
          <p:cNvPr id="1048" name="Google Shape;1048;p116"/>
          <p:cNvSpPr txBox="1"/>
          <p:nvPr/>
        </p:nvSpPr>
        <p:spPr>
          <a:xfrm>
            <a:off x="5269963" y="3522391"/>
            <a:ext cx="35622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t>If you could instantiate an abstract class, what would happen when you tried to call one of the abstract methods?</a:t>
            </a:r>
            <a:endParaRPr sz="1100"/>
          </a:p>
        </p:txBody>
      </p:sp>
      <p:sp>
        <p:nvSpPr>
          <p:cNvPr id="1049" name="Google Shape;1049;p116"/>
          <p:cNvSpPr txBox="1"/>
          <p:nvPr/>
        </p:nvSpPr>
        <p:spPr>
          <a:xfrm>
            <a:off x="5269938" y="4344741"/>
            <a:ext cx="3562200" cy="523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t>There is </a:t>
            </a:r>
            <a:r>
              <a:rPr lang="en" sz="1100" b="1" i="1">
                <a:solidFill>
                  <a:srgbClr val="FF0000"/>
                </a:solidFill>
              </a:rPr>
              <a:t>no code</a:t>
            </a:r>
            <a:r>
              <a:rPr lang="en" sz="1100"/>
              <a:t> in those methods. What would Java execute? How would it know what to </a:t>
            </a:r>
            <a:r>
              <a:rPr lang="en" sz="1100" b="1" i="1">
                <a:solidFill>
                  <a:srgbClr val="FF0000"/>
                </a:solidFill>
              </a:rPr>
              <a:t>return</a:t>
            </a:r>
            <a:r>
              <a:rPr lang="en" sz="1100"/>
              <a:t>?</a:t>
            </a:r>
            <a:endParaRPr sz="1100"/>
          </a:p>
        </p:txBody>
      </p:sp>
      <p:grpSp>
        <p:nvGrpSpPr>
          <p:cNvPr id="1050" name="Google Shape;1050;p116"/>
          <p:cNvGrpSpPr/>
          <p:nvPr/>
        </p:nvGrpSpPr>
        <p:grpSpPr>
          <a:xfrm>
            <a:off x="5340950" y="2676816"/>
            <a:ext cx="3426300" cy="845700"/>
            <a:chOff x="5340950" y="2638050"/>
            <a:chExt cx="3426300" cy="845700"/>
          </a:xfrm>
        </p:grpSpPr>
        <p:sp>
          <p:nvSpPr>
            <p:cNvPr id="1051" name="Google Shape;1051;p116"/>
            <p:cNvSpPr/>
            <p:nvPr/>
          </p:nvSpPr>
          <p:spPr>
            <a:xfrm>
              <a:off x="5340950" y="2638050"/>
              <a:ext cx="3426300" cy="5406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52" name="Google Shape;1052;p116"/>
            <p:cNvCxnSpPr>
              <a:stCxn id="1051" idx="2"/>
              <a:endCxn id="1048" idx="0"/>
            </p:cNvCxnSpPr>
            <p:nvPr/>
          </p:nvCxnSpPr>
          <p:spPr>
            <a:xfrm flipH="1">
              <a:off x="7051100" y="3178650"/>
              <a:ext cx="3000" cy="305100"/>
            </a:xfrm>
            <a:prstGeom prst="straightConnector1">
              <a:avLst/>
            </a:prstGeom>
            <a:noFill/>
            <a:ln w="19050" cap="flat" cmpd="sng">
              <a:solidFill>
                <a:srgbClr val="FF0000"/>
              </a:solidFill>
              <a:prstDash val="solid"/>
              <a:round/>
              <a:headEnd type="none" w="med" len="med"/>
              <a:tailEnd type="non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22"/>
                                        </p:tgtEl>
                                        <p:attrNameLst>
                                          <p:attrName>style.visibility</p:attrName>
                                        </p:attrNameLst>
                                      </p:cBhvr>
                                      <p:to>
                                        <p:strVal val="visible"/>
                                      </p:to>
                                    </p:set>
                                    <p:animEffect transition="in" filter="fade">
                                      <p:cBhvr>
                                        <p:cTn id="7" dur="1000"/>
                                        <p:tgtEl>
                                          <p:spTgt spid="1022"/>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1027"/>
                                        </p:tgtEl>
                                        <p:attrNameLst>
                                          <p:attrName>style.visibility</p:attrName>
                                        </p:attrNameLst>
                                      </p:cBhvr>
                                      <p:to>
                                        <p:strVal val="visible"/>
                                      </p:to>
                                    </p:set>
                                    <p:animEffect transition="in" filter="fade">
                                      <p:cBhvr>
                                        <p:cTn id="11" dur="1000"/>
                                        <p:tgtEl>
                                          <p:spTgt spid="1027"/>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023"/>
                                        </p:tgtEl>
                                        <p:attrNameLst>
                                          <p:attrName>style.visibility</p:attrName>
                                        </p:attrNameLst>
                                      </p:cBhvr>
                                      <p:to>
                                        <p:strVal val="visible"/>
                                      </p:to>
                                    </p:set>
                                    <p:animEffect transition="in" filter="fade">
                                      <p:cBhvr>
                                        <p:cTn id="16" dur="1000"/>
                                        <p:tgtEl>
                                          <p:spTgt spid="1023"/>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1030"/>
                                        </p:tgtEl>
                                        <p:attrNameLst>
                                          <p:attrName>style.visibility</p:attrName>
                                        </p:attrNameLst>
                                      </p:cBhvr>
                                      <p:to>
                                        <p:strVal val="visible"/>
                                      </p:to>
                                    </p:set>
                                    <p:animEffect transition="in" filter="fade">
                                      <p:cBhvr>
                                        <p:cTn id="20" dur="1000"/>
                                        <p:tgtEl>
                                          <p:spTgt spid="1030"/>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025"/>
                                        </p:tgtEl>
                                        <p:attrNameLst>
                                          <p:attrName>style.visibility</p:attrName>
                                        </p:attrNameLst>
                                      </p:cBhvr>
                                      <p:to>
                                        <p:strVal val="visible"/>
                                      </p:to>
                                    </p:set>
                                    <p:animEffect transition="in" filter="fade">
                                      <p:cBhvr>
                                        <p:cTn id="25" dur="1000"/>
                                        <p:tgtEl>
                                          <p:spTgt spid="1025"/>
                                        </p:tgtEl>
                                      </p:cBhvr>
                                    </p:animEffect>
                                  </p:childTnLst>
                                </p:cTn>
                              </p:par>
                            </p:childTnLst>
                          </p:cTn>
                        </p:par>
                        <p:par>
                          <p:cTn id="26" fill="hold">
                            <p:stCondLst>
                              <p:cond delay="1000"/>
                            </p:stCondLst>
                            <p:childTnLst>
                              <p:par>
                                <p:cTn id="27" presetID="10" presetClass="entr" presetSubtype="0" fill="hold" nodeType="afterEffect">
                                  <p:stCondLst>
                                    <p:cond delay="0"/>
                                  </p:stCondLst>
                                  <p:childTnLst>
                                    <p:set>
                                      <p:cBhvr>
                                        <p:cTn id="28" dur="1" fill="hold">
                                          <p:stCondLst>
                                            <p:cond delay="0"/>
                                          </p:stCondLst>
                                        </p:cTn>
                                        <p:tgtEl>
                                          <p:spTgt spid="1033"/>
                                        </p:tgtEl>
                                        <p:attrNameLst>
                                          <p:attrName>style.visibility</p:attrName>
                                        </p:attrNameLst>
                                      </p:cBhvr>
                                      <p:to>
                                        <p:strVal val="visible"/>
                                      </p:to>
                                    </p:set>
                                    <p:animEffect transition="in" filter="fade">
                                      <p:cBhvr>
                                        <p:cTn id="29" dur="1000"/>
                                        <p:tgtEl>
                                          <p:spTgt spid="1033"/>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026"/>
                                        </p:tgtEl>
                                        <p:attrNameLst>
                                          <p:attrName>style.visibility</p:attrName>
                                        </p:attrNameLst>
                                      </p:cBhvr>
                                      <p:to>
                                        <p:strVal val="visible"/>
                                      </p:to>
                                    </p:set>
                                    <p:animEffect transition="in" filter="fade">
                                      <p:cBhvr>
                                        <p:cTn id="34" dur="1000"/>
                                        <p:tgtEl>
                                          <p:spTgt spid="1026"/>
                                        </p:tgtEl>
                                      </p:cBhvr>
                                    </p:animEffect>
                                  </p:childTnLst>
                                </p:cTn>
                              </p:par>
                            </p:childTnLst>
                          </p:cTn>
                        </p:par>
                        <p:par>
                          <p:cTn id="35" fill="hold">
                            <p:stCondLst>
                              <p:cond delay="1000"/>
                            </p:stCondLst>
                            <p:childTnLst>
                              <p:par>
                                <p:cTn id="36" presetID="10" presetClass="entr" presetSubtype="0" fill="hold" nodeType="afterEffect">
                                  <p:stCondLst>
                                    <p:cond delay="0"/>
                                  </p:stCondLst>
                                  <p:childTnLst>
                                    <p:set>
                                      <p:cBhvr>
                                        <p:cTn id="37" dur="1" fill="hold">
                                          <p:stCondLst>
                                            <p:cond delay="0"/>
                                          </p:stCondLst>
                                        </p:cTn>
                                        <p:tgtEl>
                                          <p:spTgt spid="1036"/>
                                        </p:tgtEl>
                                        <p:attrNameLst>
                                          <p:attrName>style.visibility</p:attrName>
                                        </p:attrNameLst>
                                      </p:cBhvr>
                                      <p:to>
                                        <p:strVal val="visible"/>
                                      </p:to>
                                    </p:set>
                                    <p:animEffect transition="in" filter="fade">
                                      <p:cBhvr>
                                        <p:cTn id="38" dur="1000"/>
                                        <p:tgtEl>
                                          <p:spTgt spid="1036"/>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024"/>
                                        </p:tgtEl>
                                        <p:attrNameLst>
                                          <p:attrName>style.visibility</p:attrName>
                                        </p:attrNameLst>
                                      </p:cBhvr>
                                      <p:to>
                                        <p:strVal val="visible"/>
                                      </p:to>
                                    </p:set>
                                    <p:animEffect transition="in" filter="fade">
                                      <p:cBhvr>
                                        <p:cTn id="43" dur="1000"/>
                                        <p:tgtEl>
                                          <p:spTgt spid="1024"/>
                                        </p:tgtEl>
                                      </p:cBhvr>
                                    </p:animEffect>
                                  </p:childTnLst>
                                </p:cTn>
                              </p:par>
                            </p:childTnLst>
                          </p:cTn>
                        </p:par>
                        <p:par>
                          <p:cTn id="44" fill="hold">
                            <p:stCondLst>
                              <p:cond delay="1000"/>
                            </p:stCondLst>
                            <p:childTnLst>
                              <p:par>
                                <p:cTn id="45" presetID="10" presetClass="entr" presetSubtype="0" fill="hold" nodeType="afterEffect">
                                  <p:stCondLst>
                                    <p:cond delay="0"/>
                                  </p:stCondLst>
                                  <p:childTnLst>
                                    <p:set>
                                      <p:cBhvr>
                                        <p:cTn id="46" dur="1" fill="hold">
                                          <p:stCondLst>
                                            <p:cond delay="0"/>
                                          </p:stCondLst>
                                        </p:cTn>
                                        <p:tgtEl>
                                          <p:spTgt spid="1039"/>
                                        </p:tgtEl>
                                        <p:attrNameLst>
                                          <p:attrName>style.visibility</p:attrName>
                                        </p:attrNameLst>
                                      </p:cBhvr>
                                      <p:to>
                                        <p:strVal val="visible"/>
                                      </p:to>
                                    </p:set>
                                    <p:animEffect transition="in" filter="fade">
                                      <p:cBhvr>
                                        <p:cTn id="47" dur="1000"/>
                                        <p:tgtEl>
                                          <p:spTgt spid="1039"/>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042"/>
                                        </p:tgtEl>
                                        <p:attrNameLst>
                                          <p:attrName>style.visibility</p:attrName>
                                        </p:attrNameLst>
                                      </p:cBhvr>
                                      <p:to>
                                        <p:strVal val="visible"/>
                                      </p:to>
                                    </p:set>
                                    <p:animEffect transition="in" filter="fade">
                                      <p:cBhvr>
                                        <p:cTn id="52" dur="1000"/>
                                        <p:tgtEl>
                                          <p:spTgt spid="1042"/>
                                        </p:tgtEl>
                                      </p:cBhvr>
                                    </p:animEffect>
                                  </p:childTnLst>
                                </p:cTn>
                              </p:par>
                              <p:par>
                                <p:cTn id="53" presetID="10" presetClass="entr" presetSubtype="0" fill="hold" nodeType="withEffect">
                                  <p:stCondLst>
                                    <p:cond delay="0"/>
                                  </p:stCondLst>
                                  <p:childTnLst>
                                    <p:set>
                                      <p:cBhvr>
                                        <p:cTn id="54" dur="1" fill="hold">
                                          <p:stCondLst>
                                            <p:cond delay="0"/>
                                          </p:stCondLst>
                                        </p:cTn>
                                        <p:tgtEl>
                                          <p:spTgt spid="1043"/>
                                        </p:tgtEl>
                                        <p:attrNameLst>
                                          <p:attrName>style.visibility</p:attrName>
                                        </p:attrNameLst>
                                      </p:cBhvr>
                                      <p:to>
                                        <p:strVal val="visible"/>
                                      </p:to>
                                    </p:set>
                                    <p:animEffect transition="in" filter="fade">
                                      <p:cBhvr>
                                        <p:cTn id="55" dur="1000"/>
                                        <p:tgtEl>
                                          <p:spTgt spid="1043"/>
                                        </p:tgtEl>
                                      </p:cBhvr>
                                    </p:animEffect>
                                  </p:childTnLst>
                                </p:cTn>
                              </p:par>
                            </p:childTnLst>
                          </p:cTn>
                        </p:par>
                        <p:par>
                          <p:cTn id="56" fill="hold">
                            <p:stCondLst>
                              <p:cond delay="1000"/>
                            </p:stCondLst>
                            <p:childTnLst>
                              <p:par>
                                <p:cTn id="57" presetID="10" presetClass="entr" presetSubtype="0" fill="hold" nodeType="afterEffect">
                                  <p:stCondLst>
                                    <p:cond delay="0"/>
                                  </p:stCondLst>
                                  <p:childTnLst>
                                    <p:set>
                                      <p:cBhvr>
                                        <p:cTn id="58" dur="1" fill="hold">
                                          <p:stCondLst>
                                            <p:cond delay="0"/>
                                          </p:stCondLst>
                                        </p:cTn>
                                        <p:tgtEl>
                                          <p:spTgt spid="1044"/>
                                        </p:tgtEl>
                                        <p:attrNameLst>
                                          <p:attrName>style.visibility</p:attrName>
                                        </p:attrNameLst>
                                      </p:cBhvr>
                                      <p:to>
                                        <p:strVal val="visible"/>
                                      </p:to>
                                    </p:set>
                                    <p:animEffect transition="in" filter="fade">
                                      <p:cBhvr>
                                        <p:cTn id="59" dur="1000"/>
                                        <p:tgtEl>
                                          <p:spTgt spid="1044"/>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1048"/>
                                        </p:tgtEl>
                                        <p:attrNameLst>
                                          <p:attrName>style.visibility</p:attrName>
                                        </p:attrNameLst>
                                      </p:cBhvr>
                                      <p:to>
                                        <p:strVal val="visible"/>
                                      </p:to>
                                    </p:set>
                                    <p:animEffect transition="in" filter="fade">
                                      <p:cBhvr>
                                        <p:cTn id="64" dur="1000"/>
                                        <p:tgtEl>
                                          <p:spTgt spid="1048"/>
                                        </p:tgtEl>
                                      </p:cBhvr>
                                    </p:animEffect>
                                  </p:childTnLst>
                                </p:cTn>
                              </p:par>
                              <p:par>
                                <p:cTn id="65" presetID="10" presetClass="entr" presetSubtype="0" fill="hold" nodeType="withEffect">
                                  <p:stCondLst>
                                    <p:cond delay="0"/>
                                  </p:stCondLst>
                                  <p:childTnLst>
                                    <p:set>
                                      <p:cBhvr>
                                        <p:cTn id="66" dur="1" fill="hold">
                                          <p:stCondLst>
                                            <p:cond delay="0"/>
                                          </p:stCondLst>
                                        </p:cTn>
                                        <p:tgtEl>
                                          <p:spTgt spid="1047"/>
                                        </p:tgtEl>
                                        <p:attrNameLst>
                                          <p:attrName>style.visibility</p:attrName>
                                        </p:attrNameLst>
                                      </p:cBhvr>
                                      <p:to>
                                        <p:strVal val="visible"/>
                                      </p:to>
                                    </p:set>
                                    <p:animEffect transition="in" filter="fade">
                                      <p:cBhvr>
                                        <p:cTn id="67" dur="1000"/>
                                        <p:tgtEl>
                                          <p:spTgt spid="1047"/>
                                        </p:tgtEl>
                                      </p:cBhvr>
                                    </p:animEffect>
                                  </p:childTnLst>
                                </p:cTn>
                              </p:par>
                            </p:childTnLst>
                          </p:cTn>
                        </p:par>
                        <p:par>
                          <p:cTn id="68" fill="hold">
                            <p:stCondLst>
                              <p:cond delay="1000"/>
                            </p:stCondLst>
                            <p:childTnLst>
                              <p:par>
                                <p:cTn id="69" presetID="10" presetClass="entr" presetSubtype="0" fill="hold" nodeType="afterEffect">
                                  <p:stCondLst>
                                    <p:cond delay="0"/>
                                  </p:stCondLst>
                                  <p:childTnLst>
                                    <p:set>
                                      <p:cBhvr>
                                        <p:cTn id="70" dur="1" fill="hold">
                                          <p:stCondLst>
                                            <p:cond delay="0"/>
                                          </p:stCondLst>
                                        </p:cTn>
                                        <p:tgtEl>
                                          <p:spTgt spid="1050"/>
                                        </p:tgtEl>
                                        <p:attrNameLst>
                                          <p:attrName>style.visibility</p:attrName>
                                        </p:attrNameLst>
                                      </p:cBhvr>
                                      <p:to>
                                        <p:strVal val="visible"/>
                                      </p:to>
                                    </p:set>
                                    <p:animEffect transition="in" filter="fade">
                                      <p:cBhvr>
                                        <p:cTn id="71" dur="1000"/>
                                        <p:tgtEl>
                                          <p:spTgt spid="1050"/>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1049"/>
                                        </p:tgtEl>
                                        <p:attrNameLst>
                                          <p:attrName>style.visibility</p:attrName>
                                        </p:attrNameLst>
                                      </p:cBhvr>
                                      <p:to>
                                        <p:strVal val="visible"/>
                                      </p:to>
                                    </p:set>
                                    <p:animEffect transition="in" filter="fade">
                                      <p:cBhvr>
                                        <p:cTn id="76" dur="1000"/>
                                        <p:tgtEl>
                                          <p:spTgt spid="10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056"/>
        <p:cNvGrpSpPr/>
        <p:nvPr/>
      </p:nvGrpSpPr>
      <p:grpSpPr>
        <a:xfrm>
          <a:off x="0" y="0"/>
          <a:ext cx="0" cy="0"/>
          <a:chOff x="0" y="0"/>
          <a:chExt cx="0" cy="0"/>
        </a:xfrm>
      </p:grpSpPr>
      <p:sp>
        <p:nvSpPr>
          <p:cNvPr id="1057" name="Google Shape;1057;p117"/>
          <p:cNvSpPr txBox="1">
            <a:spLocks noGrp="1"/>
          </p:cNvSpPr>
          <p:nvPr>
            <p:ph type="title"/>
          </p:nvPr>
        </p:nvSpPr>
        <p:spPr>
          <a:xfrm>
            <a:off x="311700" y="105275"/>
            <a:ext cx="85206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Subclassing an Abstract Class</a:t>
            </a:r>
            <a:endParaRPr/>
          </a:p>
        </p:txBody>
      </p:sp>
      <p:sp>
        <p:nvSpPr>
          <p:cNvPr id="1058" name="Google Shape;1058;p117"/>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fld id="{00000000-1234-1234-1234-123412341234}" type="slidenum">
              <a:rPr lang="en"/>
              <a:t>39</a:t>
            </a:fld>
            <a:endParaRPr/>
          </a:p>
        </p:txBody>
      </p:sp>
      <p:sp>
        <p:nvSpPr>
          <p:cNvPr id="1059" name="Google Shape;1059;p117"/>
          <p:cNvSpPr txBox="1"/>
          <p:nvPr/>
        </p:nvSpPr>
        <p:spPr>
          <a:xfrm>
            <a:off x="2077338" y="1419975"/>
            <a:ext cx="2987400" cy="32325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class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Fahrenheit</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00FF"/>
                </a:solidFill>
                <a:latin typeface="Consolas"/>
                <a:ea typeface="Consolas"/>
                <a:cs typeface="Consolas"/>
                <a:sym typeface="Consolas"/>
              </a:rPr>
              <a:t>                      extends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Thermometer</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Fahrenheit</a:t>
            </a:r>
            <a:r>
              <a:rPr lang="en" sz="900">
                <a:latin typeface="Consolas"/>
                <a:ea typeface="Consolas"/>
                <a:cs typeface="Consolas"/>
                <a:sym typeface="Consolas"/>
              </a:rPr>
              <a:t>(</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degrees</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super</a:t>
            </a:r>
            <a:r>
              <a:rPr lang="en" sz="900">
                <a:latin typeface="Consolas"/>
                <a:ea typeface="Consolas"/>
                <a:cs typeface="Consolas"/>
                <a:sym typeface="Consolas"/>
              </a:rPr>
              <a:t>(</a:t>
            </a:r>
            <a:r>
              <a:rPr lang="en" sz="900">
                <a:solidFill>
                  <a:srgbClr val="001080"/>
                </a:solidFill>
                <a:latin typeface="Consolas"/>
                <a:ea typeface="Consolas"/>
                <a:cs typeface="Consolas"/>
                <a:sym typeface="Consolas"/>
              </a:rPr>
              <a:t>degrees</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Override</a:t>
            </a:r>
            <a:endParaRPr sz="9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getFreezingPoint</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AF00DB"/>
                </a:solidFill>
                <a:latin typeface="Consolas"/>
                <a:ea typeface="Consolas"/>
                <a:cs typeface="Consolas"/>
                <a:sym typeface="Consolas"/>
              </a:rPr>
              <a:t>return</a:t>
            </a:r>
            <a:r>
              <a:rPr lang="en" sz="900">
                <a:latin typeface="Consolas"/>
                <a:ea typeface="Consolas"/>
                <a:cs typeface="Consolas"/>
                <a:sym typeface="Consolas"/>
              </a:rPr>
              <a:t> </a:t>
            </a:r>
            <a:r>
              <a:rPr lang="en" sz="900">
                <a:solidFill>
                  <a:srgbClr val="098658"/>
                </a:solidFill>
                <a:latin typeface="Consolas"/>
                <a:ea typeface="Consolas"/>
                <a:cs typeface="Consolas"/>
                <a:sym typeface="Consolas"/>
              </a:rPr>
              <a:t>32</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Override</a:t>
            </a:r>
            <a:endParaRPr sz="9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getBoilingPoint</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AF00DB"/>
                </a:solidFill>
                <a:latin typeface="Consolas"/>
                <a:ea typeface="Consolas"/>
                <a:cs typeface="Consolas"/>
                <a:sym typeface="Consolas"/>
              </a:rPr>
              <a:t>return</a:t>
            </a:r>
            <a:r>
              <a:rPr lang="en" sz="900">
                <a:latin typeface="Consolas"/>
                <a:ea typeface="Consolas"/>
                <a:cs typeface="Consolas"/>
                <a:sym typeface="Consolas"/>
              </a:rPr>
              <a:t> </a:t>
            </a:r>
            <a:r>
              <a:rPr lang="en" sz="900">
                <a:solidFill>
                  <a:srgbClr val="098658"/>
                </a:solidFill>
                <a:latin typeface="Consolas"/>
                <a:ea typeface="Consolas"/>
                <a:cs typeface="Consolas"/>
                <a:sym typeface="Consolas"/>
              </a:rPr>
              <a:t>212</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Override</a:t>
            </a:r>
            <a:endParaRPr sz="9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char</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getScale</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AF00DB"/>
                </a:solidFill>
                <a:latin typeface="Consolas"/>
                <a:ea typeface="Consolas"/>
                <a:cs typeface="Consolas"/>
                <a:sym typeface="Consolas"/>
              </a:rPr>
              <a:t>return</a:t>
            </a:r>
            <a:r>
              <a:rPr lang="en" sz="900">
                <a:latin typeface="Consolas"/>
                <a:ea typeface="Consolas"/>
                <a:cs typeface="Consolas"/>
                <a:sym typeface="Consolas"/>
              </a:rPr>
              <a:t> </a:t>
            </a:r>
            <a:r>
              <a:rPr lang="en" sz="900">
                <a:solidFill>
                  <a:srgbClr val="A31515"/>
                </a:solidFill>
                <a:latin typeface="Consolas"/>
                <a:ea typeface="Consolas"/>
                <a:cs typeface="Consolas"/>
                <a:sym typeface="Consolas"/>
              </a:rPr>
              <a:t>'F'</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endParaRPr sz="900">
              <a:solidFill>
                <a:srgbClr val="0000FF"/>
              </a:solidFill>
              <a:latin typeface="Consolas"/>
              <a:ea typeface="Consolas"/>
              <a:cs typeface="Consolas"/>
              <a:sym typeface="Consola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063"/>
        <p:cNvGrpSpPr/>
        <p:nvPr/>
      </p:nvGrpSpPr>
      <p:grpSpPr>
        <a:xfrm>
          <a:off x="0" y="0"/>
          <a:ext cx="0" cy="0"/>
          <a:chOff x="0" y="0"/>
          <a:chExt cx="0" cy="0"/>
        </a:xfrm>
      </p:grpSpPr>
      <p:sp>
        <p:nvSpPr>
          <p:cNvPr id="1064" name="Google Shape;1064;p118"/>
          <p:cNvSpPr txBox="1">
            <a:spLocks noGrp="1"/>
          </p:cNvSpPr>
          <p:nvPr>
            <p:ph type="title"/>
          </p:nvPr>
        </p:nvSpPr>
        <p:spPr>
          <a:xfrm>
            <a:off x="311700" y="105275"/>
            <a:ext cx="85206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Subclassing an Abstract Class</a:t>
            </a:r>
            <a:endParaRPr/>
          </a:p>
        </p:txBody>
      </p:sp>
      <p:sp>
        <p:nvSpPr>
          <p:cNvPr id="1065" name="Google Shape;1065;p118"/>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fld id="{00000000-1234-1234-1234-123412341234}" type="slidenum">
              <a:rPr lang="en"/>
              <a:t>40</a:t>
            </a:fld>
            <a:endParaRPr/>
          </a:p>
        </p:txBody>
      </p:sp>
      <p:sp>
        <p:nvSpPr>
          <p:cNvPr id="1066" name="Google Shape;1066;p118"/>
          <p:cNvSpPr txBox="1"/>
          <p:nvPr/>
        </p:nvSpPr>
        <p:spPr>
          <a:xfrm>
            <a:off x="104800" y="808825"/>
            <a:ext cx="3241800" cy="523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t>A </a:t>
            </a:r>
            <a:r>
              <a:rPr lang="en" sz="1100" b="1" i="1">
                <a:solidFill>
                  <a:srgbClr val="FF0000"/>
                </a:solidFill>
              </a:rPr>
              <a:t>child class</a:t>
            </a:r>
            <a:r>
              <a:rPr lang="en" sz="1100"/>
              <a:t> may subclass an abstract class using the </a:t>
            </a:r>
            <a:r>
              <a:rPr lang="en" sz="1100">
                <a:latin typeface="Courier New"/>
                <a:ea typeface="Courier New"/>
                <a:cs typeface="Courier New"/>
                <a:sym typeface="Courier New"/>
              </a:rPr>
              <a:t>extends</a:t>
            </a:r>
            <a:r>
              <a:rPr lang="en" sz="1100"/>
              <a:t> keyword.</a:t>
            </a:r>
            <a:endParaRPr sz="1100"/>
          </a:p>
        </p:txBody>
      </p:sp>
      <p:sp>
        <p:nvSpPr>
          <p:cNvPr id="1067" name="Google Shape;1067;p118"/>
          <p:cNvSpPr txBox="1"/>
          <p:nvPr/>
        </p:nvSpPr>
        <p:spPr>
          <a:xfrm>
            <a:off x="2077338" y="1419975"/>
            <a:ext cx="2987400" cy="32325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class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Fahrenheit</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00FF"/>
                </a:solidFill>
                <a:latin typeface="Consolas"/>
                <a:ea typeface="Consolas"/>
                <a:cs typeface="Consolas"/>
                <a:sym typeface="Consolas"/>
              </a:rPr>
              <a:t>                      extends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Thermometer</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Fahrenheit</a:t>
            </a:r>
            <a:r>
              <a:rPr lang="en" sz="900">
                <a:latin typeface="Consolas"/>
                <a:ea typeface="Consolas"/>
                <a:cs typeface="Consolas"/>
                <a:sym typeface="Consolas"/>
              </a:rPr>
              <a:t>(</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degrees</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super</a:t>
            </a:r>
            <a:r>
              <a:rPr lang="en" sz="900">
                <a:latin typeface="Consolas"/>
                <a:ea typeface="Consolas"/>
                <a:cs typeface="Consolas"/>
                <a:sym typeface="Consolas"/>
              </a:rPr>
              <a:t>(</a:t>
            </a:r>
            <a:r>
              <a:rPr lang="en" sz="900">
                <a:solidFill>
                  <a:srgbClr val="001080"/>
                </a:solidFill>
                <a:latin typeface="Consolas"/>
                <a:ea typeface="Consolas"/>
                <a:cs typeface="Consolas"/>
                <a:sym typeface="Consolas"/>
              </a:rPr>
              <a:t>degrees</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Override</a:t>
            </a:r>
            <a:endParaRPr sz="9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getFreezingPoint</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AF00DB"/>
                </a:solidFill>
                <a:latin typeface="Consolas"/>
                <a:ea typeface="Consolas"/>
                <a:cs typeface="Consolas"/>
                <a:sym typeface="Consolas"/>
              </a:rPr>
              <a:t>return</a:t>
            </a:r>
            <a:r>
              <a:rPr lang="en" sz="900">
                <a:latin typeface="Consolas"/>
                <a:ea typeface="Consolas"/>
                <a:cs typeface="Consolas"/>
                <a:sym typeface="Consolas"/>
              </a:rPr>
              <a:t> </a:t>
            </a:r>
            <a:r>
              <a:rPr lang="en" sz="900">
                <a:solidFill>
                  <a:srgbClr val="098658"/>
                </a:solidFill>
                <a:latin typeface="Consolas"/>
                <a:ea typeface="Consolas"/>
                <a:cs typeface="Consolas"/>
                <a:sym typeface="Consolas"/>
              </a:rPr>
              <a:t>32</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Override</a:t>
            </a:r>
            <a:endParaRPr sz="9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getBoilingPoint</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AF00DB"/>
                </a:solidFill>
                <a:latin typeface="Consolas"/>
                <a:ea typeface="Consolas"/>
                <a:cs typeface="Consolas"/>
                <a:sym typeface="Consolas"/>
              </a:rPr>
              <a:t>return</a:t>
            </a:r>
            <a:r>
              <a:rPr lang="en" sz="900">
                <a:latin typeface="Consolas"/>
                <a:ea typeface="Consolas"/>
                <a:cs typeface="Consolas"/>
                <a:sym typeface="Consolas"/>
              </a:rPr>
              <a:t> </a:t>
            </a:r>
            <a:r>
              <a:rPr lang="en" sz="900">
                <a:solidFill>
                  <a:srgbClr val="098658"/>
                </a:solidFill>
                <a:latin typeface="Consolas"/>
                <a:ea typeface="Consolas"/>
                <a:cs typeface="Consolas"/>
                <a:sym typeface="Consolas"/>
              </a:rPr>
              <a:t>212</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Override</a:t>
            </a:r>
            <a:endParaRPr sz="9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char</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getScale</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AF00DB"/>
                </a:solidFill>
                <a:latin typeface="Consolas"/>
                <a:ea typeface="Consolas"/>
                <a:cs typeface="Consolas"/>
                <a:sym typeface="Consolas"/>
              </a:rPr>
              <a:t>return</a:t>
            </a:r>
            <a:r>
              <a:rPr lang="en" sz="900">
                <a:latin typeface="Consolas"/>
                <a:ea typeface="Consolas"/>
                <a:cs typeface="Consolas"/>
                <a:sym typeface="Consolas"/>
              </a:rPr>
              <a:t> </a:t>
            </a:r>
            <a:r>
              <a:rPr lang="en" sz="900">
                <a:solidFill>
                  <a:srgbClr val="A31515"/>
                </a:solidFill>
                <a:latin typeface="Consolas"/>
                <a:ea typeface="Consolas"/>
                <a:cs typeface="Consolas"/>
                <a:sym typeface="Consolas"/>
              </a:rPr>
              <a:t>'F'</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endParaRPr sz="900">
              <a:solidFill>
                <a:srgbClr val="0000FF"/>
              </a:solidFill>
              <a:latin typeface="Consolas"/>
              <a:ea typeface="Consolas"/>
              <a:cs typeface="Consolas"/>
              <a:sym typeface="Consolas"/>
            </a:endParaRPr>
          </a:p>
        </p:txBody>
      </p:sp>
      <p:sp>
        <p:nvSpPr>
          <p:cNvPr id="1068" name="Google Shape;1068;p118"/>
          <p:cNvSpPr txBox="1"/>
          <p:nvPr/>
        </p:nvSpPr>
        <p:spPr>
          <a:xfrm>
            <a:off x="104800" y="1419975"/>
            <a:ext cx="1856700" cy="861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t>If the parent class defines any constructors, one of them must be called using </a:t>
            </a:r>
            <a:r>
              <a:rPr lang="en" sz="1100">
                <a:latin typeface="Courier New"/>
                <a:ea typeface="Courier New"/>
                <a:cs typeface="Courier New"/>
                <a:sym typeface="Courier New"/>
              </a:rPr>
              <a:t>super</a:t>
            </a:r>
            <a:r>
              <a:rPr lang="en" sz="1100"/>
              <a:t>.</a:t>
            </a:r>
            <a:endParaRPr sz="1100"/>
          </a:p>
        </p:txBody>
      </p:sp>
      <p:grpSp>
        <p:nvGrpSpPr>
          <p:cNvPr id="1069" name="Google Shape;1069;p118"/>
          <p:cNvGrpSpPr/>
          <p:nvPr/>
        </p:nvGrpSpPr>
        <p:grpSpPr>
          <a:xfrm>
            <a:off x="3346650" y="1070575"/>
            <a:ext cx="1579800" cy="771300"/>
            <a:chOff x="3346650" y="1070575"/>
            <a:chExt cx="1579800" cy="771300"/>
          </a:xfrm>
        </p:grpSpPr>
        <p:sp>
          <p:nvSpPr>
            <p:cNvPr id="1070" name="Google Shape;1070;p118"/>
            <p:cNvSpPr/>
            <p:nvPr/>
          </p:nvSpPr>
          <p:spPr>
            <a:xfrm>
              <a:off x="3518850" y="1624675"/>
              <a:ext cx="1407600" cy="2172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71" name="Google Shape;1071;p118"/>
            <p:cNvCxnSpPr>
              <a:stCxn id="1070" idx="0"/>
              <a:endCxn id="1066" idx="3"/>
            </p:cNvCxnSpPr>
            <p:nvPr/>
          </p:nvCxnSpPr>
          <p:spPr>
            <a:xfrm rot="5400000" flipH="1">
              <a:off x="3507600" y="909625"/>
              <a:ext cx="554100" cy="876000"/>
            </a:xfrm>
            <a:prstGeom prst="bentConnector2">
              <a:avLst/>
            </a:prstGeom>
            <a:noFill/>
            <a:ln w="19050" cap="flat" cmpd="sng">
              <a:solidFill>
                <a:srgbClr val="FF0000"/>
              </a:solidFill>
              <a:prstDash val="solid"/>
              <a:round/>
              <a:headEnd type="none" w="med" len="med"/>
              <a:tailEnd type="none" w="med" len="med"/>
            </a:ln>
          </p:spPr>
        </p:cxnSp>
      </p:grpSp>
      <p:grpSp>
        <p:nvGrpSpPr>
          <p:cNvPr id="1072" name="Google Shape;1072;p118"/>
          <p:cNvGrpSpPr/>
          <p:nvPr/>
        </p:nvGrpSpPr>
        <p:grpSpPr>
          <a:xfrm>
            <a:off x="1969064" y="1911839"/>
            <a:ext cx="2934900" cy="476400"/>
            <a:chOff x="1969064" y="1911839"/>
            <a:chExt cx="2934900" cy="476400"/>
          </a:xfrm>
        </p:grpSpPr>
        <p:sp>
          <p:nvSpPr>
            <p:cNvPr id="1073" name="Google Shape;1073;p118"/>
            <p:cNvSpPr/>
            <p:nvPr/>
          </p:nvSpPr>
          <p:spPr>
            <a:xfrm>
              <a:off x="2630564" y="1911839"/>
              <a:ext cx="2273400" cy="4764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74" name="Google Shape;1074;p118"/>
            <p:cNvCxnSpPr>
              <a:stCxn id="1073" idx="1"/>
            </p:cNvCxnSpPr>
            <p:nvPr/>
          </p:nvCxnSpPr>
          <p:spPr>
            <a:xfrm rot="10800000">
              <a:off x="1969064" y="2150039"/>
              <a:ext cx="661500" cy="0"/>
            </a:xfrm>
            <a:prstGeom prst="straightConnector1">
              <a:avLst/>
            </a:prstGeom>
            <a:noFill/>
            <a:ln w="19050" cap="flat" cmpd="sng">
              <a:solidFill>
                <a:srgbClr val="FF0000"/>
              </a:solidFill>
              <a:prstDash val="solid"/>
              <a:round/>
              <a:headEnd type="none" w="med" len="med"/>
              <a:tailEnd type="none" w="med" len="med"/>
            </a:ln>
          </p:spPr>
        </p:cxnSp>
      </p:grpSp>
      <p:sp>
        <p:nvSpPr>
          <p:cNvPr id="1075" name="Google Shape;1075;p118"/>
          <p:cNvSpPr txBox="1"/>
          <p:nvPr/>
        </p:nvSpPr>
        <p:spPr>
          <a:xfrm>
            <a:off x="104800" y="2435775"/>
            <a:ext cx="1856700" cy="1031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t>The child class </a:t>
            </a:r>
            <a:r>
              <a:rPr lang="en" sz="1100" b="1" i="1">
                <a:solidFill>
                  <a:srgbClr val="FF0000"/>
                </a:solidFill>
              </a:rPr>
              <a:t>must</a:t>
            </a:r>
            <a:r>
              <a:rPr lang="en" sz="1100">
                <a:solidFill>
                  <a:srgbClr val="FF0000"/>
                </a:solidFill>
              </a:rPr>
              <a:t> </a:t>
            </a:r>
            <a:r>
              <a:rPr lang="en" sz="1100"/>
              <a:t>provide an implementation of each of the abstract methods defined by its parent class.</a:t>
            </a:r>
            <a:endParaRPr sz="1100"/>
          </a:p>
        </p:txBody>
      </p:sp>
      <p:grpSp>
        <p:nvGrpSpPr>
          <p:cNvPr id="1076" name="Google Shape;1076;p118"/>
          <p:cNvGrpSpPr/>
          <p:nvPr/>
        </p:nvGrpSpPr>
        <p:grpSpPr>
          <a:xfrm>
            <a:off x="1961575" y="2458258"/>
            <a:ext cx="2942400" cy="1966500"/>
            <a:chOff x="1961575" y="2458258"/>
            <a:chExt cx="2942400" cy="1966500"/>
          </a:xfrm>
        </p:grpSpPr>
        <p:sp>
          <p:nvSpPr>
            <p:cNvPr id="1077" name="Google Shape;1077;p118"/>
            <p:cNvSpPr/>
            <p:nvPr/>
          </p:nvSpPr>
          <p:spPr>
            <a:xfrm>
              <a:off x="2630575" y="2458258"/>
              <a:ext cx="2273400" cy="19665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78" name="Google Shape;1078;p118"/>
            <p:cNvCxnSpPr>
              <a:endCxn id="1077" idx="1"/>
            </p:cNvCxnSpPr>
            <p:nvPr/>
          </p:nvCxnSpPr>
          <p:spPr>
            <a:xfrm>
              <a:off x="1961575" y="2903908"/>
              <a:ext cx="669000" cy="537600"/>
            </a:xfrm>
            <a:prstGeom prst="bentConnector3">
              <a:avLst>
                <a:gd name="adj1" fmla="val 50000"/>
              </a:avLst>
            </a:prstGeom>
            <a:noFill/>
            <a:ln w="19050" cap="flat" cmpd="sng">
              <a:solidFill>
                <a:srgbClr val="FF0000"/>
              </a:solidFill>
              <a:prstDash val="solid"/>
              <a:round/>
              <a:headEnd type="none" w="med" len="med"/>
              <a:tailEnd type="none" w="med" len="med"/>
            </a:ln>
          </p:spPr>
        </p:cxnSp>
      </p:grpSp>
      <p:sp>
        <p:nvSpPr>
          <p:cNvPr id="1079" name="Google Shape;1079;p118"/>
          <p:cNvSpPr txBox="1"/>
          <p:nvPr/>
        </p:nvSpPr>
        <p:spPr>
          <a:xfrm>
            <a:off x="104800" y="3621075"/>
            <a:ext cx="1856700" cy="1031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t>If the child class does not implement one or more of the abstract methods, it must also be declared </a:t>
            </a:r>
            <a:r>
              <a:rPr lang="en" sz="1100">
                <a:latin typeface="Courier New"/>
                <a:ea typeface="Courier New"/>
                <a:cs typeface="Courier New"/>
                <a:sym typeface="Courier New"/>
              </a:rPr>
              <a:t>abstract</a:t>
            </a:r>
            <a:r>
              <a:rPr lang="en" sz="1100"/>
              <a:t>.</a:t>
            </a:r>
            <a:endParaRPr sz="1100"/>
          </a:p>
        </p:txBody>
      </p:sp>
      <p:sp>
        <p:nvSpPr>
          <p:cNvPr id="1080" name="Google Shape;1080;p118"/>
          <p:cNvSpPr txBox="1"/>
          <p:nvPr/>
        </p:nvSpPr>
        <p:spPr>
          <a:xfrm>
            <a:off x="5180588" y="1558575"/>
            <a:ext cx="2987400" cy="30939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class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Celsius</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extends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Thermometer</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Celsius</a:t>
            </a:r>
            <a:r>
              <a:rPr lang="en" sz="900">
                <a:latin typeface="Consolas"/>
                <a:ea typeface="Consolas"/>
                <a:cs typeface="Consolas"/>
                <a:sym typeface="Consolas"/>
              </a:rPr>
              <a:t>(</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degrees</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super</a:t>
            </a:r>
            <a:r>
              <a:rPr lang="en" sz="900">
                <a:latin typeface="Consolas"/>
                <a:ea typeface="Consolas"/>
                <a:cs typeface="Consolas"/>
                <a:sym typeface="Consolas"/>
              </a:rPr>
              <a:t>(</a:t>
            </a:r>
            <a:r>
              <a:rPr lang="en" sz="900">
                <a:solidFill>
                  <a:srgbClr val="001080"/>
                </a:solidFill>
                <a:latin typeface="Consolas"/>
                <a:ea typeface="Consolas"/>
                <a:cs typeface="Consolas"/>
                <a:sym typeface="Consolas"/>
              </a:rPr>
              <a:t>degrees</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Override</a:t>
            </a:r>
            <a:endParaRPr sz="9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getFreezingPoint</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AF00DB"/>
                </a:solidFill>
                <a:latin typeface="Consolas"/>
                <a:ea typeface="Consolas"/>
                <a:cs typeface="Consolas"/>
                <a:sym typeface="Consolas"/>
              </a:rPr>
              <a:t>return</a:t>
            </a:r>
            <a:r>
              <a:rPr lang="en" sz="900">
                <a:latin typeface="Consolas"/>
                <a:ea typeface="Consolas"/>
                <a:cs typeface="Consolas"/>
                <a:sym typeface="Consolas"/>
              </a:rPr>
              <a:t> </a:t>
            </a:r>
            <a:r>
              <a:rPr lang="en" sz="900">
                <a:solidFill>
                  <a:srgbClr val="098658"/>
                </a:solidFill>
                <a:latin typeface="Consolas"/>
                <a:ea typeface="Consolas"/>
                <a:cs typeface="Consolas"/>
                <a:sym typeface="Consolas"/>
              </a:rPr>
              <a:t>0</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Override</a:t>
            </a:r>
            <a:endParaRPr sz="9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getBoilingPoint</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AF00DB"/>
                </a:solidFill>
                <a:latin typeface="Consolas"/>
                <a:ea typeface="Consolas"/>
                <a:cs typeface="Consolas"/>
                <a:sym typeface="Consolas"/>
              </a:rPr>
              <a:t>return</a:t>
            </a:r>
            <a:r>
              <a:rPr lang="en" sz="900">
                <a:latin typeface="Consolas"/>
                <a:ea typeface="Consolas"/>
                <a:cs typeface="Consolas"/>
                <a:sym typeface="Consolas"/>
              </a:rPr>
              <a:t> </a:t>
            </a:r>
            <a:r>
              <a:rPr lang="en" sz="900">
                <a:solidFill>
                  <a:srgbClr val="098658"/>
                </a:solidFill>
                <a:latin typeface="Consolas"/>
                <a:ea typeface="Consolas"/>
                <a:cs typeface="Consolas"/>
                <a:sym typeface="Consolas"/>
              </a:rPr>
              <a:t>100</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Override</a:t>
            </a:r>
            <a:endParaRPr sz="9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char</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getScale</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AF00DB"/>
                </a:solidFill>
                <a:latin typeface="Consolas"/>
                <a:ea typeface="Consolas"/>
                <a:cs typeface="Consolas"/>
                <a:sym typeface="Consolas"/>
              </a:rPr>
              <a:t>return</a:t>
            </a:r>
            <a:r>
              <a:rPr lang="en" sz="900">
                <a:latin typeface="Consolas"/>
                <a:ea typeface="Consolas"/>
                <a:cs typeface="Consolas"/>
                <a:sym typeface="Consolas"/>
              </a:rPr>
              <a:t> </a:t>
            </a:r>
            <a:r>
              <a:rPr lang="en" sz="900">
                <a:solidFill>
                  <a:srgbClr val="A31515"/>
                </a:solidFill>
                <a:latin typeface="Consolas"/>
                <a:ea typeface="Consolas"/>
                <a:cs typeface="Consolas"/>
                <a:sym typeface="Consolas"/>
              </a:rPr>
              <a:t>'C'</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a:t>
            </a:r>
            <a:endParaRPr sz="900">
              <a:solidFill>
                <a:srgbClr val="0000FF"/>
              </a:solidFill>
              <a:latin typeface="Consolas"/>
              <a:ea typeface="Consolas"/>
              <a:cs typeface="Consolas"/>
              <a:sym typeface="Consolas"/>
            </a:endParaRPr>
          </a:p>
        </p:txBody>
      </p:sp>
      <p:sp>
        <p:nvSpPr>
          <p:cNvPr id="1081" name="Google Shape;1081;p118"/>
          <p:cNvSpPr txBox="1"/>
          <p:nvPr/>
        </p:nvSpPr>
        <p:spPr>
          <a:xfrm>
            <a:off x="5779350" y="808825"/>
            <a:ext cx="32418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t>Abstract methods are used when there is no common implementation. Other child classes will implement the methods differently.</a:t>
            </a:r>
            <a:endParaRPr sz="1100"/>
          </a:p>
        </p:txBody>
      </p:sp>
      <p:grpSp>
        <p:nvGrpSpPr>
          <p:cNvPr id="1082" name="Google Shape;1082;p118"/>
          <p:cNvGrpSpPr/>
          <p:nvPr/>
        </p:nvGrpSpPr>
        <p:grpSpPr>
          <a:xfrm>
            <a:off x="5470775" y="1497375"/>
            <a:ext cx="3041825" cy="2927383"/>
            <a:chOff x="5470775" y="1497375"/>
            <a:chExt cx="3041825" cy="2927383"/>
          </a:xfrm>
        </p:grpSpPr>
        <p:sp>
          <p:nvSpPr>
            <p:cNvPr id="1083" name="Google Shape;1083;p118"/>
            <p:cNvSpPr/>
            <p:nvPr/>
          </p:nvSpPr>
          <p:spPr>
            <a:xfrm>
              <a:off x="5470775" y="2458258"/>
              <a:ext cx="2273400" cy="19665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118"/>
            <p:cNvSpPr/>
            <p:nvPr/>
          </p:nvSpPr>
          <p:spPr>
            <a:xfrm>
              <a:off x="7741450" y="1497375"/>
              <a:ext cx="771150" cy="1969050"/>
            </a:xfrm>
            <a:custGeom>
              <a:avLst/>
              <a:gdLst/>
              <a:ahLst/>
              <a:cxnLst/>
              <a:rect l="l" t="t" r="r" b="b"/>
              <a:pathLst>
                <a:path w="30846" h="78762" extrusionOk="0">
                  <a:moveTo>
                    <a:pt x="0" y="78762"/>
                  </a:moveTo>
                  <a:lnTo>
                    <a:pt x="30846" y="78762"/>
                  </a:lnTo>
                  <a:lnTo>
                    <a:pt x="30846" y="0"/>
                  </a:lnTo>
                </a:path>
              </a:pathLst>
            </a:custGeom>
            <a:noFill/>
            <a:ln w="19050" cap="flat" cmpd="sng">
              <a:solidFill>
                <a:srgbClr val="FF0000"/>
              </a:solidFill>
              <a:prstDash val="solid"/>
              <a:round/>
              <a:headEnd type="none" w="med" len="med"/>
              <a:tailEnd type="none" w="med" len="med"/>
            </a:ln>
          </p:spPr>
          <p:txBody>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66"/>
                                        </p:tgtEl>
                                        <p:attrNameLst>
                                          <p:attrName>style.visibility</p:attrName>
                                        </p:attrNameLst>
                                      </p:cBhvr>
                                      <p:to>
                                        <p:strVal val="visible"/>
                                      </p:to>
                                    </p:set>
                                    <p:animEffect transition="in" filter="fade">
                                      <p:cBhvr>
                                        <p:cTn id="7" dur="1000"/>
                                        <p:tgtEl>
                                          <p:spTgt spid="1066"/>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1069"/>
                                        </p:tgtEl>
                                        <p:attrNameLst>
                                          <p:attrName>style.visibility</p:attrName>
                                        </p:attrNameLst>
                                      </p:cBhvr>
                                      <p:to>
                                        <p:strVal val="visible"/>
                                      </p:to>
                                    </p:set>
                                    <p:animEffect transition="in" filter="fade">
                                      <p:cBhvr>
                                        <p:cTn id="11" dur="1000"/>
                                        <p:tgtEl>
                                          <p:spTgt spid="1069"/>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068"/>
                                        </p:tgtEl>
                                        <p:attrNameLst>
                                          <p:attrName>style.visibility</p:attrName>
                                        </p:attrNameLst>
                                      </p:cBhvr>
                                      <p:to>
                                        <p:strVal val="visible"/>
                                      </p:to>
                                    </p:set>
                                    <p:animEffect transition="in" filter="fade">
                                      <p:cBhvr>
                                        <p:cTn id="16" dur="1000"/>
                                        <p:tgtEl>
                                          <p:spTgt spid="1068"/>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1072"/>
                                        </p:tgtEl>
                                        <p:attrNameLst>
                                          <p:attrName>style.visibility</p:attrName>
                                        </p:attrNameLst>
                                      </p:cBhvr>
                                      <p:to>
                                        <p:strVal val="visible"/>
                                      </p:to>
                                    </p:set>
                                    <p:animEffect transition="in" filter="fade">
                                      <p:cBhvr>
                                        <p:cTn id="20" dur="1000"/>
                                        <p:tgtEl>
                                          <p:spTgt spid="107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075"/>
                                        </p:tgtEl>
                                        <p:attrNameLst>
                                          <p:attrName>style.visibility</p:attrName>
                                        </p:attrNameLst>
                                      </p:cBhvr>
                                      <p:to>
                                        <p:strVal val="visible"/>
                                      </p:to>
                                    </p:set>
                                    <p:animEffect transition="in" filter="fade">
                                      <p:cBhvr>
                                        <p:cTn id="25" dur="1000"/>
                                        <p:tgtEl>
                                          <p:spTgt spid="1075"/>
                                        </p:tgtEl>
                                      </p:cBhvr>
                                    </p:animEffect>
                                  </p:childTnLst>
                                </p:cTn>
                              </p:par>
                            </p:childTnLst>
                          </p:cTn>
                        </p:par>
                        <p:par>
                          <p:cTn id="26" fill="hold">
                            <p:stCondLst>
                              <p:cond delay="1000"/>
                            </p:stCondLst>
                            <p:childTnLst>
                              <p:par>
                                <p:cTn id="27" presetID="10" presetClass="entr" presetSubtype="0" fill="hold" nodeType="afterEffect">
                                  <p:stCondLst>
                                    <p:cond delay="0"/>
                                  </p:stCondLst>
                                  <p:childTnLst>
                                    <p:set>
                                      <p:cBhvr>
                                        <p:cTn id="28" dur="1" fill="hold">
                                          <p:stCondLst>
                                            <p:cond delay="0"/>
                                          </p:stCondLst>
                                        </p:cTn>
                                        <p:tgtEl>
                                          <p:spTgt spid="1076"/>
                                        </p:tgtEl>
                                        <p:attrNameLst>
                                          <p:attrName>style.visibility</p:attrName>
                                        </p:attrNameLst>
                                      </p:cBhvr>
                                      <p:to>
                                        <p:strVal val="visible"/>
                                      </p:to>
                                    </p:set>
                                    <p:animEffect transition="in" filter="fade">
                                      <p:cBhvr>
                                        <p:cTn id="29" dur="1000"/>
                                        <p:tgtEl>
                                          <p:spTgt spid="1076"/>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079"/>
                                        </p:tgtEl>
                                        <p:attrNameLst>
                                          <p:attrName>style.visibility</p:attrName>
                                        </p:attrNameLst>
                                      </p:cBhvr>
                                      <p:to>
                                        <p:strVal val="visible"/>
                                      </p:to>
                                    </p:set>
                                    <p:animEffect transition="in" filter="fade">
                                      <p:cBhvr>
                                        <p:cTn id="34" dur="1000"/>
                                        <p:tgtEl>
                                          <p:spTgt spid="1079"/>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081"/>
                                        </p:tgtEl>
                                        <p:attrNameLst>
                                          <p:attrName>style.visibility</p:attrName>
                                        </p:attrNameLst>
                                      </p:cBhvr>
                                      <p:to>
                                        <p:strVal val="visible"/>
                                      </p:to>
                                    </p:set>
                                    <p:animEffect transition="in" filter="fade">
                                      <p:cBhvr>
                                        <p:cTn id="39" dur="1000"/>
                                        <p:tgtEl>
                                          <p:spTgt spid="1081"/>
                                        </p:tgtEl>
                                      </p:cBhvr>
                                    </p:animEffect>
                                  </p:childTnLst>
                                </p:cTn>
                              </p:par>
                              <p:par>
                                <p:cTn id="40" presetID="10" presetClass="entr" presetSubtype="0" fill="hold" nodeType="withEffect">
                                  <p:stCondLst>
                                    <p:cond delay="0"/>
                                  </p:stCondLst>
                                  <p:childTnLst>
                                    <p:set>
                                      <p:cBhvr>
                                        <p:cTn id="41" dur="1" fill="hold">
                                          <p:stCondLst>
                                            <p:cond delay="0"/>
                                          </p:stCondLst>
                                        </p:cTn>
                                        <p:tgtEl>
                                          <p:spTgt spid="1080"/>
                                        </p:tgtEl>
                                        <p:attrNameLst>
                                          <p:attrName>style.visibility</p:attrName>
                                        </p:attrNameLst>
                                      </p:cBhvr>
                                      <p:to>
                                        <p:strVal val="visible"/>
                                      </p:to>
                                    </p:set>
                                    <p:animEffect transition="in" filter="fade">
                                      <p:cBhvr>
                                        <p:cTn id="42" dur="1000"/>
                                        <p:tgtEl>
                                          <p:spTgt spid="1080"/>
                                        </p:tgtEl>
                                      </p:cBhvr>
                                    </p:animEffect>
                                  </p:childTnLst>
                                </p:cTn>
                              </p:par>
                            </p:childTnLst>
                          </p:cTn>
                        </p:par>
                        <p:par>
                          <p:cTn id="43" fill="hold">
                            <p:stCondLst>
                              <p:cond delay="1000"/>
                            </p:stCondLst>
                            <p:childTnLst>
                              <p:par>
                                <p:cTn id="44" presetID="10" presetClass="entr" presetSubtype="0" fill="hold" nodeType="afterEffect">
                                  <p:stCondLst>
                                    <p:cond delay="0"/>
                                  </p:stCondLst>
                                  <p:childTnLst>
                                    <p:set>
                                      <p:cBhvr>
                                        <p:cTn id="45" dur="1" fill="hold">
                                          <p:stCondLst>
                                            <p:cond delay="0"/>
                                          </p:stCondLst>
                                        </p:cTn>
                                        <p:tgtEl>
                                          <p:spTgt spid="1082"/>
                                        </p:tgtEl>
                                        <p:attrNameLst>
                                          <p:attrName>style.visibility</p:attrName>
                                        </p:attrNameLst>
                                      </p:cBhvr>
                                      <p:to>
                                        <p:strVal val="visible"/>
                                      </p:to>
                                    </p:set>
                                    <p:animEffect transition="in" filter="fade">
                                      <p:cBhvr>
                                        <p:cTn id="46" dur="1000"/>
                                        <p:tgtEl>
                                          <p:spTgt spid="10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088"/>
        <p:cNvGrpSpPr/>
        <p:nvPr/>
      </p:nvGrpSpPr>
      <p:grpSpPr>
        <a:xfrm>
          <a:off x="0" y="0"/>
          <a:ext cx="0" cy="0"/>
          <a:chOff x="0" y="0"/>
          <a:chExt cx="0" cy="0"/>
        </a:xfrm>
      </p:grpSpPr>
      <p:sp>
        <p:nvSpPr>
          <p:cNvPr id="1089" name="Google Shape;1089;p119"/>
          <p:cNvSpPr txBox="1">
            <a:spLocks noGrp="1"/>
          </p:cNvSpPr>
          <p:nvPr>
            <p:ph type="body" idx="1"/>
          </p:nvPr>
        </p:nvSpPr>
        <p:spPr>
          <a:xfrm>
            <a:off x="65250" y="6554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Abstract classes allow us to </a:t>
            </a:r>
            <a:r>
              <a:rPr lang="en" b="1" i="1"/>
              <a:t>define</a:t>
            </a:r>
            <a:r>
              <a:rPr lang="en"/>
              <a:t> behavior without </a:t>
            </a:r>
            <a:r>
              <a:rPr lang="en" b="1" i="1"/>
              <a:t>implementing</a:t>
            </a:r>
            <a:r>
              <a:rPr lang="en"/>
              <a:t> it. This seems like a perfect fit for some of the methods in the </a:t>
            </a:r>
            <a:r>
              <a:rPr lang="en">
                <a:latin typeface="Courier New"/>
                <a:ea typeface="Courier New"/>
                <a:cs typeface="Courier New"/>
                <a:sym typeface="Courier New"/>
              </a:rPr>
              <a:t>Goat</a:t>
            </a:r>
            <a:r>
              <a:rPr lang="en"/>
              <a:t> class. Modify the </a:t>
            </a:r>
            <a:r>
              <a:rPr lang="en">
                <a:latin typeface="Courier New"/>
                <a:ea typeface="Courier New"/>
                <a:cs typeface="Courier New"/>
                <a:sym typeface="Courier New"/>
              </a:rPr>
              <a:t>Goat</a:t>
            </a:r>
            <a:r>
              <a:rPr lang="en"/>
              <a:t> class so that it is </a:t>
            </a:r>
            <a:r>
              <a:rPr lang="en">
                <a:latin typeface="Courier New"/>
                <a:ea typeface="Courier New"/>
                <a:cs typeface="Courier New"/>
                <a:sym typeface="Courier New"/>
              </a:rPr>
              <a:t>abstract</a:t>
            </a:r>
            <a:r>
              <a:rPr lang="en"/>
              <a:t> and convert any methods that do not have useful implementations into </a:t>
            </a:r>
            <a:r>
              <a:rPr lang="en">
                <a:latin typeface="Courier New"/>
                <a:ea typeface="Courier New"/>
                <a:cs typeface="Courier New"/>
                <a:sym typeface="Courier New"/>
              </a:rPr>
              <a:t>abstract</a:t>
            </a:r>
            <a:r>
              <a:rPr lang="en"/>
              <a:t> methods.</a:t>
            </a:r>
            <a:endParaRPr/>
          </a:p>
        </p:txBody>
      </p:sp>
      <p:sp>
        <p:nvSpPr>
          <p:cNvPr id="1090" name="Google Shape;1090;p1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41</a:t>
            </a:fld>
            <a:endParaRPr/>
          </a:p>
        </p:txBody>
      </p:sp>
      <p:sp>
        <p:nvSpPr>
          <p:cNvPr id="1091" name="Google Shape;1091;p119"/>
          <p:cNvSpPr txBox="1">
            <a:spLocks noGrp="1"/>
          </p:cNvSpPr>
          <p:nvPr>
            <p:ph type="body" idx="2"/>
          </p:nvPr>
        </p:nvSpPr>
        <p:spPr>
          <a:xfrm>
            <a:off x="3908150" y="1677046"/>
            <a:ext cx="5033100" cy="2736600"/>
          </a:xfrm>
          <a:prstGeom prst="rect">
            <a:avLst/>
          </a:prstGeom>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sz="1400"/>
              <a:t>Open the </a:t>
            </a:r>
            <a:r>
              <a:rPr lang="en" sz="1400">
                <a:solidFill>
                  <a:srgbClr val="FF0000"/>
                </a:solidFill>
                <a:latin typeface="Courier New"/>
                <a:ea typeface="Courier New"/>
                <a:cs typeface="Courier New"/>
                <a:sym typeface="Courier New"/>
              </a:rPr>
              <a:t>Goat</a:t>
            </a:r>
            <a:r>
              <a:rPr lang="en" sz="1400">
                <a:solidFill>
                  <a:srgbClr val="FF0000"/>
                </a:solidFill>
              </a:rPr>
              <a:t> </a:t>
            </a:r>
            <a:r>
              <a:rPr lang="en" sz="1400"/>
              <a:t>class and convert it to an </a:t>
            </a:r>
            <a:r>
              <a:rPr lang="en" sz="1400" b="1" i="1">
                <a:solidFill>
                  <a:srgbClr val="FF0000"/>
                </a:solidFill>
              </a:rPr>
              <a:t>abstract class</a:t>
            </a:r>
            <a:r>
              <a:rPr lang="en" sz="1400"/>
              <a:t>.</a:t>
            </a:r>
            <a:endParaRPr sz="1400"/>
          </a:p>
          <a:p>
            <a:pPr marL="914400" lvl="1" indent="-304800" algn="l" rtl="0">
              <a:spcBef>
                <a:spcPts val="0"/>
              </a:spcBef>
              <a:spcAft>
                <a:spcPts val="0"/>
              </a:spcAft>
              <a:buSzPts val="1200"/>
              <a:buChar char="○"/>
            </a:pPr>
            <a:r>
              <a:rPr lang="en" sz="1200"/>
              <a:t>Add the </a:t>
            </a:r>
            <a:r>
              <a:rPr lang="en" sz="1200">
                <a:solidFill>
                  <a:srgbClr val="FF0000"/>
                </a:solidFill>
                <a:latin typeface="Courier New"/>
                <a:ea typeface="Courier New"/>
                <a:cs typeface="Courier New"/>
                <a:sym typeface="Courier New"/>
              </a:rPr>
              <a:t>abstract</a:t>
            </a:r>
            <a:r>
              <a:rPr lang="en" sz="1200">
                <a:solidFill>
                  <a:srgbClr val="FF0000"/>
                </a:solidFill>
              </a:rPr>
              <a:t> modifier</a:t>
            </a:r>
            <a:r>
              <a:rPr lang="en" sz="1200"/>
              <a:t> to the class declaration.</a:t>
            </a:r>
            <a:endParaRPr sz="1200"/>
          </a:p>
          <a:p>
            <a:pPr marL="457200" lvl="0" indent="-317500" algn="l" rtl="0">
              <a:spcBef>
                <a:spcPts val="0"/>
              </a:spcBef>
              <a:spcAft>
                <a:spcPts val="0"/>
              </a:spcAft>
              <a:buSzPts val="1400"/>
              <a:buChar char="●"/>
            </a:pPr>
            <a:r>
              <a:rPr lang="en" sz="1400"/>
              <a:t>Search through each method in the class and, if the method is not useful as implemented, convert it to an </a:t>
            </a:r>
            <a:r>
              <a:rPr lang="en" sz="1400" b="1" i="1">
                <a:solidFill>
                  <a:srgbClr val="FF0000"/>
                </a:solidFill>
              </a:rPr>
              <a:t>abstract method</a:t>
            </a:r>
            <a:r>
              <a:rPr lang="en" sz="1400"/>
              <a:t>.</a:t>
            </a:r>
            <a:endParaRPr sz="1400"/>
          </a:p>
          <a:p>
            <a:pPr marL="914400" lvl="1" indent="-304800" algn="l" rtl="0">
              <a:spcBef>
                <a:spcPts val="0"/>
              </a:spcBef>
              <a:spcAft>
                <a:spcPts val="0"/>
              </a:spcAft>
              <a:buSzPts val="1200"/>
              <a:buChar char="○"/>
            </a:pPr>
            <a:r>
              <a:rPr lang="en" sz="1200"/>
              <a:t>Add the </a:t>
            </a:r>
            <a:r>
              <a:rPr lang="en" sz="1200">
                <a:solidFill>
                  <a:srgbClr val="FF0000"/>
                </a:solidFill>
                <a:latin typeface="Courier New"/>
                <a:ea typeface="Courier New"/>
                <a:cs typeface="Courier New"/>
                <a:sym typeface="Courier New"/>
              </a:rPr>
              <a:t>abstract</a:t>
            </a:r>
            <a:r>
              <a:rPr lang="en" sz="1200">
                <a:solidFill>
                  <a:srgbClr val="FF0000"/>
                </a:solidFill>
              </a:rPr>
              <a:t> modifier</a:t>
            </a:r>
            <a:r>
              <a:rPr lang="en" sz="1200"/>
              <a:t> to the method declaration.</a:t>
            </a:r>
            <a:endParaRPr sz="1200"/>
          </a:p>
          <a:p>
            <a:pPr marL="914400" lvl="1" indent="-304800" algn="l" rtl="0">
              <a:spcBef>
                <a:spcPts val="0"/>
              </a:spcBef>
              <a:spcAft>
                <a:spcPts val="0"/>
              </a:spcAft>
              <a:buSzPts val="1200"/>
              <a:buChar char="○"/>
            </a:pPr>
            <a:r>
              <a:rPr lang="en" sz="1200" b="1" i="1">
                <a:solidFill>
                  <a:srgbClr val="FF0000"/>
                </a:solidFill>
              </a:rPr>
              <a:t>Delete</a:t>
            </a:r>
            <a:r>
              <a:rPr lang="en" sz="1200">
                <a:solidFill>
                  <a:srgbClr val="FF0000"/>
                </a:solidFill>
              </a:rPr>
              <a:t> </a:t>
            </a:r>
            <a:r>
              <a:rPr lang="en" sz="1200"/>
              <a:t>the body of the method.</a:t>
            </a:r>
            <a:endParaRPr sz="1200"/>
          </a:p>
          <a:p>
            <a:pPr marL="457200" lvl="0" indent="-317500" algn="l" rtl="0">
              <a:spcBef>
                <a:spcPts val="0"/>
              </a:spcBef>
              <a:spcAft>
                <a:spcPts val="0"/>
              </a:spcAft>
              <a:buSzPts val="1400"/>
              <a:buChar char="●"/>
            </a:pPr>
            <a:r>
              <a:rPr lang="en" sz="1400"/>
              <a:t>What changes are necessary in any of the </a:t>
            </a:r>
            <a:r>
              <a:rPr lang="en" sz="1400">
                <a:latin typeface="Courier New"/>
                <a:ea typeface="Courier New"/>
                <a:cs typeface="Courier New"/>
                <a:sym typeface="Courier New"/>
              </a:rPr>
              <a:t>Goat</a:t>
            </a:r>
            <a:r>
              <a:rPr lang="en" sz="1400"/>
              <a:t> child classes?</a:t>
            </a:r>
            <a:endParaRPr sz="1400"/>
          </a:p>
          <a:p>
            <a:pPr marL="914400" lvl="1" indent="-304800" algn="l" rtl="0">
              <a:spcBef>
                <a:spcPts val="0"/>
              </a:spcBef>
              <a:spcAft>
                <a:spcPts val="0"/>
              </a:spcAft>
              <a:buSzPts val="1200"/>
              <a:buChar char="○"/>
            </a:pPr>
            <a:r>
              <a:rPr lang="en" sz="1200"/>
              <a:t>Why?</a:t>
            </a:r>
            <a:endParaRPr sz="1200"/>
          </a:p>
          <a:p>
            <a:pPr marL="457200" lvl="0" indent="-317500" algn="l" rtl="0">
              <a:spcBef>
                <a:spcPts val="0"/>
              </a:spcBef>
              <a:spcAft>
                <a:spcPts val="0"/>
              </a:spcAft>
              <a:buSzPts val="1400"/>
              <a:buChar char="●"/>
            </a:pPr>
            <a:r>
              <a:rPr lang="en" sz="1400" b="1" i="1">
                <a:solidFill>
                  <a:srgbClr val="FF0000"/>
                </a:solidFill>
              </a:rPr>
              <a:t>Run</a:t>
            </a:r>
            <a:r>
              <a:rPr lang="en" sz="1400">
                <a:solidFill>
                  <a:srgbClr val="FF0000"/>
                </a:solidFill>
              </a:rPr>
              <a:t> </a:t>
            </a:r>
            <a:r>
              <a:rPr lang="en" sz="1400"/>
              <a:t>your code to make sure that it still works.</a:t>
            </a:r>
            <a:endParaRPr sz="1400"/>
          </a:p>
        </p:txBody>
      </p:sp>
      <p:sp>
        <p:nvSpPr>
          <p:cNvPr id="1092" name="Google Shape;1092;p119"/>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An Abstract Goat</a:t>
            </a:r>
            <a:endParaRPr/>
          </a:p>
        </p:txBody>
      </p:sp>
      <p:sp>
        <p:nvSpPr>
          <p:cNvPr id="1093" name="Google Shape;1093;p119"/>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3.18</a:t>
            </a:r>
            <a:endParaRPr/>
          </a:p>
        </p:txBody>
      </p:sp>
      <p:sp>
        <p:nvSpPr>
          <p:cNvPr id="1094" name="Google Shape;1094;p119"/>
          <p:cNvSpPr txBox="1">
            <a:spLocks noGrp="1"/>
          </p:cNvSpPr>
          <p:nvPr>
            <p:ph type="body" idx="4"/>
          </p:nvPr>
        </p:nvSpPr>
        <p:spPr>
          <a:xfrm>
            <a:off x="141600" y="1684355"/>
            <a:ext cx="3706500" cy="6927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000">
                <a:solidFill>
                  <a:srgbClr val="098658"/>
                </a:solidFill>
                <a:latin typeface="Consolas"/>
                <a:ea typeface="Consolas"/>
                <a:cs typeface="Consolas"/>
                <a:sym typeface="Consolas"/>
              </a:rPr>
              <a:t>1</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abstract</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AbstractParent</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r>
              <a:rPr lang="en" sz="1000">
                <a:solidFill>
                  <a:srgbClr val="098658"/>
                </a:solidFill>
                <a:latin typeface="Consolas"/>
                <a:ea typeface="Consolas"/>
                <a:cs typeface="Consolas"/>
                <a:sym typeface="Consolas"/>
              </a:rPr>
              <a:t>2</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abstract</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void</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aMethod</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r>
              <a:rPr lang="en" sz="1000">
                <a:solidFill>
                  <a:srgbClr val="098658"/>
                </a:solidFill>
                <a:latin typeface="Consolas"/>
                <a:ea typeface="Consolas"/>
                <a:cs typeface="Consolas"/>
                <a:sym typeface="Consolas"/>
              </a:rPr>
              <a:t>3</a:t>
            </a:r>
            <a:r>
              <a:rPr lang="en" sz="1000">
                <a:solidFill>
                  <a:srgbClr val="000000"/>
                </a:solidFill>
                <a:latin typeface="Consolas"/>
                <a:ea typeface="Consolas"/>
                <a:cs typeface="Consolas"/>
                <a:sym typeface="Consolas"/>
              </a:rPr>
              <a:t>  }</a:t>
            </a:r>
            <a:endParaRPr sz="1000">
              <a:solidFill>
                <a:srgbClr val="999999"/>
              </a:solidFill>
              <a:latin typeface="Consolas"/>
              <a:ea typeface="Consolas"/>
              <a:cs typeface="Consolas"/>
              <a:sym typeface="Consolas"/>
            </a:endParaRPr>
          </a:p>
        </p:txBody>
      </p:sp>
      <p:pic>
        <p:nvPicPr>
          <p:cNvPr id="1095" name="Google Shape;1095;p119"/>
          <p:cNvPicPr preferRelativeResize="0"/>
          <p:nvPr/>
        </p:nvPicPr>
        <p:blipFill>
          <a:blip r:embed="rId3">
            <a:alphaModFix/>
          </a:blip>
          <a:stretch>
            <a:fillRect/>
          </a:stretch>
        </p:blipFill>
        <p:spPr>
          <a:xfrm>
            <a:off x="141600" y="2452728"/>
            <a:ext cx="3677566" cy="2451701"/>
          </a:xfrm>
          <a:prstGeom prst="rect">
            <a:avLst/>
          </a:prstGeom>
          <a:noFill/>
          <a:ln w="19050" cap="flat" cmpd="sng">
            <a:solidFill>
              <a:schemeClr val="dk2"/>
            </a:solidFill>
            <a:prstDash val="solid"/>
            <a:round/>
            <a:headEnd type="none" w="sm" len="sm"/>
            <a:tailEnd type="none" w="sm" len="sm"/>
          </a:ln>
        </p:spPr>
      </p:pic>
      <p:sp>
        <p:nvSpPr>
          <p:cNvPr id="1096" name="Google Shape;1096;p119"/>
          <p:cNvSpPr txBox="1"/>
          <p:nvPr/>
        </p:nvSpPr>
        <p:spPr>
          <a:xfrm>
            <a:off x="7107500" y="4805425"/>
            <a:ext cx="1448400" cy="251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800">
                <a:latin typeface="Roboto"/>
                <a:ea typeface="Roboto"/>
                <a:cs typeface="Roboto"/>
                <a:sym typeface="Roboto"/>
              </a:rPr>
              <a:t>Artwork by Leonid Afremov</a:t>
            </a:r>
            <a:endParaRPr sz="800">
              <a:latin typeface="Roboto"/>
              <a:ea typeface="Roboto"/>
              <a:cs typeface="Roboto"/>
              <a:sym typeface="Roboto"/>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100"/>
        <p:cNvGrpSpPr/>
        <p:nvPr/>
      </p:nvGrpSpPr>
      <p:grpSpPr>
        <a:xfrm>
          <a:off x="0" y="0"/>
          <a:ext cx="0" cy="0"/>
          <a:chOff x="0" y="0"/>
          <a:chExt cx="0" cy="0"/>
        </a:xfrm>
      </p:grpSpPr>
      <p:sp>
        <p:nvSpPr>
          <p:cNvPr id="1101" name="Google Shape;1101;p120"/>
          <p:cNvSpPr txBox="1">
            <a:spLocks noGrp="1"/>
          </p:cNvSpPr>
          <p:nvPr>
            <p:ph type="title"/>
          </p:nvPr>
        </p:nvSpPr>
        <p:spPr>
          <a:xfrm>
            <a:off x="311700" y="105275"/>
            <a:ext cx="85206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Abstract Classes in UML</a:t>
            </a:r>
            <a:endParaRPr/>
          </a:p>
        </p:txBody>
      </p:sp>
      <p:sp>
        <p:nvSpPr>
          <p:cNvPr id="1102" name="Google Shape;1102;p120"/>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fld id="{00000000-1234-1234-1234-123412341234}" type="slidenum">
              <a:rPr lang="en"/>
              <a:t>42</a:t>
            </a:fld>
            <a:endParaRPr/>
          </a:p>
        </p:txBody>
      </p:sp>
      <p:pic>
        <p:nvPicPr>
          <p:cNvPr id="1103" name="Google Shape;1103;p120"/>
          <p:cNvPicPr preferRelativeResize="0"/>
          <p:nvPr/>
        </p:nvPicPr>
        <p:blipFill>
          <a:blip r:embed="rId3">
            <a:alphaModFix/>
          </a:blip>
          <a:stretch>
            <a:fillRect/>
          </a:stretch>
        </p:blipFill>
        <p:spPr>
          <a:xfrm>
            <a:off x="1675125" y="948175"/>
            <a:ext cx="5793751" cy="3938099"/>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107"/>
        <p:cNvGrpSpPr/>
        <p:nvPr/>
      </p:nvGrpSpPr>
      <p:grpSpPr>
        <a:xfrm>
          <a:off x="0" y="0"/>
          <a:ext cx="0" cy="0"/>
          <a:chOff x="0" y="0"/>
          <a:chExt cx="0" cy="0"/>
        </a:xfrm>
      </p:grpSpPr>
      <p:sp>
        <p:nvSpPr>
          <p:cNvPr id="1108" name="Google Shape;1108;p121"/>
          <p:cNvSpPr txBox="1">
            <a:spLocks noGrp="1"/>
          </p:cNvSpPr>
          <p:nvPr>
            <p:ph type="title"/>
          </p:nvPr>
        </p:nvSpPr>
        <p:spPr>
          <a:xfrm>
            <a:off x="311700" y="105275"/>
            <a:ext cx="85206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Abstract Classes in UML</a:t>
            </a:r>
            <a:endParaRPr/>
          </a:p>
        </p:txBody>
      </p:sp>
      <p:sp>
        <p:nvSpPr>
          <p:cNvPr id="1109" name="Google Shape;1109;p121"/>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fld id="{00000000-1234-1234-1234-123412341234}" type="slidenum">
              <a:rPr lang="en"/>
              <a:t>43</a:t>
            </a:fld>
            <a:endParaRPr/>
          </a:p>
        </p:txBody>
      </p:sp>
      <p:pic>
        <p:nvPicPr>
          <p:cNvPr id="1110" name="Google Shape;1110;p121"/>
          <p:cNvPicPr preferRelativeResize="0"/>
          <p:nvPr/>
        </p:nvPicPr>
        <p:blipFill>
          <a:blip r:embed="rId3">
            <a:alphaModFix/>
          </a:blip>
          <a:stretch>
            <a:fillRect/>
          </a:stretch>
        </p:blipFill>
        <p:spPr>
          <a:xfrm>
            <a:off x="1675125" y="948175"/>
            <a:ext cx="5793751" cy="3938099"/>
          </a:xfrm>
          <a:prstGeom prst="rect">
            <a:avLst/>
          </a:prstGeom>
          <a:noFill/>
          <a:ln>
            <a:noFill/>
          </a:ln>
        </p:spPr>
      </p:pic>
      <p:sp>
        <p:nvSpPr>
          <p:cNvPr id="1111" name="Google Shape;1111;p121"/>
          <p:cNvSpPr txBox="1"/>
          <p:nvPr/>
        </p:nvSpPr>
        <p:spPr>
          <a:xfrm>
            <a:off x="344311" y="967201"/>
            <a:ext cx="25557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t>An abstract class in a UML diagram is indicated using the </a:t>
            </a:r>
            <a:r>
              <a:rPr lang="en" sz="1100" b="1" i="1">
                <a:solidFill>
                  <a:srgbClr val="FF0000"/>
                </a:solidFill>
              </a:rPr>
              <a:t>&lt;&lt;abstract&gt;&gt;</a:t>
            </a:r>
            <a:r>
              <a:rPr lang="en" sz="1100"/>
              <a:t> annotation (in </a:t>
            </a:r>
            <a:r>
              <a:rPr lang="en" sz="1100" b="1" i="1">
                <a:solidFill>
                  <a:srgbClr val="FF0000"/>
                </a:solidFill>
              </a:rPr>
              <a:t>guillemets</a:t>
            </a:r>
            <a:r>
              <a:rPr lang="en" sz="1100"/>
              <a:t>).</a:t>
            </a:r>
            <a:endParaRPr sz="1100"/>
          </a:p>
        </p:txBody>
      </p:sp>
      <p:grpSp>
        <p:nvGrpSpPr>
          <p:cNvPr id="1112" name="Google Shape;1112;p121"/>
          <p:cNvGrpSpPr/>
          <p:nvPr/>
        </p:nvGrpSpPr>
        <p:grpSpPr>
          <a:xfrm>
            <a:off x="2900011" y="982174"/>
            <a:ext cx="2131251" cy="331377"/>
            <a:chOff x="2900011" y="982174"/>
            <a:chExt cx="2131251" cy="331377"/>
          </a:xfrm>
        </p:grpSpPr>
        <p:sp>
          <p:nvSpPr>
            <p:cNvPr id="1113" name="Google Shape;1113;p121"/>
            <p:cNvSpPr/>
            <p:nvPr/>
          </p:nvSpPr>
          <p:spPr>
            <a:xfrm>
              <a:off x="4132762" y="982174"/>
              <a:ext cx="898500" cy="170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14" name="Google Shape;1114;p121"/>
            <p:cNvCxnSpPr>
              <a:stCxn id="1111" idx="3"/>
              <a:endCxn id="1113" idx="1"/>
            </p:cNvCxnSpPr>
            <p:nvPr/>
          </p:nvCxnSpPr>
          <p:spPr>
            <a:xfrm rot="10800000" flipH="1">
              <a:off x="2900011" y="1067551"/>
              <a:ext cx="1232700" cy="246000"/>
            </a:xfrm>
            <a:prstGeom prst="bentConnector3">
              <a:avLst>
                <a:gd name="adj1" fmla="val 50002"/>
              </a:avLst>
            </a:prstGeom>
            <a:noFill/>
            <a:ln w="19050" cap="flat" cmpd="sng">
              <a:solidFill>
                <a:srgbClr val="FF0000"/>
              </a:solidFill>
              <a:prstDash val="solid"/>
              <a:round/>
              <a:headEnd type="none" w="med" len="med"/>
              <a:tailEnd type="none" w="med" len="med"/>
            </a:ln>
          </p:spPr>
        </p:cxnSp>
      </p:grpSp>
      <p:sp>
        <p:nvSpPr>
          <p:cNvPr id="1115" name="Google Shape;1115;p121"/>
          <p:cNvSpPr txBox="1"/>
          <p:nvPr/>
        </p:nvSpPr>
        <p:spPr>
          <a:xfrm>
            <a:off x="344311" y="1808401"/>
            <a:ext cx="2555700" cy="523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b="1" i="1">
                <a:solidFill>
                  <a:srgbClr val="FF0000"/>
                </a:solidFill>
              </a:rPr>
              <a:t>Italics</a:t>
            </a:r>
            <a:r>
              <a:rPr lang="en" sz="1100">
                <a:solidFill>
                  <a:srgbClr val="FF0000"/>
                </a:solidFill>
              </a:rPr>
              <a:t> </a:t>
            </a:r>
            <a:r>
              <a:rPr lang="en" sz="1100"/>
              <a:t>are used to indicate that a method in the class is abstract.</a:t>
            </a:r>
            <a:endParaRPr sz="1100"/>
          </a:p>
        </p:txBody>
      </p:sp>
      <p:grpSp>
        <p:nvGrpSpPr>
          <p:cNvPr id="1116" name="Google Shape;1116;p121"/>
          <p:cNvGrpSpPr/>
          <p:nvPr/>
        </p:nvGrpSpPr>
        <p:grpSpPr>
          <a:xfrm>
            <a:off x="2900011" y="2070001"/>
            <a:ext cx="2019029" cy="591672"/>
            <a:chOff x="2900011" y="2070001"/>
            <a:chExt cx="2019029" cy="591672"/>
          </a:xfrm>
        </p:grpSpPr>
        <p:sp>
          <p:nvSpPr>
            <p:cNvPr id="1117" name="Google Shape;1117;p121"/>
            <p:cNvSpPr/>
            <p:nvPr/>
          </p:nvSpPr>
          <p:spPr>
            <a:xfrm>
              <a:off x="3251940" y="2138473"/>
              <a:ext cx="1667100" cy="5232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18" name="Google Shape;1118;p121"/>
            <p:cNvCxnSpPr>
              <a:stCxn id="1115" idx="3"/>
              <a:endCxn id="1117" idx="1"/>
            </p:cNvCxnSpPr>
            <p:nvPr/>
          </p:nvCxnSpPr>
          <p:spPr>
            <a:xfrm>
              <a:off x="2900011" y="2070001"/>
              <a:ext cx="351900" cy="330000"/>
            </a:xfrm>
            <a:prstGeom prst="bentConnector3">
              <a:avLst>
                <a:gd name="adj1" fmla="val 50004"/>
              </a:avLst>
            </a:prstGeom>
            <a:noFill/>
            <a:ln w="19050" cap="flat" cmpd="sng">
              <a:solidFill>
                <a:srgbClr val="FF0000"/>
              </a:solidFill>
              <a:prstDash val="solid"/>
              <a:round/>
              <a:headEnd type="none" w="med" len="med"/>
              <a:tailEnd type="none" w="med" len="med"/>
            </a:ln>
          </p:spPr>
        </p:cxnSp>
      </p:grpSp>
      <p:sp>
        <p:nvSpPr>
          <p:cNvPr id="1119" name="Google Shape;1119;p121"/>
          <p:cNvSpPr txBox="1"/>
          <p:nvPr/>
        </p:nvSpPr>
        <p:spPr>
          <a:xfrm>
            <a:off x="344311" y="2480101"/>
            <a:ext cx="25557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t>The same arrow used to indicate that one class subclasses another is used when subclassing an abstract class.</a:t>
            </a:r>
            <a:endParaRPr sz="1100"/>
          </a:p>
        </p:txBody>
      </p:sp>
      <p:cxnSp>
        <p:nvCxnSpPr>
          <p:cNvPr id="1120" name="Google Shape;1120;p121"/>
          <p:cNvCxnSpPr>
            <a:stCxn id="1119" idx="3"/>
          </p:cNvCxnSpPr>
          <p:nvPr/>
        </p:nvCxnSpPr>
        <p:spPr>
          <a:xfrm>
            <a:off x="2900011" y="2826451"/>
            <a:ext cx="1569600" cy="0"/>
          </a:xfrm>
          <a:prstGeom prst="straightConnector1">
            <a:avLst/>
          </a:prstGeom>
          <a:noFill/>
          <a:ln w="19050" cap="flat" cmpd="sng">
            <a:solidFill>
              <a:srgbClr val="FF0000"/>
            </a:solidFill>
            <a:prstDash val="solid"/>
            <a:round/>
            <a:headEnd type="none" w="med" len="med"/>
            <a:tailEnd type="triangle" w="med" len="med"/>
          </a:ln>
        </p:spPr>
      </p:cxnSp>
      <p:sp>
        <p:nvSpPr>
          <p:cNvPr id="1121" name="Google Shape;1121;p121"/>
          <p:cNvSpPr txBox="1"/>
          <p:nvPr/>
        </p:nvSpPr>
        <p:spPr>
          <a:xfrm>
            <a:off x="6276611" y="2277401"/>
            <a:ext cx="2555700" cy="861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t>If a child implements one or more of the abstract methods, they are repeated in the child class but </a:t>
            </a:r>
            <a:r>
              <a:rPr lang="en" sz="1100" b="1" i="1">
                <a:solidFill>
                  <a:srgbClr val="FF0000"/>
                </a:solidFill>
              </a:rPr>
              <a:t>not</a:t>
            </a:r>
            <a:r>
              <a:rPr lang="en" sz="1100">
                <a:solidFill>
                  <a:srgbClr val="FF0000"/>
                </a:solidFill>
              </a:rPr>
              <a:t> </a:t>
            </a:r>
            <a:r>
              <a:rPr lang="en" sz="1100"/>
              <a:t>italicized.</a:t>
            </a:r>
            <a:endParaRPr sz="1100"/>
          </a:p>
        </p:txBody>
      </p:sp>
      <p:grpSp>
        <p:nvGrpSpPr>
          <p:cNvPr id="1122" name="Google Shape;1122;p121"/>
          <p:cNvGrpSpPr/>
          <p:nvPr/>
        </p:nvGrpSpPr>
        <p:grpSpPr>
          <a:xfrm>
            <a:off x="4811865" y="3139301"/>
            <a:ext cx="2742596" cy="1666297"/>
            <a:chOff x="4811865" y="3139301"/>
            <a:chExt cx="2742596" cy="1666297"/>
          </a:xfrm>
        </p:grpSpPr>
        <p:sp>
          <p:nvSpPr>
            <p:cNvPr id="1123" name="Google Shape;1123;p121"/>
            <p:cNvSpPr/>
            <p:nvPr/>
          </p:nvSpPr>
          <p:spPr>
            <a:xfrm>
              <a:off x="4811865" y="4282398"/>
              <a:ext cx="1667100" cy="5232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24" name="Google Shape;1124;p121"/>
            <p:cNvCxnSpPr>
              <a:stCxn id="1121" idx="2"/>
              <a:endCxn id="1123" idx="3"/>
            </p:cNvCxnSpPr>
            <p:nvPr/>
          </p:nvCxnSpPr>
          <p:spPr>
            <a:xfrm rot="5400000">
              <a:off x="6314411" y="3303851"/>
              <a:ext cx="1404600" cy="1075500"/>
            </a:xfrm>
            <a:prstGeom prst="bentConnector2">
              <a:avLst/>
            </a:prstGeom>
            <a:noFill/>
            <a:ln w="19050" cap="flat" cmpd="sng">
              <a:solidFill>
                <a:srgbClr val="FF0000"/>
              </a:solidFill>
              <a:prstDash val="solid"/>
              <a:round/>
              <a:headEnd type="none" w="med" len="med"/>
              <a:tailEnd type="none" w="med" len="med"/>
            </a:ln>
          </p:spPr>
        </p:cxnSp>
      </p:grpSp>
      <p:grpSp>
        <p:nvGrpSpPr>
          <p:cNvPr id="1125" name="Google Shape;1125;p121"/>
          <p:cNvGrpSpPr/>
          <p:nvPr/>
        </p:nvGrpSpPr>
        <p:grpSpPr>
          <a:xfrm>
            <a:off x="1722453" y="3331675"/>
            <a:ext cx="5831822" cy="1466436"/>
            <a:chOff x="1722453" y="3331675"/>
            <a:chExt cx="5831822" cy="1466436"/>
          </a:xfrm>
        </p:grpSpPr>
        <p:sp>
          <p:nvSpPr>
            <p:cNvPr id="1126" name="Google Shape;1126;p121"/>
            <p:cNvSpPr/>
            <p:nvPr/>
          </p:nvSpPr>
          <p:spPr>
            <a:xfrm>
              <a:off x="1722453" y="4274911"/>
              <a:ext cx="1667100" cy="5232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121"/>
            <p:cNvSpPr/>
            <p:nvPr/>
          </p:nvSpPr>
          <p:spPr>
            <a:xfrm>
              <a:off x="2545550" y="3331675"/>
              <a:ext cx="5008725" cy="943350"/>
            </a:xfrm>
            <a:custGeom>
              <a:avLst/>
              <a:gdLst/>
              <a:ahLst/>
              <a:cxnLst/>
              <a:rect l="l" t="t" r="r" b="b"/>
              <a:pathLst>
                <a:path w="200349" h="37734" extrusionOk="0">
                  <a:moveTo>
                    <a:pt x="200349" y="0"/>
                  </a:moveTo>
                  <a:lnTo>
                    <a:pt x="0" y="0"/>
                  </a:lnTo>
                  <a:lnTo>
                    <a:pt x="0" y="37734"/>
                  </a:lnTo>
                </a:path>
              </a:pathLst>
            </a:custGeom>
            <a:noFill/>
            <a:ln w="19050" cap="flat" cmpd="sng">
              <a:solidFill>
                <a:srgbClr val="FF0000"/>
              </a:solidFill>
              <a:prstDash val="solid"/>
              <a:round/>
              <a:headEnd type="none" w="med" len="med"/>
              <a:tailEnd type="none" w="med" len="med"/>
            </a:ln>
          </p:spPr>
          <p:txBody>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11"/>
                                        </p:tgtEl>
                                        <p:attrNameLst>
                                          <p:attrName>style.visibility</p:attrName>
                                        </p:attrNameLst>
                                      </p:cBhvr>
                                      <p:to>
                                        <p:strVal val="visible"/>
                                      </p:to>
                                    </p:set>
                                    <p:animEffect transition="in" filter="fade">
                                      <p:cBhvr>
                                        <p:cTn id="7" dur="1000"/>
                                        <p:tgtEl>
                                          <p:spTgt spid="1111"/>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1112"/>
                                        </p:tgtEl>
                                        <p:attrNameLst>
                                          <p:attrName>style.visibility</p:attrName>
                                        </p:attrNameLst>
                                      </p:cBhvr>
                                      <p:to>
                                        <p:strVal val="visible"/>
                                      </p:to>
                                    </p:set>
                                    <p:animEffect transition="in" filter="fade">
                                      <p:cBhvr>
                                        <p:cTn id="11" dur="1000"/>
                                        <p:tgtEl>
                                          <p:spTgt spid="1112"/>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115"/>
                                        </p:tgtEl>
                                        <p:attrNameLst>
                                          <p:attrName>style.visibility</p:attrName>
                                        </p:attrNameLst>
                                      </p:cBhvr>
                                      <p:to>
                                        <p:strVal val="visible"/>
                                      </p:to>
                                    </p:set>
                                    <p:animEffect transition="in" filter="fade">
                                      <p:cBhvr>
                                        <p:cTn id="16" dur="1000"/>
                                        <p:tgtEl>
                                          <p:spTgt spid="1115"/>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1116"/>
                                        </p:tgtEl>
                                        <p:attrNameLst>
                                          <p:attrName>style.visibility</p:attrName>
                                        </p:attrNameLst>
                                      </p:cBhvr>
                                      <p:to>
                                        <p:strVal val="visible"/>
                                      </p:to>
                                    </p:set>
                                    <p:animEffect transition="in" filter="fade">
                                      <p:cBhvr>
                                        <p:cTn id="20" dur="1000"/>
                                        <p:tgtEl>
                                          <p:spTgt spid="111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119"/>
                                        </p:tgtEl>
                                        <p:attrNameLst>
                                          <p:attrName>style.visibility</p:attrName>
                                        </p:attrNameLst>
                                      </p:cBhvr>
                                      <p:to>
                                        <p:strVal val="visible"/>
                                      </p:to>
                                    </p:set>
                                    <p:animEffect transition="in" filter="fade">
                                      <p:cBhvr>
                                        <p:cTn id="25" dur="1000"/>
                                        <p:tgtEl>
                                          <p:spTgt spid="1119"/>
                                        </p:tgtEl>
                                      </p:cBhvr>
                                    </p:animEffect>
                                  </p:childTnLst>
                                </p:cTn>
                              </p:par>
                            </p:childTnLst>
                          </p:cTn>
                        </p:par>
                        <p:par>
                          <p:cTn id="26" fill="hold">
                            <p:stCondLst>
                              <p:cond delay="1000"/>
                            </p:stCondLst>
                            <p:childTnLst>
                              <p:par>
                                <p:cTn id="27" presetID="10" presetClass="entr" presetSubtype="0" fill="hold" nodeType="afterEffect">
                                  <p:stCondLst>
                                    <p:cond delay="0"/>
                                  </p:stCondLst>
                                  <p:childTnLst>
                                    <p:set>
                                      <p:cBhvr>
                                        <p:cTn id="28" dur="1" fill="hold">
                                          <p:stCondLst>
                                            <p:cond delay="0"/>
                                          </p:stCondLst>
                                        </p:cTn>
                                        <p:tgtEl>
                                          <p:spTgt spid="1120"/>
                                        </p:tgtEl>
                                        <p:attrNameLst>
                                          <p:attrName>style.visibility</p:attrName>
                                        </p:attrNameLst>
                                      </p:cBhvr>
                                      <p:to>
                                        <p:strVal val="visible"/>
                                      </p:to>
                                    </p:set>
                                    <p:animEffect transition="in" filter="fade">
                                      <p:cBhvr>
                                        <p:cTn id="29" dur="1000"/>
                                        <p:tgtEl>
                                          <p:spTgt spid="1120"/>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121"/>
                                        </p:tgtEl>
                                        <p:attrNameLst>
                                          <p:attrName>style.visibility</p:attrName>
                                        </p:attrNameLst>
                                      </p:cBhvr>
                                      <p:to>
                                        <p:strVal val="visible"/>
                                      </p:to>
                                    </p:set>
                                    <p:animEffect transition="in" filter="fade">
                                      <p:cBhvr>
                                        <p:cTn id="34" dur="1000"/>
                                        <p:tgtEl>
                                          <p:spTgt spid="1121"/>
                                        </p:tgtEl>
                                      </p:cBhvr>
                                    </p:animEffect>
                                  </p:childTnLst>
                                </p:cTn>
                              </p:par>
                            </p:childTnLst>
                          </p:cTn>
                        </p:par>
                        <p:par>
                          <p:cTn id="35" fill="hold">
                            <p:stCondLst>
                              <p:cond delay="1000"/>
                            </p:stCondLst>
                            <p:childTnLst>
                              <p:par>
                                <p:cTn id="36" presetID="10" presetClass="entr" presetSubtype="0" fill="hold" nodeType="afterEffect">
                                  <p:stCondLst>
                                    <p:cond delay="0"/>
                                  </p:stCondLst>
                                  <p:childTnLst>
                                    <p:set>
                                      <p:cBhvr>
                                        <p:cTn id="37" dur="1" fill="hold">
                                          <p:stCondLst>
                                            <p:cond delay="0"/>
                                          </p:stCondLst>
                                        </p:cTn>
                                        <p:tgtEl>
                                          <p:spTgt spid="1122"/>
                                        </p:tgtEl>
                                        <p:attrNameLst>
                                          <p:attrName>style.visibility</p:attrName>
                                        </p:attrNameLst>
                                      </p:cBhvr>
                                      <p:to>
                                        <p:strVal val="visible"/>
                                      </p:to>
                                    </p:set>
                                    <p:animEffect transition="in" filter="fade">
                                      <p:cBhvr>
                                        <p:cTn id="38" dur="1000"/>
                                        <p:tgtEl>
                                          <p:spTgt spid="1122"/>
                                        </p:tgtEl>
                                      </p:cBhvr>
                                    </p:animEffect>
                                  </p:childTnLst>
                                </p:cTn>
                              </p:par>
                            </p:childTnLst>
                          </p:cTn>
                        </p:par>
                        <p:par>
                          <p:cTn id="39" fill="hold">
                            <p:stCondLst>
                              <p:cond delay="2000"/>
                            </p:stCondLst>
                            <p:childTnLst>
                              <p:par>
                                <p:cTn id="40" presetID="10" presetClass="entr" presetSubtype="0" fill="hold" nodeType="afterEffect">
                                  <p:stCondLst>
                                    <p:cond delay="0"/>
                                  </p:stCondLst>
                                  <p:childTnLst>
                                    <p:set>
                                      <p:cBhvr>
                                        <p:cTn id="41" dur="1" fill="hold">
                                          <p:stCondLst>
                                            <p:cond delay="0"/>
                                          </p:stCondLst>
                                        </p:cTn>
                                        <p:tgtEl>
                                          <p:spTgt spid="1125"/>
                                        </p:tgtEl>
                                        <p:attrNameLst>
                                          <p:attrName>style.visibility</p:attrName>
                                        </p:attrNameLst>
                                      </p:cBhvr>
                                      <p:to>
                                        <p:strVal val="visible"/>
                                      </p:to>
                                    </p:set>
                                    <p:animEffect transition="in" filter="fade">
                                      <p:cBhvr>
                                        <p:cTn id="42" dur="1000"/>
                                        <p:tgtEl>
                                          <p:spTgt spid="1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131"/>
        <p:cNvGrpSpPr/>
        <p:nvPr/>
      </p:nvGrpSpPr>
      <p:grpSpPr>
        <a:xfrm>
          <a:off x="0" y="0"/>
          <a:ext cx="0" cy="0"/>
          <a:chOff x="0" y="0"/>
          <a:chExt cx="0" cy="0"/>
        </a:xfrm>
      </p:grpSpPr>
      <p:sp>
        <p:nvSpPr>
          <p:cNvPr id="1132" name="Google Shape;1132;p122"/>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Learning to read and write UML is an essential skill for software developers. Practice by creating a UML class diagram of your Goat classes now.</a:t>
            </a:r>
            <a:endParaRPr/>
          </a:p>
        </p:txBody>
      </p:sp>
      <p:sp>
        <p:nvSpPr>
          <p:cNvPr id="1133" name="Google Shape;1133;p1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44</a:t>
            </a:fld>
            <a:endParaRPr/>
          </a:p>
        </p:txBody>
      </p:sp>
      <p:sp>
        <p:nvSpPr>
          <p:cNvPr id="1134" name="Google Shape;1134;p122"/>
          <p:cNvSpPr txBox="1">
            <a:spLocks noGrp="1"/>
          </p:cNvSpPr>
          <p:nvPr>
            <p:ph type="body" idx="2"/>
          </p:nvPr>
        </p:nvSpPr>
        <p:spPr>
          <a:xfrm>
            <a:off x="3833275" y="1784525"/>
            <a:ext cx="5107800" cy="30093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Using the drawing tool of your choice, create a UML class diagram representing the Goat classes that you implemented.</a:t>
            </a:r>
            <a:endParaRPr/>
          </a:p>
          <a:p>
            <a:pPr marL="457200" lvl="0" indent="-311150" algn="l" rtl="0">
              <a:spcBef>
                <a:spcPts val="0"/>
              </a:spcBef>
              <a:spcAft>
                <a:spcPts val="0"/>
              </a:spcAft>
              <a:buSzPts val="1300"/>
              <a:buChar char="●"/>
            </a:pPr>
            <a:r>
              <a:rPr lang="en"/>
              <a:t>You will need an </a:t>
            </a:r>
            <a:r>
              <a:rPr lang="en" b="1" i="1">
                <a:solidFill>
                  <a:srgbClr val="FF0000"/>
                </a:solidFill>
              </a:rPr>
              <a:t>abstract class</a:t>
            </a:r>
            <a:r>
              <a:rPr lang="en"/>
              <a:t> to represent the common Goat state and behavior.</a:t>
            </a:r>
            <a:endParaRPr/>
          </a:p>
          <a:p>
            <a:pPr marL="914400" lvl="1" indent="-298450" algn="l" rtl="0">
              <a:spcBef>
                <a:spcPts val="0"/>
              </a:spcBef>
              <a:spcAft>
                <a:spcPts val="0"/>
              </a:spcAft>
              <a:buSzPts val="1100"/>
              <a:buChar char="○"/>
            </a:pPr>
            <a:r>
              <a:rPr lang="en"/>
              <a:t>Which methods will you be able to implement?</a:t>
            </a:r>
            <a:endParaRPr/>
          </a:p>
          <a:p>
            <a:pPr marL="914400" lvl="1" indent="-298450" algn="l" rtl="0">
              <a:spcBef>
                <a:spcPts val="0"/>
              </a:spcBef>
              <a:spcAft>
                <a:spcPts val="0"/>
              </a:spcAft>
              <a:buSzPts val="1100"/>
              <a:buChar char="○"/>
            </a:pPr>
            <a:r>
              <a:rPr lang="en"/>
              <a:t>Which should be abstract?</a:t>
            </a:r>
            <a:endParaRPr/>
          </a:p>
          <a:p>
            <a:pPr marL="457200" lvl="0" indent="-311150" algn="l" rtl="0">
              <a:spcBef>
                <a:spcPts val="0"/>
              </a:spcBef>
              <a:spcAft>
                <a:spcPts val="0"/>
              </a:spcAft>
              <a:buSzPts val="1300"/>
              <a:buChar char="●"/>
            </a:pPr>
            <a:r>
              <a:rPr lang="en"/>
              <a:t>You will also need diagrams for the </a:t>
            </a:r>
            <a:r>
              <a:rPr lang="en" i="1"/>
              <a:t>Mage </a:t>
            </a:r>
            <a:r>
              <a:rPr lang="en"/>
              <a:t>and </a:t>
            </a:r>
            <a:r>
              <a:rPr lang="en" i="1"/>
              <a:t>Fighter</a:t>
            </a:r>
            <a:r>
              <a:rPr lang="en"/>
              <a:t> classes as well as any other Goats that you implemented.</a:t>
            </a:r>
            <a:endParaRPr/>
          </a:p>
          <a:p>
            <a:pPr marL="457200" lvl="0" indent="-311150" algn="l" rtl="0">
              <a:spcBef>
                <a:spcPts val="0"/>
              </a:spcBef>
              <a:spcAft>
                <a:spcPts val="0"/>
              </a:spcAft>
              <a:buSzPts val="1300"/>
              <a:buChar char="●"/>
            </a:pPr>
            <a:r>
              <a:rPr lang="en" b="1" i="1">
                <a:solidFill>
                  <a:srgbClr val="FF0000"/>
                </a:solidFill>
              </a:rPr>
              <a:t>Challenge</a:t>
            </a:r>
            <a:r>
              <a:rPr lang="en"/>
              <a:t>: add the </a:t>
            </a:r>
            <a:r>
              <a:rPr lang="en">
                <a:latin typeface="Courier New"/>
                <a:ea typeface="Courier New"/>
                <a:cs typeface="Courier New"/>
                <a:sym typeface="Courier New"/>
              </a:rPr>
              <a:t>DamageType</a:t>
            </a:r>
            <a:r>
              <a:rPr lang="en"/>
              <a:t> enum and the </a:t>
            </a:r>
            <a:r>
              <a:rPr lang="en">
                <a:latin typeface="Courier New"/>
                <a:ea typeface="Courier New"/>
                <a:cs typeface="Courier New"/>
                <a:sym typeface="Courier New"/>
              </a:rPr>
              <a:t>Attack</a:t>
            </a:r>
            <a:r>
              <a:rPr lang="en"/>
              <a:t> class to your diagram.</a:t>
            </a:r>
            <a:endParaRPr/>
          </a:p>
          <a:p>
            <a:pPr marL="914400" lvl="1" indent="-298450" algn="l" rtl="0">
              <a:spcBef>
                <a:spcPts val="0"/>
              </a:spcBef>
              <a:spcAft>
                <a:spcPts val="0"/>
              </a:spcAft>
              <a:buSzPts val="1100"/>
              <a:buChar char="○"/>
            </a:pPr>
            <a:r>
              <a:rPr lang="en"/>
              <a:t>Be sure to connect them to the other class(es) with appropriate UML relationships.</a:t>
            </a:r>
            <a:endParaRPr/>
          </a:p>
        </p:txBody>
      </p:sp>
      <p:sp>
        <p:nvSpPr>
          <p:cNvPr id="1135" name="Google Shape;1135;p122"/>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Diagramming Goats</a:t>
            </a:r>
            <a:endParaRPr/>
          </a:p>
        </p:txBody>
      </p:sp>
      <p:sp>
        <p:nvSpPr>
          <p:cNvPr id="1136" name="Google Shape;1136;p122"/>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3.19</a:t>
            </a:r>
            <a:endParaRPr/>
          </a:p>
        </p:txBody>
      </p:sp>
      <p:pic>
        <p:nvPicPr>
          <p:cNvPr id="1137" name="Google Shape;1137;p122"/>
          <p:cNvPicPr preferRelativeResize="0"/>
          <p:nvPr/>
        </p:nvPicPr>
        <p:blipFill>
          <a:blip r:embed="rId3">
            <a:alphaModFix/>
          </a:blip>
          <a:stretch>
            <a:fillRect/>
          </a:stretch>
        </p:blipFill>
        <p:spPr>
          <a:xfrm>
            <a:off x="155275" y="1814150"/>
            <a:ext cx="3678001" cy="2500001"/>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141"/>
        <p:cNvGrpSpPr/>
        <p:nvPr/>
      </p:nvGrpSpPr>
      <p:grpSpPr>
        <a:xfrm>
          <a:off x="0" y="0"/>
          <a:ext cx="0" cy="0"/>
          <a:chOff x="0" y="0"/>
          <a:chExt cx="0" cy="0"/>
        </a:xfrm>
      </p:grpSpPr>
      <p:sp>
        <p:nvSpPr>
          <p:cNvPr id="1142" name="Google Shape;1142;p123"/>
          <p:cNvSpPr txBox="1">
            <a:spLocks noGrp="1"/>
          </p:cNvSpPr>
          <p:nvPr>
            <p:ph type="title"/>
          </p:nvPr>
        </p:nvSpPr>
        <p:spPr>
          <a:xfrm>
            <a:off x="311725" y="1961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600"/>
              <a:t>An Expression Tree</a:t>
            </a:r>
            <a:endParaRPr sz="2600"/>
          </a:p>
        </p:txBody>
      </p:sp>
      <p:sp>
        <p:nvSpPr>
          <p:cNvPr id="1143" name="Google Shape;1143;p123"/>
          <p:cNvSpPr txBox="1">
            <a:spLocks noGrp="1"/>
          </p:cNvSpPr>
          <p:nvPr>
            <p:ph type="body" idx="1"/>
          </p:nvPr>
        </p:nvSpPr>
        <p:spPr>
          <a:xfrm>
            <a:off x="4313200" y="43725"/>
            <a:ext cx="4589400" cy="5069100"/>
          </a:xfrm>
          <a:prstGeom prst="rect">
            <a:avLst/>
          </a:prstGeom>
        </p:spPr>
        <p:txBody>
          <a:bodyPr spcFirstLastPara="1" wrap="square" lIns="91425" tIns="91425" rIns="91425" bIns="91425" anchor="ctr" anchorCtr="0">
            <a:spAutoFit/>
          </a:bodyPr>
          <a:lstStyle/>
          <a:p>
            <a:pPr marL="457200" lvl="0" indent="-311150" algn="l" rtl="0">
              <a:lnSpc>
                <a:spcPct val="100000"/>
              </a:lnSpc>
              <a:spcBef>
                <a:spcPts val="0"/>
              </a:spcBef>
              <a:spcAft>
                <a:spcPts val="0"/>
              </a:spcAft>
              <a:buSzPts val="1300"/>
              <a:buChar char="●"/>
            </a:pPr>
            <a:r>
              <a:rPr lang="en"/>
              <a:t>Next we will be switching gears and implementing an </a:t>
            </a:r>
            <a:r>
              <a:rPr lang="en" b="1" i="1">
                <a:solidFill>
                  <a:srgbClr val="FF0000"/>
                </a:solidFill>
              </a:rPr>
              <a:t>expression tree</a:t>
            </a:r>
            <a:r>
              <a:rPr lang="en"/>
              <a:t>.</a:t>
            </a:r>
            <a:endParaRPr/>
          </a:p>
          <a:p>
            <a:pPr marL="914400" lvl="1" indent="-298450" algn="l" rtl="0">
              <a:lnSpc>
                <a:spcPct val="100000"/>
              </a:lnSpc>
              <a:spcBef>
                <a:spcPts val="0"/>
              </a:spcBef>
              <a:spcAft>
                <a:spcPts val="0"/>
              </a:spcAft>
              <a:buSzPts val="1100"/>
              <a:buChar char="○"/>
            </a:pPr>
            <a:r>
              <a:rPr lang="en"/>
              <a:t>We will use the tree to represent complex expressions comprising constants, unary operators, and binary operators.</a:t>
            </a:r>
            <a:endParaRPr/>
          </a:p>
          <a:p>
            <a:pPr marL="457200" lvl="0" indent="-311150" algn="l" rtl="0">
              <a:lnSpc>
                <a:spcPct val="100000"/>
              </a:lnSpc>
              <a:spcBef>
                <a:spcPts val="1000"/>
              </a:spcBef>
              <a:spcAft>
                <a:spcPts val="0"/>
              </a:spcAft>
              <a:buSzPts val="1300"/>
              <a:buChar char="●"/>
            </a:pPr>
            <a:r>
              <a:rPr lang="en"/>
              <a:t>An </a:t>
            </a:r>
            <a:r>
              <a:rPr lang="en" b="1" i="1">
                <a:solidFill>
                  <a:srgbClr val="FF0000"/>
                </a:solidFill>
              </a:rPr>
              <a:t>expression </a:t>
            </a:r>
            <a:r>
              <a:rPr lang="en"/>
              <a:t>may be a </a:t>
            </a:r>
            <a:r>
              <a:rPr lang="en" b="1" i="1">
                <a:solidFill>
                  <a:srgbClr val="FF0000"/>
                </a:solidFill>
              </a:rPr>
              <a:t>constant</a:t>
            </a:r>
            <a:r>
              <a:rPr lang="en">
                <a:solidFill>
                  <a:srgbClr val="FF0000"/>
                </a:solidFill>
              </a:rPr>
              <a:t> </a:t>
            </a:r>
            <a:r>
              <a:rPr lang="en"/>
              <a:t>or an </a:t>
            </a:r>
            <a:r>
              <a:rPr lang="en" b="1" i="1">
                <a:solidFill>
                  <a:srgbClr val="FF0000"/>
                </a:solidFill>
              </a:rPr>
              <a:t>operator</a:t>
            </a:r>
            <a:r>
              <a:rPr lang="en">
                <a:solidFill>
                  <a:srgbClr val="FF0000"/>
                </a:solidFill>
              </a:rPr>
              <a:t> </a:t>
            </a:r>
            <a:r>
              <a:rPr lang="en"/>
              <a:t>performed on one or more </a:t>
            </a:r>
            <a:r>
              <a:rPr lang="en" b="1" i="1">
                <a:solidFill>
                  <a:srgbClr val="FF0000"/>
                </a:solidFill>
              </a:rPr>
              <a:t>operands</a:t>
            </a:r>
            <a:r>
              <a:rPr lang="en"/>
              <a:t>.</a:t>
            </a:r>
            <a:endParaRPr/>
          </a:p>
          <a:p>
            <a:pPr marL="914400" lvl="1" indent="-298450" algn="l" rtl="0">
              <a:lnSpc>
                <a:spcPct val="100000"/>
              </a:lnSpc>
              <a:spcBef>
                <a:spcPts val="0"/>
              </a:spcBef>
              <a:spcAft>
                <a:spcPts val="0"/>
              </a:spcAft>
              <a:buSzPts val="1100"/>
              <a:buChar char="○"/>
            </a:pPr>
            <a:r>
              <a:rPr lang="en"/>
              <a:t>Each operand is another expression.</a:t>
            </a:r>
            <a:endParaRPr/>
          </a:p>
          <a:p>
            <a:pPr marL="457200" lvl="0" indent="-311150" algn="l" rtl="0">
              <a:lnSpc>
                <a:spcPct val="100000"/>
              </a:lnSpc>
              <a:spcBef>
                <a:spcPts val="1000"/>
              </a:spcBef>
              <a:spcAft>
                <a:spcPts val="0"/>
              </a:spcAft>
              <a:buSzPts val="1300"/>
              <a:buChar char="●"/>
            </a:pPr>
            <a:r>
              <a:rPr lang="en"/>
              <a:t>The tree should support the following </a:t>
            </a:r>
            <a:r>
              <a:rPr lang="en" b="1" i="1">
                <a:solidFill>
                  <a:srgbClr val="FF0000"/>
                </a:solidFill>
              </a:rPr>
              <a:t>unary</a:t>
            </a:r>
            <a:r>
              <a:rPr lang="en">
                <a:solidFill>
                  <a:srgbClr val="FF0000"/>
                </a:solidFill>
              </a:rPr>
              <a:t> </a:t>
            </a:r>
            <a:r>
              <a:rPr lang="en"/>
              <a:t>operations (meaning that there is </a:t>
            </a:r>
            <a:r>
              <a:rPr lang="en" b="1" i="1">
                <a:solidFill>
                  <a:srgbClr val="FF0000"/>
                </a:solidFill>
              </a:rPr>
              <a:t>one</a:t>
            </a:r>
            <a:r>
              <a:rPr lang="en">
                <a:solidFill>
                  <a:srgbClr val="FF0000"/>
                </a:solidFill>
              </a:rPr>
              <a:t> </a:t>
            </a:r>
            <a:r>
              <a:rPr lang="en"/>
              <a:t>operand):</a:t>
            </a:r>
            <a:endParaRPr/>
          </a:p>
          <a:p>
            <a:pPr marL="914400" lvl="1" indent="-298450" algn="l" rtl="0">
              <a:lnSpc>
                <a:spcPct val="100000"/>
              </a:lnSpc>
              <a:spcBef>
                <a:spcPts val="0"/>
              </a:spcBef>
              <a:spcAft>
                <a:spcPts val="0"/>
              </a:spcAft>
              <a:buSzPts val="1100"/>
              <a:buChar char="○"/>
            </a:pPr>
            <a:r>
              <a:rPr lang="en"/>
              <a:t>Increment (</a:t>
            </a:r>
            <a:r>
              <a:rPr lang="en">
                <a:solidFill>
                  <a:srgbClr val="FF0000"/>
                </a:solidFill>
                <a:latin typeface="Courier New"/>
                <a:ea typeface="Courier New"/>
                <a:cs typeface="Courier New"/>
                <a:sym typeface="Courier New"/>
              </a:rPr>
              <a:t>++</a:t>
            </a:r>
            <a:r>
              <a:rPr lang="en"/>
              <a:t>)</a:t>
            </a:r>
            <a:endParaRPr/>
          </a:p>
          <a:p>
            <a:pPr marL="914400" lvl="1" indent="-298450" algn="l" rtl="0">
              <a:lnSpc>
                <a:spcPct val="100000"/>
              </a:lnSpc>
              <a:spcBef>
                <a:spcPts val="0"/>
              </a:spcBef>
              <a:spcAft>
                <a:spcPts val="0"/>
              </a:spcAft>
              <a:buSzPts val="1100"/>
              <a:buChar char="○"/>
            </a:pPr>
            <a:r>
              <a:rPr lang="en"/>
              <a:t>Decrement (</a:t>
            </a:r>
            <a:r>
              <a:rPr lang="en">
                <a:solidFill>
                  <a:srgbClr val="FF0000"/>
                </a:solidFill>
                <a:latin typeface="Courier New"/>
                <a:ea typeface="Courier New"/>
                <a:cs typeface="Courier New"/>
                <a:sym typeface="Courier New"/>
              </a:rPr>
              <a:t>--</a:t>
            </a:r>
            <a:r>
              <a:rPr lang="en"/>
              <a:t>)</a:t>
            </a:r>
            <a:endParaRPr/>
          </a:p>
          <a:p>
            <a:pPr marL="457200" lvl="0" indent="-311150" algn="l" rtl="0">
              <a:lnSpc>
                <a:spcPct val="100000"/>
              </a:lnSpc>
              <a:spcBef>
                <a:spcPts val="1000"/>
              </a:spcBef>
              <a:spcAft>
                <a:spcPts val="0"/>
              </a:spcAft>
              <a:buSzPts val="1300"/>
              <a:buChar char="●"/>
            </a:pPr>
            <a:r>
              <a:rPr lang="en"/>
              <a:t>The tree should also support the following </a:t>
            </a:r>
            <a:r>
              <a:rPr lang="en" b="1" i="1">
                <a:solidFill>
                  <a:srgbClr val="FF0000"/>
                </a:solidFill>
              </a:rPr>
              <a:t>binary</a:t>
            </a:r>
            <a:r>
              <a:rPr lang="en">
                <a:solidFill>
                  <a:srgbClr val="FF0000"/>
                </a:solidFill>
              </a:rPr>
              <a:t> </a:t>
            </a:r>
            <a:r>
              <a:rPr lang="en"/>
              <a:t>operations (meaning that there are </a:t>
            </a:r>
            <a:r>
              <a:rPr lang="en" b="1" i="1">
                <a:solidFill>
                  <a:srgbClr val="FF0000"/>
                </a:solidFill>
              </a:rPr>
              <a:t>two</a:t>
            </a:r>
            <a:r>
              <a:rPr lang="en">
                <a:solidFill>
                  <a:srgbClr val="FF0000"/>
                </a:solidFill>
              </a:rPr>
              <a:t> </a:t>
            </a:r>
            <a:r>
              <a:rPr lang="en"/>
              <a:t>operands):</a:t>
            </a:r>
            <a:endParaRPr/>
          </a:p>
          <a:p>
            <a:pPr marL="914400" lvl="1" indent="-298450" algn="l" rtl="0">
              <a:lnSpc>
                <a:spcPct val="100000"/>
              </a:lnSpc>
              <a:spcBef>
                <a:spcPts val="0"/>
              </a:spcBef>
              <a:spcAft>
                <a:spcPts val="0"/>
              </a:spcAft>
              <a:buSzPts val="1100"/>
              <a:buChar char="○"/>
            </a:pPr>
            <a:r>
              <a:rPr lang="en"/>
              <a:t>Addition (</a:t>
            </a:r>
            <a:r>
              <a:rPr lang="en">
                <a:solidFill>
                  <a:srgbClr val="FF0000"/>
                </a:solidFill>
                <a:latin typeface="Courier New"/>
                <a:ea typeface="Courier New"/>
                <a:cs typeface="Courier New"/>
                <a:sym typeface="Courier New"/>
              </a:rPr>
              <a:t>+</a:t>
            </a:r>
            <a:r>
              <a:rPr lang="en"/>
              <a:t>)</a:t>
            </a:r>
            <a:endParaRPr/>
          </a:p>
          <a:p>
            <a:pPr marL="914400" lvl="1" indent="-298450" algn="l" rtl="0">
              <a:lnSpc>
                <a:spcPct val="100000"/>
              </a:lnSpc>
              <a:spcBef>
                <a:spcPts val="0"/>
              </a:spcBef>
              <a:spcAft>
                <a:spcPts val="0"/>
              </a:spcAft>
              <a:buSzPts val="1100"/>
              <a:buChar char="○"/>
            </a:pPr>
            <a:r>
              <a:rPr lang="en"/>
              <a:t>Subtraction (</a:t>
            </a:r>
            <a:r>
              <a:rPr lang="en">
                <a:solidFill>
                  <a:srgbClr val="FF0000"/>
                </a:solidFill>
                <a:latin typeface="Courier New"/>
                <a:ea typeface="Courier New"/>
                <a:cs typeface="Courier New"/>
                <a:sym typeface="Courier New"/>
              </a:rPr>
              <a:t>-</a:t>
            </a:r>
            <a:r>
              <a:rPr lang="en"/>
              <a:t>)</a:t>
            </a:r>
            <a:endParaRPr/>
          </a:p>
          <a:p>
            <a:pPr marL="914400" lvl="1" indent="-298450" algn="l" rtl="0">
              <a:lnSpc>
                <a:spcPct val="100000"/>
              </a:lnSpc>
              <a:spcBef>
                <a:spcPts val="0"/>
              </a:spcBef>
              <a:spcAft>
                <a:spcPts val="0"/>
              </a:spcAft>
              <a:buSzPts val="1100"/>
              <a:buChar char="○"/>
            </a:pPr>
            <a:r>
              <a:rPr lang="en"/>
              <a:t>Multiplication (</a:t>
            </a:r>
            <a:r>
              <a:rPr lang="en">
                <a:solidFill>
                  <a:srgbClr val="FF0000"/>
                </a:solidFill>
                <a:latin typeface="Courier New"/>
                <a:ea typeface="Courier New"/>
                <a:cs typeface="Courier New"/>
                <a:sym typeface="Courier New"/>
              </a:rPr>
              <a:t>*</a:t>
            </a:r>
            <a:r>
              <a:rPr lang="en"/>
              <a:t>)</a:t>
            </a:r>
            <a:endParaRPr/>
          </a:p>
          <a:p>
            <a:pPr marL="914400" lvl="1" indent="-298450" algn="l" rtl="0">
              <a:lnSpc>
                <a:spcPct val="100000"/>
              </a:lnSpc>
              <a:spcBef>
                <a:spcPts val="0"/>
              </a:spcBef>
              <a:spcAft>
                <a:spcPts val="0"/>
              </a:spcAft>
              <a:buSzPts val="1100"/>
              <a:buChar char="○"/>
            </a:pPr>
            <a:r>
              <a:rPr lang="en"/>
              <a:t>Division (</a:t>
            </a:r>
            <a:r>
              <a:rPr lang="en">
                <a:solidFill>
                  <a:srgbClr val="FF0000"/>
                </a:solidFill>
                <a:latin typeface="Courier New"/>
                <a:ea typeface="Courier New"/>
                <a:cs typeface="Courier New"/>
                <a:sym typeface="Courier New"/>
              </a:rPr>
              <a:t>/</a:t>
            </a:r>
            <a:r>
              <a:rPr lang="en"/>
              <a:t>)</a:t>
            </a:r>
            <a:endParaRPr/>
          </a:p>
          <a:p>
            <a:pPr marL="914400" lvl="1" indent="-298450" algn="l" rtl="0">
              <a:lnSpc>
                <a:spcPct val="100000"/>
              </a:lnSpc>
              <a:spcBef>
                <a:spcPts val="0"/>
              </a:spcBef>
              <a:spcAft>
                <a:spcPts val="0"/>
              </a:spcAft>
              <a:buSzPts val="1100"/>
              <a:buChar char="○"/>
            </a:pPr>
            <a:r>
              <a:rPr lang="en"/>
              <a:t>Integer Division (</a:t>
            </a:r>
            <a:r>
              <a:rPr lang="en">
                <a:solidFill>
                  <a:srgbClr val="FF0000"/>
                </a:solidFill>
                <a:latin typeface="Courier New"/>
                <a:ea typeface="Courier New"/>
                <a:cs typeface="Courier New"/>
                <a:sym typeface="Courier New"/>
              </a:rPr>
              <a:t>//</a:t>
            </a:r>
            <a:r>
              <a:rPr lang="en"/>
              <a:t>)</a:t>
            </a:r>
            <a:endParaRPr/>
          </a:p>
          <a:p>
            <a:pPr marL="914400" lvl="1" indent="-298450" algn="l" rtl="0">
              <a:lnSpc>
                <a:spcPct val="100000"/>
              </a:lnSpc>
              <a:spcBef>
                <a:spcPts val="0"/>
              </a:spcBef>
              <a:spcAft>
                <a:spcPts val="0"/>
              </a:spcAft>
              <a:buSzPts val="1100"/>
              <a:buChar char="○"/>
            </a:pPr>
            <a:r>
              <a:rPr lang="en"/>
              <a:t>Exponent (</a:t>
            </a:r>
            <a:r>
              <a:rPr lang="en">
                <a:solidFill>
                  <a:srgbClr val="FF0000"/>
                </a:solidFill>
                <a:latin typeface="Courier New"/>
                <a:ea typeface="Courier New"/>
                <a:cs typeface="Courier New"/>
                <a:sym typeface="Courier New"/>
              </a:rPr>
              <a:t>**</a:t>
            </a:r>
            <a:r>
              <a:rPr lang="en"/>
              <a:t>)</a:t>
            </a:r>
            <a:endParaRPr/>
          </a:p>
          <a:p>
            <a:pPr marL="457200" lvl="0" indent="-311150" algn="l" rtl="0">
              <a:lnSpc>
                <a:spcPct val="100000"/>
              </a:lnSpc>
              <a:spcBef>
                <a:spcPts val="1000"/>
              </a:spcBef>
              <a:spcAft>
                <a:spcPts val="0"/>
              </a:spcAft>
              <a:buSzPts val="1300"/>
              <a:buChar char="●"/>
            </a:pPr>
            <a:r>
              <a:rPr lang="en"/>
              <a:t>The operand(s) for any supported operation may be </a:t>
            </a:r>
            <a:r>
              <a:rPr lang="en" b="1" i="1">
                <a:solidFill>
                  <a:srgbClr val="FF0000"/>
                </a:solidFill>
              </a:rPr>
              <a:t>any </a:t>
            </a:r>
            <a:r>
              <a:rPr lang="en"/>
              <a:t>expression, including </a:t>
            </a:r>
            <a:r>
              <a:rPr lang="en" b="1" i="1">
                <a:solidFill>
                  <a:srgbClr val="FF0000"/>
                </a:solidFill>
              </a:rPr>
              <a:t>constants</a:t>
            </a:r>
            <a:r>
              <a:rPr lang="en"/>
              <a:t>, e.g.:</a:t>
            </a:r>
            <a:endParaRPr/>
          </a:p>
          <a:p>
            <a:pPr marL="914400" lvl="1" indent="-298450" algn="l" rtl="0">
              <a:lnSpc>
                <a:spcPct val="100000"/>
              </a:lnSpc>
              <a:spcBef>
                <a:spcPts val="0"/>
              </a:spcBef>
              <a:spcAft>
                <a:spcPts val="0"/>
              </a:spcAft>
              <a:buSzPts val="1100"/>
              <a:buChar char="○"/>
            </a:pPr>
            <a:r>
              <a:rPr lang="en">
                <a:solidFill>
                  <a:srgbClr val="FF0000"/>
                </a:solidFill>
                <a:latin typeface="Courier New"/>
                <a:ea typeface="Courier New"/>
                <a:cs typeface="Courier New"/>
                <a:sym typeface="Courier New"/>
              </a:rPr>
              <a:t>* 4 5</a:t>
            </a:r>
            <a:r>
              <a:rPr lang="en"/>
              <a:t> (equivalent to </a:t>
            </a:r>
            <a:r>
              <a:rPr lang="en">
                <a:solidFill>
                  <a:srgbClr val="FF0000"/>
                </a:solidFill>
                <a:latin typeface="Courier New"/>
                <a:ea typeface="Courier New"/>
                <a:cs typeface="Courier New"/>
                <a:sym typeface="Courier New"/>
              </a:rPr>
              <a:t>4 * 5</a:t>
            </a:r>
            <a:r>
              <a:rPr lang="en"/>
              <a:t>).</a:t>
            </a:r>
            <a:endParaRPr/>
          </a:p>
          <a:p>
            <a:pPr marL="914400" lvl="1" indent="-298450" algn="l" rtl="0">
              <a:lnSpc>
                <a:spcPct val="100000"/>
              </a:lnSpc>
              <a:spcBef>
                <a:spcPts val="0"/>
              </a:spcBef>
              <a:spcAft>
                <a:spcPts val="0"/>
              </a:spcAft>
              <a:buSzPts val="1100"/>
              <a:buChar char="○"/>
            </a:pPr>
            <a:r>
              <a:rPr lang="en">
                <a:solidFill>
                  <a:srgbClr val="FF0000"/>
                </a:solidFill>
                <a:latin typeface="Courier New"/>
                <a:ea typeface="Courier New"/>
                <a:cs typeface="Courier New"/>
                <a:sym typeface="Courier New"/>
              </a:rPr>
              <a:t>+ * 3 2 - 4 5</a:t>
            </a:r>
            <a:r>
              <a:rPr lang="en"/>
              <a:t> (equivalent to </a:t>
            </a:r>
            <a:r>
              <a:rPr lang="en">
                <a:solidFill>
                  <a:srgbClr val="FF0000"/>
                </a:solidFill>
                <a:latin typeface="Courier New"/>
                <a:ea typeface="Courier New"/>
                <a:cs typeface="Courier New"/>
                <a:sym typeface="Courier New"/>
              </a:rPr>
              <a:t>(3</a:t>
            </a:r>
            <a:r>
              <a:rPr lang="en">
                <a:solidFill>
                  <a:srgbClr val="FF0000"/>
                </a:solidFill>
              </a:rPr>
              <a:t> </a:t>
            </a:r>
            <a:r>
              <a:rPr lang="en">
                <a:solidFill>
                  <a:srgbClr val="FF0000"/>
                </a:solidFill>
                <a:latin typeface="Courier New"/>
                <a:ea typeface="Courier New"/>
                <a:cs typeface="Courier New"/>
                <a:sym typeface="Courier New"/>
              </a:rPr>
              <a:t>*</a:t>
            </a:r>
            <a:r>
              <a:rPr lang="en">
                <a:solidFill>
                  <a:srgbClr val="FF0000"/>
                </a:solidFill>
              </a:rPr>
              <a:t> </a:t>
            </a:r>
            <a:r>
              <a:rPr lang="en">
                <a:solidFill>
                  <a:srgbClr val="FF0000"/>
                </a:solidFill>
                <a:latin typeface="Courier New"/>
                <a:ea typeface="Courier New"/>
                <a:cs typeface="Courier New"/>
                <a:sym typeface="Courier New"/>
              </a:rPr>
              <a:t>2)</a:t>
            </a:r>
            <a:r>
              <a:rPr lang="en">
                <a:solidFill>
                  <a:srgbClr val="FF0000"/>
                </a:solidFill>
              </a:rPr>
              <a:t> </a:t>
            </a:r>
            <a:r>
              <a:rPr lang="en">
                <a:solidFill>
                  <a:srgbClr val="FF0000"/>
                </a:solidFill>
                <a:latin typeface="Courier New"/>
                <a:ea typeface="Courier New"/>
                <a:cs typeface="Courier New"/>
                <a:sym typeface="Courier New"/>
              </a:rPr>
              <a:t>+</a:t>
            </a:r>
            <a:r>
              <a:rPr lang="en">
                <a:solidFill>
                  <a:srgbClr val="FF0000"/>
                </a:solidFill>
              </a:rPr>
              <a:t> </a:t>
            </a:r>
            <a:r>
              <a:rPr lang="en">
                <a:solidFill>
                  <a:srgbClr val="FF0000"/>
                </a:solidFill>
                <a:latin typeface="Courier New"/>
                <a:ea typeface="Courier New"/>
                <a:cs typeface="Courier New"/>
                <a:sym typeface="Courier New"/>
              </a:rPr>
              <a:t>(4</a:t>
            </a:r>
            <a:r>
              <a:rPr lang="en">
                <a:solidFill>
                  <a:srgbClr val="FF0000"/>
                </a:solidFill>
              </a:rPr>
              <a:t> </a:t>
            </a:r>
            <a:r>
              <a:rPr lang="en">
                <a:solidFill>
                  <a:srgbClr val="FF0000"/>
                </a:solidFill>
                <a:latin typeface="Courier New"/>
                <a:ea typeface="Courier New"/>
                <a:cs typeface="Courier New"/>
                <a:sym typeface="Courier New"/>
              </a:rPr>
              <a:t>-</a:t>
            </a:r>
            <a:r>
              <a:rPr lang="en">
                <a:solidFill>
                  <a:srgbClr val="FF0000"/>
                </a:solidFill>
              </a:rPr>
              <a:t> </a:t>
            </a:r>
            <a:r>
              <a:rPr lang="en">
                <a:solidFill>
                  <a:srgbClr val="FF0000"/>
                </a:solidFill>
                <a:latin typeface="Courier New"/>
                <a:ea typeface="Courier New"/>
                <a:cs typeface="Courier New"/>
                <a:sym typeface="Courier New"/>
              </a:rPr>
              <a:t>5)</a:t>
            </a:r>
            <a:r>
              <a:rPr lang="en"/>
              <a:t>)</a:t>
            </a:r>
            <a:endParaRPr/>
          </a:p>
        </p:txBody>
      </p:sp>
      <p:sp>
        <p:nvSpPr>
          <p:cNvPr id="1144" name="Google Shape;1144;p123"/>
          <p:cNvSpPr txBox="1">
            <a:spLocks noGrp="1"/>
          </p:cNvSpPr>
          <p:nvPr>
            <p:ph type="sldNum" idx="12"/>
          </p:nvPr>
        </p:nvSpPr>
        <p:spPr>
          <a:xfrm>
            <a:off x="8562450" y="470459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45</a:t>
            </a:fld>
            <a:endParaRPr/>
          </a:p>
        </p:txBody>
      </p:sp>
      <p:sp>
        <p:nvSpPr>
          <p:cNvPr id="1145" name="Google Shape;1145;p123"/>
          <p:cNvSpPr txBox="1">
            <a:spLocks noGrp="1"/>
          </p:cNvSpPr>
          <p:nvPr>
            <p:ph type="body" idx="3"/>
          </p:nvPr>
        </p:nvSpPr>
        <p:spPr>
          <a:xfrm>
            <a:off x="311725" y="2455258"/>
            <a:ext cx="3706500" cy="7245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Our expression tree will represent expressions written using </a:t>
            </a:r>
            <a:r>
              <a:rPr lang="en" sz="1200" b="1" i="1">
                <a:solidFill>
                  <a:srgbClr val="FF0000"/>
                </a:solidFill>
              </a:rPr>
              <a:t>prefix notation</a:t>
            </a:r>
            <a:r>
              <a:rPr lang="en" sz="1200"/>
              <a:t>, using which the operator </a:t>
            </a:r>
            <a:r>
              <a:rPr lang="en" sz="1200" b="1" i="1">
                <a:solidFill>
                  <a:srgbClr val="FF0000"/>
                </a:solidFill>
              </a:rPr>
              <a:t>precedes</a:t>
            </a:r>
            <a:r>
              <a:rPr lang="en" sz="1200">
                <a:solidFill>
                  <a:srgbClr val="FF0000"/>
                </a:solidFill>
              </a:rPr>
              <a:t> </a:t>
            </a:r>
            <a:r>
              <a:rPr lang="en" sz="1200"/>
              <a:t>its operand(s), e.g. </a:t>
            </a:r>
            <a:r>
              <a:rPr lang="en" sz="1200" b="1" i="1">
                <a:solidFill>
                  <a:srgbClr val="FF0000"/>
                </a:solidFill>
              </a:rPr>
              <a:t>+ 2 2</a:t>
            </a:r>
            <a:r>
              <a:rPr lang="en" sz="1200"/>
              <a:t>.</a:t>
            </a:r>
            <a:endParaRPr sz="1200"/>
          </a:p>
        </p:txBody>
      </p:sp>
      <p:sp>
        <p:nvSpPr>
          <p:cNvPr id="1146" name="Google Shape;1146;p123"/>
          <p:cNvSpPr txBox="1">
            <a:spLocks noGrp="1"/>
          </p:cNvSpPr>
          <p:nvPr>
            <p:ph type="body" idx="3"/>
          </p:nvPr>
        </p:nvSpPr>
        <p:spPr>
          <a:xfrm>
            <a:off x="315425" y="910425"/>
            <a:ext cx="3706500" cy="6750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Most people are more familiar with </a:t>
            </a:r>
            <a:r>
              <a:rPr lang="en" sz="1200" b="1" i="1">
                <a:solidFill>
                  <a:srgbClr val="FF0000"/>
                </a:solidFill>
              </a:rPr>
              <a:t>infix notation</a:t>
            </a:r>
            <a:r>
              <a:rPr lang="en" sz="1200"/>
              <a:t>, using which the operator is situated between operands, e.g. </a:t>
            </a:r>
            <a:r>
              <a:rPr lang="en" sz="1200" b="1" i="1">
                <a:solidFill>
                  <a:srgbClr val="FF0000"/>
                </a:solidFill>
              </a:rPr>
              <a:t>2 + 2</a:t>
            </a:r>
            <a:r>
              <a:rPr lang="en" sz="1200"/>
              <a:t>.</a:t>
            </a:r>
            <a:endParaRPr sz="1200"/>
          </a:p>
        </p:txBody>
      </p:sp>
      <p:sp>
        <p:nvSpPr>
          <p:cNvPr id="1147" name="Google Shape;1147;p123"/>
          <p:cNvSpPr txBox="1">
            <a:spLocks noGrp="1"/>
          </p:cNvSpPr>
          <p:nvPr>
            <p:ph type="body" idx="3"/>
          </p:nvPr>
        </p:nvSpPr>
        <p:spPr>
          <a:xfrm>
            <a:off x="315425" y="1682841"/>
            <a:ext cx="3706500" cy="6750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However, parsing such expressions is very challenging. One technique is the </a:t>
            </a:r>
            <a:r>
              <a:rPr lang="en" sz="1200" b="1" i="1" u="sng">
                <a:solidFill>
                  <a:srgbClr val="4A86E8"/>
                </a:solidFill>
                <a:hlinkClick r:id="rId3">
                  <a:extLst>
                    <a:ext uri="{A12FA001-AC4F-418D-AE19-62706E023703}">
                      <ahyp:hlinkClr xmlns:ahyp="http://schemas.microsoft.com/office/drawing/2018/hyperlinkcolor" val="tx"/>
                    </a:ext>
                  </a:extLst>
                </a:hlinkClick>
              </a:rPr>
              <a:t>Shunting- Yard Algorithm</a:t>
            </a:r>
            <a:r>
              <a:rPr lang="en" sz="1200"/>
              <a:t>.</a:t>
            </a:r>
            <a:endParaRPr sz="1200"/>
          </a:p>
        </p:txBody>
      </p:sp>
      <p:sp>
        <p:nvSpPr>
          <p:cNvPr id="1148" name="Google Shape;1148;p123"/>
          <p:cNvSpPr txBox="1">
            <a:spLocks noGrp="1"/>
          </p:cNvSpPr>
          <p:nvPr>
            <p:ph type="body" idx="3"/>
          </p:nvPr>
        </p:nvSpPr>
        <p:spPr>
          <a:xfrm>
            <a:off x="311725" y="3280892"/>
            <a:ext cx="3706500" cy="7245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Parsing expressions written using prefix notation is </a:t>
            </a:r>
            <a:r>
              <a:rPr lang="en" sz="1200" b="1" i="1">
                <a:solidFill>
                  <a:srgbClr val="FF0000"/>
                </a:solidFill>
              </a:rPr>
              <a:t>significantly </a:t>
            </a:r>
            <a:r>
              <a:rPr lang="en" sz="1200"/>
              <a:t>easier, even though they can be a little harder for humans to read.</a:t>
            </a:r>
            <a:endParaRPr sz="1200"/>
          </a:p>
        </p:txBody>
      </p:sp>
      <p:sp>
        <p:nvSpPr>
          <p:cNvPr id="1149" name="Google Shape;1149;p123"/>
          <p:cNvSpPr txBox="1"/>
          <p:nvPr/>
        </p:nvSpPr>
        <p:spPr>
          <a:xfrm>
            <a:off x="311725" y="4126725"/>
            <a:ext cx="3706500" cy="7563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600">
                <a:latin typeface="Consolas"/>
                <a:ea typeface="Consolas"/>
                <a:cs typeface="Consolas"/>
                <a:sym typeface="Consolas"/>
              </a:rPr>
              <a:t>&gt;&gt;&gt; + 2 * + 3 1 - 5 2</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14</a:t>
            </a:r>
            <a:endParaRPr sz="1600">
              <a:latin typeface="Consolas"/>
              <a:ea typeface="Consolas"/>
              <a:cs typeface="Consolas"/>
              <a:sym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46"/>
                                        </p:tgtEl>
                                        <p:attrNameLst>
                                          <p:attrName>style.visibility</p:attrName>
                                        </p:attrNameLst>
                                      </p:cBhvr>
                                      <p:to>
                                        <p:strVal val="visible"/>
                                      </p:to>
                                    </p:set>
                                    <p:animEffect transition="in" filter="fade">
                                      <p:cBhvr>
                                        <p:cTn id="7" dur="1000"/>
                                        <p:tgtEl>
                                          <p:spTgt spid="114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47"/>
                                        </p:tgtEl>
                                        <p:attrNameLst>
                                          <p:attrName>style.visibility</p:attrName>
                                        </p:attrNameLst>
                                      </p:cBhvr>
                                      <p:to>
                                        <p:strVal val="visible"/>
                                      </p:to>
                                    </p:set>
                                    <p:animEffect transition="in" filter="fade">
                                      <p:cBhvr>
                                        <p:cTn id="12" dur="1000"/>
                                        <p:tgtEl>
                                          <p:spTgt spid="114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45"/>
                                        </p:tgtEl>
                                        <p:attrNameLst>
                                          <p:attrName>style.visibility</p:attrName>
                                        </p:attrNameLst>
                                      </p:cBhvr>
                                      <p:to>
                                        <p:strVal val="visible"/>
                                      </p:to>
                                    </p:set>
                                    <p:animEffect transition="in" filter="fade">
                                      <p:cBhvr>
                                        <p:cTn id="17" dur="1000"/>
                                        <p:tgtEl>
                                          <p:spTgt spid="11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48"/>
                                        </p:tgtEl>
                                        <p:attrNameLst>
                                          <p:attrName>style.visibility</p:attrName>
                                        </p:attrNameLst>
                                      </p:cBhvr>
                                      <p:to>
                                        <p:strVal val="visible"/>
                                      </p:to>
                                    </p:set>
                                    <p:animEffect transition="in" filter="fade">
                                      <p:cBhvr>
                                        <p:cTn id="22" dur="1000"/>
                                        <p:tgtEl>
                                          <p:spTgt spid="1148"/>
                                        </p:tgtEl>
                                      </p:cBhvr>
                                    </p:animEffect>
                                  </p:childTnLst>
                                </p:cTn>
                              </p:par>
                            </p:childTnLst>
                          </p:cTn>
                        </p:par>
                        <p:par>
                          <p:cTn id="23" fill="hold">
                            <p:stCondLst>
                              <p:cond delay="1000"/>
                            </p:stCondLst>
                            <p:childTnLst>
                              <p:par>
                                <p:cTn id="24" presetID="10" presetClass="entr" presetSubtype="0" fill="hold" nodeType="afterEffect">
                                  <p:stCondLst>
                                    <p:cond delay="0"/>
                                  </p:stCondLst>
                                  <p:childTnLst>
                                    <p:set>
                                      <p:cBhvr>
                                        <p:cTn id="25" dur="1" fill="hold">
                                          <p:stCondLst>
                                            <p:cond delay="0"/>
                                          </p:stCondLst>
                                        </p:cTn>
                                        <p:tgtEl>
                                          <p:spTgt spid="1149"/>
                                        </p:tgtEl>
                                        <p:attrNameLst>
                                          <p:attrName>style.visibility</p:attrName>
                                        </p:attrNameLst>
                                      </p:cBhvr>
                                      <p:to>
                                        <p:strVal val="visible"/>
                                      </p:to>
                                    </p:set>
                                    <p:animEffect transition="in" filter="fade">
                                      <p:cBhvr>
                                        <p:cTn id="26" dur="1000"/>
                                        <p:tgtEl>
                                          <p:spTgt spid="1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153"/>
        <p:cNvGrpSpPr/>
        <p:nvPr/>
      </p:nvGrpSpPr>
      <p:grpSpPr>
        <a:xfrm>
          <a:off x="0" y="0"/>
          <a:ext cx="0" cy="0"/>
          <a:chOff x="0" y="0"/>
          <a:chExt cx="0" cy="0"/>
        </a:xfrm>
      </p:grpSpPr>
      <p:sp>
        <p:nvSpPr>
          <p:cNvPr id="1154" name="Google Shape;1154;p124"/>
          <p:cNvSpPr txBox="1">
            <a:spLocks noGrp="1"/>
          </p:cNvSpPr>
          <p:nvPr>
            <p:ph type="title"/>
          </p:nvPr>
        </p:nvSpPr>
        <p:spPr>
          <a:xfrm>
            <a:off x="5264725" y="437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Expressions</a:t>
            </a:r>
            <a:endParaRPr/>
          </a:p>
        </p:txBody>
      </p:sp>
      <p:sp>
        <p:nvSpPr>
          <p:cNvPr id="1155" name="Google Shape;1155;p124"/>
          <p:cNvSpPr txBox="1">
            <a:spLocks noGrp="1"/>
          </p:cNvSpPr>
          <p:nvPr>
            <p:ph type="body" idx="1"/>
          </p:nvPr>
        </p:nvSpPr>
        <p:spPr>
          <a:xfrm>
            <a:off x="72675" y="99225"/>
            <a:ext cx="4768500" cy="4720200"/>
          </a:xfrm>
          <a:prstGeom prst="rect">
            <a:avLst/>
          </a:prstGeom>
        </p:spPr>
        <p:txBody>
          <a:bodyPr spcFirstLastPara="1" wrap="square" lIns="91425" tIns="91425" rIns="91425" bIns="91425" anchor="ctr" anchorCtr="0">
            <a:spAutoFit/>
          </a:bodyPr>
          <a:lstStyle/>
          <a:p>
            <a:pPr marL="457200" lvl="0" indent="-311150" algn="l" rtl="0">
              <a:lnSpc>
                <a:spcPct val="100000"/>
              </a:lnSpc>
              <a:spcBef>
                <a:spcPts val="0"/>
              </a:spcBef>
              <a:spcAft>
                <a:spcPts val="0"/>
              </a:spcAft>
              <a:buSzPts val="1300"/>
              <a:buChar char="●"/>
            </a:pPr>
            <a:r>
              <a:rPr lang="en"/>
              <a:t>Let's start by focusing on the </a:t>
            </a:r>
            <a:r>
              <a:rPr lang="en" b="1" i="1">
                <a:solidFill>
                  <a:srgbClr val="FF0000"/>
                </a:solidFill>
              </a:rPr>
              <a:t>expressions</a:t>
            </a:r>
            <a:r>
              <a:rPr lang="en">
                <a:solidFill>
                  <a:srgbClr val="FF0000"/>
                </a:solidFill>
              </a:rPr>
              <a:t> </a:t>
            </a:r>
            <a:r>
              <a:rPr lang="en"/>
              <a:t>that we will represent as an expression tree.</a:t>
            </a:r>
            <a:endParaRPr/>
          </a:p>
          <a:p>
            <a:pPr marL="457200" lvl="0" indent="-311150" algn="l" rtl="0">
              <a:lnSpc>
                <a:spcPct val="100000"/>
              </a:lnSpc>
              <a:spcBef>
                <a:spcPts val="1000"/>
              </a:spcBef>
              <a:spcAft>
                <a:spcPts val="0"/>
              </a:spcAft>
              <a:buSzPts val="1300"/>
              <a:buChar char="●"/>
            </a:pPr>
            <a:r>
              <a:rPr lang="en"/>
              <a:t>When an </a:t>
            </a:r>
            <a:r>
              <a:rPr lang="en" b="1" i="1">
                <a:solidFill>
                  <a:srgbClr val="FF0000"/>
                </a:solidFill>
              </a:rPr>
              <a:t>expression</a:t>
            </a:r>
            <a:r>
              <a:rPr lang="en">
                <a:solidFill>
                  <a:srgbClr val="FF0000"/>
                </a:solidFill>
              </a:rPr>
              <a:t> </a:t>
            </a:r>
            <a:r>
              <a:rPr lang="en"/>
              <a:t>is evaluated, the result is a single, floating point value.</a:t>
            </a:r>
            <a:endParaRPr/>
          </a:p>
          <a:p>
            <a:pPr marL="457200" lvl="0" indent="-311150" algn="l" rtl="0">
              <a:lnSpc>
                <a:spcPct val="100000"/>
              </a:lnSpc>
              <a:spcBef>
                <a:spcPts val="1000"/>
              </a:spcBef>
              <a:spcAft>
                <a:spcPts val="0"/>
              </a:spcAft>
              <a:buSzPts val="1300"/>
              <a:buChar char="●"/>
            </a:pPr>
            <a:r>
              <a:rPr lang="en"/>
              <a:t>There are </a:t>
            </a:r>
            <a:r>
              <a:rPr lang="en" b="1" i="1">
                <a:solidFill>
                  <a:srgbClr val="FF0000"/>
                </a:solidFill>
              </a:rPr>
              <a:t>three </a:t>
            </a:r>
            <a:r>
              <a:rPr lang="en"/>
              <a:t>basic types of expressions that our expression tree will support.</a:t>
            </a:r>
            <a:endParaRPr/>
          </a:p>
          <a:p>
            <a:pPr marL="457200" lvl="0" indent="-311150" algn="l" rtl="0">
              <a:lnSpc>
                <a:spcPct val="100000"/>
              </a:lnSpc>
              <a:spcBef>
                <a:spcPts val="1000"/>
              </a:spcBef>
              <a:spcAft>
                <a:spcPts val="0"/>
              </a:spcAft>
              <a:buSzPts val="1300"/>
              <a:buChar char="●"/>
            </a:pPr>
            <a:r>
              <a:rPr lang="en"/>
              <a:t>A </a:t>
            </a:r>
            <a:r>
              <a:rPr lang="en" b="1" i="1">
                <a:solidFill>
                  <a:srgbClr val="FF0000"/>
                </a:solidFill>
              </a:rPr>
              <a:t>constant</a:t>
            </a:r>
            <a:r>
              <a:rPr lang="en">
                <a:solidFill>
                  <a:srgbClr val="FF0000"/>
                </a:solidFill>
              </a:rPr>
              <a:t> </a:t>
            </a:r>
            <a:r>
              <a:rPr lang="en"/>
              <a:t>is a literal value, eg. </a:t>
            </a:r>
            <a:r>
              <a:rPr lang="en">
                <a:solidFill>
                  <a:srgbClr val="FF0000"/>
                </a:solidFill>
                <a:latin typeface="Courier New"/>
                <a:ea typeface="Courier New"/>
                <a:cs typeface="Courier New"/>
                <a:sym typeface="Courier New"/>
              </a:rPr>
              <a:t>3.14159</a:t>
            </a:r>
            <a:r>
              <a:rPr lang="en"/>
              <a:t>.</a:t>
            </a:r>
            <a:endParaRPr/>
          </a:p>
          <a:p>
            <a:pPr marL="914400" lvl="1" indent="-298450" algn="l" rtl="0">
              <a:lnSpc>
                <a:spcPct val="100000"/>
              </a:lnSpc>
              <a:spcBef>
                <a:spcPts val="0"/>
              </a:spcBef>
              <a:spcAft>
                <a:spcPts val="0"/>
              </a:spcAft>
              <a:buSzPts val="1100"/>
              <a:buChar char="○"/>
            </a:pPr>
            <a:r>
              <a:rPr lang="en"/>
              <a:t>When a</a:t>
            </a:r>
            <a:r>
              <a:rPr lang="en">
                <a:solidFill>
                  <a:srgbClr val="FF0000"/>
                </a:solidFill>
              </a:rPr>
              <a:t> </a:t>
            </a:r>
            <a:r>
              <a:rPr lang="en" b="1" i="1">
                <a:solidFill>
                  <a:srgbClr val="FF0000"/>
                </a:solidFill>
              </a:rPr>
              <a:t>constant expression</a:t>
            </a:r>
            <a:r>
              <a:rPr lang="en"/>
              <a:t> is evaluated, it always just returns its value.</a:t>
            </a:r>
            <a:endParaRPr/>
          </a:p>
          <a:p>
            <a:pPr marL="457200" lvl="0" indent="-311150" algn="l" rtl="0">
              <a:lnSpc>
                <a:spcPct val="100000"/>
              </a:lnSpc>
              <a:spcBef>
                <a:spcPts val="1000"/>
              </a:spcBef>
              <a:spcAft>
                <a:spcPts val="0"/>
              </a:spcAft>
              <a:buSzPts val="1300"/>
              <a:buChar char="●"/>
            </a:pPr>
            <a:r>
              <a:rPr lang="en"/>
              <a:t>A </a:t>
            </a:r>
            <a:r>
              <a:rPr lang="en" b="1" i="1">
                <a:solidFill>
                  <a:srgbClr val="FF0000"/>
                </a:solidFill>
              </a:rPr>
              <a:t>unary expression</a:t>
            </a:r>
            <a:r>
              <a:rPr lang="en"/>
              <a:t> is an operator and exactly </a:t>
            </a:r>
            <a:r>
              <a:rPr lang="en" b="1" i="1">
                <a:solidFill>
                  <a:srgbClr val="FF0000"/>
                </a:solidFill>
              </a:rPr>
              <a:t>one </a:t>
            </a:r>
            <a:r>
              <a:rPr lang="en"/>
              <a:t>other expression.</a:t>
            </a:r>
            <a:endParaRPr/>
          </a:p>
          <a:p>
            <a:pPr marL="914400" lvl="1" indent="-298450" algn="l" rtl="0">
              <a:lnSpc>
                <a:spcPct val="100000"/>
              </a:lnSpc>
              <a:spcBef>
                <a:spcPts val="0"/>
              </a:spcBef>
              <a:spcAft>
                <a:spcPts val="0"/>
              </a:spcAft>
              <a:buSzPts val="1100"/>
              <a:buChar char="○"/>
            </a:pPr>
            <a:r>
              <a:rPr lang="en"/>
              <a:t>The other expression must be evaluated </a:t>
            </a:r>
            <a:r>
              <a:rPr lang="en" b="1" i="1">
                <a:solidFill>
                  <a:srgbClr val="FF0000"/>
                </a:solidFill>
              </a:rPr>
              <a:t>first</a:t>
            </a:r>
            <a:r>
              <a:rPr lang="en"/>
              <a:t>.</a:t>
            </a:r>
            <a:endParaRPr/>
          </a:p>
          <a:p>
            <a:pPr marL="914400" lvl="1" indent="-298450" algn="l" rtl="0">
              <a:lnSpc>
                <a:spcPct val="100000"/>
              </a:lnSpc>
              <a:spcBef>
                <a:spcPts val="0"/>
              </a:spcBef>
              <a:spcAft>
                <a:spcPts val="0"/>
              </a:spcAft>
              <a:buSzPts val="1100"/>
              <a:buChar char="○"/>
            </a:pPr>
            <a:r>
              <a:rPr lang="en"/>
              <a:t>Then the operator is applied to the result.</a:t>
            </a:r>
            <a:endParaRPr/>
          </a:p>
          <a:p>
            <a:pPr marL="914400" lvl="1" indent="-298450" algn="l" rtl="0">
              <a:lnSpc>
                <a:spcPct val="100000"/>
              </a:lnSpc>
              <a:spcBef>
                <a:spcPts val="0"/>
              </a:spcBef>
              <a:spcAft>
                <a:spcPts val="0"/>
              </a:spcAft>
              <a:buSzPts val="1100"/>
              <a:buChar char="○"/>
            </a:pPr>
            <a:r>
              <a:rPr lang="en"/>
              <a:t>For example </a:t>
            </a:r>
            <a:r>
              <a:rPr lang="en">
                <a:solidFill>
                  <a:srgbClr val="FF0000"/>
                </a:solidFill>
              </a:rPr>
              <a:t>++ 5</a:t>
            </a:r>
            <a:r>
              <a:rPr lang="en"/>
              <a:t> is a unary expression that evaluates the constant expression </a:t>
            </a:r>
            <a:r>
              <a:rPr lang="en">
                <a:solidFill>
                  <a:srgbClr val="FF0000"/>
                </a:solidFill>
              </a:rPr>
              <a:t>5</a:t>
            </a:r>
            <a:r>
              <a:rPr lang="en"/>
              <a:t>, and then adds one.</a:t>
            </a:r>
            <a:endParaRPr/>
          </a:p>
          <a:p>
            <a:pPr marL="457200" lvl="0" indent="-311150" algn="l" rtl="0">
              <a:lnSpc>
                <a:spcPct val="100000"/>
              </a:lnSpc>
              <a:spcBef>
                <a:spcPts val="1000"/>
              </a:spcBef>
              <a:spcAft>
                <a:spcPts val="0"/>
              </a:spcAft>
              <a:buSzPts val="1300"/>
              <a:buChar char="●"/>
            </a:pPr>
            <a:r>
              <a:rPr lang="en"/>
              <a:t>A </a:t>
            </a:r>
            <a:r>
              <a:rPr lang="en" b="1" i="1">
                <a:solidFill>
                  <a:srgbClr val="FF0000"/>
                </a:solidFill>
              </a:rPr>
              <a:t>binary expression</a:t>
            </a:r>
            <a:r>
              <a:rPr lang="en"/>
              <a:t> is an operator and exactly </a:t>
            </a:r>
            <a:r>
              <a:rPr lang="en" b="1" i="1">
                <a:solidFill>
                  <a:srgbClr val="FF0000"/>
                </a:solidFill>
              </a:rPr>
              <a:t>two</a:t>
            </a:r>
            <a:r>
              <a:rPr lang="en">
                <a:solidFill>
                  <a:srgbClr val="FF0000"/>
                </a:solidFill>
              </a:rPr>
              <a:t> </a:t>
            </a:r>
            <a:r>
              <a:rPr lang="en"/>
              <a:t>other expressions.</a:t>
            </a:r>
            <a:endParaRPr/>
          </a:p>
          <a:p>
            <a:pPr marL="914400" lvl="1" indent="-298450" algn="l" rtl="0">
              <a:lnSpc>
                <a:spcPct val="100000"/>
              </a:lnSpc>
              <a:spcBef>
                <a:spcPts val="0"/>
              </a:spcBef>
              <a:spcAft>
                <a:spcPts val="0"/>
              </a:spcAft>
              <a:buSzPts val="1100"/>
              <a:buChar char="○"/>
            </a:pPr>
            <a:r>
              <a:rPr lang="en" b="1" i="1">
                <a:solidFill>
                  <a:srgbClr val="FF0000"/>
                </a:solidFill>
              </a:rPr>
              <a:t>Both</a:t>
            </a:r>
            <a:r>
              <a:rPr lang="en">
                <a:solidFill>
                  <a:srgbClr val="FF0000"/>
                </a:solidFill>
              </a:rPr>
              <a:t> </a:t>
            </a:r>
            <a:r>
              <a:rPr lang="en"/>
              <a:t>of the other expressions must be evaluated </a:t>
            </a:r>
            <a:r>
              <a:rPr lang="en" b="1" i="1">
                <a:solidFill>
                  <a:srgbClr val="FF0000"/>
                </a:solidFill>
              </a:rPr>
              <a:t>first</a:t>
            </a:r>
            <a:r>
              <a:rPr lang="en"/>
              <a:t>.</a:t>
            </a:r>
            <a:endParaRPr/>
          </a:p>
          <a:p>
            <a:pPr marL="914400" lvl="1" indent="-298450" algn="l" rtl="0">
              <a:lnSpc>
                <a:spcPct val="100000"/>
              </a:lnSpc>
              <a:spcBef>
                <a:spcPts val="0"/>
              </a:spcBef>
              <a:spcAft>
                <a:spcPts val="0"/>
              </a:spcAft>
              <a:buSzPts val="1100"/>
              <a:buChar char="○"/>
            </a:pPr>
            <a:r>
              <a:rPr lang="en"/>
              <a:t>Then the operator is applied to both results.</a:t>
            </a:r>
            <a:endParaRPr/>
          </a:p>
          <a:p>
            <a:pPr marL="914400" lvl="1" indent="-298450" algn="l" rtl="0">
              <a:lnSpc>
                <a:spcPct val="100000"/>
              </a:lnSpc>
              <a:spcBef>
                <a:spcPts val="0"/>
              </a:spcBef>
              <a:spcAft>
                <a:spcPts val="0"/>
              </a:spcAft>
              <a:buSzPts val="1100"/>
              <a:buChar char="○"/>
            </a:pPr>
            <a:r>
              <a:rPr lang="en"/>
              <a:t>For example</a:t>
            </a:r>
            <a:r>
              <a:rPr lang="en">
                <a:solidFill>
                  <a:srgbClr val="FF0000"/>
                </a:solidFill>
              </a:rPr>
              <a:t> + 4 5</a:t>
            </a:r>
            <a:r>
              <a:rPr lang="en"/>
              <a:t> is a binary expression that evaluates two constant expressions and then adds the results together.</a:t>
            </a:r>
            <a:endParaRPr/>
          </a:p>
        </p:txBody>
      </p:sp>
      <p:sp>
        <p:nvSpPr>
          <p:cNvPr id="1156" name="Google Shape;1156;p124"/>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46</a:t>
            </a:fld>
            <a:endParaRPr/>
          </a:p>
        </p:txBody>
      </p:sp>
      <p:sp>
        <p:nvSpPr>
          <p:cNvPr id="1157" name="Google Shape;1157;p124"/>
          <p:cNvSpPr txBox="1">
            <a:spLocks noGrp="1"/>
          </p:cNvSpPr>
          <p:nvPr>
            <p:ph type="body" idx="3"/>
          </p:nvPr>
        </p:nvSpPr>
        <p:spPr>
          <a:xfrm>
            <a:off x="5246050" y="782900"/>
            <a:ext cx="3706500" cy="6888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It can be helpful to visualize expressions as a </a:t>
            </a:r>
            <a:r>
              <a:rPr lang="en" sz="1200" b="1" i="1">
                <a:solidFill>
                  <a:srgbClr val="FF0000"/>
                </a:solidFill>
              </a:rPr>
              <a:t>tree</a:t>
            </a:r>
            <a:r>
              <a:rPr lang="en" sz="1200"/>
              <a:t>. For example, take the example expression shown previously. </a:t>
            </a:r>
            <a:endParaRPr sz="1200"/>
          </a:p>
        </p:txBody>
      </p:sp>
      <p:sp>
        <p:nvSpPr>
          <p:cNvPr id="1158" name="Google Shape;1158;p124"/>
          <p:cNvSpPr txBox="1"/>
          <p:nvPr/>
        </p:nvSpPr>
        <p:spPr>
          <a:xfrm>
            <a:off x="5246050" y="1572775"/>
            <a:ext cx="3706500" cy="353100"/>
          </a:xfrm>
          <a:prstGeom prst="rect">
            <a:avLst/>
          </a:prstGeom>
          <a:solidFill>
            <a:schemeClr val="lt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600">
                <a:latin typeface="Consolas"/>
                <a:ea typeface="Consolas"/>
                <a:cs typeface="Consolas"/>
                <a:sym typeface="Consolas"/>
              </a:rPr>
              <a:t>+ 2 * + 3 1 - 5 2</a:t>
            </a:r>
            <a:endParaRPr sz="1600">
              <a:latin typeface="Consolas"/>
              <a:ea typeface="Consolas"/>
              <a:cs typeface="Consolas"/>
              <a:sym typeface="Consolas"/>
            </a:endParaRPr>
          </a:p>
        </p:txBody>
      </p:sp>
      <p:sp>
        <p:nvSpPr>
          <p:cNvPr id="1159" name="Google Shape;1159;p124"/>
          <p:cNvSpPr txBox="1">
            <a:spLocks noGrp="1"/>
          </p:cNvSpPr>
          <p:nvPr>
            <p:ph type="body" idx="3"/>
          </p:nvPr>
        </p:nvSpPr>
        <p:spPr>
          <a:xfrm>
            <a:off x="5246050" y="4390000"/>
            <a:ext cx="3706500" cy="5154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Each </a:t>
            </a:r>
            <a:r>
              <a:rPr lang="en" sz="1200" b="1" i="1">
                <a:solidFill>
                  <a:srgbClr val="FF0000"/>
                </a:solidFill>
              </a:rPr>
              <a:t>binary expression</a:t>
            </a:r>
            <a:r>
              <a:rPr lang="en" sz="1200"/>
              <a:t> in this tree must evaluate both of its expressions before applying the operator.</a:t>
            </a:r>
            <a:endParaRPr sz="1200"/>
          </a:p>
        </p:txBody>
      </p:sp>
      <p:sp>
        <p:nvSpPr>
          <p:cNvPr id="1160" name="Google Shape;1160;p124"/>
          <p:cNvSpPr/>
          <p:nvPr/>
        </p:nvSpPr>
        <p:spPr>
          <a:xfrm>
            <a:off x="6659588" y="2063025"/>
            <a:ext cx="393600" cy="393600"/>
          </a:xfrm>
          <a:prstGeom prst="ellipse">
            <a:avLst/>
          </a:prstGeom>
          <a:solidFill>
            <a:srgbClr val="FF0000"/>
          </a:solidFill>
          <a:ln w="28575" cap="flat" cmpd="sng">
            <a:solidFill>
              <a:srgbClr val="EA999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grpSp>
        <p:nvGrpSpPr>
          <p:cNvPr id="1161" name="Google Shape;1161;p124"/>
          <p:cNvGrpSpPr/>
          <p:nvPr/>
        </p:nvGrpSpPr>
        <p:grpSpPr>
          <a:xfrm>
            <a:off x="5975375" y="2259825"/>
            <a:ext cx="684213" cy="787350"/>
            <a:chOff x="5975375" y="2259825"/>
            <a:chExt cx="684213" cy="787350"/>
          </a:xfrm>
        </p:grpSpPr>
        <p:sp>
          <p:nvSpPr>
            <p:cNvPr id="1162" name="Google Shape;1162;p124"/>
            <p:cNvSpPr/>
            <p:nvPr/>
          </p:nvSpPr>
          <p:spPr>
            <a:xfrm>
              <a:off x="5975375" y="2653575"/>
              <a:ext cx="393600" cy="393600"/>
            </a:xfrm>
            <a:prstGeom prst="ellipse">
              <a:avLst/>
            </a:prstGeom>
            <a:solidFill>
              <a:srgbClr val="38761D"/>
            </a:solidFill>
            <a:ln w="28575" cap="flat" cmpd="sng">
              <a:solidFill>
                <a:srgbClr val="B6D7A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Consolas"/>
                  <a:ea typeface="Consolas"/>
                  <a:cs typeface="Consolas"/>
                  <a:sym typeface="Consolas"/>
                </a:rPr>
                <a:t>2</a:t>
              </a:r>
              <a:endParaRPr>
                <a:solidFill>
                  <a:srgbClr val="FFFFFF"/>
                </a:solidFill>
                <a:latin typeface="Consolas"/>
                <a:ea typeface="Consolas"/>
                <a:cs typeface="Consolas"/>
                <a:sym typeface="Consolas"/>
              </a:endParaRPr>
            </a:p>
          </p:txBody>
        </p:sp>
        <p:cxnSp>
          <p:nvCxnSpPr>
            <p:cNvPr id="1163" name="Google Shape;1163;p124"/>
            <p:cNvCxnSpPr>
              <a:stCxn id="1160" idx="2"/>
              <a:endCxn id="1162" idx="0"/>
            </p:cNvCxnSpPr>
            <p:nvPr/>
          </p:nvCxnSpPr>
          <p:spPr>
            <a:xfrm flipH="1">
              <a:off x="6172088" y="2259825"/>
              <a:ext cx="487500" cy="393900"/>
            </a:xfrm>
            <a:prstGeom prst="curvedConnector2">
              <a:avLst/>
            </a:prstGeom>
            <a:noFill/>
            <a:ln w="28575" cap="flat" cmpd="sng">
              <a:solidFill>
                <a:srgbClr val="FFFFFF"/>
              </a:solidFill>
              <a:prstDash val="solid"/>
              <a:round/>
              <a:headEnd type="none" w="med" len="med"/>
              <a:tailEnd type="none" w="med" len="med"/>
            </a:ln>
          </p:spPr>
        </p:cxnSp>
      </p:grpSp>
      <p:grpSp>
        <p:nvGrpSpPr>
          <p:cNvPr id="1164" name="Google Shape;1164;p124"/>
          <p:cNvGrpSpPr/>
          <p:nvPr/>
        </p:nvGrpSpPr>
        <p:grpSpPr>
          <a:xfrm>
            <a:off x="7053100" y="2259825"/>
            <a:ext cx="684300" cy="806400"/>
            <a:chOff x="7053100" y="2259825"/>
            <a:chExt cx="684300" cy="806400"/>
          </a:xfrm>
        </p:grpSpPr>
        <p:sp>
          <p:nvSpPr>
            <p:cNvPr id="1165" name="Google Shape;1165;p124"/>
            <p:cNvSpPr/>
            <p:nvPr/>
          </p:nvSpPr>
          <p:spPr>
            <a:xfrm>
              <a:off x="7343800" y="2672625"/>
              <a:ext cx="393600" cy="393600"/>
            </a:xfrm>
            <a:prstGeom prst="ellipse">
              <a:avLst/>
            </a:prstGeom>
            <a:solidFill>
              <a:srgbClr val="FF0000"/>
            </a:solidFill>
            <a:ln w="28575" cap="flat" cmpd="sng">
              <a:solidFill>
                <a:srgbClr val="EA999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cxnSp>
          <p:nvCxnSpPr>
            <p:cNvPr id="1166" name="Google Shape;1166;p124"/>
            <p:cNvCxnSpPr>
              <a:endCxn id="1165" idx="0"/>
            </p:cNvCxnSpPr>
            <p:nvPr/>
          </p:nvCxnSpPr>
          <p:spPr>
            <a:xfrm>
              <a:off x="7053100" y="2259825"/>
              <a:ext cx="487500" cy="412800"/>
            </a:xfrm>
            <a:prstGeom prst="curvedConnector2">
              <a:avLst/>
            </a:prstGeom>
            <a:noFill/>
            <a:ln w="28575" cap="flat" cmpd="sng">
              <a:solidFill>
                <a:srgbClr val="FFFFFF"/>
              </a:solidFill>
              <a:prstDash val="solid"/>
              <a:round/>
              <a:headEnd type="none" w="med" len="med"/>
              <a:tailEnd type="none" w="med" len="med"/>
            </a:ln>
          </p:spPr>
        </p:cxnSp>
      </p:grpSp>
      <p:grpSp>
        <p:nvGrpSpPr>
          <p:cNvPr id="1167" name="Google Shape;1167;p124"/>
          <p:cNvGrpSpPr/>
          <p:nvPr/>
        </p:nvGrpSpPr>
        <p:grpSpPr>
          <a:xfrm>
            <a:off x="6658000" y="2869425"/>
            <a:ext cx="685800" cy="806400"/>
            <a:chOff x="6658000" y="2869425"/>
            <a:chExt cx="685800" cy="806400"/>
          </a:xfrm>
        </p:grpSpPr>
        <p:sp>
          <p:nvSpPr>
            <p:cNvPr id="1168" name="Google Shape;1168;p124"/>
            <p:cNvSpPr/>
            <p:nvPr/>
          </p:nvSpPr>
          <p:spPr>
            <a:xfrm>
              <a:off x="6658000" y="3282225"/>
              <a:ext cx="393600" cy="393600"/>
            </a:xfrm>
            <a:prstGeom prst="ellipse">
              <a:avLst/>
            </a:prstGeom>
            <a:solidFill>
              <a:srgbClr val="FF0000"/>
            </a:solidFill>
            <a:ln w="28575" cap="flat" cmpd="sng">
              <a:solidFill>
                <a:srgbClr val="EA999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cxnSp>
          <p:nvCxnSpPr>
            <p:cNvPr id="1169" name="Google Shape;1169;p124"/>
            <p:cNvCxnSpPr>
              <a:stCxn id="1165" idx="2"/>
              <a:endCxn id="1168" idx="0"/>
            </p:cNvCxnSpPr>
            <p:nvPr/>
          </p:nvCxnSpPr>
          <p:spPr>
            <a:xfrm flipH="1">
              <a:off x="6854800" y="2869425"/>
              <a:ext cx="489000" cy="412800"/>
            </a:xfrm>
            <a:prstGeom prst="curvedConnector2">
              <a:avLst/>
            </a:prstGeom>
            <a:noFill/>
            <a:ln w="28575" cap="flat" cmpd="sng">
              <a:solidFill>
                <a:srgbClr val="FFFFFF"/>
              </a:solidFill>
              <a:prstDash val="solid"/>
              <a:round/>
              <a:headEnd type="none" w="med" len="med"/>
              <a:tailEnd type="none" w="med" len="med"/>
            </a:ln>
          </p:spPr>
        </p:cxnSp>
      </p:grpSp>
      <p:grpSp>
        <p:nvGrpSpPr>
          <p:cNvPr id="1170" name="Google Shape;1170;p124"/>
          <p:cNvGrpSpPr/>
          <p:nvPr/>
        </p:nvGrpSpPr>
        <p:grpSpPr>
          <a:xfrm>
            <a:off x="7737400" y="2869425"/>
            <a:ext cx="685800" cy="806400"/>
            <a:chOff x="7737400" y="2869425"/>
            <a:chExt cx="685800" cy="806400"/>
          </a:xfrm>
        </p:grpSpPr>
        <p:sp>
          <p:nvSpPr>
            <p:cNvPr id="1171" name="Google Shape;1171;p124"/>
            <p:cNvSpPr/>
            <p:nvPr/>
          </p:nvSpPr>
          <p:spPr>
            <a:xfrm>
              <a:off x="8029600" y="3282225"/>
              <a:ext cx="393600" cy="393600"/>
            </a:xfrm>
            <a:prstGeom prst="ellipse">
              <a:avLst/>
            </a:prstGeom>
            <a:solidFill>
              <a:srgbClr val="FF0000"/>
            </a:solidFill>
            <a:ln w="28575" cap="flat" cmpd="sng">
              <a:solidFill>
                <a:srgbClr val="EA999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cxnSp>
          <p:nvCxnSpPr>
            <p:cNvPr id="1172" name="Google Shape;1172;p124"/>
            <p:cNvCxnSpPr>
              <a:endCxn id="1171" idx="0"/>
            </p:cNvCxnSpPr>
            <p:nvPr/>
          </p:nvCxnSpPr>
          <p:spPr>
            <a:xfrm>
              <a:off x="7737400" y="2869425"/>
              <a:ext cx="489000" cy="412800"/>
            </a:xfrm>
            <a:prstGeom prst="curvedConnector2">
              <a:avLst/>
            </a:prstGeom>
            <a:noFill/>
            <a:ln w="28575" cap="flat" cmpd="sng">
              <a:solidFill>
                <a:srgbClr val="FFFFFF"/>
              </a:solidFill>
              <a:prstDash val="solid"/>
              <a:round/>
              <a:headEnd type="none" w="med" len="med"/>
              <a:tailEnd type="none" w="med" len="med"/>
            </a:ln>
          </p:spPr>
        </p:cxnSp>
      </p:grpSp>
      <p:grpSp>
        <p:nvGrpSpPr>
          <p:cNvPr id="1173" name="Google Shape;1173;p124"/>
          <p:cNvGrpSpPr/>
          <p:nvPr/>
        </p:nvGrpSpPr>
        <p:grpSpPr>
          <a:xfrm>
            <a:off x="6264400" y="3479025"/>
            <a:ext cx="393600" cy="689450"/>
            <a:chOff x="6264400" y="3479025"/>
            <a:chExt cx="393600" cy="689450"/>
          </a:xfrm>
        </p:grpSpPr>
        <p:sp>
          <p:nvSpPr>
            <p:cNvPr id="1174" name="Google Shape;1174;p124"/>
            <p:cNvSpPr/>
            <p:nvPr/>
          </p:nvSpPr>
          <p:spPr>
            <a:xfrm>
              <a:off x="6264400" y="3774875"/>
              <a:ext cx="393600" cy="393600"/>
            </a:xfrm>
            <a:prstGeom prst="ellipse">
              <a:avLst/>
            </a:prstGeom>
            <a:solidFill>
              <a:srgbClr val="38761D"/>
            </a:solidFill>
            <a:ln w="28575" cap="flat" cmpd="sng">
              <a:solidFill>
                <a:srgbClr val="B6D7A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Consolas"/>
                  <a:ea typeface="Consolas"/>
                  <a:cs typeface="Consolas"/>
                  <a:sym typeface="Consolas"/>
                </a:rPr>
                <a:t>3</a:t>
              </a:r>
              <a:endParaRPr>
                <a:solidFill>
                  <a:srgbClr val="FFFFFF"/>
                </a:solidFill>
                <a:latin typeface="Consolas"/>
                <a:ea typeface="Consolas"/>
                <a:cs typeface="Consolas"/>
                <a:sym typeface="Consolas"/>
              </a:endParaRPr>
            </a:p>
          </p:txBody>
        </p:sp>
        <p:cxnSp>
          <p:nvCxnSpPr>
            <p:cNvPr id="1175" name="Google Shape;1175;p124"/>
            <p:cNvCxnSpPr>
              <a:stCxn id="1168" idx="2"/>
              <a:endCxn id="1174" idx="0"/>
            </p:cNvCxnSpPr>
            <p:nvPr/>
          </p:nvCxnSpPr>
          <p:spPr>
            <a:xfrm flipH="1">
              <a:off x="6461200" y="3479025"/>
              <a:ext cx="196800" cy="295800"/>
            </a:xfrm>
            <a:prstGeom prst="curvedConnector2">
              <a:avLst/>
            </a:prstGeom>
            <a:noFill/>
            <a:ln w="28575" cap="flat" cmpd="sng">
              <a:solidFill>
                <a:srgbClr val="FFFFFF"/>
              </a:solidFill>
              <a:prstDash val="solid"/>
              <a:round/>
              <a:headEnd type="none" w="med" len="med"/>
              <a:tailEnd type="none" w="med" len="med"/>
            </a:ln>
          </p:spPr>
        </p:cxnSp>
      </p:grpSp>
      <p:grpSp>
        <p:nvGrpSpPr>
          <p:cNvPr id="1176" name="Google Shape;1176;p124"/>
          <p:cNvGrpSpPr/>
          <p:nvPr/>
        </p:nvGrpSpPr>
        <p:grpSpPr>
          <a:xfrm>
            <a:off x="7026400" y="3479025"/>
            <a:ext cx="393600" cy="689450"/>
            <a:chOff x="7026400" y="3479025"/>
            <a:chExt cx="393600" cy="689450"/>
          </a:xfrm>
        </p:grpSpPr>
        <p:sp>
          <p:nvSpPr>
            <p:cNvPr id="1177" name="Google Shape;1177;p124"/>
            <p:cNvSpPr/>
            <p:nvPr/>
          </p:nvSpPr>
          <p:spPr>
            <a:xfrm>
              <a:off x="7026400" y="3774875"/>
              <a:ext cx="393600" cy="393600"/>
            </a:xfrm>
            <a:prstGeom prst="ellipse">
              <a:avLst/>
            </a:prstGeom>
            <a:solidFill>
              <a:srgbClr val="38761D"/>
            </a:solidFill>
            <a:ln w="28575" cap="flat" cmpd="sng">
              <a:solidFill>
                <a:srgbClr val="B6D7A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Consolas"/>
                  <a:ea typeface="Consolas"/>
                  <a:cs typeface="Consolas"/>
                  <a:sym typeface="Consolas"/>
                </a:rPr>
                <a:t>1</a:t>
              </a:r>
              <a:endParaRPr>
                <a:solidFill>
                  <a:srgbClr val="FFFFFF"/>
                </a:solidFill>
                <a:latin typeface="Consolas"/>
                <a:ea typeface="Consolas"/>
                <a:cs typeface="Consolas"/>
                <a:sym typeface="Consolas"/>
              </a:endParaRPr>
            </a:p>
          </p:txBody>
        </p:sp>
        <p:cxnSp>
          <p:nvCxnSpPr>
            <p:cNvPr id="1178" name="Google Shape;1178;p124"/>
            <p:cNvCxnSpPr>
              <a:stCxn id="1168" idx="6"/>
              <a:endCxn id="1177" idx="0"/>
            </p:cNvCxnSpPr>
            <p:nvPr/>
          </p:nvCxnSpPr>
          <p:spPr>
            <a:xfrm>
              <a:off x="7051600" y="3479025"/>
              <a:ext cx="171600" cy="295800"/>
            </a:xfrm>
            <a:prstGeom prst="curvedConnector2">
              <a:avLst/>
            </a:prstGeom>
            <a:noFill/>
            <a:ln w="28575" cap="flat" cmpd="sng">
              <a:solidFill>
                <a:srgbClr val="FFFFFF"/>
              </a:solidFill>
              <a:prstDash val="solid"/>
              <a:round/>
              <a:headEnd type="none" w="med" len="med"/>
              <a:tailEnd type="none" w="med" len="med"/>
            </a:ln>
          </p:spPr>
        </p:cxnSp>
      </p:grpSp>
      <p:grpSp>
        <p:nvGrpSpPr>
          <p:cNvPr id="1179" name="Google Shape;1179;p124"/>
          <p:cNvGrpSpPr/>
          <p:nvPr/>
        </p:nvGrpSpPr>
        <p:grpSpPr>
          <a:xfrm>
            <a:off x="7636000" y="3479025"/>
            <a:ext cx="393600" cy="689450"/>
            <a:chOff x="7636000" y="3479025"/>
            <a:chExt cx="393600" cy="689450"/>
          </a:xfrm>
        </p:grpSpPr>
        <p:sp>
          <p:nvSpPr>
            <p:cNvPr id="1180" name="Google Shape;1180;p124"/>
            <p:cNvSpPr/>
            <p:nvPr/>
          </p:nvSpPr>
          <p:spPr>
            <a:xfrm>
              <a:off x="7636000" y="3774875"/>
              <a:ext cx="393600" cy="393600"/>
            </a:xfrm>
            <a:prstGeom prst="ellipse">
              <a:avLst/>
            </a:prstGeom>
            <a:solidFill>
              <a:srgbClr val="38761D"/>
            </a:solidFill>
            <a:ln w="28575" cap="flat" cmpd="sng">
              <a:solidFill>
                <a:srgbClr val="B6D7A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Consolas"/>
                  <a:ea typeface="Consolas"/>
                  <a:cs typeface="Consolas"/>
                  <a:sym typeface="Consolas"/>
                </a:rPr>
                <a:t>5</a:t>
              </a:r>
              <a:endParaRPr>
                <a:solidFill>
                  <a:srgbClr val="FFFFFF"/>
                </a:solidFill>
                <a:latin typeface="Consolas"/>
                <a:ea typeface="Consolas"/>
                <a:cs typeface="Consolas"/>
                <a:sym typeface="Consolas"/>
              </a:endParaRPr>
            </a:p>
          </p:txBody>
        </p:sp>
        <p:cxnSp>
          <p:nvCxnSpPr>
            <p:cNvPr id="1181" name="Google Shape;1181;p124"/>
            <p:cNvCxnSpPr>
              <a:stCxn id="1171" idx="2"/>
              <a:endCxn id="1180" idx="0"/>
            </p:cNvCxnSpPr>
            <p:nvPr/>
          </p:nvCxnSpPr>
          <p:spPr>
            <a:xfrm flipH="1">
              <a:off x="7832800" y="3479025"/>
              <a:ext cx="196800" cy="295800"/>
            </a:xfrm>
            <a:prstGeom prst="curvedConnector2">
              <a:avLst/>
            </a:prstGeom>
            <a:noFill/>
            <a:ln w="28575" cap="flat" cmpd="sng">
              <a:solidFill>
                <a:srgbClr val="FFFFFF"/>
              </a:solidFill>
              <a:prstDash val="solid"/>
              <a:round/>
              <a:headEnd type="none" w="med" len="med"/>
              <a:tailEnd type="none" w="med" len="med"/>
            </a:ln>
          </p:spPr>
        </p:cxnSp>
      </p:grpSp>
      <p:grpSp>
        <p:nvGrpSpPr>
          <p:cNvPr id="1182" name="Google Shape;1182;p124"/>
          <p:cNvGrpSpPr/>
          <p:nvPr/>
        </p:nvGrpSpPr>
        <p:grpSpPr>
          <a:xfrm>
            <a:off x="8398000" y="3479025"/>
            <a:ext cx="393600" cy="689450"/>
            <a:chOff x="8398000" y="3479025"/>
            <a:chExt cx="393600" cy="689450"/>
          </a:xfrm>
        </p:grpSpPr>
        <p:sp>
          <p:nvSpPr>
            <p:cNvPr id="1183" name="Google Shape;1183;p124"/>
            <p:cNvSpPr/>
            <p:nvPr/>
          </p:nvSpPr>
          <p:spPr>
            <a:xfrm>
              <a:off x="8398000" y="3774875"/>
              <a:ext cx="393600" cy="393600"/>
            </a:xfrm>
            <a:prstGeom prst="ellipse">
              <a:avLst/>
            </a:prstGeom>
            <a:solidFill>
              <a:srgbClr val="38761D"/>
            </a:solidFill>
            <a:ln w="28575" cap="flat" cmpd="sng">
              <a:solidFill>
                <a:srgbClr val="B6D7A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Consolas"/>
                  <a:ea typeface="Consolas"/>
                  <a:cs typeface="Consolas"/>
                  <a:sym typeface="Consolas"/>
                </a:rPr>
                <a:t>2</a:t>
              </a:r>
              <a:endParaRPr>
                <a:solidFill>
                  <a:srgbClr val="FFFFFF"/>
                </a:solidFill>
                <a:latin typeface="Consolas"/>
                <a:ea typeface="Consolas"/>
                <a:cs typeface="Consolas"/>
                <a:sym typeface="Consolas"/>
              </a:endParaRPr>
            </a:p>
          </p:txBody>
        </p:sp>
        <p:cxnSp>
          <p:nvCxnSpPr>
            <p:cNvPr id="1184" name="Google Shape;1184;p124"/>
            <p:cNvCxnSpPr>
              <a:stCxn id="1171" idx="6"/>
              <a:endCxn id="1183" idx="0"/>
            </p:cNvCxnSpPr>
            <p:nvPr/>
          </p:nvCxnSpPr>
          <p:spPr>
            <a:xfrm>
              <a:off x="8423200" y="3479025"/>
              <a:ext cx="171600" cy="295800"/>
            </a:xfrm>
            <a:prstGeom prst="curvedConnector2">
              <a:avLst/>
            </a:prstGeom>
            <a:noFill/>
            <a:ln w="28575" cap="flat" cmpd="sng">
              <a:solidFill>
                <a:srgbClr val="FFFFFF"/>
              </a:solidFill>
              <a:prstDash val="solid"/>
              <a:round/>
              <a:headEnd type="none" w="med" len="med"/>
              <a:tailEnd type="none" w="med" len="med"/>
            </a:ln>
          </p:spPr>
        </p:cxnSp>
      </p:grpSp>
      <p:sp>
        <p:nvSpPr>
          <p:cNvPr id="1185" name="Google Shape;1185;p124"/>
          <p:cNvSpPr txBox="1"/>
          <p:nvPr/>
        </p:nvSpPr>
        <p:spPr>
          <a:xfrm>
            <a:off x="6437325" y="3009913"/>
            <a:ext cx="393600" cy="353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FFFF"/>
                </a:solidFill>
                <a:latin typeface="Shadows Into Light"/>
                <a:ea typeface="Shadows Into Light"/>
                <a:cs typeface="Shadows Into Light"/>
                <a:sym typeface="Shadows Into Light"/>
              </a:rPr>
              <a:t>4</a:t>
            </a:r>
            <a:endParaRPr sz="1800">
              <a:solidFill>
                <a:srgbClr val="FFFFFF"/>
              </a:solidFill>
              <a:latin typeface="Shadows Into Light"/>
              <a:ea typeface="Shadows Into Light"/>
              <a:cs typeface="Shadows Into Light"/>
              <a:sym typeface="Shadows Into Light"/>
            </a:endParaRPr>
          </a:p>
        </p:txBody>
      </p:sp>
      <p:sp>
        <p:nvSpPr>
          <p:cNvPr id="1186" name="Google Shape;1186;p124"/>
          <p:cNvSpPr txBox="1"/>
          <p:nvPr/>
        </p:nvSpPr>
        <p:spPr>
          <a:xfrm>
            <a:off x="8266125" y="3009913"/>
            <a:ext cx="393600" cy="353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FFFF"/>
                </a:solidFill>
                <a:latin typeface="Shadows Into Light"/>
                <a:ea typeface="Shadows Into Light"/>
                <a:cs typeface="Shadows Into Light"/>
                <a:sym typeface="Shadows Into Light"/>
              </a:rPr>
              <a:t>3</a:t>
            </a:r>
            <a:endParaRPr sz="1800">
              <a:solidFill>
                <a:srgbClr val="FFFFFF"/>
              </a:solidFill>
              <a:latin typeface="Shadows Into Light"/>
              <a:ea typeface="Shadows Into Light"/>
              <a:cs typeface="Shadows Into Light"/>
              <a:sym typeface="Shadows Into Light"/>
            </a:endParaRPr>
          </a:p>
        </p:txBody>
      </p:sp>
      <p:sp>
        <p:nvSpPr>
          <p:cNvPr id="1187" name="Google Shape;1187;p124"/>
          <p:cNvSpPr txBox="1"/>
          <p:nvPr/>
        </p:nvSpPr>
        <p:spPr>
          <a:xfrm>
            <a:off x="7504125" y="2324113"/>
            <a:ext cx="393600" cy="353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FFFF"/>
                </a:solidFill>
                <a:latin typeface="Shadows Into Light"/>
                <a:ea typeface="Shadows Into Light"/>
                <a:cs typeface="Shadows Into Light"/>
                <a:sym typeface="Shadows Into Light"/>
              </a:rPr>
              <a:t>12</a:t>
            </a:r>
            <a:endParaRPr sz="1800">
              <a:solidFill>
                <a:srgbClr val="FFFFFF"/>
              </a:solidFill>
              <a:latin typeface="Shadows Into Light"/>
              <a:ea typeface="Shadows Into Light"/>
              <a:cs typeface="Shadows Into Light"/>
              <a:sym typeface="Shadows Into Light"/>
            </a:endParaRPr>
          </a:p>
        </p:txBody>
      </p:sp>
      <p:sp>
        <p:nvSpPr>
          <p:cNvPr id="1188" name="Google Shape;1188;p124"/>
          <p:cNvSpPr txBox="1"/>
          <p:nvPr/>
        </p:nvSpPr>
        <p:spPr>
          <a:xfrm>
            <a:off x="7023113" y="1919300"/>
            <a:ext cx="393600" cy="353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FFFF"/>
                </a:solidFill>
                <a:latin typeface="Shadows Into Light"/>
                <a:ea typeface="Shadows Into Light"/>
                <a:cs typeface="Shadows Into Light"/>
                <a:sym typeface="Shadows Into Light"/>
              </a:rPr>
              <a:t>14</a:t>
            </a:r>
            <a:endParaRPr sz="1800">
              <a:solidFill>
                <a:srgbClr val="FFFFFF"/>
              </a:solidFill>
              <a:latin typeface="Shadows Into Light"/>
              <a:ea typeface="Shadows Into Light"/>
              <a:cs typeface="Shadows Into Light"/>
              <a:sym typeface="Shadows Into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57"/>
                                        </p:tgtEl>
                                        <p:attrNameLst>
                                          <p:attrName>style.visibility</p:attrName>
                                        </p:attrNameLst>
                                      </p:cBhvr>
                                      <p:to>
                                        <p:strVal val="visible"/>
                                      </p:to>
                                    </p:set>
                                    <p:animEffect transition="in" filter="fade">
                                      <p:cBhvr>
                                        <p:cTn id="7" dur="1000"/>
                                        <p:tgtEl>
                                          <p:spTgt spid="1157"/>
                                        </p:tgtEl>
                                      </p:cBhvr>
                                    </p:animEffect>
                                  </p:childTnLst>
                                </p:cTn>
                              </p:par>
                              <p:par>
                                <p:cTn id="8" presetID="10" presetClass="entr" presetSubtype="0" fill="hold" nodeType="withEffect">
                                  <p:stCondLst>
                                    <p:cond delay="0"/>
                                  </p:stCondLst>
                                  <p:childTnLst>
                                    <p:set>
                                      <p:cBhvr>
                                        <p:cTn id="9" dur="1" fill="hold">
                                          <p:stCondLst>
                                            <p:cond delay="0"/>
                                          </p:stCondLst>
                                        </p:cTn>
                                        <p:tgtEl>
                                          <p:spTgt spid="1158"/>
                                        </p:tgtEl>
                                        <p:attrNameLst>
                                          <p:attrName>style.visibility</p:attrName>
                                        </p:attrNameLst>
                                      </p:cBhvr>
                                      <p:to>
                                        <p:strVal val="visible"/>
                                      </p:to>
                                    </p:set>
                                    <p:animEffect transition="in" filter="fade">
                                      <p:cBhvr>
                                        <p:cTn id="10" dur="1000"/>
                                        <p:tgtEl>
                                          <p:spTgt spid="115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160"/>
                                        </p:tgtEl>
                                        <p:attrNameLst>
                                          <p:attrName>style.visibility</p:attrName>
                                        </p:attrNameLst>
                                      </p:cBhvr>
                                      <p:to>
                                        <p:strVal val="visible"/>
                                      </p:to>
                                    </p:set>
                                    <p:animEffect transition="in" filter="fade">
                                      <p:cBhvr>
                                        <p:cTn id="15" dur="1000"/>
                                        <p:tgtEl>
                                          <p:spTgt spid="116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161"/>
                                        </p:tgtEl>
                                        <p:attrNameLst>
                                          <p:attrName>style.visibility</p:attrName>
                                        </p:attrNameLst>
                                      </p:cBhvr>
                                      <p:to>
                                        <p:strVal val="visible"/>
                                      </p:to>
                                    </p:set>
                                    <p:animEffect transition="in" filter="fade">
                                      <p:cBhvr>
                                        <p:cTn id="20" dur="1000"/>
                                        <p:tgtEl>
                                          <p:spTgt spid="1161"/>
                                        </p:tgtEl>
                                      </p:cBhvr>
                                    </p:animEffect>
                                  </p:childTnLst>
                                </p:cTn>
                              </p:par>
                            </p:childTnLst>
                          </p:cTn>
                        </p:par>
                        <p:par>
                          <p:cTn id="21" fill="hold">
                            <p:stCondLst>
                              <p:cond delay="1000"/>
                            </p:stCondLst>
                            <p:childTnLst>
                              <p:par>
                                <p:cTn id="22" presetID="10" presetClass="entr" presetSubtype="0" fill="hold" nodeType="afterEffect">
                                  <p:stCondLst>
                                    <p:cond delay="0"/>
                                  </p:stCondLst>
                                  <p:childTnLst>
                                    <p:set>
                                      <p:cBhvr>
                                        <p:cTn id="23" dur="1" fill="hold">
                                          <p:stCondLst>
                                            <p:cond delay="0"/>
                                          </p:stCondLst>
                                        </p:cTn>
                                        <p:tgtEl>
                                          <p:spTgt spid="1164"/>
                                        </p:tgtEl>
                                        <p:attrNameLst>
                                          <p:attrName>style.visibility</p:attrName>
                                        </p:attrNameLst>
                                      </p:cBhvr>
                                      <p:to>
                                        <p:strVal val="visible"/>
                                      </p:to>
                                    </p:set>
                                    <p:animEffect transition="in" filter="fade">
                                      <p:cBhvr>
                                        <p:cTn id="24" dur="1000"/>
                                        <p:tgtEl>
                                          <p:spTgt spid="1164"/>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167"/>
                                        </p:tgtEl>
                                        <p:attrNameLst>
                                          <p:attrName>style.visibility</p:attrName>
                                        </p:attrNameLst>
                                      </p:cBhvr>
                                      <p:to>
                                        <p:strVal val="visible"/>
                                      </p:to>
                                    </p:set>
                                    <p:animEffect transition="in" filter="fade">
                                      <p:cBhvr>
                                        <p:cTn id="29" dur="1000"/>
                                        <p:tgtEl>
                                          <p:spTgt spid="1167"/>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173"/>
                                        </p:tgtEl>
                                        <p:attrNameLst>
                                          <p:attrName>style.visibility</p:attrName>
                                        </p:attrNameLst>
                                      </p:cBhvr>
                                      <p:to>
                                        <p:strVal val="visible"/>
                                      </p:to>
                                    </p:set>
                                    <p:animEffect transition="in" filter="fade">
                                      <p:cBhvr>
                                        <p:cTn id="34" dur="1000"/>
                                        <p:tgtEl>
                                          <p:spTgt spid="1173"/>
                                        </p:tgtEl>
                                      </p:cBhvr>
                                    </p:animEffect>
                                  </p:childTnLst>
                                </p:cTn>
                              </p:par>
                            </p:childTnLst>
                          </p:cTn>
                        </p:par>
                        <p:par>
                          <p:cTn id="35" fill="hold">
                            <p:stCondLst>
                              <p:cond delay="1000"/>
                            </p:stCondLst>
                            <p:childTnLst>
                              <p:par>
                                <p:cTn id="36" presetID="10" presetClass="entr" presetSubtype="0" fill="hold" nodeType="afterEffect">
                                  <p:stCondLst>
                                    <p:cond delay="0"/>
                                  </p:stCondLst>
                                  <p:childTnLst>
                                    <p:set>
                                      <p:cBhvr>
                                        <p:cTn id="37" dur="1" fill="hold">
                                          <p:stCondLst>
                                            <p:cond delay="0"/>
                                          </p:stCondLst>
                                        </p:cTn>
                                        <p:tgtEl>
                                          <p:spTgt spid="1176"/>
                                        </p:tgtEl>
                                        <p:attrNameLst>
                                          <p:attrName>style.visibility</p:attrName>
                                        </p:attrNameLst>
                                      </p:cBhvr>
                                      <p:to>
                                        <p:strVal val="visible"/>
                                      </p:to>
                                    </p:set>
                                    <p:animEffect transition="in" filter="fade">
                                      <p:cBhvr>
                                        <p:cTn id="38" dur="1000"/>
                                        <p:tgtEl>
                                          <p:spTgt spid="1176"/>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170"/>
                                        </p:tgtEl>
                                        <p:attrNameLst>
                                          <p:attrName>style.visibility</p:attrName>
                                        </p:attrNameLst>
                                      </p:cBhvr>
                                      <p:to>
                                        <p:strVal val="visible"/>
                                      </p:to>
                                    </p:set>
                                    <p:animEffect transition="in" filter="fade">
                                      <p:cBhvr>
                                        <p:cTn id="43" dur="1000"/>
                                        <p:tgtEl>
                                          <p:spTgt spid="1170"/>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1179"/>
                                        </p:tgtEl>
                                        <p:attrNameLst>
                                          <p:attrName>style.visibility</p:attrName>
                                        </p:attrNameLst>
                                      </p:cBhvr>
                                      <p:to>
                                        <p:strVal val="visible"/>
                                      </p:to>
                                    </p:set>
                                    <p:animEffect transition="in" filter="fade">
                                      <p:cBhvr>
                                        <p:cTn id="48" dur="1000"/>
                                        <p:tgtEl>
                                          <p:spTgt spid="1179"/>
                                        </p:tgtEl>
                                      </p:cBhvr>
                                    </p:animEffect>
                                  </p:childTnLst>
                                </p:cTn>
                              </p:par>
                            </p:childTnLst>
                          </p:cTn>
                        </p:par>
                        <p:par>
                          <p:cTn id="49" fill="hold">
                            <p:stCondLst>
                              <p:cond delay="1000"/>
                            </p:stCondLst>
                            <p:childTnLst>
                              <p:par>
                                <p:cTn id="50" presetID="10" presetClass="entr" presetSubtype="0" fill="hold" nodeType="afterEffect">
                                  <p:stCondLst>
                                    <p:cond delay="0"/>
                                  </p:stCondLst>
                                  <p:childTnLst>
                                    <p:set>
                                      <p:cBhvr>
                                        <p:cTn id="51" dur="1" fill="hold">
                                          <p:stCondLst>
                                            <p:cond delay="0"/>
                                          </p:stCondLst>
                                        </p:cTn>
                                        <p:tgtEl>
                                          <p:spTgt spid="1182"/>
                                        </p:tgtEl>
                                        <p:attrNameLst>
                                          <p:attrName>style.visibility</p:attrName>
                                        </p:attrNameLst>
                                      </p:cBhvr>
                                      <p:to>
                                        <p:strVal val="visible"/>
                                      </p:to>
                                    </p:set>
                                    <p:animEffect transition="in" filter="fade">
                                      <p:cBhvr>
                                        <p:cTn id="52" dur="1000"/>
                                        <p:tgtEl>
                                          <p:spTgt spid="1182"/>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159"/>
                                        </p:tgtEl>
                                        <p:attrNameLst>
                                          <p:attrName>style.visibility</p:attrName>
                                        </p:attrNameLst>
                                      </p:cBhvr>
                                      <p:to>
                                        <p:strVal val="visible"/>
                                      </p:to>
                                    </p:set>
                                    <p:animEffect transition="in" filter="fade">
                                      <p:cBhvr>
                                        <p:cTn id="57" dur="1000"/>
                                        <p:tgtEl>
                                          <p:spTgt spid="1159"/>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185"/>
                                        </p:tgtEl>
                                        <p:attrNameLst>
                                          <p:attrName>style.visibility</p:attrName>
                                        </p:attrNameLst>
                                      </p:cBhvr>
                                      <p:to>
                                        <p:strVal val="visible"/>
                                      </p:to>
                                    </p:set>
                                    <p:animEffect transition="in" filter="fade">
                                      <p:cBhvr>
                                        <p:cTn id="62" dur="1000"/>
                                        <p:tgtEl>
                                          <p:spTgt spid="1185"/>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1186"/>
                                        </p:tgtEl>
                                        <p:attrNameLst>
                                          <p:attrName>style.visibility</p:attrName>
                                        </p:attrNameLst>
                                      </p:cBhvr>
                                      <p:to>
                                        <p:strVal val="visible"/>
                                      </p:to>
                                    </p:set>
                                    <p:animEffect transition="in" filter="fade">
                                      <p:cBhvr>
                                        <p:cTn id="67" dur="1000"/>
                                        <p:tgtEl>
                                          <p:spTgt spid="1186"/>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1187"/>
                                        </p:tgtEl>
                                        <p:attrNameLst>
                                          <p:attrName>style.visibility</p:attrName>
                                        </p:attrNameLst>
                                      </p:cBhvr>
                                      <p:to>
                                        <p:strVal val="visible"/>
                                      </p:to>
                                    </p:set>
                                    <p:animEffect transition="in" filter="fade">
                                      <p:cBhvr>
                                        <p:cTn id="72" dur="1000"/>
                                        <p:tgtEl>
                                          <p:spTgt spid="1187"/>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1188"/>
                                        </p:tgtEl>
                                        <p:attrNameLst>
                                          <p:attrName>style.visibility</p:attrName>
                                        </p:attrNameLst>
                                      </p:cBhvr>
                                      <p:to>
                                        <p:strVal val="visible"/>
                                      </p:to>
                                    </p:set>
                                    <p:animEffect transition="in" filter="fade">
                                      <p:cBhvr>
                                        <p:cTn id="77" dur="1000"/>
                                        <p:tgtEl>
                                          <p:spTgt spid="11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192"/>
        <p:cNvGrpSpPr/>
        <p:nvPr/>
      </p:nvGrpSpPr>
      <p:grpSpPr>
        <a:xfrm>
          <a:off x="0" y="0"/>
          <a:ext cx="0" cy="0"/>
          <a:chOff x="0" y="0"/>
          <a:chExt cx="0" cy="0"/>
        </a:xfrm>
      </p:grpSpPr>
      <p:graphicFrame>
        <p:nvGraphicFramePr>
          <p:cNvPr id="1193" name="Google Shape;1193;p125"/>
          <p:cNvGraphicFramePr/>
          <p:nvPr/>
        </p:nvGraphicFramePr>
        <p:xfrm>
          <a:off x="2507450" y="1521650"/>
          <a:ext cx="3000000" cy="3000000"/>
        </p:xfrm>
        <a:graphic>
          <a:graphicData uri="http://schemas.openxmlformats.org/drawingml/2006/table">
            <a:tbl>
              <a:tblPr>
                <a:noFill/>
                <a:tableStyleId>{DA43B600-DA8F-4E08-BC77-38C480222EBA}</a:tableStyleId>
              </a:tblPr>
              <a:tblGrid>
                <a:gridCol w="3073800">
                  <a:extLst>
                    <a:ext uri="{9D8B030D-6E8A-4147-A177-3AD203B41FA5}">
                      <a16:colId xmlns:a16="http://schemas.microsoft.com/office/drawing/2014/main" val="20000"/>
                    </a:ext>
                  </a:extLst>
                </a:gridCol>
                <a:gridCol w="3073800">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en">
                          <a:solidFill>
                            <a:srgbClr val="FFFFFF"/>
                          </a:solidFill>
                        </a:rPr>
                        <a:t>Expression</a:t>
                      </a:r>
                      <a:endParaRPr>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l" rtl="0">
                        <a:spcBef>
                          <a:spcPts val="0"/>
                        </a:spcBef>
                        <a:spcAft>
                          <a:spcPts val="0"/>
                        </a:spcAft>
                        <a:buNone/>
                      </a:pPr>
                      <a:r>
                        <a:rPr lang="en">
                          <a:solidFill>
                            <a:srgbClr val="FFFFFF"/>
                          </a:solidFill>
                        </a:rPr>
                        <a:t>Final Result</a:t>
                      </a:r>
                      <a:endParaRPr>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a:latin typeface="Consolas"/>
                          <a:ea typeface="Consolas"/>
                          <a:cs typeface="Consolas"/>
                          <a:sym typeface="Consolas"/>
                        </a:rPr>
                        <a:t>7</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a:solidFill>
                          <a:srgbClr val="FF0000"/>
                        </a:solidFill>
                        <a:latin typeface="Shadows Into Light"/>
                        <a:ea typeface="Shadows Into Light"/>
                        <a:cs typeface="Shadows Into Light"/>
                        <a:sym typeface="Shadows Into Light"/>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a:latin typeface="Consolas"/>
                          <a:ea typeface="Consolas"/>
                          <a:cs typeface="Consolas"/>
                          <a:sym typeface="Consolas"/>
                        </a:rPr>
                        <a:t>++ 5.6</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a:solidFill>
                          <a:srgbClr val="FF0000"/>
                        </a:solidFill>
                        <a:latin typeface="Shadows Into Light"/>
                        <a:ea typeface="Shadows Into Light"/>
                        <a:cs typeface="Shadows Into Light"/>
                        <a:sym typeface="Shadows Into Light"/>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a:latin typeface="Consolas"/>
                          <a:ea typeface="Consolas"/>
                          <a:cs typeface="Consolas"/>
                          <a:sym typeface="Consolas"/>
                        </a:rPr>
                        <a:t>+ 2 3</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a:solidFill>
                          <a:srgbClr val="FF0000"/>
                        </a:solidFill>
                        <a:latin typeface="Shadows Into Light"/>
                        <a:ea typeface="Shadows Into Light"/>
                        <a:cs typeface="Shadows Into Light"/>
                        <a:sym typeface="Shadows Into Light"/>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a:latin typeface="Consolas"/>
                          <a:ea typeface="Consolas"/>
                          <a:cs typeface="Consolas"/>
                          <a:sym typeface="Consolas"/>
                        </a:rPr>
                        <a:t>+ ++ 2 ++ 3</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a:solidFill>
                          <a:srgbClr val="FF0000"/>
                        </a:solidFill>
                        <a:latin typeface="Shadows Into Light"/>
                        <a:ea typeface="Shadows Into Light"/>
                        <a:cs typeface="Shadows Into Light"/>
                        <a:sym typeface="Shadows Into Light"/>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n">
                          <a:latin typeface="Consolas"/>
                          <a:ea typeface="Consolas"/>
                          <a:cs typeface="Consolas"/>
                          <a:sym typeface="Consolas"/>
                        </a:rPr>
                        <a:t>+ 2 - 4 2</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a:solidFill>
                          <a:srgbClr val="FF0000"/>
                        </a:solidFill>
                        <a:latin typeface="Shadows Into Light"/>
                        <a:ea typeface="Shadows Into Light"/>
                        <a:cs typeface="Shadows Into Light"/>
                        <a:sym typeface="Shadows Into Light"/>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r>
                        <a:rPr lang="en">
                          <a:latin typeface="Consolas"/>
                          <a:ea typeface="Consolas"/>
                          <a:cs typeface="Consolas"/>
                          <a:sym typeface="Consolas"/>
                        </a:rPr>
                        <a:t>* + 2 3 - 5 3</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a:solidFill>
                          <a:srgbClr val="FF0000"/>
                        </a:solidFill>
                        <a:latin typeface="Shadows Into Light"/>
                        <a:ea typeface="Shadows Into Light"/>
                        <a:cs typeface="Shadows Into Light"/>
                        <a:sym typeface="Shadows Into Light"/>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6"/>
                  </a:ext>
                </a:extLst>
              </a:tr>
              <a:tr h="381000">
                <a:tc>
                  <a:txBody>
                    <a:bodyPr/>
                    <a:lstStyle/>
                    <a:p>
                      <a:pPr marL="0" lvl="0" indent="0" algn="l" rtl="0">
                        <a:spcBef>
                          <a:spcPts val="0"/>
                        </a:spcBef>
                        <a:spcAft>
                          <a:spcPts val="0"/>
                        </a:spcAft>
                        <a:buNone/>
                      </a:pPr>
                      <a:r>
                        <a:rPr lang="en">
                          <a:latin typeface="Consolas"/>
                          <a:ea typeface="Consolas"/>
                          <a:cs typeface="Consolas"/>
                          <a:sym typeface="Consolas"/>
                        </a:rPr>
                        <a:t>+ - * 3 + 4 2 7 5</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a:solidFill>
                          <a:srgbClr val="FF0000"/>
                        </a:solidFill>
                        <a:latin typeface="Shadows Into Light"/>
                        <a:ea typeface="Shadows Into Light"/>
                        <a:cs typeface="Shadows Into Light"/>
                        <a:sym typeface="Shadows Into Light"/>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7"/>
                  </a:ext>
                </a:extLst>
              </a:tr>
            </a:tbl>
          </a:graphicData>
        </a:graphic>
      </p:graphicFrame>
      <p:sp>
        <p:nvSpPr>
          <p:cNvPr id="1194" name="Google Shape;1194;p125"/>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Before we start implementing our expression tree, let's practice evaluating prefix expressions by hand.</a:t>
            </a:r>
            <a:endParaRPr/>
          </a:p>
        </p:txBody>
      </p:sp>
      <p:sp>
        <p:nvSpPr>
          <p:cNvPr id="1195" name="Google Shape;1195;p1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47</a:t>
            </a:fld>
            <a:endParaRPr/>
          </a:p>
        </p:txBody>
      </p:sp>
      <p:sp>
        <p:nvSpPr>
          <p:cNvPr id="1196" name="Google Shape;1196;p125"/>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Expression Practice</a:t>
            </a:r>
            <a:endParaRPr/>
          </a:p>
        </p:txBody>
      </p:sp>
      <p:sp>
        <p:nvSpPr>
          <p:cNvPr id="1197" name="Google Shape;1197;p125"/>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3.20</a:t>
            </a:r>
            <a:endParaRPr/>
          </a:p>
        </p:txBody>
      </p:sp>
      <p:pic>
        <p:nvPicPr>
          <p:cNvPr id="1198" name="Google Shape;1198;p125"/>
          <p:cNvPicPr preferRelativeResize="0"/>
          <p:nvPr/>
        </p:nvPicPr>
        <p:blipFill rotWithShape="1">
          <a:blip r:embed="rId3">
            <a:alphaModFix/>
          </a:blip>
          <a:srcRect l="6938" r="8651"/>
          <a:stretch/>
        </p:blipFill>
        <p:spPr>
          <a:xfrm>
            <a:off x="71438" y="1521650"/>
            <a:ext cx="2412200" cy="2571876"/>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202"/>
        <p:cNvGrpSpPr/>
        <p:nvPr/>
      </p:nvGrpSpPr>
      <p:grpSpPr>
        <a:xfrm>
          <a:off x="0" y="0"/>
          <a:ext cx="0" cy="0"/>
          <a:chOff x="0" y="0"/>
          <a:chExt cx="0" cy="0"/>
        </a:xfrm>
      </p:grpSpPr>
      <p:graphicFrame>
        <p:nvGraphicFramePr>
          <p:cNvPr id="1203" name="Google Shape;1203;p126"/>
          <p:cNvGraphicFramePr/>
          <p:nvPr/>
        </p:nvGraphicFramePr>
        <p:xfrm>
          <a:off x="2507450" y="1521650"/>
          <a:ext cx="3000000" cy="3000000"/>
        </p:xfrm>
        <a:graphic>
          <a:graphicData uri="http://schemas.openxmlformats.org/drawingml/2006/table">
            <a:tbl>
              <a:tblPr>
                <a:noFill/>
                <a:tableStyleId>{DA43B600-DA8F-4E08-BC77-38C480222EBA}</a:tableStyleId>
              </a:tblPr>
              <a:tblGrid>
                <a:gridCol w="3073800">
                  <a:extLst>
                    <a:ext uri="{9D8B030D-6E8A-4147-A177-3AD203B41FA5}">
                      <a16:colId xmlns:a16="http://schemas.microsoft.com/office/drawing/2014/main" val="20000"/>
                    </a:ext>
                  </a:extLst>
                </a:gridCol>
                <a:gridCol w="3073800">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en">
                          <a:solidFill>
                            <a:srgbClr val="FFFFFF"/>
                          </a:solidFill>
                        </a:rPr>
                        <a:t>Expression</a:t>
                      </a:r>
                      <a:endParaRPr>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l" rtl="0">
                        <a:spcBef>
                          <a:spcPts val="0"/>
                        </a:spcBef>
                        <a:spcAft>
                          <a:spcPts val="0"/>
                        </a:spcAft>
                        <a:buNone/>
                      </a:pPr>
                      <a:r>
                        <a:rPr lang="en">
                          <a:solidFill>
                            <a:srgbClr val="FFFFFF"/>
                          </a:solidFill>
                        </a:rPr>
                        <a:t>Final Result</a:t>
                      </a:r>
                      <a:endParaRPr>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a:latin typeface="Consolas"/>
                          <a:ea typeface="Consolas"/>
                          <a:cs typeface="Consolas"/>
                          <a:sym typeface="Consolas"/>
                        </a:rPr>
                        <a:t>7</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a:solidFill>
                          <a:srgbClr val="FF0000"/>
                        </a:solidFill>
                        <a:latin typeface="Shadows Into Light"/>
                        <a:ea typeface="Shadows Into Light"/>
                        <a:cs typeface="Shadows Into Light"/>
                        <a:sym typeface="Shadows Into Light"/>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a:latin typeface="Consolas"/>
                          <a:ea typeface="Consolas"/>
                          <a:cs typeface="Consolas"/>
                          <a:sym typeface="Consolas"/>
                        </a:rPr>
                        <a:t>++ 5.6</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a:solidFill>
                          <a:srgbClr val="FF0000"/>
                        </a:solidFill>
                        <a:latin typeface="Shadows Into Light"/>
                        <a:ea typeface="Shadows Into Light"/>
                        <a:cs typeface="Shadows Into Light"/>
                        <a:sym typeface="Shadows Into Light"/>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a:latin typeface="Consolas"/>
                          <a:ea typeface="Consolas"/>
                          <a:cs typeface="Consolas"/>
                          <a:sym typeface="Consolas"/>
                        </a:rPr>
                        <a:t>+ 2 3</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a:solidFill>
                          <a:srgbClr val="FF0000"/>
                        </a:solidFill>
                        <a:latin typeface="Shadows Into Light"/>
                        <a:ea typeface="Shadows Into Light"/>
                        <a:cs typeface="Shadows Into Light"/>
                        <a:sym typeface="Shadows Into Light"/>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a:latin typeface="Consolas"/>
                          <a:ea typeface="Consolas"/>
                          <a:cs typeface="Consolas"/>
                          <a:sym typeface="Consolas"/>
                        </a:rPr>
                        <a:t>+ ++ 2 ++ 3</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a:solidFill>
                          <a:srgbClr val="FF0000"/>
                        </a:solidFill>
                        <a:latin typeface="Shadows Into Light"/>
                        <a:ea typeface="Shadows Into Light"/>
                        <a:cs typeface="Shadows Into Light"/>
                        <a:sym typeface="Shadows Into Light"/>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n">
                          <a:latin typeface="Consolas"/>
                          <a:ea typeface="Consolas"/>
                          <a:cs typeface="Consolas"/>
                          <a:sym typeface="Consolas"/>
                        </a:rPr>
                        <a:t>+ 2 - 4 2</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a:solidFill>
                          <a:srgbClr val="FF0000"/>
                        </a:solidFill>
                        <a:latin typeface="Shadows Into Light"/>
                        <a:ea typeface="Shadows Into Light"/>
                        <a:cs typeface="Shadows Into Light"/>
                        <a:sym typeface="Shadows Into Light"/>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r>
                        <a:rPr lang="en">
                          <a:latin typeface="Consolas"/>
                          <a:ea typeface="Consolas"/>
                          <a:cs typeface="Consolas"/>
                          <a:sym typeface="Consolas"/>
                        </a:rPr>
                        <a:t>* + 2 3 - 5 3</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a:solidFill>
                          <a:srgbClr val="FF0000"/>
                        </a:solidFill>
                        <a:latin typeface="Shadows Into Light"/>
                        <a:ea typeface="Shadows Into Light"/>
                        <a:cs typeface="Shadows Into Light"/>
                        <a:sym typeface="Shadows Into Light"/>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6"/>
                  </a:ext>
                </a:extLst>
              </a:tr>
              <a:tr h="381000">
                <a:tc>
                  <a:txBody>
                    <a:bodyPr/>
                    <a:lstStyle/>
                    <a:p>
                      <a:pPr marL="0" lvl="0" indent="0" algn="l" rtl="0">
                        <a:spcBef>
                          <a:spcPts val="0"/>
                        </a:spcBef>
                        <a:spcAft>
                          <a:spcPts val="0"/>
                        </a:spcAft>
                        <a:buNone/>
                      </a:pPr>
                      <a:r>
                        <a:rPr lang="en">
                          <a:latin typeface="Consolas"/>
                          <a:ea typeface="Consolas"/>
                          <a:cs typeface="Consolas"/>
                          <a:sym typeface="Consolas"/>
                        </a:rPr>
                        <a:t>+ - * 3 + 4 2 7 5</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a:solidFill>
                          <a:srgbClr val="FF0000"/>
                        </a:solidFill>
                        <a:latin typeface="Shadows Into Light"/>
                        <a:ea typeface="Shadows Into Light"/>
                        <a:cs typeface="Shadows Into Light"/>
                        <a:sym typeface="Shadows Into Light"/>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7"/>
                  </a:ext>
                </a:extLst>
              </a:tr>
            </a:tbl>
          </a:graphicData>
        </a:graphic>
      </p:graphicFrame>
      <p:sp>
        <p:nvSpPr>
          <p:cNvPr id="1204" name="Google Shape;1204;p126"/>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Before we start implementing our expression tree, let's practice evaluating prefix expressions by hand.</a:t>
            </a:r>
            <a:endParaRPr/>
          </a:p>
        </p:txBody>
      </p:sp>
      <p:sp>
        <p:nvSpPr>
          <p:cNvPr id="1205" name="Google Shape;1205;p1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48</a:t>
            </a:fld>
            <a:endParaRPr/>
          </a:p>
        </p:txBody>
      </p:sp>
      <p:sp>
        <p:nvSpPr>
          <p:cNvPr id="1206" name="Google Shape;1206;p126"/>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Expression Practice</a:t>
            </a:r>
            <a:endParaRPr/>
          </a:p>
        </p:txBody>
      </p:sp>
      <p:sp>
        <p:nvSpPr>
          <p:cNvPr id="1207" name="Google Shape;1207;p126"/>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3.20</a:t>
            </a:r>
            <a:endParaRPr/>
          </a:p>
        </p:txBody>
      </p:sp>
      <p:pic>
        <p:nvPicPr>
          <p:cNvPr id="1208" name="Google Shape;1208;p126"/>
          <p:cNvPicPr preferRelativeResize="0"/>
          <p:nvPr/>
        </p:nvPicPr>
        <p:blipFill rotWithShape="1">
          <a:blip r:embed="rId3">
            <a:alphaModFix/>
          </a:blip>
          <a:srcRect l="6938" r="8651"/>
          <a:stretch/>
        </p:blipFill>
        <p:spPr>
          <a:xfrm>
            <a:off x="71438" y="1521650"/>
            <a:ext cx="2412200" cy="2571876"/>
          </a:xfrm>
          <a:prstGeom prst="rect">
            <a:avLst/>
          </a:prstGeom>
          <a:noFill/>
          <a:ln>
            <a:noFill/>
          </a:ln>
        </p:spPr>
      </p:pic>
      <p:sp>
        <p:nvSpPr>
          <p:cNvPr id="1209" name="Google Shape;1209;p126"/>
          <p:cNvSpPr txBox="1"/>
          <p:nvPr/>
        </p:nvSpPr>
        <p:spPr>
          <a:xfrm>
            <a:off x="5591577" y="1880234"/>
            <a:ext cx="30636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7</a:t>
            </a:r>
            <a:endParaRPr sz="2000">
              <a:solidFill>
                <a:srgbClr val="FF0000"/>
              </a:solidFill>
              <a:latin typeface="Shadows Into Light"/>
              <a:ea typeface="Shadows Into Light"/>
              <a:cs typeface="Shadows Into Light"/>
              <a:sym typeface="Shadows Into Light"/>
            </a:endParaRPr>
          </a:p>
        </p:txBody>
      </p:sp>
      <p:sp>
        <p:nvSpPr>
          <p:cNvPr id="1210" name="Google Shape;1210;p126"/>
          <p:cNvSpPr txBox="1"/>
          <p:nvPr/>
        </p:nvSpPr>
        <p:spPr>
          <a:xfrm>
            <a:off x="5591577" y="2261234"/>
            <a:ext cx="30636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6.6</a:t>
            </a:r>
            <a:endParaRPr sz="2000">
              <a:solidFill>
                <a:srgbClr val="FF0000"/>
              </a:solidFill>
              <a:latin typeface="Shadows Into Light"/>
              <a:ea typeface="Shadows Into Light"/>
              <a:cs typeface="Shadows Into Light"/>
              <a:sym typeface="Shadows Into Light"/>
            </a:endParaRPr>
          </a:p>
        </p:txBody>
      </p:sp>
      <p:sp>
        <p:nvSpPr>
          <p:cNvPr id="1211" name="Google Shape;1211;p126"/>
          <p:cNvSpPr txBox="1"/>
          <p:nvPr/>
        </p:nvSpPr>
        <p:spPr>
          <a:xfrm>
            <a:off x="5591577" y="2661167"/>
            <a:ext cx="30636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5</a:t>
            </a:r>
            <a:endParaRPr sz="2000">
              <a:solidFill>
                <a:srgbClr val="FF0000"/>
              </a:solidFill>
              <a:latin typeface="Shadows Into Light"/>
              <a:ea typeface="Shadows Into Light"/>
              <a:cs typeface="Shadows Into Light"/>
              <a:sym typeface="Shadows Into Light"/>
            </a:endParaRPr>
          </a:p>
        </p:txBody>
      </p:sp>
      <p:sp>
        <p:nvSpPr>
          <p:cNvPr id="1212" name="Google Shape;1212;p126"/>
          <p:cNvSpPr txBox="1"/>
          <p:nvPr/>
        </p:nvSpPr>
        <p:spPr>
          <a:xfrm>
            <a:off x="5591577" y="3061100"/>
            <a:ext cx="30636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7</a:t>
            </a:r>
            <a:endParaRPr sz="2000">
              <a:solidFill>
                <a:srgbClr val="FF0000"/>
              </a:solidFill>
              <a:latin typeface="Shadows Into Light"/>
              <a:ea typeface="Shadows Into Light"/>
              <a:cs typeface="Shadows Into Light"/>
              <a:sym typeface="Shadows Into Light"/>
            </a:endParaRPr>
          </a:p>
        </p:txBody>
      </p:sp>
      <p:sp>
        <p:nvSpPr>
          <p:cNvPr id="1213" name="Google Shape;1213;p126"/>
          <p:cNvSpPr txBox="1"/>
          <p:nvPr/>
        </p:nvSpPr>
        <p:spPr>
          <a:xfrm>
            <a:off x="5591577" y="3448411"/>
            <a:ext cx="30636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4</a:t>
            </a:r>
            <a:endParaRPr sz="2000">
              <a:solidFill>
                <a:srgbClr val="FF0000"/>
              </a:solidFill>
              <a:latin typeface="Shadows Into Light"/>
              <a:ea typeface="Shadows Into Light"/>
              <a:cs typeface="Shadows Into Light"/>
              <a:sym typeface="Shadows Into Light"/>
            </a:endParaRPr>
          </a:p>
        </p:txBody>
      </p:sp>
      <p:sp>
        <p:nvSpPr>
          <p:cNvPr id="1214" name="Google Shape;1214;p126"/>
          <p:cNvSpPr txBox="1"/>
          <p:nvPr/>
        </p:nvSpPr>
        <p:spPr>
          <a:xfrm>
            <a:off x="5591577" y="3848344"/>
            <a:ext cx="30636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10</a:t>
            </a:r>
            <a:endParaRPr sz="2000">
              <a:solidFill>
                <a:srgbClr val="FF0000"/>
              </a:solidFill>
              <a:latin typeface="Shadows Into Light"/>
              <a:ea typeface="Shadows Into Light"/>
              <a:cs typeface="Shadows Into Light"/>
              <a:sym typeface="Shadows Into Light"/>
            </a:endParaRPr>
          </a:p>
        </p:txBody>
      </p:sp>
      <p:sp>
        <p:nvSpPr>
          <p:cNvPr id="1215" name="Google Shape;1215;p126"/>
          <p:cNvSpPr txBox="1"/>
          <p:nvPr/>
        </p:nvSpPr>
        <p:spPr>
          <a:xfrm>
            <a:off x="5591577" y="4235655"/>
            <a:ext cx="30636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16</a:t>
            </a:r>
            <a:endParaRPr sz="2000">
              <a:solidFill>
                <a:srgbClr val="FF0000"/>
              </a:solidFill>
              <a:latin typeface="Shadows Into Light"/>
              <a:ea typeface="Shadows Into Light"/>
              <a:cs typeface="Shadows Into Light"/>
              <a:sym typeface="Shadows Into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209"/>
                                        </p:tgtEl>
                                        <p:attrNameLst>
                                          <p:attrName>style.visibility</p:attrName>
                                        </p:attrNameLst>
                                      </p:cBhvr>
                                      <p:to>
                                        <p:strVal val="visible"/>
                                      </p:to>
                                    </p:set>
                                    <p:animEffect transition="in" filter="fade">
                                      <p:cBhvr>
                                        <p:cTn id="7" dur="1000"/>
                                        <p:tgtEl>
                                          <p:spTgt spid="120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10"/>
                                        </p:tgtEl>
                                        <p:attrNameLst>
                                          <p:attrName>style.visibility</p:attrName>
                                        </p:attrNameLst>
                                      </p:cBhvr>
                                      <p:to>
                                        <p:strVal val="visible"/>
                                      </p:to>
                                    </p:set>
                                    <p:animEffect transition="in" filter="fade">
                                      <p:cBhvr>
                                        <p:cTn id="12" dur="1000"/>
                                        <p:tgtEl>
                                          <p:spTgt spid="12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11"/>
                                        </p:tgtEl>
                                        <p:attrNameLst>
                                          <p:attrName>style.visibility</p:attrName>
                                        </p:attrNameLst>
                                      </p:cBhvr>
                                      <p:to>
                                        <p:strVal val="visible"/>
                                      </p:to>
                                    </p:set>
                                    <p:animEffect transition="in" filter="fade">
                                      <p:cBhvr>
                                        <p:cTn id="17" dur="1000"/>
                                        <p:tgtEl>
                                          <p:spTgt spid="12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12"/>
                                        </p:tgtEl>
                                        <p:attrNameLst>
                                          <p:attrName>style.visibility</p:attrName>
                                        </p:attrNameLst>
                                      </p:cBhvr>
                                      <p:to>
                                        <p:strVal val="visible"/>
                                      </p:to>
                                    </p:set>
                                    <p:animEffect transition="in" filter="fade">
                                      <p:cBhvr>
                                        <p:cTn id="22" dur="1000"/>
                                        <p:tgtEl>
                                          <p:spTgt spid="12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13"/>
                                        </p:tgtEl>
                                        <p:attrNameLst>
                                          <p:attrName>style.visibility</p:attrName>
                                        </p:attrNameLst>
                                      </p:cBhvr>
                                      <p:to>
                                        <p:strVal val="visible"/>
                                      </p:to>
                                    </p:set>
                                    <p:animEffect transition="in" filter="fade">
                                      <p:cBhvr>
                                        <p:cTn id="27" dur="1000"/>
                                        <p:tgtEl>
                                          <p:spTgt spid="12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214"/>
                                        </p:tgtEl>
                                        <p:attrNameLst>
                                          <p:attrName>style.visibility</p:attrName>
                                        </p:attrNameLst>
                                      </p:cBhvr>
                                      <p:to>
                                        <p:strVal val="visible"/>
                                      </p:to>
                                    </p:set>
                                    <p:animEffect transition="in" filter="fade">
                                      <p:cBhvr>
                                        <p:cTn id="32" dur="1000"/>
                                        <p:tgtEl>
                                          <p:spTgt spid="121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215"/>
                                        </p:tgtEl>
                                        <p:attrNameLst>
                                          <p:attrName>style.visibility</p:attrName>
                                        </p:attrNameLst>
                                      </p:cBhvr>
                                      <p:to>
                                        <p:strVal val="visible"/>
                                      </p:to>
                                    </p:set>
                                    <p:animEffect transition="in" filter="fade">
                                      <p:cBhvr>
                                        <p:cTn id="37" dur="1000"/>
                                        <p:tgtEl>
                                          <p:spTgt spid="12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219"/>
        <p:cNvGrpSpPr/>
        <p:nvPr/>
      </p:nvGrpSpPr>
      <p:grpSpPr>
        <a:xfrm>
          <a:off x="0" y="0"/>
          <a:ext cx="0" cy="0"/>
          <a:chOff x="0" y="0"/>
          <a:chExt cx="0" cy="0"/>
        </a:xfrm>
      </p:grpSpPr>
      <p:sp>
        <p:nvSpPr>
          <p:cNvPr id="1220" name="Google Shape;1220;p127"/>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Let's start with a focused simple domain analysis and concentrate first on </a:t>
            </a:r>
            <a:r>
              <a:rPr lang="en" b="1" i="1">
                <a:solidFill>
                  <a:srgbClr val="FF0000"/>
                </a:solidFill>
              </a:rPr>
              <a:t>constants</a:t>
            </a:r>
            <a:r>
              <a:rPr lang="en">
                <a:solidFill>
                  <a:srgbClr val="FF0000"/>
                </a:solidFill>
              </a:rPr>
              <a:t> </a:t>
            </a:r>
            <a:r>
              <a:rPr lang="en"/>
              <a:t>and the two </a:t>
            </a:r>
            <a:r>
              <a:rPr lang="en" b="1" i="1">
                <a:solidFill>
                  <a:srgbClr val="FF0000"/>
                </a:solidFill>
              </a:rPr>
              <a:t>unary expressions</a:t>
            </a:r>
            <a:r>
              <a:rPr lang="en"/>
              <a:t>: </a:t>
            </a:r>
            <a:r>
              <a:rPr lang="en" b="1" i="1">
                <a:solidFill>
                  <a:srgbClr val="FF0000"/>
                </a:solidFill>
              </a:rPr>
              <a:t>increment </a:t>
            </a:r>
            <a:r>
              <a:rPr lang="en"/>
              <a:t>and </a:t>
            </a:r>
            <a:r>
              <a:rPr lang="en" b="1" i="1">
                <a:solidFill>
                  <a:srgbClr val="FF0000"/>
                </a:solidFill>
              </a:rPr>
              <a:t>decrement</a:t>
            </a:r>
            <a:r>
              <a:rPr lang="en"/>
              <a:t>.</a:t>
            </a:r>
            <a:endParaRPr/>
          </a:p>
        </p:txBody>
      </p:sp>
      <p:sp>
        <p:nvSpPr>
          <p:cNvPr id="1221" name="Google Shape;1221;p1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49</a:t>
            </a:fld>
            <a:endParaRPr/>
          </a:p>
        </p:txBody>
      </p:sp>
      <p:sp>
        <p:nvSpPr>
          <p:cNvPr id="1222" name="Google Shape;1222;p127"/>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Another Simple Domain Analysis</a:t>
            </a:r>
            <a:endParaRPr/>
          </a:p>
        </p:txBody>
      </p:sp>
      <p:sp>
        <p:nvSpPr>
          <p:cNvPr id="1223" name="Google Shape;1223;p127"/>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3.21</a:t>
            </a:r>
            <a:endParaRPr/>
          </a:p>
        </p:txBody>
      </p:sp>
      <p:graphicFrame>
        <p:nvGraphicFramePr>
          <p:cNvPr id="1224" name="Google Shape;1224;p127"/>
          <p:cNvGraphicFramePr/>
          <p:nvPr/>
        </p:nvGraphicFramePr>
        <p:xfrm>
          <a:off x="1558150" y="1574350"/>
          <a:ext cx="3000000" cy="3000000"/>
        </p:xfrm>
        <a:graphic>
          <a:graphicData uri="http://schemas.openxmlformats.org/drawingml/2006/table">
            <a:tbl>
              <a:tblPr>
                <a:noFill/>
                <a:tableStyleId>{DA43B600-DA8F-4E08-BC77-38C480222EBA}</a:tableStyleId>
              </a:tblPr>
              <a:tblGrid>
                <a:gridCol w="977525">
                  <a:extLst>
                    <a:ext uri="{9D8B030D-6E8A-4147-A177-3AD203B41FA5}">
                      <a16:colId xmlns:a16="http://schemas.microsoft.com/office/drawing/2014/main" val="20000"/>
                    </a:ext>
                  </a:extLst>
                </a:gridCol>
                <a:gridCol w="1242575">
                  <a:extLst>
                    <a:ext uri="{9D8B030D-6E8A-4147-A177-3AD203B41FA5}">
                      <a16:colId xmlns:a16="http://schemas.microsoft.com/office/drawing/2014/main" val="20001"/>
                    </a:ext>
                  </a:extLst>
                </a:gridCol>
                <a:gridCol w="1242575">
                  <a:extLst>
                    <a:ext uri="{9D8B030D-6E8A-4147-A177-3AD203B41FA5}">
                      <a16:colId xmlns:a16="http://schemas.microsoft.com/office/drawing/2014/main" val="20002"/>
                    </a:ext>
                  </a:extLst>
                </a:gridCol>
                <a:gridCol w="1242575">
                  <a:extLst>
                    <a:ext uri="{9D8B030D-6E8A-4147-A177-3AD203B41FA5}">
                      <a16:colId xmlns:a16="http://schemas.microsoft.com/office/drawing/2014/main" val="20003"/>
                    </a:ext>
                  </a:extLst>
                </a:gridCol>
                <a:gridCol w="1242575">
                  <a:extLst>
                    <a:ext uri="{9D8B030D-6E8A-4147-A177-3AD203B41FA5}">
                      <a16:colId xmlns:a16="http://schemas.microsoft.com/office/drawing/2014/main" val="20004"/>
                    </a:ext>
                  </a:extLst>
                </a:gridCol>
                <a:gridCol w="1242575">
                  <a:extLst>
                    <a:ext uri="{9D8B030D-6E8A-4147-A177-3AD203B41FA5}">
                      <a16:colId xmlns:a16="http://schemas.microsoft.com/office/drawing/2014/main" val="20005"/>
                    </a:ext>
                  </a:extLst>
                </a:gridCol>
              </a:tblGrid>
              <a:tr h="563200">
                <a:tc>
                  <a:txBody>
                    <a:bodyPr/>
                    <a:lstStyle/>
                    <a:p>
                      <a:pPr marL="0" lvl="0" indent="0" algn="l" rtl="0">
                        <a:spcBef>
                          <a:spcPts val="0"/>
                        </a:spcBef>
                        <a:spcAft>
                          <a:spcPts val="0"/>
                        </a:spcAft>
                        <a:buNone/>
                      </a:pPr>
                      <a:r>
                        <a:rPr lang="en"/>
                        <a:t>Class </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0"/>
                  </a:ext>
                </a:extLst>
              </a:tr>
              <a:tr h="1362750">
                <a:tc>
                  <a:txBody>
                    <a:bodyPr/>
                    <a:lstStyle/>
                    <a:p>
                      <a:pPr marL="0" lvl="0" indent="0" algn="l" rtl="0">
                        <a:spcBef>
                          <a:spcPts val="0"/>
                        </a:spcBef>
                        <a:spcAft>
                          <a:spcPts val="0"/>
                        </a:spcAft>
                        <a:buNone/>
                      </a:pPr>
                      <a:r>
                        <a:rPr lang="en"/>
                        <a:t>State</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1362750">
                <a:tc>
                  <a:txBody>
                    <a:bodyPr/>
                    <a:lstStyle/>
                    <a:p>
                      <a:pPr marL="0" lvl="0" indent="0" algn="l" rtl="0">
                        <a:spcBef>
                          <a:spcPts val="0"/>
                        </a:spcBef>
                        <a:spcAft>
                          <a:spcPts val="0"/>
                        </a:spcAft>
                        <a:buNone/>
                      </a:pPr>
                      <a:r>
                        <a:rPr lang="en"/>
                        <a:t>Behavior</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228"/>
        <p:cNvGrpSpPr/>
        <p:nvPr/>
      </p:nvGrpSpPr>
      <p:grpSpPr>
        <a:xfrm>
          <a:off x="0" y="0"/>
          <a:ext cx="0" cy="0"/>
          <a:chOff x="0" y="0"/>
          <a:chExt cx="0" cy="0"/>
        </a:xfrm>
      </p:grpSpPr>
      <p:sp>
        <p:nvSpPr>
          <p:cNvPr id="1229" name="Google Shape;1229;p128"/>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Let's start with a focused simple domain analysis and concentrate first on </a:t>
            </a:r>
            <a:r>
              <a:rPr lang="en" b="1" i="1">
                <a:solidFill>
                  <a:srgbClr val="FF0000"/>
                </a:solidFill>
              </a:rPr>
              <a:t>constants</a:t>
            </a:r>
            <a:r>
              <a:rPr lang="en">
                <a:solidFill>
                  <a:srgbClr val="FF0000"/>
                </a:solidFill>
              </a:rPr>
              <a:t> </a:t>
            </a:r>
            <a:r>
              <a:rPr lang="en"/>
              <a:t>and the two </a:t>
            </a:r>
            <a:r>
              <a:rPr lang="en" b="1" i="1">
                <a:solidFill>
                  <a:srgbClr val="FF0000"/>
                </a:solidFill>
              </a:rPr>
              <a:t>unary expressions</a:t>
            </a:r>
            <a:r>
              <a:rPr lang="en"/>
              <a:t>: </a:t>
            </a:r>
            <a:r>
              <a:rPr lang="en" b="1" i="1">
                <a:solidFill>
                  <a:srgbClr val="FF0000"/>
                </a:solidFill>
              </a:rPr>
              <a:t>increment </a:t>
            </a:r>
            <a:r>
              <a:rPr lang="en"/>
              <a:t>and </a:t>
            </a:r>
            <a:r>
              <a:rPr lang="en" b="1" i="1">
                <a:solidFill>
                  <a:srgbClr val="FF0000"/>
                </a:solidFill>
              </a:rPr>
              <a:t>decrement</a:t>
            </a:r>
            <a:r>
              <a:rPr lang="en"/>
              <a:t>.</a:t>
            </a:r>
            <a:endParaRPr/>
          </a:p>
        </p:txBody>
      </p:sp>
      <p:sp>
        <p:nvSpPr>
          <p:cNvPr id="1230" name="Google Shape;1230;p1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50</a:t>
            </a:fld>
            <a:endParaRPr/>
          </a:p>
        </p:txBody>
      </p:sp>
      <p:sp>
        <p:nvSpPr>
          <p:cNvPr id="1231" name="Google Shape;1231;p128"/>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Another Simple Domain Analysis</a:t>
            </a:r>
            <a:endParaRPr/>
          </a:p>
        </p:txBody>
      </p:sp>
      <p:sp>
        <p:nvSpPr>
          <p:cNvPr id="1232" name="Google Shape;1232;p128"/>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3.21</a:t>
            </a:r>
            <a:endParaRPr/>
          </a:p>
        </p:txBody>
      </p:sp>
      <p:graphicFrame>
        <p:nvGraphicFramePr>
          <p:cNvPr id="1233" name="Google Shape;1233;p128"/>
          <p:cNvGraphicFramePr/>
          <p:nvPr/>
        </p:nvGraphicFramePr>
        <p:xfrm>
          <a:off x="1558150" y="1574350"/>
          <a:ext cx="3000000" cy="3000000"/>
        </p:xfrm>
        <a:graphic>
          <a:graphicData uri="http://schemas.openxmlformats.org/drawingml/2006/table">
            <a:tbl>
              <a:tblPr>
                <a:noFill/>
                <a:tableStyleId>{DA43B600-DA8F-4E08-BC77-38C480222EBA}</a:tableStyleId>
              </a:tblPr>
              <a:tblGrid>
                <a:gridCol w="977525">
                  <a:extLst>
                    <a:ext uri="{9D8B030D-6E8A-4147-A177-3AD203B41FA5}">
                      <a16:colId xmlns:a16="http://schemas.microsoft.com/office/drawing/2014/main" val="20000"/>
                    </a:ext>
                  </a:extLst>
                </a:gridCol>
                <a:gridCol w="1242575">
                  <a:extLst>
                    <a:ext uri="{9D8B030D-6E8A-4147-A177-3AD203B41FA5}">
                      <a16:colId xmlns:a16="http://schemas.microsoft.com/office/drawing/2014/main" val="20001"/>
                    </a:ext>
                  </a:extLst>
                </a:gridCol>
                <a:gridCol w="1242575">
                  <a:extLst>
                    <a:ext uri="{9D8B030D-6E8A-4147-A177-3AD203B41FA5}">
                      <a16:colId xmlns:a16="http://schemas.microsoft.com/office/drawing/2014/main" val="20002"/>
                    </a:ext>
                  </a:extLst>
                </a:gridCol>
                <a:gridCol w="1242575">
                  <a:extLst>
                    <a:ext uri="{9D8B030D-6E8A-4147-A177-3AD203B41FA5}">
                      <a16:colId xmlns:a16="http://schemas.microsoft.com/office/drawing/2014/main" val="20003"/>
                    </a:ext>
                  </a:extLst>
                </a:gridCol>
                <a:gridCol w="1242575">
                  <a:extLst>
                    <a:ext uri="{9D8B030D-6E8A-4147-A177-3AD203B41FA5}">
                      <a16:colId xmlns:a16="http://schemas.microsoft.com/office/drawing/2014/main" val="20004"/>
                    </a:ext>
                  </a:extLst>
                </a:gridCol>
                <a:gridCol w="1242575">
                  <a:extLst>
                    <a:ext uri="{9D8B030D-6E8A-4147-A177-3AD203B41FA5}">
                      <a16:colId xmlns:a16="http://schemas.microsoft.com/office/drawing/2014/main" val="20005"/>
                    </a:ext>
                  </a:extLst>
                </a:gridCol>
              </a:tblGrid>
              <a:tr h="563200">
                <a:tc>
                  <a:txBody>
                    <a:bodyPr/>
                    <a:lstStyle/>
                    <a:p>
                      <a:pPr marL="0" lvl="0" indent="0" algn="l" rtl="0">
                        <a:spcBef>
                          <a:spcPts val="0"/>
                        </a:spcBef>
                        <a:spcAft>
                          <a:spcPts val="0"/>
                        </a:spcAft>
                        <a:buNone/>
                      </a:pPr>
                      <a:r>
                        <a:rPr lang="en"/>
                        <a:t>Class </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0"/>
                  </a:ext>
                </a:extLst>
              </a:tr>
              <a:tr h="1362750">
                <a:tc>
                  <a:txBody>
                    <a:bodyPr/>
                    <a:lstStyle/>
                    <a:p>
                      <a:pPr marL="0" lvl="0" indent="0" algn="l" rtl="0">
                        <a:spcBef>
                          <a:spcPts val="0"/>
                        </a:spcBef>
                        <a:spcAft>
                          <a:spcPts val="0"/>
                        </a:spcAft>
                        <a:buNone/>
                      </a:pPr>
                      <a:r>
                        <a:rPr lang="en"/>
                        <a:t>State</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1362750">
                <a:tc>
                  <a:txBody>
                    <a:bodyPr/>
                    <a:lstStyle/>
                    <a:p>
                      <a:pPr marL="0" lvl="0" indent="0" algn="l" rtl="0">
                        <a:spcBef>
                          <a:spcPts val="0"/>
                        </a:spcBef>
                        <a:spcAft>
                          <a:spcPts val="0"/>
                        </a:spcAft>
                        <a:buNone/>
                      </a:pPr>
                      <a:r>
                        <a:rPr lang="en"/>
                        <a:t>Behavior</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bl>
          </a:graphicData>
        </a:graphic>
      </p:graphicFrame>
      <p:sp>
        <p:nvSpPr>
          <p:cNvPr id="1234" name="Google Shape;1234;p128"/>
          <p:cNvSpPr txBox="1"/>
          <p:nvPr/>
        </p:nvSpPr>
        <p:spPr>
          <a:xfrm>
            <a:off x="2524575" y="1581350"/>
            <a:ext cx="1253700" cy="556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0000"/>
                </a:solidFill>
                <a:latin typeface="Shadows Into Light"/>
                <a:ea typeface="Shadows Into Light"/>
                <a:cs typeface="Shadows Into Light"/>
                <a:sym typeface="Shadows Into Light"/>
              </a:rPr>
              <a:t>EXPRESSION</a:t>
            </a:r>
            <a:endParaRPr>
              <a:solidFill>
                <a:srgbClr val="FF0000"/>
              </a:solidFill>
              <a:latin typeface="Shadows Into Light"/>
              <a:ea typeface="Shadows Into Light"/>
              <a:cs typeface="Shadows Into Light"/>
              <a:sym typeface="Shadows Into Light"/>
            </a:endParaRPr>
          </a:p>
        </p:txBody>
      </p:sp>
      <p:sp>
        <p:nvSpPr>
          <p:cNvPr id="1235" name="Google Shape;1235;p128"/>
          <p:cNvSpPr txBox="1"/>
          <p:nvPr/>
        </p:nvSpPr>
        <p:spPr>
          <a:xfrm>
            <a:off x="2524575" y="2137550"/>
            <a:ext cx="1253700" cy="1362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0000"/>
                </a:solidFill>
                <a:latin typeface="Shadows Into Light"/>
                <a:ea typeface="Shadows Into Light"/>
                <a:cs typeface="Shadows Into Light"/>
                <a:sym typeface="Shadows Into Light"/>
              </a:rPr>
              <a:t>?</a:t>
            </a:r>
            <a:endParaRPr>
              <a:solidFill>
                <a:srgbClr val="FF0000"/>
              </a:solidFill>
              <a:latin typeface="Shadows Into Light"/>
              <a:ea typeface="Shadows Into Light"/>
              <a:cs typeface="Shadows Into Light"/>
              <a:sym typeface="Shadows Into Light"/>
            </a:endParaRPr>
          </a:p>
        </p:txBody>
      </p:sp>
      <p:sp>
        <p:nvSpPr>
          <p:cNvPr id="1236" name="Google Shape;1236;p128"/>
          <p:cNvSpPr txBox="1"/>
          <p:nvPr/>
        </p:nvSpPr>
        <p:spPr>
          <a:xfrm>
            <a:off x="2524575" y="3500450"/>
            <a:ext cx="1253700" cy="1362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0000"/>
                </a:solidFill>
                <a:latin typeface="Shadows Into Light"/>
                <a:ea typeface="Shadows Into Light"/>
                <a:cs typeface="Shadows Into Light"/>
                <a:sym typeface="Shadows Into Light"/>
              </a:rPr>
              <a:t>EVALUATE</a:t>
            </a:r>
            <a:endParaRPr>
              <a:solidFill>
                <a:srgbClr val="FF0000"/>
              </a:solidFill>
              <a:latin typeface="Shadows Into Light"/>
              <a:ea typeface="Shadows Into Light"/>
              <a:cs typeface="Shadows Into Light"/>
              <a:sym typeface="Shadows Into Light"/>
            </a:endParaRPr>
          </a:p>
        </p:txBody>
      </p:sp>
      <p:sp>
        <p:nvSpPr>
          <p:cNvPr id="1237" name="Google Shape;1237;p128"/>
          <p:cNvSpPr txBox="1"/>
          <p:nvPr/>
        </p:nvSpPr>
        <p:spPr>
          <a:xfrm>
            <a:off x="3780380" y="1581350"/>
            <a:ext cx="1253700" cy="556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0000"/>
                </a:solidFill>
                <a:latin typeface="Shadows Into Light"/>
                <a:ea typeface="Shadows Into Light"/>
                <a:cs typeface="Shadows Into Light"/>
                <a:sym typeface="Shadows Into Light"/>
              </a:rPr>
              <a:t>CONSTANT</a:t>
            </a:r>
            <a:endParaRPr>
              <a:solidFill>
                <a:srgbClr val="FF0000"/>
              </a:solidFill>
              <a:latin typeface="Shadows Into Light"/>
              <a:ea typeface="Shadows Into Light"/>
              <a:cs typeface="Shadows Into Light"/>
              <a:sym typeface="Shadows Into Light"/>
            </a:endParaRPr>
          </a:p>
        </p:txBody>
      </p:sp>
      <p:sp>
        <p:nvSpPr>
          <p:cNvPr id="1238" name="Google Shape;1238;p128"/>
          <p:cNvSpPr txBox="1"/>
          <p:nvPr/>
        </p:nvSpPr>
        <p:spPr>
          <a:xfrm>
            <a:off x="3780380" y="2137550"/>
            <a:ext cx="1253700" cy="1362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0000"/>
                </a:solidFill>
                <a:latin typeface="Shadows Into Light"/>
                <a:ea typeface="Shadows Into Light"/>
                <a:cs typeface="Shadows Into Light"/>
                <a:sym typeface="Shadows Into Light"/>
              </a:rPr>
              <a:t>VALUE</a:t>
            </a:r>
            <a:endParaRPr>
              <a:solidFill>
                <a:srgbClr val="FF0000"/>
              </a:solidFill>
              <a:latin typeface="Shadows Into Light"/>
              <a:ea typeface="Shadows Into Light"/>
              <a:cs typeface="Shadows Into Light"/>
              <a:sym typeface="Shadows Into Light"/>
            </a:endParaRPr>
          </a:p>
        </p:txBody>
      </p:sp>
      <p:sp>
        <p:nvSpPr>
          <p:cNvPr id="1239" name="Google Shape;1239;p128"/>
          <p:cNvSpPr txBox="1"/>
          <p:nvPr/>
        </p:nvSpPr>
        <p:spPr>
          <a:xfrm>
            <a:off x="3780380" y="3500450"/>
            <a:ext cx="1253700" cy="1362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0000"/>
                </a:solidFill>
                <a:latin typeface="Shadows Into Light"/>
                <a:ea typeface="Shadows Into Light"/>
                <a:cs typeface="Shadows Into Light"/>
                <a:sym typeface="Shadows Into Light"/>
              </a:rPr>
              <a:t>CONSTRUCTOR</a:t>
            </a:r>
            <a:endParaRPr>
              <a:solidFill>
                <a:srgbClr val="FF0000"/>
              </a:solidFill>
              <a:latin typeface="Shadows Into Light"/>
              <a:ea typeface="Shadows Into Light"/>
              <a:cs typeface="Shadows Into Light"/>
              <a:sym typeface="Shadows Into Light"/>
            </a:endParaRPr>
          </a:p>
          <a:p>
            <a:pPr marL="0" lvl="0" indent="0" algn="ctr" rtl="0">
              <a:spcBef>
                <a:spcPts val="0"/>
              </a:spcBef>
              <a:spcAft>
                <a:spcPts val="0"/>
              </a:spcAft>
              <a:buNone/>
            </a:pPr>
            <a:r>
              <a:rPr lang="en">
                <a:solidFill>
                  <a:srgbClr val="FF0000"/>
                </a:solidFill>
                <a:latin typeface="Shadows Into Light"/>
                <a:ea typeface="Shadows Into Light"/>
                <a:cs typeface="Shadows Into Light"/>
                <a:sym typeface="Shadows Into Light"/>
              </a:rPr>
              <a:t>EVALUATE</a:t>
            </a:r>
            <a:endParaRPr>
              <a:solidFill>
                <a:srgbClr val="FF0000"/>
              </a:solidFill>
              <a:latin typeface="Shadows Into Light"/>
              <a:ea typeface="Shadows Into Light"/>
              <a:cs typeface="Shadows Into Light"/>
              <a:sym typeface="Shadows Into Light"/>
            </a:endParaRPr>
          </a:p>
        </p:txBody>
      </p:sp>
      <p:sp>
        <p:nvSpPr>
          <p:cNvPr id="1240" name="Google Shape;1240;p128"/>
          <p:cNvSpPr txBox="1"/>
          <p:nvPr/>
        </p:nvSpPr>
        <p:spPr>
          <a:xfrm>
            <a:off x="4999580" y="1581350"/>
            <a:ext cx="1253700" cy="556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0000"/>
                </a:solidFill>
                <a:latin typeface="Shadows Into Light"/>
                <a:ea typeface="Shadows Into Light"/>
                <a:cs typeface="Shadows Into Light"/>
                <a:sym typeface="Shadows Into Light"/>
              </a:rPr>
              <a:t>UNARY EXPRESSION?</a:t>
            </a:r>
            <a:endParaRPr>
              <a:solidFill>
                <a:srgbClr val="FF0000"/>
              </a:solidFill>
              <a:latin typeface="Shadows Into Light"/>
              <a:ea typeface="Shadows Into Light"/>
              <a:cs typeface="Shadows Into Light"/>
              <a:sym typeface="Shadows Into Light"/>
            </a:endParaRPr>
          </a:p>
        </p:txBody>
      </p:sp>
      <p:sp>
        <p:nvSpPr>
          <p:cNvPr id="1241" name="Google Shape;1241;p128"/>
          <p:cNvSpPr txBox="1"/>
          <p:nvPr/>
        </p:nvSpPr>
        <p:spPr>
          <a:xfrm>
            <a:off x="4999580" y="2137550"/>
            <a:ext cx="1253700" cy="1362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0000"/>
                </a:solidFill>
                <a:latin typeface="Shadows Into Light"/>
                <a:ea typeface="Shadows Into Light"/>
                <a:cs typeface="Shadows Into Light"/>
                <a:sym typeface="Shadows Into Light"/>
              </a:rPr>
              <a:t>EXPRESSION</a:t>
            </a:r>
            <a:endParaRPr>
              <a:solidFill>
                <a:srgbClr val="FF0000"/>
              </a:solidFill>
              <a:latin typeface="Shadows Into Light"/>
              <a:ea typeface="Shadows Into Light"/>
              <a:cs typeface="Shadows Into Light"/>
              <a:sym typeface="Shadows Into Light"/>
            </a:endParaRPr>
          </a:p>
        </p:txBody>
      </p:sp>
      <p:sp>
        <p:nvSpPr>
          <p:cNvPr id="1242" name="Google Shape;1242;p128"/>
          <p:cNvSpPr txBox="1"/>
          <p:nvPr/>
        </p:nvSpPr>
        <p:spPr>
          <a:xfrm>
            <a:off x="4999580" y="3500450"/>
            <a:ext cx="1253700" cy="1362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0000"/>
                </a:solidFill>
                <a:latin typeface="Shadows Into Light"/>
                <a:ea typeface="Shadows Into Light"/>
                <a:cs typeface="Shadows Into Light"/>
                <a:sym typeface="Shadows Into Light"/>
              </a:rPr>
              <a:t>CONSTRUCTOR</a:t>
            </a:r>
            <a:endParaRPr>
              <a:solidFill>
                <a:srgbClr val="FF0000"/>
              </a:solidFill>
              <a:latin typeface="Shadows Into Light"/>
              <a:ea typeface="Shadows Into Light"/>
              <a:cs typeface="Shadows Into Light"/>
              <a:sym typeface="Shadows Into Light"/>
            </a:endParaRPr>
          </a:p>
          <a:p>
            <a:pPr marL="0" lvl="0" indent="0" algn="ctr" rtl="0">
              <a:spcBef>
                <a:spcPts val="0"/>
              </a:spcBef>
              <a:spcAft>
                <a:spcPts val="0"/>
              </a:spcAft>
              <a:buNone/>
            </a:pPr>
            <a:r>
              <a:rPr lang="en">
                <a:solidFill>
                  <a:srgbClr val="FF0000"/>
                </a:solidFill>
                <a:latin typeface="Shadows Into Light"/>
                <a:ea typeface="Shadows Into Light"/>
                <a:cs typeface="Shadows Into Light"/>
                <a:sym typeface="Shadows Into Light"/>
              </a:rPr>
              <a:t>EVALUATE</a:t>
            </a:r>
            <a:endParaRPr>
              <a:solidFill>
                <a:srgbClr val="FF0000"/>
              </a:solidFill>
              <a:latin typeface="Shadows Into Light"/>
              <a:ea typeface="Shadows Into Light"/>
              <a:cs typeface="Shadows Into Light"/>
              <a:sym typeface="Shadows Into Light"/>
            </a:endParaRPr>
          </a:p>
        </p:txBody>
      </p:sp>
      <p:sp>
        <p:nvSpPr>
          <p:cNvPr id="1243" name="Google Shape;1243;p128"/>
          <p:cNvSpPr txBox="1"/>
          <p:nvPr/>
        </p:nvSpPr>
        <p:spPr>
          <a:xfrm>
            <a:off x="6255386" y="1581350"/>
            <a:ext cx="1253700" cy="556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0000"/>
                </a:solidFill>
                <a:latin typeface="Shadows Into Light"/>
                <a:ea typeface="Shadows Into Light"/>
                <a:cs typeface="Shadows Into Light"/>
                <a:sym typeface="Shadows Into Light"/>
              </a:rPr>
              <a:t>INCREMENT</a:t>
            </a:r>
            <a:endParaRPr>
              <a:solidFill>
                <a:srgbClr val="FF0000"/>
              </a:solidFill>
              <a:latin typeface="Shadows Into Light"/>
              <a:ea typeface="Shadows Into Light"/>
              <a:cs typeface="Shadows Into Light"/>
              <a:sym typeface="Shadows Into Light"/>
            </a:endParaRPr>
          </a:p>
        </p:txBody>
      </p:sp>
      <p:sp>
        <p:nvSpPr>
          <p:cNvPr id="1244" name="Google Shape;1244;p128"/>
          <p:cNvSpPr txBox="1"/>
          <p:nvPr/>
        </p:nvSpPr>
        <p:spPr>
          <a:xfrm>
            <a:off x="6255386" y="2137550"/>
            <a:ext cx="1253700" cy="1362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0000"/>
                </a:solidFill>
                <a:latin typeface="Shadows Into Light"/>
                <a:ea typeface="Shadows Into Light"/>
                <a:cs typeface="Shadows Into Light"/>
                <a:sym typeface="Shadows Into Light"/>
              </a:rPr>
              <a:t>EXPRESSION</a:t>
            </a:r>
            <a:endParaRPr>
              <a:solidFill>
                <a:srgbClr val="FF0000"/>
              </a:solidFill>
              <a:latin typeface="Shadows Into Light"/>
              <a:ea typeface="Shadows Into Light"/>
              <a:cs typeface="Shadows Into Light"/>
              <a:sym typeface="Shadows Into Light"/>
            </a:endParaRPr>
          </a:p>
        </p:txBody>
      </p:sp>
      <p:sp>
        <p:nvSpPr>
          <p:cNvPr id="1245" name="Google Shape;1245;p128"/>
          <p:cNvSpPr txBox="1"/>
          <p:nvPr/>
        </p:nvSpPr>
        <p:spPr>
          <a:xfrm>
            <a:off x="6255386" y="3500450"/>
            <a:ext cx="1253700" cy="1362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0000"/>
                </a:solidFill>
                <a:latin typeface="Shadows Into Light"/>
                <a:ea typeface="Shadows Into Light"/>
                <a:cs typeface="Shadows Into Light"/>
                <a:sym typeface="Shadows Into Light"/>
              </a:rPr>
              <a:t>CONSTRUCTOR</a:t>
            </a:r>
            <a:endParaRPr>
              <a:solidFill>
                <a:srgbClr val="FF0000"/>
              </a:solidFill>
              <a:latin typeface="Shadows Into Light"/>
              <a:ea typeface="Shadows Into Light"/>
              <a:cs typeface="Shadows Into Light"/>
              <a:sym typeface="Shadows Into Light"/>
            </a:endParaRPr>
          </a:p>
          <a:p>
            <a:pPr marL="0" lvl="0" indent="0" algn="ctr" rtl="0">
              <a:spcBef>
                <a:spcPts val="0"/>
              </a:spcBef>
              <a:spcAft>
                <a:spcPts val="0"/>
              </a:spcAft>
              <a:buNone/>
            </a:pPr>
            <a:r>
              <a:rPr lang="en">
                <a:solidFill>
                  <a:srgbClr val="FF0000"/>
                </a:solidFill>
                <a:latin typeface="Shadows Into Light"/>
                <a:ea typeface="Shadows Into Light"/>
                <a:cs typeface="Shadows Into Light"/>
                <a:sym typeface="Shadows Into Light"/>
              </a:rPr>
              <a:t>EVALUATE</a:t>
            </a:r>
            <a:endParaRPr>
              <a:solidFill>
                <a:srgbClr val="FF0000"/>
              </a:solidFill>
              <a:latin typeface="Shadows Into Light"/>
              <a:ea typeface="Shadows Into Light"/>
              <a:cs typeface="Shadows Into Light"/>
              <a:sym typeface="Shadows Into Light"/>
            </a:endParaRPr>
          </a:p>
        </p:txBody>
      </p:sp>
      <p:sp>
        <p:nvSpPr>
          <p:cNvPr id="1246" name="Google Shape;1246;p128"/>
          <p:cNvSpPr txBox="1"/>
          <p:nvPr/>
        </p:nvSpPr>
        <p:spPr>
          <a:xfrm>
            <a:off x="7514180" y="1581350"/>
            <a:ext cx="1253700" cy="556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0000"/>
                </a:solidFill>
                <a:latin typeface="Shadows Into Light"/>
                <a:ea typeface="Shadows Into Light"/>
                <a:cs typeface="Shadows Into Light"/>
                <a:sym typeface="Shadows Into Light"/>
              </a:rPr>
              <a:t>DECREMENT</a:t>
            </a:r>
            <a:endParaRPr>
              <a:solidFill>
                <a:srgbClr val="FF0000"/>
              </a:solidFill>
              <a:latin typeface="Shadows Into Light"/>
              <a:ea typeface="Shadows Into Light"/>
              <a:cs typeface="Shadows Into Light"/>
              <a:sym typeface="Shadows Into Light"/>
            </a:endParaRPr>
          </a:p>
        </p:txBody>
      </p:sp>
      <p:sp>
        <p:nvSpPr>
          <p:cNvPr id="1247" name="Google Shape;1247;p128"/>
          <p:cNvSpPr txBox="1"/>
          <p:nvPr/>
        </p:nvSpPr>
        <p:spPr>
          <a:xfrm>
            <a:off x="7514180" y="2137550"/>
            <a:ext cx="1253700" cy="1362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0000"/>
                </a:solidFill>
                <a:latin typeface="Shadows Into Light"/>
                <a:ea typeface="Shadows Into Light"/>
                <a:cs typeface="Shadows Into Light"/>
                <a:sym typeface="Shadows Into Light"/>
              </a:rPr>
              <a:t>EXPRESSION</a:t>
            </a:r>
            <a:endParaRPr>
              <a:solidFill>
                <a:srgbClr val="FF0000"/>
              </a:solidFill>
              <a:latin typeface="Shadows Into Light"/>
              <a:ea typeface="Shadows Into Light"/>
              <a:cs typeface="Shadows Into Light"/>
              <a:sym typeface="Shadows Into Light"/>
            </a:endParaRPr>
          </a:p>
        </p:txBody>
      </p:sp>
      <p:sp>
        <p:nvSpPr>
          <p:cNvPr id="1248" name="Google Shape;1248;p128"/>
          <p:cNvSpPr txBox="1"/>
          <p:nvPr/>
        </p:nvSpPr>
        <p:spPr>
          <a:xfrm>
            <a:off x="7514180" y="3500450"/>
            <a:ext cx="1253700" cy="1362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0000"/>
                </a:solidFill>
                <a:latin typeface="Shadows Into Light"/>
                <a:ea typeface="Shadows Into Light"/>
                <a:cs typeface="Shadows Into Light"/>
                <a:sym typeface="Shadows Into Light"/>
              </a:rPr>
              <a:t>CONSTRUCTOR</a:t>
            </a:r>
            <a:endParaRPr>
              <a:solidFill>
                <a:srgbClr val="FF0000"/>
              </a:solidFill>
              <a:latin typeface="Shadows Into Light"/>
              <a:ea typeface="Shadows Into Light"/>
              <a:cs typeface="Shadows Into Light"/>
              <a:sym typeface="Shadows Into Light"/>
            </a:endParaRPr>
          </a:p>
          <a:p>
            <a:pPr marL="0" lvl="0" indent="0" algn="ctr" rtl="0">
              <a:spcBef>
                <a:spcPts val="0"/>
              </a:spcBef>
              <a:spcAft>
                <a:spcPts val="0"/>
              </a:spcAft>
              <a:buNone/>
            </a:pPr>
            <a:r>
              <a:rPr lang="en">
                <a:solidFill>
                  <a:srgbClr val="FF0000"/>
                </a:solidFill>
                <a:latin typeface="Shadows Into Light"/>
                <a:ea typeface="Shadows Into Light"/>
                <a:cs typeface="Shadows Into Light"/>
                <a:sym typeface="Shadows Into Light"/>
              </a:rPr>
              <a:t>EVALUATE</a:t>
            </a:r>
            <a:endParaRPr>
              <a:solidFill>
                <a:srgbClr val="FF0000"/>
              </a:solidFill>
              <a:latin typeface="Shadows Into Light"/>
              <a:ea typeface="Shadows Into Light"/>
              <a:cs typeface="Shadows Into Light"/>
              <a:sym typeface="Shadows Into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234"/>
                                        </p:tgtEl>
                                        <p:attrNameLst>
                                          <p:attrName>style.visibility</p:attrName>
                                        </p:attrNameLst>
                                      </p:cBhvr>
                                      <p:to>
                                        <p:strVal val="visible"/>
                                      </p:to>
                                    </p:set>
                                    <p:animEffect transition="in" filter="fade">
                                      <p:cBhvr>
                                        <p:cTn id="7" dur="1000"/>
                                        <p:tgtEl>
                                          <p:spTgt spid="12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35"/>
                                        </p:tgtEl>
                                        <p:attrNameLst>
                                          <p:attrName>style.visibility</p:attrName>
                                        </p:attrNameLst>
                                      </p:cBhvr>
                                      <p:to>
                                        <p:strVal val="visible"/>
                                      </p:to>
                                    </p:set>
                                    <p:animEffect transition="in" filter="fade">
                                      <p:cBhvr>
                                        <p:cTn id="12" dur="1000"/>
                                        <p:tgtEl>
                                          <p:spTgt spid="123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36"/>
                                        </p:tgtEl>
                                        <p:attrNameLst>
                                          <p:attrName>style.visibility</p:attrName>
                                        </p:attrNameLst>
                                      </p:cBhvr>
                                      <p:to>
                                        <p:strVal val="visible"/>
                                      </p:to>
                                    </p:set>
                                    <p:animEffect transition="in" filter="fade">
                                      <p:cBhvr>
                                        <p:cTn id="17" dur="1000"/>
                                        <p:tgtEl>
                                          <p:spTgt spid="123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37"/>
                                        </p:tgtEl>
                                        <p:attrNameLst>
                                          <p:attrName>style.visibility</p:attrName>
                                        </p:attrNameLst>
                                      </p:cBhvr>
                                      <p:to>
                                        <p:strVal val="visible"/>
                                      </p:to>
                                    </p:set>
                                    <p:animEffect transition="in" filter="fade">
                                      <p:cBhvr>
                                        <p:cTn id="22" dur="1000"/>
                                        <p:tgtEl>
                                          <p:spTgt spid="123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38"/>
                                        </p:tgtEl>
                                        <p:attrNameLst>
                                          <p:attrName>style.visibility</p:attrName>
                                        </p:attrNameLst>
                                      </p:cBhvr>
                                      <p:to>
                                        <p:strVal val="visible"/>
                                      </p:to>
                                    </p:set>
                                    <p:animEffect transition="in" filter="fade">
                                      <p:cBhvr>
                                        <p:cTn id="27" dur="1000"/>
                                        <p:tgtEl>
                                          <p:spTgt spid="123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239"/>
                                        </p:tgtEl>
                                        <p:attrNameLst>
                                          <p:attrName>style.visibility</p:attrName>
                                        </p:attrNameLst>
                                      </p:cBhvr>
                                      <p:to>
                                        <p:strVal val="visible"/>
                                      </p:to>
                                    </p:set>
                                    <p:animEffect transition="in" filter="fade">
                                      <p:cBhvr>
                                        <p:cTn id="32" dur="1000"/>
                                        <p:tgtEl>
                                          <p:spTgt spid="123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240"/>
                                        </p:tgtEl>
                                        <p:attrNameLst>
                                          <p:attrName>style.visibility</p:attrName>
                                        </p:attrNameLst>
                                      </p:cBhvr>
                                      <p:to>
                                        <p:strVal val="visible"/>
                                      </p:to>
                                    </p:set>
                                    <p:animEffect transition="in" filter="fade">
                                      <p:cBhvr>
                                        <p:cTn id="37" dur="1000"/>
                                        <p:tgtEl>
                                          <p:spTgt spid="124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241"/>
                                        </p:tgtEl>
                                        <p:attrNameLst>
                                          <p:attrName>style.visibility</p:attrName>
                                        </p:attrNameLst>
                                      </p:cBhvr>
                                      <p:to>
                                        <p:strVal val="visible"/>
                                      </p:to>
                                    </p:set>
                                    <p:animEffect transition="in" filter="fade">
                                      <p:cBhvr>
                                        <p:cTn id="42" dur="1000"/>
                                        <p:tgtEl>
                                          <p:spTgt spid="124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242"/>
                                        </p:tgtEl>
                                        <p:attrNameLst>
                                          <p:attrName>style.visibility</p:attrName>
                                        </p:attrNameLst>
                                      </p:cBhvr>
                                      <p:to>
                                        <p:strVal val="visible"/>
                                      </p:to>
                                    </p:set>
                                    <p:animEffect transition="in" filter="fade">
                                      <p:cBhvr>
                                        <p:cTn id="47" dur="1000"/>
                                        <p:tgtEl>
                                          <p:spTgt spid="124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243"/>
                                        </p:tgtEl>
                                        <p:attrNameLst>
                                          <p:attrName>style.visibility</p:attrName>
                                        </p:attrNameLst>
                                      </p:cBhvr>
                                      <p:to>
                                        <p:strVal val="visible"/>
                                      </p:to>
                                    </p:set>
                                    <p:animEffect transition="in" filter="fade">
                                      <p:cBhvr>
                                        <p:cTn id="52" dur="1000"/>
                                        <p:tgtEl>
                                          <p:spTgt spid="1243"/>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244"/>
                                        </p:tgtEl>
                                        <p:attrNameLst>
                                          <p:attrName>style.visibility</p:attrName>
                                        </p:attrNameLst>
                                      </p:cBhvr>
                                      <p:to>
                                        <p:strVal val="visible"/>
                                      </p:to>
                                    </p:set>
                                    <p:animEffect transition="in" filter="fade">
                                      <p:cBhvr>
                                        <p:cTn id="57" dur="1000"/>
                                        <p:tgtEl>
                                          <p:spTgt spid="1244"/>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245"/>
                                        </p:tgtEl>
                                        <p:attrNameLst>
                                          <p:attrName>style.visibility</p:attrName>
                                        </p:attrNameLst>
                                      </p:cBhvr>
                                      <p:to>
                                        <p:strVal val="visible"/>
                                      </p:to>
                                    </p:set>
                                    <p:animEffect transition="in" filter="fade">
                                      <p:cBhvr>
                                        <p:cTn id="62" dur="1000"/>
                                        <p:tgtEl>
                                          <p:spTgt spid="1245"/>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1246"/>
                                        </p:tgtEl>
                                        <p:attrNameLst>
                                          <p:attrName>style.visibility</p:attrName>
                                        </p:attrNameLst>
                                      </p:cBhvr>
                                      <p:to>
                                        <p:strVal val="visible"/>
                                      </p:to>
                                    </p:set>
                                    <p:animEffect transition="in" filter="fade">
                                      <p:cBhvr>
                                        <p:cTn id="67" dur="1000"/>
                                        <p:tgtEl>
                                          <p:spTgt spid="1246"/>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1247"/>
                                        </p:tgtEl>
                                        <p:attrNameLst>
                                          <p:attrName>style.visibility</p:attrName>
                                        </p:attrNameLst>
                                      </p:cBhvr>
                                      <p:to>
                                        <p:strVal val="visible"/>
                                      </p:to>
                                    </p:set>
                                    <p:animEffect transition="in" filter="fade">
                                      <p:cBhvr>
                                        <p:cTn id="72" dur="1000"/>
                                        <p:tgtEl>
                                          <p:spTgt spid="1247"/>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1248"/>
                                        </p:tgtEl>
                                        <p:attrNameLst>
                                          <p:attrName>style.visibility</p:attrName>
                                        </p:attrNameLst>
                                      </p:cBhvr>
                                      <p:to>
                                        <p:strVal val="visible"/>
                                      </p:to>
                                    </p:set>
                                    <p:animEffect transition="in" filter="fade">
                                      <p:cBhvr>
                                        <p:cTn id="77" dur="1000"/>
                                        <p:tgtEl>
                                          <p:spTgt spid="12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252"/>
        <p:cNvGrpSpPr/>
        <p:nvPr/>
      </p:nvGrpSpPr>
      <p:grpSpPr>
        <a:xfrm>
          <a:off x="0" y="0"/>
          <a:ext cx="0" cy="0"/>
          <a:chOff x="0" y="0"/>
          <a:chExt cx="0" cy="0"/>
        </a:xfrm>
      </p:grpSpPr>
      <p:sp>
        <p:nvSpPr>
          <p:cNvPr id="1253" name="Google Shape;1253;p129"/>
          <p:cNvSpPr txBox="1">
            <a:spLocks noGrp="1"/>
          </p:cNvSpPr>
          <p:nvPr>
            <p:ph type="body" idx="1"/>
          </p:nvPr>
        </p:nvSpPr>
        <p:spPr>
          <a:xfrm>
            <a:off x="4414500" y="127050"/>
            <a:ext cx="4531200" cy="4754400"/>
          </a:xfrm>
          <a:prstGeom prst="rect">
            <a:avLst/>
          </a:prstGeom>
        </p:spPr>
        <p:txBody>
          <a:bodyPr spcFirstLastPara="1" wrap="square" lIns="91425" tIns="91425" rIns="91425" bIns="91425" anchor="ctr" anchorCtr="0">
            <a:noAutofit/>
          </a:bodyPr>
          <a:lstStyle/>
          <a:p>
            <a:pPr marL="457200" lvl="0" indent="-311150" algn="l" rtl="0">
              <a:spcBef>
                <a:spcPts val="0"/>
              </a:spcBef>
              <a:spcAft>
                <a:spcPts val="0"/>
              </a:spcAft>
              <a:buSzPts val="1300"/>
              <a:buChar char="●"/>
            </a:pPr>
            <a:r>
              <a:rPr lang="en"/>
              <a:t>For many inexperienced </a:t>
            </a:r>
            <a:r>
              <a:rPr lang="en" b="1" i="1">
                <a:solidFill>
                  <a:srgbClr val="FF0000"/>
                </a:solidFill>
              </a:rPr>
              <a:t>object-oriented programmers</a:t>
            </a:r>
            <a:r>
              <a:rPr lang="en"/>
              <a:t> thinking in terms of </a:t>
            </a:r>
            <a:r>
              <a:rPr lang="en" b="1" i="1">
                <a:solidFill>
                  <a:srgbClr val="FF0000"/>
                </a:solidFill>
              </a:rPr>
              <a:t>inheritance</a:t>
            </a:r>
            <a:r>
              <a:rPr lang="en">
                <a:solidFill>
                  <a:srgbClr val="FF0000"/>
                </a:solidFill>
              </a:rPr>
              <a:t> </a:t>
            </a:r>
            <a:r>
              <a:rPr lang="en"/>
              <a:t>is not yet </a:t>
            </a:r>
            <a:r>
              <a:rPr lang="en" b="1" i="1">
                <a:solidFill>
                  <a:srgbClr val="FF0000"/>
                </a:solidFill>
              </a:rPr>
              <a:t>natural </a:t>
            </a:r>
            <a:r>
              <a:rPr lang="en"/>
              <a:t>or </a:t>
            </a:r>
            <a:r>
              <a:rPr lang="en" b="1" i="1">
                <a:solidFill>
                  <a:srgbClr val="FF0000"/>
                </a:solidFill>
              </a:rPr>
              <a:t>automatic</a:t>
            </a:r>
            <a:r>
              <a:rPr lang="en"/>
              <a:t>.</a:t>
            </a:r>
            <a:endParaRPr/>
          </a:p>
          <a:p>
            <a:pPr marL="457200" lvl="0" indent="-311150" algn="l" rtl="0">
              <a:spcBef>
                <a:spcPts val="0"/>
              </a:spcBef>
              <a:spcAft>
                <a:spcPts val="0"/>
              </a:spcAft>
              <a:buSzPts val="1300"/>
              <a:buChar char="●"/>
            </a:pPr>
            <a:r>
              <a:rPr lang="en"/>
              <a:t>Nevertheless, it may seem clear that some kind of common parent class is needed to represent all </a:t>
            </a:r>
            <a:r>
              <a:rPr lang="en" b="1" i="1">
                <a:solidFill>
                  <a:srgbClr val="FF0000"/>
                </a:solidFill>
              </a:rPr>
              <a:t>expressions</a:t>
            </a:r>
            <a:r>
              <a:rPr lang="en"/>
              <a:t>.</a:t>
            </a:r>
            <a:endParaRPr/>
          </a:p>
          <a:p>
            <a:pPr marL="914400" lvl="1" indent="-298450" algn="l" rtl="0">
              <a:spcBef>
                <a:spcPts val="0"/>
              </a:spcBef>
              <a:spcAft>
                <a:spcPts val="0"/>
              </a:spcAft>
              <a:buSzPts val="1100"/>
              <a:buChar char="○"/>
            </a:pPr>
            <a:r>
              <a:rPr lang="en"/>
              <a:t>This will enable us to use </a:t>
            </a:r>
            <a:r>
              <a:rPr lang="en" b="1" i="1">
                <a:solidFill>
                  <a:srgbClr val="FF0000"/>
                </a:solidFill>
              </a:rPr>
              <a:t>polymorphism</a:t>
            </a:r>
            <a:r>
              <a:rPr lang="en">
                <a:solidFill>
                  <a:srgbClr val="FF0000"/>
                </a:solidFill>
              </a:rPr>
              <a:t> </a:t>
            </a:r>
            <a:r>
              <a:rPr lang="en"/>
              <a:t>in our </a:t>
            </a:r>
            <a:r>
              <a:rPr lang="en" b="1" i="1">
                <a:solidFill>
                  <a:srgbClr val="FF0000"/>
                </a:solidFill>
              </a:rPr>
              <a:t>unary</a:t>
            </a:r>
            <a:r>
              <a:rPr lang="en">
                <a:solidFill>
                  <a:srgbClr val="FF0000"/>
                </a:solidFill>
              </a:rPr>
              <a:t> </a:t>
            </a:r>
            <a:r>
              <a:rPr lang="en"/>
              <a:t>and</a:t>
            </a:r>
            <a:r>
              <a:rPr lang="en">
                <a:solidFill>
                  <a:srgbClr val="FF0000"/>
                </a:solidFill>
              </a:rPr>
              <a:t> </a:t>
            </a:r>
            <a:r>
              <a:rPr lang="en" b="1" i="1">
                <a:solidFill>
                  <a:srgbClr val="FF0000"/>
                </a:solidFill>
              </a:rPr>
              <a:t>binary expression</a:t>
            </a:r>
            <a:r>
              <a:rPr lang="en"/>
              <a:t> classes so that they will work with </a:t>
            </a:r>
            <a:r>
              <a:rPr lang="en" b="1" i="1">
                <a:solidFill>
                  <a:srgbClr val="FF0000"/>
                </a:solidFill>
              </a:rPr>
              <a:t>any</a:t>
            </a:r>
            <a:r>
              <a:rPr lang="en">
                <a:solidFill>
                  <a:srgbClr val="FF0000"/>
                </a:solidFill>
              </a:rPr>
              <a:t> </a:t>
            </a:r>
            <a:r>
              <a:rPr lang="en"/>
              <a:t>kind of expression.</a:t>
            </a:r>
            <a:endParaRPr/>
          </a:p>
          <a:p>
            <a:pPr marL="457200" lvl="0" indent="-311150" algn="l" rtl="0">
              <a:spcBef>
                <a:spcPts val="0"/>
              </a:spcBef>
              <a:spcAft>
                <a:spcPts val="0"/>
              </a:spcAft>
              <a:buSzPts val="1300"/>
              <a:buChar char="●"/>
            </a:pPr>
            <a:r>
              <a:rPr lang="en"/>
              <a:t>However, let's take a moment and imagine a world where polymorphism doesn't exist. What would our expression classes look like then? </a:t>
            </a:r>
            <a:endParaRPr/>
          </a:p>
          <a:p>
            <a:pPr marL="914400" lvl="1" indent="-298450" algn="l" rtl="0">
              <a:spcBef>
                <a:spcPts val="0"/>
              </a:spcBef>
              <a:spcAft>
                <a:spcPts val="0"/>
              </a:spcAft>
              <a:buSzPts val="1100"/>
              <a:buChar char="○"/>
            </a:pPr>
            <a:r>
              <a:rPr lang="en"/>
              <a:t>What would we need to do in order to make the </a:t>
            </a:r>
            <a:r>
              <a:rPr lang="en" b="1" i="1">
                <a:solidFill>
                  <a:srgbClr val="FF0000"/>
                </a:solidFill>
              </a:rPr>
              <a:t>increment</a:t>
            </a:r>
            <a:r>
              <a:rPr lang="en">
                <a:solidFill>
                  <a:srgbClr val="FF0000"/>
                </a:solidFill>
              </a:rPr>
              <a:t> </a:t>
            </a:r>
            <a:r>
              <a:rPr lang="en"/>
              <a:t>expression work with </a:t>
            </a:r>
            <a:r>
              <a:rPr lang="en" b="1" i="1">
                <a:solidFill>
                  <a:srgbClr val="FF0000"/>
                </a:solidFill>
              </a:rPr>
              <a:t>any</a:t>
            </a:r>
            <a:r>
              <a:rPr lang="en">
                <a:solidFill>
                  <a:srgbClr val="FF0000"/>
                </a:solidFill>
              </a:rPr>
              <a:t> </a:t>
            </a:r>
            <a:r>
              <a:rPr lang="en"/>
              <a:t>of our other expressions?</a:t>
            </a:r>
            <a:endParaRPr/>
          </a:p>
          <a:p>
            <a:pPr marL="914400" lvl="1" indent="-298450" algn="l" rtl="0">
              <a:spcBef>
                <a:spcPts val="0"/>
              </a:spcBef>
              <a:spcAft>
                <a:spcPts val="0"/>
              </a:spcAft>
              <a:buSzPts val="1100"/>
              <a:buChar char="○"/>
            </a:pPr>
            <a:r>
              <a:rPr lang="en"/>
              <a:t>We would have no choice but to create fields for every type of expression, including constant, increment, and decrement.</a:t>
            </a:r>
            <a:endParaRPr/>
          </a:p>
          <a:p>
            <a:pPr marL="457200" lvl="0" indent="-311150" algn="l" rtl="0">
              <a:spcBef>
                <a:spcPts val="0"/>
              </a:spcBef>
              <a:spcAft>
                <a:spcPts val="0"/>
              </a:spcAft>
              <a:buSzPts val="1300"/>
              <a:buChar char="●"/>
            </a:pPr>
            <a:r>
              <a:rPr lang="en"/>
              <a:t>Our solution would only get worse as we added new expressions to the system, e.g. addition, exponent, etc.</a:t>
            </a:r>
            <a:endParaRPr/>
          </a:p>
          <a:p>
            <a:pPr marL="914400" lvl="1" indent="-298450" algn="l" rtl="0">
              <a:spcBef>
                <a:spcPts val="0"/>
              </a:spcBef>
              <a:spcAft>
                <a:spcPts val="0"/>
              </a:spcAft>
              <a:buSzPts val="1100"/>
              <a:buChar char="○"/>
            </a:pPr>
            <a:r>
              <a:rPr lang="en" b="1" i="1">
                <a:solidFill>
                  <a:srgbClr val="FF0000"/>
                </a:solidFill>
              </a:rPr>
              <a:t>Every</a:t>
            </a:r>
            <a:r>
              <a:rPr lang="en">
                <a:solidFill>
                  <a:srgbClr val="FF0000"/>
                </a:solidFill>
              </a:rPr>
              <a:t> </a:t>
            </a:r>
            <a:r>
              <a:rPr lang="en"/>
              <a:t>expression class would need to have fields for </a:t>
            </a:r>
            <a:r>
              <a:rPr lang="en" b="1" i="1">
                <a:solidFill>
                  <a:srgbClr val="FF0000"/>
                </a:solidFill>
              </a:rPr>
              <a:t>every </a:t>
            </a:r>
            <a:r>
              <a:rPr lang="en"/>
              <a:t>type of expression!</a:t>
            </a:r>
            <a:endParaRPr/>
          </a:p>
        </p:txBody>
      </p:sp>
      <p:sp>
        <p:nvSpPr>
          <p:cNvPr id="1254" name="Google Shape;1254;p129"/>
          <p:cNvSpPr txBox="1">
            <a:spLocks noGrp="1"/>
          </p:cNvSpPr>
          <p:nvPr>
            <p:ph type="title"/>
          </p:nvPr>
        </p:nvSpPr>
        <p:spPr>
          <a:xfrm>
            <a:off x="311725" y="43725"/>
            <a:ext cx="3706500" cy="880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400"/>
              <a:t>A World Without Polymorphism</a:t>
            </a:r>
            <a:endParaRPr sz="2400"/>
          </a:p>
        </p:txBody>
      </p:sp>
      <p:sp>
        <p:nvSpPr>
          <p:cNvPr id="1255" name="Google Shape;1255;p129"/>
          <p:cNvSpPr txBox="1"/>
          <p:nvPr/>
        </p:nvSpPr>
        <p:spPr>
          <a:xfrm>
            <a:off x="288025" y="935925"/>
            <a:ext cx="3706500" cy="35400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800">
                <a:solidFill>
                  <a:srgbClr val="098658"/>
                </a:solidFill>
                <a:latin typeface="Consolas"/>
                <a:ea typeface="Consolas"/>
                <a:cs typeface="Consolas"/>
                <a:sym typeface="Consolas"/>
              </a:rPr>
              <a:t>1</a:t>
            </a: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public</a:t>
            </a: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class</a:t>
            </a: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Increment</a:t>
            </a: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098658"/>
                </a:solidFill>
                <a:latin typeface="Consolas"/>
                <a:ea typeface="Consolas"/>
                <a:cs typeface="Consolas"/>
                <a:sym typeface="Consolas"/>
              </a:rPr>
              <a:t>2</a:t>
            </a: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private</a:t>
            </a: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Constant</a:t>
            </a:r>
            <a:r>
              <a:rPr lang="en" sz="800">
                <a:latin typeface="Consolas"/>
                <a:ea typeface="Consolas"/>
                <a:cs typeface="Consolas"/>
                <a:sym typeface="Consolas"/>
              </a:rPr>
              <a:t> </a:t>
            </a:r>
            <a:r>
              <a:rPr lang="en" sz="800">
                <a:solidFill>
                  <a:srgbClr val="001080"/>
                </a:solidFill>
                <a:latin typeface="Consolas"/>
                <a:ea typeface="Consolas"/>
                <a:cs typeface="Consolas"/>
                <a:sym typeface="Consolas"/>
              </a:rPr>
              <a:t>constant</a:t>
            </a:r>
            <a:r>
              <a:rPr lang="en" sz="800">
                <a:latin typeface="Consolas"/>
                <a:ea typeface="Consolas"/>
                <a:cs typeface="Consolas"/>
                <a:sym typeface="Consolas"/>
              </a:rPr>
              <a:t> = </a:t>
            </a:r>
            <a:r>
              <a:rPr lang="en" sz="800">
                <a:solidFill>
                  <a:srgbClr val="0000FF"/>
                </a:solidFill>
                <a:latin typeface="Consolas"/>
                <a:ea typeface="Consolas"/>
                <a:cs typeface="Consolas"/>
                <a:sym typeface="Consolas"/>
              </a:rPr>
              <a:t>null</a:t>
            </a:r>
            <a:r>
              <a:rPr lang="en" sz="800">
                <a:latin typeface="Consolas"/>
                <a:ea typeface="Consolas"/>
                <a:cs typeface="Consolas"/>
                <a:sym typeface="Consolas"/>
              </a:rPr>
              <a:t>;</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098658"/>
                </a:solidFill>
                <a:latin typeface="Consolas"/>
                <a:ea typeface="Consolas"/>
                <a:cs typeface="Consolas"/>
                <a:sym typeface="Consolas"/>
              </a:rPr>
              <a:t>3</a:t>
            </a: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private</a:t>
            </a: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Increment</a:t>
            </a:r>
            <a:r>
              <a:rPr lang="en" sz="800">
                <a:latin typeface="Consolas"/>
                <a:ea typeface="Consolas"/>
                <a:cs typeface="Consolas"/>
                <a:sym typeface="Consolas"/>
              </a:rPr>
              <a:t> </a:t>
            </a:r>
            <a:r>
              <a:rPr lang="en" sz="800">
                <a:solidFill>
                  <a:srgbClr val="001080"/>
                </a:solidFill>
                <a:latin typeface="Consolas"/>
                <a:ea typeface="Consolas"/>
                <a:cs typeface="Consolas"/>
                <a:sym typeface="Consolas"/>
              </a:rPr>
              <a:t>increment</a:t>
            </a:r>
            <a:r>
              <a:rPr lang="en" sz="800">
                <a:latin typeface="Consolas"/>
                <a:ea typeface="Consolas"/>
                <a:cs typeface="Consolas"/>
                <a:sym typeface="Consolas"/>
              </a:rPr>
              <a:t> = </a:t>
            </a:r>
            <a:r>
              <a:rPr lang="en" sz="800">
                <a:solidFill>
                  <a:srgbClr val="0000FF"/>
                </a:solidFill>
                <a:latin typeface="Consolas"/>
                <a:ea typeface="Consolas"/>
                <a:cs typeface="Consolas"/>
                <a:sym typeface="Consolas"/>
              </a:rPr>
              <a:t>null</a:t>
            </a:r>
            <a:r>
              <a:rPr lang="en" sz="800">
                <a:latin typeface="Consolas"/>
                <a:ea typeface="Consolas"/>
                <a:cs typeface="Consolas"/>
                <a:sym typeface="Consolas"/>
              </a:rPr>
              <a:t>;</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098658"/>
                </a:solidFill>
                <a:latin typeface="Consolas"/>
                <a:ea typeface="Consolas"/>
                <a:cs typeface="Consolas"/>
                <a:sym typeface="Consolas"/>
              </a:rPr>
              <a:t>4</a:t>
            </a: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private</a:t>
            </a: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Decrement</a:t>
            </a:r>
            <a:r>
              <a:rPr lang="en" sz="800">
                <a:latin typeface="Consolas"/>
                <a:ea typeface="Consolas"/>
                <a:cs typeface="Consolas"/>
                <a:sym typeface="Consolas"/>
              </a:rPr>
              <a:t> </a:t>
            </a:r>
            <a:r>
              <a:rPr lang="en" sz="800">
                <a:solidFill>
                  <a:srgbClr val="001080"/>
                </a:solidFill>
                <a:latin typeface="Consolas"/>
                <a:ea typeface="Consolas"/>
                <a:cs typeface="Consolas"/>
                <a:sym typeface="Consolas"/>
              </a:rPr>
              <a:t>decrement</a:t>
            </a:r>
            <a:r>
              <a:rPr lang="en" sz="800">
                <a:latin typeface="Consolas"/>
                <a:ea typeface="Consolas"/>
                <a:cs typeface="Consolas"/>
                <a:sym typeface="Consolas"/>
              </a:rPr>
              <a:t> = </a:t>
            </a:r>
            <a:r>
              <a:rPr lang="en" sz="800">
                <a:solidFill>
                  <a:srgbClr val="0000FF"/>
                </a:solidFill>
                <a:latin typeface="Consolas"/>
                <a:ea typeface="Consolas"/>
                <a:cs typeface="Consolas"/>
                <a:sym typeface="Consolas"/>
              </a:rPr>
              <a:t>null</a:t>
            </a:r>
            <a:r>
              <a:rPr lang="en" sz="800">
                <a:latin typeface="Consolas"/>
                <a:ea typeface="Consolas"/>
                <a:cs typeface="Consolas"/>
                <a:sym typeface="Consolas"/>
              </a:rPr>
              <a:t>;</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098658"/>
                </a:solidFill>
                <a:latin typeface="Consolas"/>
                <a:ea typeface="Consolas"/>
                <a:cs typeface="Consolas"/>
                <a:sym typeface="Consolas"/>
              </a:rPr>
              <a:t>5</a:t>
            </a: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098658"/>
                </a:solidFill>
                <a:latin typeface="Consolas"/>
                <a:ea typeface="Consolas"/>
                <a:cs typeface="Consolas"/>
                <a:sym typeface="Consolas"/>
              </a:rPr>
              <a:t>6</a:t>
            </a: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public</a:t>
            </a:r>
            <a:r>
              <a:rPr lang="en" sz="800">
                <a:latin typeface="Consolas"/>
                <a:ea typeface="Consolas"/>
                <a:cs typeface="Consolas"/>
                <a:sym typeface="Consolas"/>
              </a:rPr>
              <a:t> </a:t>
            </a:r>
            <a:r>
              <a:rPr lang="en" sz="800">
                <a:solidFill>
                  <a:srgbClr val="795E26"/>
                </a:solidFill>
                <a:latin typeface="Consolas"/>
                <a:ea typeface="Consolas"/>
                <a:cs typeface="Consolas"/>
                <a:sym typeface="Consolas"/>
              </a:rPr>
              <a:t>Increment</a:t>
            </a:r>
            <a:r>
              <a:rPr lang="en" sz="800">
                <a:latin typeface="Consolas"/>
                <a:ea typeface="Consolas"/>
                <a:cs typeface="Consolas"/>
                <a:sym typeface="Consolas"/>
              </a:rPr>
              <a:t>(</a:t>
            </a:r>
            <a:r>
              <a:rPr lang="en" sz="800">
                <a:solidFill>
                  <a:srgbClr val="267F99"/>
                </a:solidFill>
                <a:latin typeface="Consolas"/>
                <a:ea typeface="Consolas"/>
                <a:cs typeface="Consolas"/>
                <a:sym typeface="Consolas"/>
              </a:rPr>
              <a:t>Constant</a:t>
            </a:r>
            <a:r>
              <a:rPr lang="en" sz="800">
                <a:latin typeface="Consolas"/>
                <a:ea typeface="Consolas"/>
                <a:cs typeface="Consolas"/>
                <a:sym typeface="Consolas"/>
              </a:rPr>
              <a:t> </a:t>
            </a:r>
            <a:r>
              <a:rPr lang="en" sz="800">
                <a:solidFill>
                  <a:srgbClr val="001080"/>
                </a:solidFill>
                <a:latin typeface="Consolas"/>
                <a:ea typeface="Consolas"/>
                <a:cs typeface="Consolas"/>
                <a:sym typeface="Consolas"/>
              </a:rPr>
              <a:t>constant</a:t>
            </a: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098658"/>
                </a:solidFill>
                <a:latin typeface="Consolas"/>
                <a:ea typeface="Consolas"/>
                <a:cs typeface="Consolas"/>
                <a:sym typeface="Consolas"/>
              </a:rPr>
              <a:t>7</a:t>
            </a: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this</a:t>
            </a:r>
            <a:r>
              <a:rPr lang="en" sz="800">
                <a:latin typeface="Consolas"/>
                <a:ea typeface="Consolas"/>
                <a:cs typeface="Consolas"/>
                <a:sym typeface="Consolas"/>
              </a:rPr>
              <a:t>.</a:t>
            </a:r>
            <a:r>
              <a:rPr lang="en" sz="800">
                <a:solidFill>
                  <a:srgbClr val="001080"/>
                </a:solidFill>
                <a:latin typeface="Consolas"/>
                <a:ea typeface="Consolas"/>
                <a:cs typeface="Consolas"/>
                <a:sym typeface="Consolas"/>
              </a:rPr>
              <a:t>constant</a:t>
            </a:r>
            <a:r>
              <a:rPr lang="en" sz="800">
                <a:latin typeface="Consolas"/>
                <a:ea typeface="Consolas"/>
                <a:cs typeface="Consolas"/>
                <a:sym typeface="Consolas"/>
              </a:rPr>
              <a:t> = </a:t>
            </a:r>
            <a:r>
              <a:rPr lang="en" sz="800">
                <a:solidFill>
                  <a:srgbClr val="001080"/>
                </a:solidFill>
                <a:latin typeface="Consolas"/>
                <a:ea typeface="Consolas"/>
                <a:cs typeface="Consolas"/>
                <a:sym typeface="Consolas"/>
              </a:rPr>
              <a:t>constant</a:t>
            </a:r>
            <a:r>
              <a:rPr lang="en" sz="800">
                <a:latin typeface="Consolas"/>
                <a:ea typeface="Consolas"/>
                <a:cs typeface="Consolas"/>
                <a:sym typeface="Consolas"/>
              </a:rPr>
              <a:t>;</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098658"/>
                </a:solidFill>
                <a:latin typeface="Consolas"/>
                <a:ea typeface="Consolas"/>
                <a:cs typeface="Consolas"/>
                <a:sym typeface="Consolas"/>
              </a:rPr>
              <a:t>8</a:t>
            </a: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098658"/>
                </a:solidFill>
                <a:latin typeface="Consolas"/>
                <a:ea typeface="Consolas"/>
                <a:cs typeface="Consolas"/>
                <a:sym typeface="Consolas"/>
              </a:rPr>
              <a:t>9</a:t>
            </a: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098658"/>
                </a:solidFill>
                <a:latin typeface="Consolas"/>
                <a:ea typeface="Consolas"/>
                <a:cs typeface="Consolas"/>
                <a:sym typeface="Consolas"/>
              </a:rPr>
              <a:t>10 </a:t>
            </a: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public</a:t>
            </a:r>
            <a:r>
              <a:rPr lang="en" sz="800">
                <a:latin typeface="Consolas"/>
                <a:ea typeface="Consolas"/>
                <a:cs typeface="Consolas"/>
                <a:sym typeface="Consolas"/>
              </a:rPr>
              <a:t> </a:t>
            </a:r>
            <a:r>
              <a:rPr lang="en" sz="800">
                <a:solidFill>
                  <a:srgbClr val="795E26"/>
                </a:solidFill>
                <a:latin typeface="Consolas"/>
                <a:ea typeface="Consolas"/>
                <a:cs typeface="Consolas"/>
                <a:sym typeface="Consolas"/>
              </a:rPr>
              <a:t>Increment</a:t>
            </a:r>
            <a:r>
              <a:rPr lang="en" sz="800">
                <a:latin typeface="Consolas"/>
                <a:ea typeface="Consolas"/>
                <a:cs typeface="Consolas"/>
                <a:sym typeface="Consolas"/>
              </a:rPr>
              <a:t>(</a:t>
            </a:r>
            <a:r>
              <a:rPr lang="en" sz="800">
                <a:solidFill>
                  <a:srgbClr val="267F99"/>
                </a:solidFill>
                <a:latin typeface="Consolas"/>
                <a:ea typeface="Consolas"/>
                <a:cs typeface="Consolas"/>
                <a:sym typeface="Consolas"/>
              </a:rPr>
              <a:t>Increment</a:t>
            </a:r>
            <a:r>
              <a:rPr lang="en" sz="800">
                <a:latin typeface="Consolas"/>
                <a:ea typeface="Consolas"/>
                <a:cs typeface="Consolas"/>
                <a:sym typeface="Consolas"/>
              </a:rPr>
              <a:t> </a:t>
            </a:r>
            <a:r>
              <a:rPr lang="en" sz="800">
                <a:solidFill>
                  <a:srgbClr val="001080"/>
                </a:solidFill>
                <a:latin typeface="Consolas"/>
                <a:ea typeface="Consolas"/>
                <a:cs typeface="Consolas"/>
                <a:sym typeface="Consolas"/>
              </a:rPr>
              <a:t>increment</a:t>
            </a: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098658"/>
                </a:solidFill>
                <a:latin typeface="Consolas"/>
                <a:ea typeface="Consolas"/>
                <a:cs typeface="Consolas"/>
                <a:sym typeface="Consolas"/>
              </a:rPr>
              <a:t>11</a:t>
            </a: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this</a:t>
            </a:r>
            <a:r>
              <a:rPr lang="en" sz="800">
                <a:latin typeface="Consolas"/>
                <a:ea typeface="Consolas"/>
                <a:cs typeface="Consolas"/>
                <a:sym typeface="Consolas"/>
              </a:rPr>
              <a:t>.</a:t>
            </a:r>
            <a:r>
              <a:rPr lang="en" sz="800">
                <a:solidFill>
                  <a:srgbClr val="001080"/>
                </a:solidFill>
                <a:latin typeface="Consolas"/>
                <a:ea typeface="Consolas"/>
                <a:cs typeface="Consolas"/>
                <a:sym typeface="Consolas"/>
              </a:rPr>
              <a:t>increment</a:t>
            </a:r>
            <a:r>
              <a:rPr lang="en" sz="800">
                <a:latin typeface="Consolas"/>
                <a:ea typeface="Consolas"/>
                <a:cs typeface="Consolas"/>
                <a:sym typeface="Consolas"/>
              </a:rPr>
              <a:t> = </a:t>
            </a:r>
            <a:r>
              <a:rPr lang="en" sz="800">
                <a:solidFill>
                  <a:srgbClr val="001080"/>
                </a:solidFill>
                <a:latin typeface="Consolas"/>
                <a:ea typeface="Consolas"/>
                <a:cs typeface="Consolas"/>
                <a:sym typeface="Consolas"/>
              </a:rPr>
              <a:t>increment</a:t>
            </a:r>
            <a:r>
              <a:rPr lang="en" sz="800">
                <a:latin typeface="Consolas"/>
                <a:ea typeface="Consolas"/>
                <a:cs typeface="Consolas"/>
                <a:sym typeface="Consolas"/>
              </a:rPr>
              <a:t>;</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098658"/>
                </a:solidFill>
                <a:latin typeface="Consolas"/>
                <a:ea typeface="Consolas"/>
                <a:cs typeface="Consolas"/>
                <a:sym typeface="Consolas"/>
              </a:rPr>
              <a:t>12</a:t>
            </a: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098658"/>
                </a:solidFill>
                <a:latin typeface="Consolas"/>
                <a:ea typeface="Consolas"/>
                <a:cs typeface="Consolas"/>
                <a:sym typeface="Consolas"/>
              </a:rPr>
              <a:t>13</a:t>
            </a: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098658"/>
                </a:solidFill>
                <a:latin typeface="Consolas"/>
                <a:ea typeface="Consolas"/>
                <a:cs typeface="Consolas"/>
                <a:sym typeface="Consolas"/>
              </a:rPr>
              <a:t>14</a:t>
            </a: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public</a:t>
            </a:r>
            <a:r>
              <a:rPr lang="en" sz="800">
                <a:latin typeface="Consolas"/>
                <a:ea typeface="Consolas"/>
                <a:cs typeface="Consolas"/>
                <a:sym typeface="Consolas"/>
              </a:rPr>
              <a:t> </a:t>
            </a:r>
            <a:r>
              <a:rPr lang="en" sz="800">
                <a:solidFill>
                  <a:srgbClr val="795E26"/>
                </a:solidFill>
                <a:latin typeface="Consolas"/>
                <a:ea typeface="Consolas"/>
                <a:cs typeface="Consolas"/>
                <a:sym typeface="Consolas"/>
              </a:rPr>
              <a:t>Increment</a:t>
            </a:r>
            <a:r>
              <a:rPr lang="en" sz="800">
                <a:latin typeface="Consolas"/>
                <a:ea typeface="Consolas"/>
                <a:cs typeface="Consolas"/>
                <a:sym typeface="Consolas"/>
              </a:rPr>
              <a:t>(</a:t>
            </a:r>
            <a:r>
              <a:rPr lang="en" sz="800">
                <a:solidFill>
                  <a:srgbClr val="267F99"/>
                </a:solidFill>
                <a:latin typeface="Consolas"/>
                <a:ea typeface="Consolas"/>
                <a:cs typeface="Consolas"/>
                <a:sym typeface="Consolas"/>
              </a:rPr>
              <a:t>Decrement</a:t>
            </a:r>
            <a:r>
              <a:rPr lang="en" sz="800">
                <a:latin typeface="Consolas"/>
                <a:ea typeface="Consolas"/>
                <a:cs typeface="Consolas"/>
                <a:sym typeface="Consolas"/>
              </a:rPr>
              <a:t> </a:t>
            </a:r>
            <a:r>
              <a:rPr lang="en" sz="800">
                <a:solidFill>
                  <a:srgbClr val="001080"/>
                </a:solidFill>
                <a:latin typeface="Consolas"/>
                <a:ea typeface="Consolas"/>
                <a:cs typeface="Consolas"/>
                <a:sym typeface="Consolas"/>
              </a:rPr>
              <a:t>decrement</a:t>
            </a: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098658"/>
                </a:solidFill>
                <a:latin typeface="Consolas"/>
                <a:ea typeface="Consolas"/>
                <a:cs typeface="Consolas"/>
                <a:sym typeface="Consolas"/>
              </a:rPr>
              <a:t>15</a:t>
            </a: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this</a:t>
            </a:r>
            <a:r>
              <a:rPr lang="en" sz="800">
                <a:latin typeface="Consolas"/>
                <a:ea typeface="Consolas"/>
                <a:cs typeface="Consolas"/>
                <a:sym typeface="Consolas"/>
              </a:rPr>
              <a:t>.</a:t>
            </a:r>
            <a:r>
              <a:rPr lang="en" sz="800">
                <a:solidFill>
                  <a:srgbClr val="001080"/>
                </a:solidFill>
                <a:latin typeface="Consolas"/>
                <a:ea typeface="Consolas"/>
                <a:cs typeface="Consolas"/>
                <a:sym typeface="Consolas"/>
              </a:rPr>
              <a:t>decrement</a:t>
            </a:r>
            <a:r>
              <a:rPr lang="en" sz="800">
                <a:latin typeface="Consolas"/>
                <a:ea typeface="Consolas"/>
                <a:cs typeface="Consolas"/>
                <a:sym typeface="Consolas"/>
              </a:rPr>
              <a:t> = </a:t>
            </a:r>
            <a:r>
              <a:rPr lang="en" sz="800">
                <a:solidFill>
                  <a:srgbClr val="001080"/>
                </a:solidFill>
                <a:latin typeface="Consolas"/>
                <a:ea typeface="Consolas"/>
                <a:cs typeface="Consolas"/>
                <a:sym typeface="Consolas"/>
              </a:rPr>
              <a:t>decrement</a:t>
            </a:r>
            <a:r>
              <a:rPr lang="en" sz="800">
                <a:latin typeface="Consolas"/>
                <a:ea typeface="Consolas"/>
                <a:cs typeface="Consolas"/>
                <a:sym typeface="Consolas"/>
              </a:rPr>
              <a:t>;</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098658"/>
                </a:solidFill>
                <a:latin typeface="Consolas"/>
                <a:ea typeface="Consolas"/>
                <a:cs typeface="Consolas"/>
                <a:sym typeface="Consolas"/>
              </a:rPr>
              <a:t>16</a:t>
            </a: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098658"/>
                </a:solidFill>
                <a:latin typeface="Consolas"/>
                <a:ea typeface="Consolas"/>
                <a:cs typeface="Consolas"/>
                <a:sym typeface="Consolas"/>
              </a:rPr>
              <a:t>17</a:t>
            </a: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098658"/>
                </a:solidFill>
                <a:latin typeface="Consolas"/>
                <a:ea typeface="Consolas"/>
                <a:cs typeface="Consolas"/>
                <a:sym typeface="Consolas"/>
              </a:rPr>
              <a:t>18</a:t>
            </a: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public</a:t>
            </a: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double</a:t>
            </a:r>
            <a:r>
              <a:rPr lang="en" sz="800">
                <a:latin typeface="Consolas"/>
                <a:ea typeface="Consolas"/>
                <a:cs typeface="Consolas"/>
                <a:sym typeface="Consolas"/>
              </a:rPr>
              <a:t> </a:t>
            </a:r>
            <a:r>
              <a:rPr lang="en" sz="800">
                <a:solidFill>
                  <a:srgbClr val="795E26"/>
                </a:solidFill>
                <a:latin typeface="Consolas"/>
                <a:ea typeface="Consolas"/>
                <a:cs typeface="Consolas"/>
                <a:sym typeface="Consolas"/>
              </a:rPr>
              <a:t>evaluate</a:t>
            </a: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098658"/>
                </a:solidFill>
                <a:latin typeface="Consolas"/>
                <a:ea typeface="Consolas"/>
                <a:cs typeface="Consolas"/>
                <a:sym typeface="Consolas"/>
              </a:rPr>
              <a:t>19</a:t>
            </a:r>
            <a:r>
              <a:rPr lang="en" sz="800">
                <a:latin typeface="Consolas"/>
                <a:ea typeface="Consolas"/>
                <a:cs typeface="Consolas"/>
                <a:sym typeface="Consolas"/>
              </a:rPr>
              <a:t>         </a:t>
            </a:r>
            <a:r>
              <a:rPr lang="en" sz="800">
                <a:solidFill>
                  <a:srgbClr val="AF00DB"/>
                </a:solidFill>
                <a:latin typeface="Consolas"/>
                <a:ea typeface="Consolas"/>
                <a:cs typeface="Consolas"/>
                <a:sym typeface="Consolas"/>
              </a:rPr>
              <a:t>if</a:t>
            </a:r>
            <a:r>
              <a:rPr lang="en" sz="800">
                <a:latin typeface="Consolas"/>
                <a:ea typeface="Consolas"/>
                <a:cs typeface="Consolas"/>
                <a:sym typeface="Consolas"/>
              </a:rPr>
              <a:t>(</a:t>
            </a:r>
            <a:r>
              <a:rPr lang="en" sz="800">
                <a:solidFill>
                  <a:srgbClr val="001080"/>
                </a:solidFill>
                <a:latin typeface="Consolas"/>
                <a:ea typeface="Consolas"/>
                <a:cs typeface="Consolas"/>
                <a:sym typeface="Consolas"/>
              </a:rPr>
              <a:t>constant</a:t>
            </a:r>
            <a:r>
              <a:rPr lang="en" sz="800">
                <a:latin typeface="Consolas"/>
                <a:ea typeface="Consolas"/>
                <a:cs typeface="Consolas"/>
                <a:sym typeface="Consolas"/>
              </a:rPr>
              <a:t> != </a:t>
            </a:r>
            <a:r>
              <a:rPr lang="en" sz="800">
                <a:solidFill>
                  <a:srgbClr val="0000FF"/>
                </a:solidFill>
                <a:latin typeface="Consolas"/>
                <a:ea typeface="Consolas"/>
                <a:cs typeface="Consolas"/>
                <a:sym typeface="Consolas"/>
              </a:rPr>
              <a:t>null</a:t>
            </a: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098658"/>
                </a:solidFill>
                <a:latin typeface="Consolas"/>
                <a:ea typeface="Consolas"/>
                <a:cs typeface="Consolas"/>
                <a:sym typeface="Consolas"/>
              </a:rPr>
              <a:t>20</a:t>
            </a:r>
            <a:r>
              <a:rPr lang="en" sz="800">
                <a:latin typeface="Consolas"/>
                <a:ea typeface="Consolas"/>
                <a:cs typeface="Consolas"/>
                <a:sym typeface="Consolas"/>
              </a:rPr>
              <a:t>              </a:t>
            </a:r>
            <a:r>
              <a:rPr lang="en" sz="800">
                <a:solidFill>
                  <a:srgbClr val="AF00DB"/>
                </a:solidFill>
                <a:latin typeface="Consolas"/>
                <a:ea typeface="Consolas"/>
                <a:cs typeface="Consolas"/>
                <a:sym typeface="Consolas"/>
              </a:rPr>
              <a:t>return</a:t>
            </a:r>
            <a:r>
              <a:rPr lang="en" sz="800">
                <a:latin typeface="Consolas"/>
                <a:ea typeface="Consolas"/>
                <a:cs typeface="Consolas"/>
                <a:sym typeface="Consolas"/>
              </a:rPr>
              <a:t> </a:t>
            </a:r>
            <a:r>
              <a:rPr lang="en" sz="800">
                <a:solidFill>
                  <a:srgbClr val="001080"/>
                </a:solidFill>
                <a:latin typeface="Consolas"/>
                <a:ea typeface="Consolas"/>
                <a:cs typeface="Consolas"/>
                <a:sym typeface="Consolas"/>
              </a:rPr>
              <a:t>constant</a:t>
            </a:r>
            <a:r>
              <a:rPr lang="en" sz="800">
                <a:latin typeface="Consolas"/>
                <a:ea typeface="Consolas"/>
                <a:cs typeface="Consolas"/>
                <a:sym typeface="Consolas"/>
              </a:rPr>
              <a:t>.</a:t>
            </a:r>
            <a:r>
              <a:rPr lang="en" sz="800">
                <a:solidFill>
                  <a:srgbClr val="795E26"/>
                </a:solidFill>
                <a:latin typeface="Consolas"/>
                <a:ea typeface="Consolas"/>
                <a:cs typeface="Consolas"/>
                <a:sym typeface="Consolas"/>
              </a:rPr>
              <a:t>evaluate</a:t>
            </a:r>
            <a:r>
              <a:rPr lang="en" sz="800">
                <a:latin typeface="Consolas"/>
                <a:ea typeface="Consolas"/>
                <a:cs typeface="Consolas"/>
                <a:sym typeface="Consolas"/>
              </a:rPr>
              <a:t>() + </a:t>
            </a:r>
            <a:r>
              <a:rPr lang="en" sz="800">
                <a:solidFill>
                  <a:srgbClr val="098658"/>
                </a:solidFill>
                <a:latin typeface="Consolas"/>
                <a:ea typeface="Consolas"/>
                <a:cs typeface="Consolas"/>
                <a:sym typeface="Consolas"/>
              </a:rPr>
              <a:t>1</a:t>
            </a:r>
            <a:r>
              <a:rPr lang="en" sz="800">
                <a:latin typeface="Consolas"/>
                <a:ea typeface="Consolas"/>
                <a:cs typeface="Consolas"/>
                <a:sym typeface="Consolas"/>
              </a:rPr>
              <a:t>;</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098658"/>
                </a:solidFill>
                <a:latin typeface="Consolas"/>
                <a:ea typeface="Consolas"/>
                <a:cs typeface="Consolas"/>
                <a:sym typeface="Consolas"/>
              </a:rPr>
              <a:t>21</a:t>
            </a:r>
            <a:r>
              <a:rPr lang="en" sz="800">
                <a:latin typeface="Consolas"/>
                <a:ea typeface="Consolas"/>
                <a:cs typeface="Consolas"/>
                <a:sym typeface="Consolas"/>
              </a:rPr>
              <a:t>         } </a:t>
            </a:r>
            <a:r>
              <a:rPr lang="en" sz="800">
                <a:solidFill>
                  <a:srgbClr val="AF00DB"/>
                </a:solidFill>
                <a:latin typeface="Consolas"/>
                <a:ea typeface="Consolas"/>
                <a:cs typeface="Consolas"/>
                <a:sym typeface="Consolas"/>
              </a:rPr>
              <a:t>else</a:t>
            </a:r>
            <a:r>
              <a:rPr lang="en" sz="800">
                <a:latin typeface="Consolas"/>
                <a:ea typeface="Consolas"/>
                <a:cs typeface="Consolas"/>
                <a:sym typeface="Consolas"/>
              </a:rPr>
              <a:t> </a:t>
            </a:r>
            <a:r>
              <a:rPr lang="en" sz="800">
                <a:solidFill>
                  <a:srgbClr val="AF00DB"/>
                </a:solidFill>
                <a:latin typeface="Consolas"/>
                <a:ea typeface="Consolas"/>
                <a:cs typeface="Consolas"/>
                <a:sym typeface="Consolas"/>
              </a:rPr>
              <a:t>if</a:t>
            </a:r>
            <a:r>
              <a:rPr lang="en" sz="800">
                <a:latin typeface="Consolas"/>
                <a:ea typeface="Consolas"/>
                <a:cs typeface="Consolas"/>
                <a:sym typeface="Consolas"/>
              </a:rPr>
              <a:t>(</a:t>
            </a:r>
            <a:r>
              <a:rPr lang="en" sz="800">
                <a:solidFill>
                  <a:srgbClr val="001080"/>
                </a:solidFill>
                <a:latin typeface="Consolas"/>
                <a:ea typeface="Consolas"/>
                <a:cs typeface="Consolas"/>
                <a:sym typeface="Consolas"/>
              </a:rPr>
              <a:t>increment</a:t>
            </a:r>
            <a:r>
              <a:rPr lang="en" sz="800">
                <a:latin typeface="Consolas"/>
                <a:ea typeface="Consolas"/>
                <a:cs typeface="Consolas"/>
                <a:sym typeface="Consolas"/>
              </a:rPr>
              <a:t> != </a:t>
            </a:r>
            <a:r>
              <a:rPr lang="en" sz="800">
                <a:solidFill>
                  <a:srgbClr val="0000FF"/>
                </a:solidFill>
                <a:latin typeface="Consolas"/>
                <a:ea typeface="Consolas"/>
                <a:cs typeface="Consolas"/>
                <a:sym typeface="Consolas"/>
              </a:rPr>
              <a:t>null</a:t>
            </a: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098658"/>
                </a:solidFill>
                <a:latin typeface="Consolas"/>
                <a:ea typeface="Consolas"/>
                <a:cs typeface="Consolas"/>
                <a:sym typeface="Consolas"/>
              </a:rPr>
              <a:t>22</a:t>
            </a:r>
            <a:r>
              <a:rPr lang="en" sz="800">
                <a:latin typeface="Consolas"/>
                <a:ea typeface="Consolas"/>
                <a:cs typeface="Consolas"/>
                <a:sym typeface="Consolas"/>
              </a:rPr>
              <a:t>             </a:t>
            </a:r>
            <a:r>
              <a:rPr lang="en" sz="800">
                <a:solidFill>
                  <a:srgbClr val="AF00DB"/>
                </a:solidFill>
                <a:latin typeface="Consolas"/>
                <a:ea typeface="Consolas"/>
                <a:cs typeface="Consolas"/>
                <a:sym typeface="Consolas"/>
              </a:rPr>
              <a:t>return</a:t>
            </a:r>
            <a:r>
              <a:rPr lang="en" sz="800">
                <a:latin typeface="Consolas"/>
                <a:ea typeface="Consolas"/>
                <a:cs typeface="Consolas"/>
                <a:sym typeface="Consolas"/>
              </a:rPr>
              <a:t> </a:t>
            </a:r>
            <a:r>
              <a:rPr lang="en" sz="800">
                <a:solidFill>
                  <a:srgbClr val="001080"/>
                </a:solidFill>
                <a:latin typeface="Consolas"/>
                <a:ea typeface="Consolas"/>
                <a:cs typeface="Consolas"/>
                <a:sym typeface="Consolas"/>
              </a:rPr>
              <a:t>increment</a:t>
            </a:r>
            <a:r>
              <a:rPr lang="en" sz="800">
                <a:latin typeface="Consolas"/>
                <a:ea typeface="Consolas"/>
                <a:cs typeface="Consolas"/>
                <a:sym typeface="Consolas"/>
              </a:rPr>
              <a:t>.</a:t>
            </a:r>
            <a:r>
              <a:rPr lang="en" sz="800">
                <a:solidFill>
                  <a:srgbClr val="795E26"/>
                </a:solidFill>
                <a:latin typeface="Consolas"/>
                <a:ea typeface="Consolas"/>
                <a:cs typeface="Consolas"/>
                <a:sym typeface="Consolas"/>
              </a:rPr>
              <a:t>evaluate</a:t>
            </a:r>
            <a:r>
              <a:rPr lang="en" sz="800">
                <a:latin typeface="Consolas"/>
                <a:ea typeface="Consolas"/>
                <a:cs typeface="Consolas"/>
                <a:sym typeface="Consolas"/>
              </a:rPr>
              <a:t>() + </a:t>
            </a:r>
            <a:r>
              <a:rPr lang="en" sz="800">
                <a:solidFill>
                  <a:srgbClr val="098658"/>
                </a:solidFill>
                <a:latin typeface="Consolas"/>
                <a:ea typeface="Consolas"/>
                <a:cs typeface="Consolas"/>
                <a:sym typeface="Consolas"/>
              </a:rPr>
              <a:t>1</a:t>
            </a:r>
            <a:r>
              <a:rPr lang="en" sz="800">
                <a:latin typeface="Consolas"/>
                <a:ea typeface="Consolas"/>
                <a:cs typeface="Consolas"/>
                <a:sym typeface="Consolas"/>
              </a:rPr>
              <a:t>;</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098658"/>
                </a:solidFill>
                <a:latin typeface="Consolas"/>
                <a:ea typeface="Consolas"/>
                <a:cs typeface="Consolas"/>
                <a:sym typeface="Consolas"/>
              </a:rPr>
              <a:t>23</a:t>
            </a:r>
            <a:r>
              <a:rPr lang="en" sz="800">
                <a:latin typeface="Consolas"/>
                <a:ea typeface="Consolas"/>
                <a:cs typeface="Consolas"/>
                <a:sym typeface="Consolas"/>
              </a:rPr>
              <a:t>         } </a:t>
            </a:r>
            <a:r>
              <a:rPr lang="en" sz="800">
                <a:solidFill>
                  <a:srgbClr val="AF00DB"/>
                </a:solidFill>
                <a:latin typeface="Consolas"/>
                <a:ea typeface="Consolas"/>
                <a:cs typeface="Consolas"/>
                <a:sym typeface="Consolas"/>
              </a:rPr>
              <a:t>else</a:t>
            </a: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098658"/>
                </a:solidFill>
                <a:latin typeface="Consolas"/>
                <a:ea typeface="Consolas"/>
                <a:cs typeface="Consolas"/>
                <a:sym typeface="Consolas"/>
              </a:rPr>
              <a:t>24</a:t>
            </a:r>
            <a:r>
              <a:rPr lang="en" sz="800">
                <a:latin typeface="Consolas"/>
                <a:ea typeface="Consolas"/>
                <a:cs typeface="Consolas"/>
                <a:sym typeface="Consolas"/>
              </a:rPr>
              <a:t>             </a:t>
            </a:r>
            <a:r>
              <a:rPr lang="en" sz="800">
                <a:solidFill>
                  <a:srgbClr val="AF00DB"/>
                </a:solidFill>
                <a:latin typeface="Consolas"/>
                <a:ea typeface="Consolas"/>
                <a:cs typeface="Consolas"/>
                <a:sym typeface="Consolas"/>
              </a:rPr>
              <a:t>return</a:t>
            </a:r>
            <a:r>
              <a:rPr lang="en" sz="800">
                <a:latin typeface="Consolas"/>
                <a:ea typeface="Consolas"/>
                <a:cs typeface="Consolas"/>
                <a:sym typeface="Consolas"/>
              </a:rPr>
              <a:t> </a:t>
            </a:r>
            <a:r>
              <a:rPr lang="en" sz="800">
                <a:solidFill>
                  <a:srgbClr val="001080"/>
                </a:solidFill>
                <a:latin typeface="Consolas"/>
                <a:ea typeface="Consolas"/>
                <a:cs typeface="Consolas"/>
                <a:sym typeface="Consolas"/>
              </a:rPr>
              <a:t>decrement</a:t>
            </a:r>
            <a:r>
              <a:rPr lang="en" sz="800">
                <a:latin typeface="Consolas"/>
                <a:ea typeface="Consolas"/>
                <a:cs typeface="Consolas"/>
                <a:sym typeface="Consolas"/>
              </a:rPr>
              <a:t>.</a:t>
            </a:r>
            <a:r>
              <a:rPr lang="en" sz="800">
                <a:solidFill>
                  <a:srgbClr val="795E26"/>
                </a:solidFill>
                <a:latin typeface="Consolas"/>
                <a:ea typeface="Consolas"/>
                <a:cs typeface="Consolas"/>
                <a:sym typeface="Consolas"/>
              </a:rPr>
              <a:t>evaluate</a:t>
            </a:r>
            <a:r>
              <a:rPr lang="en" sz="800">
                <a:latin typeface="Consolas"/>
                <a:ea typeface="Consolas"/>
                <a:cs typeface="Consolas"/>
                <a:sym typeface="Consolas"/>
              </a:rPr>
              <a:t>() + </a:t>
            </a:r>
            <a:r>
              <a:rPr lang="en" sz="800">
                <a:solidFill>
                  <a:srgbClr val="098658"/>
                </a:solidFill>
                <a:latin typeface="Consolas"/>
                <a:ea typeface="Consolas"/>
                <a:cs typeface="Consolas"/>
                <a:sym typeface="Consolas"/>
              </a:rPr>
              <a:t>1</a:t>
            </a:r>
            <a:r>
              <a:rPr lang="en" sz="800">
                <a:latin typeface="Consolas"/>
                <a:ea typeface="Consolas"/>
                <a:cs typeface="Consolas"/>
                <a:sym typeface="Consolas"/>
              </a:rPr>
              <a:t>;</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098658"/>
                </a:solidFill>
                <a:latin typeface="Consolas"/>
                <a:ea typeface="Consolas"/>
                <a:cs typeface="Consolas"/>
                <a:sym typeface="Consolas"/>
              </a:rPr>
              <a:t>25</a:t>
            </a: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098658"/>
                </a:solidFill>
                <a:latin typeface="Consolas"/>
                <a:ea typeface="Consolas"/>
                <a:cs typeface="Consolas"/>
                <a:sym typeface="Consolas"/>
              </a:rPr>
              <a:t>26</a:t>
            </a: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098658"/>
                </a:solidFill>
                <a:latin typeface="Consolas"/>
                <a:ea typeface="Consolas"/>
                <a:cs typeface="Consolas"/>
                <a:sym typeface="Consolas"/>
              </a:rPr>
              <a:t>27</a:t>
            </a: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00000"/>
              </a:lnSpc>
              <a:spcBef>
                <a:spcPts val="0"/>
              </a:spcBef>
              <a:spcAft>
                <a:spcPts val="0"/>
              </a:spcAft>
              <a:buNone/>
            </a:pPr>
            <a:endParaRPr sz="800">
              <a:solidFill>
                <a:srgbClr val="999999"/>
              </a:solidFill>
              <a:latin typeface="Consolas"/>
              <a:ea typeface="Consolas"/>
              <a:cs typeface="Consolas"/>
              <a:sym typeface="Consolas"/>
            </a:endParaRPr>
          </a:p>
        </p:txBody>
      </p:sp>
      <p:sp>
        <p:nvSpPr>
          <p:cNvPr id="1256" name="Google Shape;1256;p12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51</a:t>
            </a:fld>
            <a:endParaRPr/>
          </a:p>
        </p:txBody>
      </p:sp>
      <p:sp>
        <p:nvSpPr>
          <p:cNvPr id="1257" name="Google Shape;1257;p129"/>
          <p:cNvSpPr txBox="1">
            <a:spLocks noGrp="1"/>
          </p:cNvSpPr>
          <p:nvPr>
            <p:ph type="body" idx="3"/>
          </p:nvPr>
        </p:nvSpPr>
        <p:spPr>
          <a:xfrm>
            <a:off x="287925" y="4550575"/>
            <a:ext cx="3706500" cy="4866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Clearly this is not scalable. So let's make sure to use </a:t>
            </a:r>
            <a:r>
              <a:rPr lang="en" sz="1200" b="1" i="1">
                <a:solidFill>
                  <a:srgbClr val="FF0000"/>
                </a:solidFill>
              </a:rPr>
              <a:t>inheritance</a:t>
            </a:r>
            <a:r>
              <a:rPr lang="en" sz="1200">
                <a:solidFill>
                  <a:srgbClr val="FF0000"/>
                </a:solidFill>
              </a:rPr>
              <a:t> </a:t>
            </a:r>
            <a:r>
              <a:rPr lang="en" sz="1200"/>
              <a:t>and </a:t>
            </a:r>
            <a:r>
              <a:rPr lang="en" sz="1200" b="1" i="1">
                <a:solidFill>
                  <a:srgbClr val="FF0000"/>
                </a:solidFill>
              </a:rPr>
              <a:t>polymorphism</a:t>
            </a:r>
            <a:r>
              <a:rPr lang="en" sz="1200">
                <a:solidFill>
                  <a:srgbClr val="FF0000"/>
                </a:solidFill>
              </a:rPr>
              <a:t> </a:t>
            </a:r>
            <a:r>
              <a:rPr lang="en" sz="1200"/>
              <a:t>in our design.</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57"/>
                                        </p:tgtEl>
                                        <p:attrNameLst>
                                          <p:attrName>style.visibility</p:attrName>
                                        </p:attrNameLst>
                                      </p:cBhvr>
                                      <p:to>
                                        <p:strVal val="visible"/>
                                      </p:to>
                                    </p:set>
                                    <p:animEffect transition="in" filter="fade">
                                      <p:cBhvr>
                                        <p:cTn id="7" dur="1000"/>
                                        <p:tgtEl>
                                          <p:spTgt spid="1257"/>
                                        </p:tgtEl>
                                      </p:cBhvr>
                                    </p:animEffect>
                                  </p:childTnLst>
                                </p:cTn>
                              </p:par>
                              <p:par>
                                <p:cTn id="8" presetID="10" presetClass="entr" presetSubtype="0" fill="hold" nodeType="withEffect">
                                  <p:stCondLst>
                                    <p:cond delay="0"/>
                                  </p:stCondLst>
                                  <p:childTnLst>
                                    <p:set>
                                      <p:cBhvr>
                                        <p:cTn id="9" dur="1" fill="hold">
                                          <p:stCondLst>
                                            <p:cond delay="0"/>
                                          </p:stCondLst>
                                        </p:cTn>
                                        <p:tgtEl>
                                          <p:spTgt spid="1255"/>
                                        </p:tgtEl>
                                        <p:attrNameLst>
                                          <p:attrName>style.visibility</p:attrName>
                                        </p:attrNameLst>
                                      </p:cBhvr>
                                      <p:to>
                                        <p:strVal val="visible"/>
                                      </p:to>
                                    </p:set>
                                    <p:animEffect transition="in" filter="fade">
                                      <p:cBhvr>
                                        <p:cTn id="10" dur="1000"/>
                                        <p:tgtEl>
                                          <p:spTgt spid="12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261"/>
        <p:cNvGrpSpPr/>
        <p:nvPr/>
      </p:nvGrpSpPr>
      <p:grpSpPr>
        <a:xfrm>
          <a:off x="0" y="0"/>
          <a:ext cx="0" cy="0"/>
          <a:chOff x="0" y="0"/>
          <a:chExt cx="0" cy="0"/>
        </a:xfrm>
      </p:grpSpPr>
      <p:sp>
        <p:nvSpPr>
          <p:cNvPr id="1262" name="Google Shape;1262;p130"/>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Both constants and unary expressions are types of </a:t>
            </a:r>
            <a:r>
              <a:rPr lang="en" b="1" i="1">
                <a:solidFill>
                  <a:srgbClr val="FF0000"/>
                </a:solidFill>
              </a:rPr>
              <a:t>expressions</a:t>
            </a:r>
            <a:r>
              <a:rPr lang="en">
                <a:solidFill>
                  <a:srgbClr val="FF0000"/>
                </a:solidFill>
              </a:rPr>
              <a:t> </a:t>
            </a:r>
            <a:r>
              <a:rPr lang="en"/>
              <a:t>that evaluate to a single value. This implies that they have some common behavior, even if the implementation of that behavior is going to be different. Create a common parent class to represent an expression.</a:t>
            </a:r>
            <a:endParaRPr/>
          </a:p>
        </p:txBody>
      </p:sp>
      <p:sp>
        <p:nvSpPr>
          <p:cNvPr id="1263" name="Google Shape;1263;p1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52</a:t>
            </a:fld>
            <a:endParaRPr/>
          </a:p>
        </p:txBody>
      </p:sp>
      <p:sp>
        <p:nvSpPr>
          <p:cNvPr id="1264" name="Google Shape;1264;p130"/>
          <p:cNvSpPr txBox="1">
            <a:spLocks noGrp="1"/>
          </p:cNvSpPr>
          <p:nvPr>
            <p:ph type="body" idx="2"/>
          </p:nvPr>
        </p:nvSpPr>
        <p:spPr>
          <a:xfrm>
            <a:off x="3367675" y="1784525"/>
            <a:ext cx="5573400" cy="2595000"/>
          </a:xfrm>
          <a:prstGeom prst="rect">
            <a:avLst/>
          </a:prstGeom>
        </p:spPr>
        <p:txBody>
          <a:bodyPr spcFirstLastPara="1" wrap="square" lIns="91425" tIns="91425" rIns="91425" bIns="91425" anchor="t" anchorCtr="0">
            <a:spAutoFit/>
          </a:bodyPr>
          <a:lstStyle/>
          <a:p>
            <a:pPr marL="457200" lvl="0" indent="-330200" algn="l" rtl="0">
              <a:spcBef>
                <a:spcPts val="0"/>
              </a:spcBef>
              <a:spcAft>
                <a:spcPts val="0"/>
              </a:spcAft>
              <a:buSzPts val="1600"/>
              <a:buChar char="●"/>
            </a:pPr>
            <a:r>
              <a:rPr lang="en" sz="1600"/>
              <a:t>Create a new package named "</a:t>
            </a:r>
            <a:r>
              <a:rPr lang="en" sz="1600">
                <a:solidFill>
                  <a:srgbClr val="FF0000"/>
                </a:solidFill>
                <a:latin typeface="Courier New"/>
                <a:ea typeface="Courier New"/>
                <a:cs typeface="Courier New"/>
                <a:sym typeface="Courier New"/>
              </a:rPr>
              <a:t>tree</a:t>
            </a:r>
            <a:r>
              <a:rPr lang="en" sz="1600"/>
              <a:t>" and use it for all of the code that you write for the "expression tree" problem.</a:t>
            </a:r>
            <a:endParaRPr sz="1600"/>
          </a:p>
          <a:p>
            <a:pPr marL="457200" lvl="0" indent="-330200" algn="l" rtl="0">
              <a:spcBef>
                <a:spcPts val="0"/>
              </a:spcBef>
              <a:spcAft>
                <a:spcPts val="0"/>
              </a:spcAft>
              <a:buSzPts val="1600"/>
              <a:buChar char="●"/>
            </a:pPr>
            <a:r>
              <a:rPr lang="en" sz="1600"/>
              <a:t>Create a new Java class name "</a:t>
            </a:r>
            <a:r>
              <a:rPr lang="en" sz="1600">
                <a:solidFill>
                  <a:srgbClr val="FF0000"/>
                </a:solidFill>
                <a:latin typeface="Courier New"/>
                <a:ea typeface="Courier New"/>
                <a:cs typeface="Courier New"/>
                <a:sym typeface="Courier New"/>
              </a:rPr>
              <a:t>Expression</a:t>
            </a:r>
            <a:r>
              <a:rPr lang="en" sz="1600"/>
              <a:t>" in the </a:t>
            </a:r>
            <a:r>
              <a:rPr lang="en" sz="1600">
                <a:latin typeface="Courier New"/>
                <a:ea typeface="Courier New"/>
                <a:cs typeface="Courier New"/>
                <a:sym typeface="Courier New"/>
              </a:rPr>
              <a:t>tree</a:t>
            </a:r>
            <a:r>
              <a:rPr lang="en" sz="1600"/>
              <a:t> package and define a method named </a:t>
            </a:r>
            <a:r>
              <a:rPr lang="en" sz="1600">
                <a:solidFill>
                  <a:srgbClr val="FF0000"/>
                </a:solidFill>
                <a:latin typeface="Courier New"/>
                <a:ea typeface="Courier New"/>
                <a:cs typeface="Courier New"/>
                <a:sym typeface="Courier New"/>
              </a:rPr>
              <a:t>evaluate</a:t>
            </a:r>
            <a:r>
              <a:rPr lang="en" sz="1600">
                <a:solidFill>
                  <a:srgbClr val="FF0000"/>
                </a:solidFill>
              </a:rPr>
              <a:t> </a:t>
            </a:r>
            <a:r>
              <a:rPr lang="en" sz="1600"/>
              <a:t>that returns a </a:t>
            </a:r>
            <a:r>
              <a:rPr lang="en" sz="1600">
                <a:solidFill>
                  <a:srgbClr val="FF0000"/>
                </a:solidFill>
                <a:latin typeface="Courier New"/>
                <a:ea typeface="Courier New"/>
                <a:cs typeface="Courier New"/>
                <a:sym typeface="Courier New"/>
              </a:rPr>
              <a:t>double</a:t>
            </a:r>
            <a:r>
              <a:rPr lang="en" sz="1600"/>
              <a:t>.</a:t>
            </a:r>
            <a:endParaRPr sz="1600"/>
          </a:p>
          <a:p>
            <a:pPr marL="914400" lvl="1" indent="-317500" algn="l" rtl="0">
              <a:spcBef>
                <a:spcPts val="0"/>
              </a:spcBef>
              <a:spcAft>
                <a:spcPts val="0"/>
              </a:spcAft>
              <a:buSzPts val="1400"/>
              <a:buChar char="○"/>
            </a:pPr>
            <a:r>
              <a:rPr lang="en" sz="1400"/>
              <a:t>There is no possible common implementation of this method, and so it should probably be declared </a:t>
            </a:r>
            <a:r>
              <a:rPr lang="en" sz="1400">
                <a:solidFill>
                  <a:srgbClr val="FF0000"/>
                </a:solidFill>
                <a:latin typeface="Courier New"/>
                <a:ea typeface="Courier New"/>
                <a:cs typeface="Courier New"/>
                <a:sym typeface="Courier New"/>
              </a:rPr>
              <a:t>abstract</a:t>
            </a:r>
            <a:r>
              <a:rPr lang="en" sz="1400"/>
              <a:t>.</a:t>
            </a:r>
            <a:endParaRPr sz="1400"/>
          </a:p>
        </p:txBody>
      </p:sp>
      <p:sp>
        <p:nvSpPr>
          <p:cNvPr id="1265" name="Google Shape;1265;p130"/>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An Expression Class</a:t>
            </a:r>
            <a:endParaRPr/>
          </a:p>
        </p:txBody>
      </p:sp>
      <p:sp>
        <p:nvSpPr>
          <p:cNvPr id="1266" name="Google Shape;1266;p130"/>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3.22</a:t>
            </a:r>
            <a:endParaRPr/>
          </a:p>
        </p:txBody>
      </p:sp>
      <p:sp>
        <p:nvSpPr>
          <p:cNvPr id="1267" name="Google Shape;1267;p130"/>
          <p:cNvSpPr txBox="1">
            <a:spLocks noGrp="1"/>
          </p:cNvSpPr>
          <p:nvPr>
            <p:ph type="body" idx="4"/>
          </p:nvPr>
        </p:nvSpPr>
        <p:spPr>
          <a:xfrm>
            <a:off x="256200" y="2802200"/>
            <a:ext cx="3023700" cy="738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Ultimately, we'd like our expression tree to be able to represent with any kind of expression. </a:t>
            </a:r>
            <a:endParaRPr/>
          </a:p>
        </p:txBody>
      </p:sp>
      <p:sp>
        <p:nvSpPr>
          <p:cNvPr id="1268" name="Google Shape;1268;p130"/>
          <p:cNvSpPr txBox="1"/>
          <p:nvPr/>
        </p:nvSpPr>
        <p:spPr>
          <a:xfrm>
            <a:off x="256200" y="1909875"/>
            <a:ext cx="3023700" cy="8004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000">
                <a:solidFill>
                  <a:srgbClr val="0000FF"/>
                </a:solidFill>
                <a:highlight>
                  <a:srgbClr val="FFFFFF"/>
                </a:highlight>
                <a:latin typeface="Courier New"/>
                <a:ea typeface="Courier New"/>
                <a:cs typeface="Courier New"/>
                <a:sym typeface="Courier New"/>
              </a:rPr>
              <a:t>public</a:t>
            </a:r>
            <a:r>
              <a:rPr lang="en" sz="1000">
                <a:highlight>
                  <a:srgbClr val="FFFFFF"/>
                </a:highlight>
                <a:latin typeface="Courier New"/>
                <a:ea typeface="Courier New"/>
                <a:cs typeface="Courier New"/>
                <a:sym typeface="Courier New"/>
              </a:rPr>
              <a:t> </a:t>
            </a:r>
            <a:r>
              <a:rPr lang="en" sz="1000">
                <a:solidFill>
                  <a:srgbClr val="0000FF"/>
                </a:solidFill>
                <a:highlight>
                  <a:srgbClr val="FFFFFF"/>
                </a:highlight>
                <a:latin typeface="Courier New"/>
                <a:ea typeface="Courier New"/>
                <a:cs typeface="Courier New"/>
                <a:sym typeface="Courier New"/>
              </a:rPr>
              <a:t>abstract</a:t>
            </a:r>
            <a:r>
              <a:rPr lang="en" sz="1000">
                <a:highlight>
                  <a:srgbClr val="FFFFFF"/>
                </a:highlight>
                <a:latin typeface="Courier New"/>
                <a:ea typeface="Courier New"/>
                <a:cs typeface="Courier New"/>
                <a:sym typeface="Courier New"/>
              </a:rPr>
              <a:t> </a:t>
            </a:r>
            <a:r>
              <a:rPr lang="en" sz="1000">
                <a:solidFill>
                  <a:srgbClr val="0000FF"/>
                </a:solidFill>
                <a:highlight>
                  <a:srgbClr val="FFFFFF"/>
                </a:highlight>
                <a:latin typeface="Courier New"/>
                <a:ea typeface="Courier New"/>
                <a:cs typeface="Courier New"/>
                <a:sym typeface="Courier New"/>
              </a:rPr>
              <a:t>class</a:t>
            </a:r>
            <a:r>
              <a:rPr lang="en" sz="1000">
                <a:highlight>
                  <a:srgbClr val="FFFFFF"/>
                </a:highlight>
                <a:latin typeface="Courier New"/>
                <a:ea typeface="Courier New"/>
                <a:cs typeface="Courier New"/>
                <a:sym typeface="Courier New"/>
              </a:rPr>
              <a:t> Animal {</a:t>
            </a:r>
            <a:endParaRPr sz="1000">
              <a:highlight>
                <a:srgbClr val="FFFFFF"/>
              </a:highlight>
              <a:latin typeface="Courier New"/>
              <a:ea typeface="Courier New"/>
              <a:cs typeface="Courier New"/>
              <a:sym typeface="Courier New"/>
            </a:endParaRPr>
          </a:p>
          <a:p>
            <a:pPr marL="0" lvl="0" indent="0" algn="l" rtl="0">
              <a:lnSpc>
                <a:spcPct val="150000"/>
              </a:lnSpc>
              <a:spcBef>
                <a:spcPts val="0"/>
              </a:spcBef>
              <a:spcAft>
                <a:spcPts val="0"/>
              </a:spcAft>
              <a:buNone/>
            </a:pPr>
            <a:r>
              <a:rPr lang="en" sz="1000">
                <a:highlight>
                  <a:srgbClr val="FFFFFF"/>
                </a:highlight>
                <a:latin typeface="Courier New"/>
                <a:ea typeface="Courier New"/>
                <a:cs typeface="Courier New"/>
                <a:sym typeface="Courier New"/>
              </a:rPr>
              <a:t>   </a:t>
            </a:r>
            <a:r>
              <a:rPr lang="en" sz="1000">
                <a:solidFill>
                  <a:srgbClr val="0000FF"/>
                </a:solidFill>
                <a:highlight>
                  <a:srgbClr val="FFFFFF"/>
                </a:highlight>
                <a:latin typeface="Courier New"/>
                <a:ea typeface="Courier New"/>
                <a:cs typeface="Courier New"/>
                <a:sym typeface="Courier New"/>
              </a:rPr>
              <a:t>public</a:t>
            </a:r>
            <a:r>
              <a:rPr lang="en" sz="1000">
                <a:highlight>
                  <a:srgbClr val="FFFFFF"/>
                </a:highlight>
                <a:latin typeface="Courier New"/>
                <a:ea typeface="Courier New"/>
                <a:cs typeface="Courier New"/>
                <a:sym typeface="Courier New"/>
              </a:rPr>
              <a:t> </a:t>
            </a:r>
            <a:r>
              <a:rPr lang="en" sz="1000">
                <a:solidFill>
                  <a:srgbClr val="0000FF"/>
                </a:solidFill>
                <a:highlight>
                  <a:srgbClr val="FFFFFF"/>
                </a:highlight>
                <a:latin typeface="Courier New"/>
                <a:ea typeface="Courier New"/>
                <a:cs typeface="Courier New"/>
                <a:sym typeface="Courier New"/>
              </a:rPr>
              <a:t>abstract</a:t>
            </a:r>
            <a:r>
              <a:rPr lang="en" sz="1000">
                <a:highlight>
                  <a:srgbClr val="FFFFFF"/>
                </a:highlight>
                <a:latin typeface="Courier New"/>
                <a:ea typeface="Courier New"/>
                <a:cs typeface="Courier New"/>
                <a:sym typeface="Courier New"/>
              </a:rPr>
              <a:t> </a:t>
            </a:r>
            <a:r>
              <a:rPr lang="en" sz="1000">
                <a:solidFill>
                  <a:srgbClr val="0000FF"/>
                </a:solidFill>
                <a:highlight>
                  <a:srgbClr val="FFFFFF"/>
                </a:highlight>
                <a:latin typeface="Courier New"/>
                <a:ea typeface="Courier New"/>
                <a:cs typeface="Courier New"/>
                <a:sym typeface="Courier New"/>
              </a:rPr>
              <a:t>void</a:t>
            </a:r>
            <a:r>
              <a:rPr lang="en" sz="1000">
                <a:highlight>
                  <a:srgbClr val="FFFFFF"/>
                </a:highlight>
                <a:latin typeface="Courier New"/>
                <a:ea typeface="Courier New"/>
                <a:cs typeface="Courier New"/>
                <a:sym typeface="Courier New"/>
              </a:rPr>
              <a:t> speak();</a:t>
            </a:r>
            <a:endParaRPr sz="1000">
              <a:highlight>
                <a:srgbClr val="FFFFFF"/>
              </a:highlight>
              <a:latin typeface="Courier New"/>
              <a:ea typeface="Courier New"/>
              <a:cs typeface="Courier New"/>
              <a:sym typeface="Courier New"/>
            </a:endParaRPr>
          </a:p>
          <a:p>
            <a:pPr marL="0" lvl="0" indent="0" algn="l" rtl="0">
              <a:lnSpc>
                <a:spcPct val="150000"/>
              </a:lnSpc>
              <a:spcBef>
                <a:spcPts val="0"/>
              </a:spcBef>
              <a:spcAft>
                <a:spcPts val="0"/>
              </a:spcAft>
              <a:buNone/>
            </a:pPr>
            <a:r>
              <a:rPr lang="en" sz="1000">
                <a:highlight>
                  <a:srgbClr val="FFFFFF"/>
                </a:highlight>
                <a:latin typeface="Courier New"/>
                <a:ea typeface="Courier New"/>
                <a:cs typeface="Courier New"/>
                <a:sym typeface="Courier New"/>
              </a:rPr>
              <a:t>}</a:t>
            </a:r>
            <a:endParaRPr sz="1000">
              <a:highlight>
                <a:srgbClr val="FFFFFF"/>
              </a:highlight>
              <a:latin typeface="Courier New"/>
              <a:ea typeface="Courier New"/>
              <a:cs typeface="Courier New"/>
              <a:sym typeface="Courier New"/>
            </a:endParaRPr>
          </a:p>
        </p:txBody>
      </p:sp>
      <p:sp>
        <p:nvSpPr>
          <p:cNvPr id="1269" name="Google Shape;1269;p130"/>
          <p:cNvSpPr txBox="1">
            <a:spLocks noGrp="1"/>
          </p:cNvSpPr>
          <p:nvPr>
            <p:ph type="body" idx="4"/>
          </p:nvPr>
        </p:nvSpPr>
        <p:spPr>
          <a:xfrm>
            <a:off x="256200" y="3640400"/>
            <a:ext cx="3023700" cy="738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A common expression class will allow us to use </a:t>
            </a:r>
            <a:r>
              <a:rPr lang="en" b="1" i="1">
                <a:solidFill>
                  <a:srgbClr val="FF0000"/>
                </a:solidFill>
              </a:rPr>
              <a:t>polymorphism</a:t>
            </a:r>
            <a:r>
              <a:rPr lang="en">
                <a:solidFill>
                  <a:srgbClr val="FF0000"/>
                </a:solidFill>
              </a:rPr>
              <a:t> </a:t>
            </a:r>
            <a:r>
              <a:rPr lang="en"/>
              <a:t>when implementing the tree.</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273"/>
        <p:cNvGrpSpPr/>
        <p:nvPr/>
      </p:nvGrpSpPr>
      <p:grpSpPr>
        <a:xfrm>
          <a:off x="0" y="0"/>
          <a:ext cx="0" cy="0"/>
          <a:chOff x="0" y="0"/>
          <a:chExt cx="0" cy="0"/>
        </a:xfrm>
      </p:grpSpPr>
      <p:sp>
        <p:nvSpPr>
          <p:cNvPr id="1274" name="Google Shape;1274;p131"/>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A constant is the simplest kind of expression: it always evaluates to the same value. Create a new class that implements a Constant expression.</a:t>
            </a:r>
            <a:endParaRPr/>
          </a:p>
        </p:txBody>
      </p:sp>
      <p:sp>
        <p:nvSpPr>
          <p:cNvPr id="1275" name="Google Shape;1275;p1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53</a:t>
            </a:fld>
            <a:endParaRPr/>
          </a:p>
        </p:txBody>
      </p:sp>
      <p:sp>
        <p:nvSpPr>
          <p:cNvPr id="1276" name="Google Shape;1276;p131"/>
          <p:cNvSpPr txBox="1">
            <a:spLocks noGrp="1"/>
          </p:cNvSpPr>
          <p:nvPr>
            <p:ph type="body" idx="2"/>
          </p:nvPr>
        </p:nvSpPr>
        <p:spPr>
          <a:xfrm>
            <a:off x="3177350" y="1479725"/>
            <a:ext cx="5763900" cy="2977500"/>
          </a:xfrm>
          <a:prstGeom prst="rect">
            <a:avLst/>
          </a:prstGeom>
        </p:spPr>
        <p:txBody>
          <a:bodyPr spcFirstLastPara="1" wrap="square" lIns="91425" tIns="91425" rIns="91425" bIns="91425" anchor="t" anchorCtr="0">
            <a:spAutoFit/>
          </a:bodyPr>
          <a:lstStyle/>
          <a:p>
            <a:pPr marL="457200" lvl="0" indent="-336550" algn="l" rtl="0">
              <a:spcBef>
                <a:spcPts val="0"/>
              </a:spcBef>
              <a:spcAft>
                <a:spcPts val="0"/>
              </a:spcAft>
              <a:buSzPts val="1700"/>
              <a:buChar char="●"/>
            </a:pPr>
            <a:r>
              <a:rPr lang="en" sz="1700"/>
              <a:t>Create a new Java class named "</a:t>
            </a:r>
            <a:r>
              <a:rPr lang="en" sz="1700">
                <a:solidFill>
                  <a:srgbClr val="FF0000"/>
                </a:solidFill>
                <a:latin typeface="Courier New"/>
                <a:ea typeface="Courier New"/>
                <a:cs typeface="Courier New"/>
                <a:sym typeface="Courier New"/>
              </a:rPr>
              <a:t>Constant</a:t>
            </a:r>
            <a:r>
              <a:rPr lang="en" sz="1700"/>
              <a:t>". When a constant expression is evaluated, it always returns its constant value.</a:t>
            </a:r>
            <a:endParaRPr sz="1700"/>
          </a:p>
          <a:p>
            <a:pPr marL="914400" lvl="1" indent="-323850" algn="l" rtl="0">
              <a:spcBef>
                <a:spcPts val="0"/>
              </a:spcBef>
              <a:spcAft>
                <a:spcPts val="0"/>
              </a:spcAft>
              <a:buSzPts val="1500"/>
              <a:buChar char="○"/>
            </a:pPr>
            <a:r>
              <a:rPr lang="en" sz="1500"/>
              <a:t>Don't forget to </a:t>
            </a:r>
            <a:r>
              <a:rPr lang="en" sz="1500" b="1" i="1">
                <a:solidFill>
                  <a:srgbClr val="FF0000"/>
                </a:solidFill>
              </a:rPr>
              <a:t>extend </a:t>
            </a:r>
            <a:r>
              <a:rPr lang="en" sz="1500"/>
              <a:t>your </a:t>
            </a:r>
            <a:r>
              <a:rPr lang="en" sz="1500">
                <a:latin typeface="Courier New"/>
                <a:ea typeface="Courier New"/>
                <a:cs typeface="Courier New"/>
                <a:sym typeface="Courier New"/>
              </a:rPr>
              <a:t>Expression</a:t>
            </a:r>
            <a:r>
              <a:rPr lang="en" sz="1500"/>
              <a:t> class.</a:t>
            </a:r>
            <a:endParaRPr sz="1500"/>
          </a:p>
          <a:p>
            <a:pPr marL="914400" lvl="1" indent="-323850" algn="l" rtl="0">
              <a:spcBef>
                <a:spcPts val="0"/>
              </a:spcBef>
              <a:spcAft>
                <a:spcPts val="0"/>
              </a:spcAft>
              <a:buSzPts val="1500"/>
              <a:buChar char="○"/>
            </a:pPr>
            <a:r>
              <a:rPr lang="en" sz="1500"/>
              <a:t>Declare a </a:t>
            </a:r>
            <a:r>
              <a:rPr lang="en" sz="1500" b="1" i="1">
                <a:solidFill>
                  <a:srgbClr val="FF0000"/>
                </a:solidFill>
              </a:rPr>
              <a:t>field </a:t>
            </a:r>
            <a:r>
              <a:rPr lang="en" sz="1500"/>
              <a:t>to hold the constant value.</a:t>
            </a:r>
            <a:endParaRPr sz="1500"/>
          </a:p>
          <a:p>
            <a:pPr marL="914400" lvl="1" indent="-323850" algn="l" rtl="0">
              <a:spcBef>
                <a:spcPts val="0"/>
              </a:spcBef>
              <a:spcAft>
                <a:spcPts val="0"/>
              </a:spcAft>
              <a:buSzPts val="1500"/>
              <a:buChar char="○"/>
            </a:pPr>
            <a:r>
              <a:rPr lang="en" sz="1500"/>
              <a:t>Implement a </a:t>
            </a:r>
            <a:r>
              <a:rPr lang="en" sz="1500" b="1" i="1">
                <a:solidFill>
                  <a:srgbClr val="FF0000"/>
                </a:solidFill>
              </a:rPr>
              <a:t>constructor </a:t>
            </a:r>
            <a:r>
              <a:rPr lang="en" sz="1500"/>
              <a:t>to set the value.</a:t>
            </a:r>
            <a:endParaRPr sz="1500"/>
          </a:p>
          <a:p>
            <a:pPr marL="914400" lvl="1" indent="-323850" algn="l" rtl="0">
              <a:spcBef>
                <a:spcPts val="0"/>
              </a:spcBef>
              <a:spcAft>
                <a:spcPts val="0"/>
              </a:spcAft>
              <a:buSzPts val="1500"/>
              <a:buChar char="○"/>
            </a:pPr>
            <a:r>
              <a:rPr lang="en" sz="1500" b="1" i="1">
                <a:solidFill>
                  <a:srgbClr val="FF0000"/>
                </a:solidFill>
              </a:rPr>
              <a:t>Implement </a:t>
            </a:r>
            <a:r>
              <a:rPr lang="en" sz="1500"/>
              <a:t>the </a:t>
            </a:r>
            <a:r>
              <a:rPr lang="en" sz="1500">
                <a:latin typeface="Courier New"/>
                <a:ea typeface="Courier New"/>
                <a:cs typeface="Courier New"/>
                <a:sym typeface="Courier New"/>
              </a:rPr>
              <a:t>evaluate</a:t>
            </a:r>
            <a:r>
              <a:rPr lang="en" sz="1500"/>
              <a:t> method. Hint: it just returns the constant value!</a:t>
            </a:r>
            <a:endParaRPr sz="1500"/>
          </a:p>
          <a:p>
            <a:pPr marL="457200" lvl="0" indent="-336550" algn="l" rtl="0">
              <a:spcBef>
                <a:spcPts val="0"/>
              </a:spcBef>
              <a:spcAft>
                <a:spcPts val="0"/>
              </a:spcAft>
              <a:buSzPts val="1700"/>
              <a:buChar char="●"/>
            </a:pPr>
            <a:r>
              <a:rPr lang="en" sz="1700"/>
              <a:t>Define a </a:t>
            </a:r>
            <a:r>
              <a:rPr lang="en" sz="1700">
                <a:latin typeface="Courier New"/>
                <a:ea typeface="Courier New"/>
                <a:cs typeface="Courier New"/>
                <a:sym typeface="Courier New"/>
              </a:rPr>
              <a:t>main</a:t>
            </a:r>
            <a:r>
              <a:rPr lang="en" sz="1700"/>
              <a:t> method with the appropriate signature, and test your new </a:t>
            </a:r>
            <a:r>
              <a:rPr lang="en" sz="1700">
                <a:latin typeface="Courier New"/>
                <a:ea typeface="Courier New"/>
                <a:cs typeface="Courier New"/>
                <a:sym typeface="Courier New"/>
              </a:rPr>
              <a:t>Constant</a:t>
            </a:r>
            <a:r>
              <a:rPr lang="en" sz="1700"/>
              <a:t> class.</a:t>
            </a:r>
            <a:endParaRPr sz="1700"/>
          </a:p>
        </p:txBody>
      </p:sp>
      <p:sp>
        <p:nvSpPr>
          <p:cNvPr id="1277" name="Google Shape;1277;p131"/>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 Constant Expression</a:t>
            </a:r>
            <a:endParaRPr/>
          </a:p>
        </p:txBody>
      </p:sp>
      <p:sp>
        <p:nvSpPr>
          <p:cNvPr id="1278" name="Google Shape;1278;p131"/>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3.22</a:t>
            </a:r>
            <a:endParaRPr/>
          </a:p>
        </p:txBody>
      </p:sp>
      <p:sp>
        <p:nvSpPr>
          <p:cNvPr id="1279" name="Google Shape;1279;p131"/>
          <p:cNvSpPr txBox="1"/>
          <p:nvPr/>
        </p:nvSpPr>
        <p:spPr>
          <a:xfrm>
            <a:off x="177325" y="1463625"/>
            <a:ext cx="2794500" cy="8004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000">
                <a:solidFill>
                  <a:srgbClr val="0000FF"/>
                </a:solidFill>
                <a:highlight>
                  <a:srgbClr val="FFFFFF"/>
                </a:highlight>
                <a:latin typeface="Courier New"/>
                <a:ea typeface="Courier New"/>
                <a:cs typeface="Courier New"/>
                <a:sym typeface="Courier New"/>
              </a:rPr>
              <a:t>public</a:t>
            </a:r>
            <a:r>
              <a:rPr lang="en" sz="1000">
                <a:highlight>
                  <a:srgbClr val="FFFFFF"/>
                </a:highlight>
                <a:latin typeface="Courier New"/>
                <a:ea typeface="Courier New"/>
                <a:cs typeface="Courier New"/>
                <a:sym typeface="Courier New"/>
              </a:rPr>
              <a:t> </a:t>
            </a:r>
            <a:r>
              <a:rPr lang="en" sz="1000">
                <a:solidFill>
                  <a:srgbClr val="0000FF"/>
                </a:solidFill>
                <a:highlight>
                  <a:srgbClr val="FFFFFF"/>
                </a:highlight>
                <a:latin typeface="Courier New"/>
                <a:ea typeface="Courier New"/>
                <a:cs typeface="Courier New"/>
                <a:sym typeface="Courier New"/>
              </a:rPr>
              <a:t>abstract</a:t>
            </a:r>
            <a:r>
              <a:rPr lang="en" sz="1000">
                <a:highlight>
                  <a:srgbClr val="FFFFFF"/>
                </a:highlight>
                <a:latin typeface="Courier New"/>
                <a:ea typeface="Courier New"/>
                <a:cs typeface="Courier New"/>
                <a:sym typeface="Courier New"/>
              </a:rPr>
              <a:t> </a:t>
            </a:r>
            <a:r>
              <a:rPr lang="en" sz="1000">
                <a:solidFill>
                  <a:srgbClr val="0000FF"/>
                </a:solidFill>
                <a:highlight>
                  <a:srgbClr val="FFFFFF"/>
                </a:highlight>
                <a:latin typeface="Courier New"/>
                <a:ea typeface="Courier New"/>
                <a:cs typeface="Courier New"/>
                <a:sym typeface="Courier New"/>
              </a:rPr>
              <a:t>class</a:t>
            </a:r>
            <a:r>
              <a:rPr lang="en" sz="1000">
                <a:highlight>
                  <a:srgbClr val="FFFFFF"/>
                </a:highlight>
                <a:latin typeface="Courier New"/>
                <a:ea typeface="Courier New"/>
                <a:cs typeface="Courier New"/>
                <a:sym typeface="Courier New"/>
              </a:rPr>
              <a:t> Animal {</a:t>
            </a:r>
            <a:endParaRPr sz="1000">
              <a:highlight>
                <a:srgbClr val="FFFFFF"/>
              </a:highlight>
              <a:latin typeface="Courier New"/>
              <a:ea typeface="Courier New"/>
              <a:cs typeface="Courier New"/>
              <a:sym typeface="Courier New"/>
            </a:endParaRPr>
          </a:p>
          <a:p>
            <a:pPr marL="0" lvl="0" indent="0" algn="l" rtl="0">
              <a:lnSpc>
                <a:spcPct val="150000"/>
              </a:lnSpc>
              <a:spcBef>
                <a:spcPts val="0"/>
              </a:spcBef>
              <a:spcAft>
                <a:spcPts val="0"/>
              </a:spcAft>
              <a:buNone/>
            </a:pPr>
            <a:r>
              <a:rPr lang="en" sz="1000">
                <a:highlight>
                  <a:srgbClr val="FFFFFF"/>
                </a:highlight>
                <a:latin typeface="Courier New"/>
                <a:ea typeface="Courier New"/>
                <a:cs typeface="Courier New"/>
                <a:sym typeface="Courier New"/>
              </a:rPr>
              <a:t>   </a:t>
            </a:r>
            <a:r>
              <a:rPr lang="en" sz="1000">
                <a:solidFill>
                  <a:srgbClr val="0000FF"/>
                </a:solidFill>
                <a:highlight>
                  <a:srgbClr val="FFFFFF"/>
                </a:highlight>
                <a:latin typeface="Courier New"/>
                <a:ea typeface="Courier New"/>
                <a:cs typeface="Courier New"/>
                <a:sym typeface="Courier New"/>
              </a:rPr>
              <a:t>public</a:t>
            </a:r>
            <a:r>
              <a:rPr lang="en" sz="1000">
                <a:highlight>
                  <a:srgbClr val="FFFFFF"/>
                </a:highlight>
                <a:latin typeface="Courier New"/>
                <a:ea typeface="Courier New"/>
                <a:cs typeface="Courier New"/>
                <a:sym typeface="Courier New"/>
              </a:rPr>
              <a:t> </a:t>
            </a:r>
            <a:r>
              <a:rPr lang="en" sz="1000">
                <a:solidFill>
                  <a:srgbClr val="0000FF"/>
                </a:solidFill>
                <a:highlight>
                  <a:srgbClr val="FFFFFF"/>
                </a:highlight>
                <a:latin typeface="Courier New"/>
                <a:ea typeface="Courier New"/>
                <a:cs typeface="Courier New"/>
                <a:sym typeface="Courier New"/>
              </a:rPr>
              <a:t>abstract</a:t>
            </a:r>
            <a:r>
              <a:rPr lang="en" sz="1000">
                <a:highlight>
                  <a:srgbClr val="FFFFFF"/>
                </a:highlight>
                <a:latin typeface="Courier New"/>
                <a:ea typeface="Courier New"/>
                <a:cs typeface="Courier New"/>
                <a:sym typeface="Courier New"/>
              </a:rPr>
              <a:t> </a:t>
            </a:r>
            <a:r>
              <a:rPr lang="en" sz="1000">
                <a:solidFill>
                  <a:srgbClr val="0000FF"/>
                </a:solidFill>
                <a:highlight>
                  <a:srgbClr val="FFFFFF"/>
                </a:highlight>
                <a:latin typeface="Courier New"/>
                <a:ea typeface="Courier New"/>
                <a:cs typeface="Courier New"/>
                <a:sym typeface="Courier New"/>
              </a:rPr>
              <a:t>void</a:t>
            </a:r>
            <a:r>
              <a:rPr lang="en" sz="1000">
                <a:highlight>
                  <a:srgbClr val="FFFFFF"/>
                </a:highlight>
                <a:latin typeface="Courier New"/>
                <a:ea typeface="Courier New"/>
                <a:cs typeface="Courier New"/>
                <a:sym typeface="Courier New"/>
              </a:rPr>
              <a:t> speak();</a:t>
            </a:r>
            <a:endParaRPr sz="1000">
              <a:highlight>
                <a:srgbClr val="FFFFFF"/>
              </a:highlight>
              <a:latin typeface="Courier New"/>
              <a:ea typeface="Courier New"/>
              <a:cs typeface="Courier New"/>
              <a:sym typeface="Courier New"/>
            </a:endParaRPr>
          </a:p>
          <a:p>
            <a:pPr marL="0" lvl="0" indent="0" algn="l" rtl="0">
              <a:lnSpc>
                <a:spcPct val="150000"/>
              </a:lnSpc>
              <a:spcBef>
                <a:spcPts val="0"/>
              </a:spcBef>
              <a:spcAft>
                <a:spcPts val="0"/>
              </a:spcAft>
              <a:buNone/>
            </a:pPr>
            <a:r>
              <a:rPr lang="en" sz="1000">
                <a:highlight>
                  <a:srgbClr val="FFFFFF"/>
                </a:highlight>
                <a:latin typeface="Courier New"/>
                <a:ea typeface="Courier New"/>
                <a:cs typeface="Courier New"/>
                <a:sym typeface="Courier New"/>
              </a:rPr>
              <a:t>}</a:t>
            </a:r>
            <a:endParaRPr sz="1000">
              <a:highlight>
                <a:srgbClr val="FFFFFF"/>
              </a:highlight>
              <a:latin typeface="Courier New"/>
              <a:ea typeface="Courier New"/>
              <a:cs typeface="Courier New"/>
              <a:sym typeface="Courier New"/>
            </a:endParaRPr>
          </a:p>
        </p:txBody>
      </p:sp>
      <p:sp>
        <p:nvSpPr>
          <p:cNvPr id="1280" name="Google Shape;1280;p131"/>
          <p:cNvSpPr txBox="1"/>
          <p:nvPr/>
        </p:nvSpPr>
        <p:spPr>
          <a:xfrm>
            <a:off x="177325" y="2568825"/>
            <a:ext cx="2794500" cy="2416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000">
                <a:solidFill>
                  <a:srgbClr val="0000FF"/>
                </a:solidFill>
                <a:highlight>
                  <a:srgbClr val="FFFFFF"/>
                </a:highlight>
                <a:latin typeface="Courier New"/>
                <a:ea typeface="Courier New"/>
                <a:cs typeface="Courier New"/>
                <a:sym typeface="Courier New"/>
              </a:rPr>
              <a:t>public</a:t>
            </a:r>
            <a:r>
              <a:rPr lang="en" sz="1000">
                <a:highlight>
                  <a:srgbClr val="FFFFFF"/>
                </a:highlight>
                <a:latin typeface="Courier New"/>
                <a:ea typeface="Courier New"/>
                <a:cs typeface="Courier New"/>
                <a:sym typeface="Courier New"/>
              </a:rPr>
              <a:t> </a:t>
            </a:r>
            <a:r>
              <a:rPr lang="en" sz="1000">
                <a:solidFill>
                  <a:srgbClr val="0000FF"/>
                </a:solidFill>
                <a:highlight>
                  <a:srgbClr val="FFFFFF"/>
                </a:highlight>
                <a:latin typeface="Courier New"/>
                <a:ea typeface="Courier New"/>
                <a:cs typeface="Courier New"/>
                <a:sym typeface="Courier New"/>
              </a:rPr>
              <a:t>class</a:t>
            </a:r>
            <a:r>
              <a:rPr lang="en" sz="1000">
                <a:highlight>
                  <a:srgbClr val="FFFFFF"/>
                </a:highlight>
                <a:latin typeface="Courier New"/>
                <a:ea typeface="Courier New"/>
                <a:cs typeface="Courier New"/>
                <a:sym typeface="Courier New"/>
              </a:rPr>
              <a:t> Dog </a:t>
            </a:r>
            <a:r>
              <a:rPr lang="en" sz="1000">
                <a:solidFill>
                  <a:srgbClr val="0000FF"/>
                </a:solidFill>
                <a:highlight>
                  <a:srgbClr val="FFFFFF"/>
                </a:highlight>
                <a:latin typeface="Courier New"/>
                <a:ea typeface="Courier New"/>
                <a:cs typeface="Courier New"/>
                <a:sym typeface="Courier New"/>
              </a:rPr>
              <a:t>extends</a:t>
            </a:r>
            <a:r>
              <a:rPr lang="en" sz="1000">
                <a:highlight>
                  <a:srgbClr val="FFFFFF"/>
                </a:highlight>
                <a:latin typeface="Courier New"/>
                <a:ea typeface="Courier New"/>
                <a:cs typeface="Courier New"/>
                <a:sym typeface="Courier New"/>
              </a:rPr>
              <a:t> Animal{</a:t>
            </a:r>
            <a:endParaRPr sz="1000">
              <a:highlight>
                <a:srgbClr val="FFFFFF"/>
              </a:highlight>
              <a:latin typeface="Courier New"/>
              <a:ea typeface="Courier New"/>
              <a:cs typeface="Courier New"/>
              <a:sym typeface="Courier New"/>
            </a:endParaRPr>
          </a:p>
          <a:p>
            <a:pPr marL="0" lvl="0" indent="0" algn="l" rtl="0">
              <a:lnSpc>
                <a:spcPct val="150000"/>
              </a:lnSpc>
              <a:spcBef>
                <a:spcPts val="0"/>
              </a:spcBef>
              <a:spcAft>
                <a:spcPts val="0"/>
              </a:spcAft>
              <a:buNone/>
            </a:pPr>
            <a:r>
              <a:rPr lang="en" sz="1000">
                <a:highlight>
                  <a:srgbClr val="FFFFFF"/>
                </a:highlight>
                <a:latin typeface="Courier New"/>
                <a:ea typeface="Courier New"/>
                <a:cs typeface="Courier New"/>
                <a:sym typeface="Courier New"/>
              </a:rPr>
              <a:t>   </a:t>
            </a:r>
            <a:r>
              <a:rPr lang="en" sz="1000">
                <a:solidFill>
                  <a:srgbClr val="0000FF"/>
                </a:solidFill>
                <a:highlight>
                  <a:srgbClr val="FFFFFF"/>
                </a:highlight>
                <a:latin typeface="Courier New"/>
                <a:ea typeface="Courier New"/>
                <a:cs typeface="Courier New"/>
                <a:sym typeface="Courier New"/>
              </a:rPr>
              <a:t>private</a:t>
            </a:r>
            <a:r>
              <a:rPr lang="en" sz="1000">
                <a:highlight>
                  <a:srgbClr val="FFFFFF"/>
                </a:highlight>
                <a:latin typeface="Courier New"/>
                <a:ea typeface="Courier New"/>
                <a:cs typeface="Courier New"/>
                <a:sym typeface="Courier New"/>
              </a:rPr>
              <a:t> </a:t>
            </a:r>
            <a:r>
              <a:rPr lang="en" sz="1000">
                <a:solidFill>
                  <a:srgbClr val="0000FF"/>
                </a:solidFill>
                <a:highlight>
                  <a:srgbClr val="FFFFFF"/>
                </a:highlight>
                <a:latin typeface="Courier New"/>
                <a:ea typeface="Courier New"/>
                <a:cs typeface="Courier New"/>
                <a:sym typeface="Courier New"/>
              </a:rPr>
              <a:t>String</a:t>
            </a:r>
            <a:r>
              <a:rPr lang="en" sz="1000">
                <a:highlight>
                  <a:srgbClr val="FFFFFF"/>
                </a:highlight>
                <a:latin typeface="Courier New"/>
                <a:ea typeface="Courier New"/>
                <a:cs typeface="Courier New"/>
                <a:sym typeface="Courier New"/>
              </a:rPr>
              <a:t> name;</a:t>
            </a:r>
            <a:endParaRPr sz="1000">
              <a:highlight>
                <a:srgbClr val="FFFFFF"/>
              </a:highlight>
              <a:latin typeface="Courier New"/>
              <a:ea typeface="Courier New"/>
              <a:cs typeface="Courier New"/>
              <a:sym typeface="Courier New"/>
            </a:endParaRPr>
          </a:p>
          <a:p>
            <a:pPr marL="0" lvl="0" indent="0" algn="l" rtl="0">
              <a:lnSpc>
                <a:spcPct val="150000"/>
              </a:lnSpc>
              <a:spcBef>
                <a:spcPts val="0"/>
              </a:spcBef>
              <a:spcAft>
                <a:spcPts val="0"/>
              </a:spcAft>
              <a:buNone/>
            </a:pPr>
            <a:r>
              <a:rPr lang="en" sz="1000">
                <a:highlight>
                  <a:srgbClr val="FFFFFF"/>
                </a:highlight>
                <a:latin typeface="Courier New"/>
                <a:ea typeface="Courier New"/>
                <a:cs typeface="Courier New"/>
                <a:sym typeface="Courier New"/>
              </a:rPr>
              <a:t>   </a:t>
            </a:r>
            <a:r>
              <a:rPr lang="en" sz="1000">
                <a:solidFill>
                  <a:srgbClr val="0000FF"/>
                </a:solidFill>
                <a:highlight>
                  <a:srgbClr val="FFFFFF"/>
                </a:highlight>
                <a:latin typeface="Courier New"/>
                <a:ea typeface="Courier New"/>
                <a:cs typeface="Courier New"/>
                <a:sym typeface="Courier New"/>
              </a:rPr>
              <a:t>public</a:t>
            </a:r>
            <a:r>
              <a:rPr lang="en" sz="1000">
                <a:highlight>
                  <a:srgbClr val="FFFFFF"/>
                </a:highlight>
                <a:latin typeface="Courier New"/>
                <a:ea typeface="Courier New"/>
                <a:cs typeface="Courier New"/>
                <a:sym typeface="Courier New"/>
              </a:rPr>
              <a:t> Dog(</a:t>
            </a:r>
            <a:r>
              <a:rPr lang="en" sz="1000">
                <a:solidFill>
                  <a:srgbClr val="0000FF"/>
                </a:solidFill>
                <a:highlight>
                  <a:srgbClr val="FFFFFF"/>
                </a:highlight>
                <a:latin typeface="Courier New"/>
                <a:ea typeface="Courier New"/>
                <a:cs typeface="Courier New"/>
                <a:sym typeface="Courier New"/>
              </a:rPr>
              <a:t>String</a:t>
            </a:r>
            <a:r>
              <a:rPr lang="en" sz="1000">
                <a:highlight>
                  <a:srgbClr val="FFFFFF"/>
                </a:highlight>
                <a:latin typeface="Courier New"/>
                <a:ea typeface="Courier New"/>
                <a:cs typeface="Courier New"/>
                <a:sym typeface="Courier New"/>
              </a:rPr>
              <a:t> name){</a:t>
            </a:r>
            <a:endParaRPr sz="1000">
              <a:highlight>
                <a:srgbClr val="FFFFFF"/>
              </a:highlight>
              <a:latin typeface="Courier New"/>
              <a:ea typeface="Courier New"/>
              <a:cs typeface="Courier New"/>
              <a:sym typeface="Courier New"/>
            </a:endParaRPr>
          </a:p>
          <a:p>
            <a:pPr marL="0" lvl="0" indent="0" algn="l" rtl="0">
              <a:lnSpc>
                <a:spcPct val="150000"/>
              </a:lnSpc>
              <a:spcBef>
                <a:spcPts val="0"/>
              </a:spcBef>
              <a:spcAft>
                <a:spcPts val="0"/>
              </a:spcAft>
              <a:buNone/>
            </a:pPr>
            <a:r>
              <a:rPr lang="en" sz="1000">
                <a:highlight>
                  <a:srgbClr val="FFFFFF"/>
                </a:highlight>
                <a:latin typeface="Courier New"/>
                <a:ea typeface="Courier New"/>
                <a:cs typeface="Courier New"/>
                <a:sym typeface="Courier New"/>
              </a:rPr>
              <a:t>       </a:t>
            </a:r>
            <a:r>
              <a:rPr lang="en" sz="1000">
                <a:solidFill>
                  <a:srgbClr val="0000FF"/>
                </a:solidFill>
                <a:highlight>
                  <a:srgbClr val="FFFFFF"/>
                </a:highlight>
                <a:latin typeface="Courier New"/>
                <a:ea typeface="Courier New"/>
                <a:cs typeface="Courier New"/>
                <a:sym typeface="Courier New"/>
              </a:rPr>
              <a:t>this</a:t>
            </a:r>
            <a:r>
              <a:rPr lang="en" sz="1000">
                <a:highlight>
                  <a:srgbClr val="FFFFFF"/>
                </a:highlight>
                <a:latin typeface="Courier New"/>
                <a:ea typeface="Courier New"/>
                <a:cs typeface="Courier New"/>
                <a:sym typeface="Courier New"/>
              </a:rPr>
              <a:t>.name = name;</a:t>
            </a:r>
            <a:endParaRPr sz="1000">
              <a:highlight>
                <a:srgbClr val="FFFFFF"/>
              </a:highlight>
              <a:latin typeface="Courier New"/>
              <a:ea typeface="Courier New"/>
              <a:cs typeface="Courier New"/>
              <a:sym typeface="Courier New"/>
            </a:endParaRPr>
          </a:p>
          <a:p>
            <a:pPr marL="0" lvl="0" indent="0" algn="l" rtl="0">
              <a:lnSpc>
                <a:spcPct val="150000"/>
              </a:lnSpc>
              <a:spcBef>
                <a:spcPts val="0"/>
              </a:spcBef>
              <a:spcAft>
                <a:spcPts val="0"/>
              </a:spcAft>
              <a:buNone/>
            </a:pPr>
            <a:r>
              <a:rPr lang="en" sz="1000">
                <a:highlight>
                  <a:srgbClr val="FFFFFF"/>
                </a:highlight>
                <a:latin typeface="Courier New"/>
                <a:ea typeface="Courier New"/>
                <a:cs typeface="Courier New"/>
                <a:sym typeface="Courier New"/>
              </a:rPr>
              <a:t>   }</a:t>
            </a:r>
            <a:endParaRPr sz="1000">
              <a:highlight>
                <a:srgbClr val="FFFFFF"/>
              </a:highlight>
              <a:latin typeface="Courier New"/>
              <a:ea typeface="Courier New"/>
              <a:cs typeface="Courier New"/>
              <a:sym typeface="Courier New"/>
            </a:endParaRPr>
          </a:p>
          <a:p>
            <a:pPr marL="0" lvl="0" indent="0" algn="l" rtl="0">
              <a:lnSpc>
                <a:spcPct val="150000"/>
              </a:lnSpc>
              <a:spcBef>
                <a:spcPts val="0"/>
              </a:spcBef>
              <a:spcAft>
                <a:spcPts val="0"/>
              </a:spcAft>
              <a:buNone/>
            </a:pPr>
            <a:r>
              <a:rPr lang="en" sz="1000">
                <a:highlight>
                  <a:srgbClr val="FFFFFF"/>
                </a:highlight>
                <a:latin typeface="Courier New"/>
                <a:ea typeface="Courier New"/>
                <a:cs typeface="Courier New"/>
                <a:sym typeface="Courier New"/>
              </a:rPr>
              <a:t>   @</a:t>
            </a:r>
            <a:r>
              <a:rPr lang="en" sz="1000">
                <a:solidFill>
                  <a:srgbClr val="0000FF"/>
                </a:solidFill>
                <a:highlight>
                  <a:srgbClr val="FFFFFF"/>
                </a:highlight>
                <a:latin typeface="Courier New"/>
                <a:ea typeface="Courier New"/>
                <a:cs typeface="Courier New"/>
                <a:sym typeface="Courier New"/>
              </a:rPr>
              <a:t>Override</a:t>
            </a:r>
            <a:endParaRPr sz="1000">
              <a:solidFill>
                <a:srgbClr val="0000FF"/>
              </a:solidFill>
              <a:highlight>
                <a:srgbClr val="FFFFFF"/>
              </a:highlight>
              <a:latin typeface="Courier New"/>
              <a:ea typeface="Courier New"/>
              <a:cs typeface="Courier New"/>
              <a:sym typeface="Courier New"/>
            </a:endParaRPr>
          </a:p>
          <a:p>
            <a:pPr marL="0" lvl="0" indent="0" algn="l" rtl="0">
              <a:lnSpc>
                <a:spcPct val="150000"/>
              </a:lnSpc>
              <a:spcBef>
                <a:spcPts val="0"/>
              </a:spcBef>
              <a:spcAft>
                <a:spcPts val="0"/>
              </a:spcAft>
              <a:buNone/>
            </a:pPr>
            <a:r>
              <a:rPr lang="en" sz="1000">
                <a:highlight>
                  <a:srgbClr val="FFFFFF"/>
                </a:highlight>
                <a:latin typeface="Courier New"/>
                <a:ea typeface="Courier New"/>
                <a:cs typeface="Courier New"/>
                <a:sym typeface="Courier New"/>
              </a:rPr>
              <a:t>   </a:t>
            </a:r>
            <a:r>
              <a:rPr lang="en" sz="1000">
                <a:solidFill>
                  <a:srgbClr val="0000FF"/>
                </a:solidFill>
                <a:highlight>
                  <a:srgbClr val="FFFFFF"/>
                </a:highlight>
                <a:latin typeface="Courier New"/>
                <a:ea typeface="Courier New"/>
                <a:cs typeface="Courier New"/>
                <a:sym typeface="Courier New"/>
              </a:rPr>
              <a:t>public</a:t>
            </a:r>
            <a:r>
              <a:rPr lang="en" sz="1000">
                <a:highlight>
                  <a:srgbClr val="FFFFFF"/>
                </a:highlight>
                <a:latin typeface="Courier New"/>
                <a:ea typeface="Courier New"/>
                <a:cs typeface="Courier New"/>
                <a:sym typeface="Courier New"/>
              </a:rPr>
              <a:t> </a:t>
            </a:r>
            <a:r>
              <a:rPr lang="en" sz="1000">
                <a:solidFill>
                  <a:srgbClr val="0000FF"/>
                </a:solidFill>
                <a:highlight>
                  <a:srgbClr val="FFFFFF"/>
                </a:highlight>
                <a:latin typeface="Courier New"/>
                <a:ea typeface="Courier New"/>
                <a:cs typeface="Courier New"/>
                <a:sym typeface="Courier New"/>
              </a:rPr>
              <a:t>void</a:t>
            </a:r>
            <a:r>
              <a:rPr lang="en" sz="1000">
                <a:highlight>
                  <a:srgbClr val="FFFFFF"/>
                </a:highlight>
                <a:latin typeface="Courier New"/>
                <a:ea typeface="Courier New"/>
                <a:cs typeface="Courier New"/>
                <a:sym typeface="Courier New"/>
              </a:rPr>
              <a:t> speak(){</a:t>
            </a:r>
            <a:endParaRPr sz="1000">
              <a:highlight>
                <a:srgbClr val="FFFFFF"/>
              </a:highlight>
              <a:latin typeface="Courier New"/>
              <a:ea typeface="Courier New"/>
              <a:cs typeface="Courier New"/>
              <a:sym typeface="Courier New"/>
            </a:endParaRPr>
          </a:p>
          <a:p>
            <a:pPr marL="0" lvl="0" indent="0" algn="l" rtl="0">
              <a:lnSpc>
                <a:spcPct val="150000"/>
              </a:lnSpc>
              <a:spcBef>
                <a:spcPts val="0"/>
              </a:spcBef>
              <a:spcAft>
                <a:spcPts val="0"/>
              </a:spcAft>
              <a:buNone/>
            </a:pPr>
            <a:r>
              <a:rPr lang="en" sz="1000">
                <a:highlight>
                  <a:srgbClr val="FFFFFF"/>
                </a:highlight>
                <a:latin typeface="Courier New"/>
                <a:ea typeface="Courier New"/>
                <a:cs typeface="Courier New"/>
                <a:sym typeface="Courier New"/>
              </a:rPr>
              <a:t>       System.out.println(</a:t>
            </a:r>
            <a:r>
              <a:rPr lang="en" sz="1000">
                <a:solidFill>
                  <a:srgbClr val="A31515"/>
                </a:solidFill>
                <a:highlight>
                  <a:srgbClr val="FFFFFF"/>
                </a:highlight>
                <a:latin typeface="Courier New"/>
                <a:ea typeface="Courier New"/>
                <a:cs typeface="Courier New"/>
                <a:sym typeface="Courier New"/>
              </a:rPr>
              <a:t>"Woof"</a:t>
            </a:r>
            <a:r>
              <a:rPr lang="en" sz="1000">
                <a:highlight>
                  <a:srgbClr val="FFFFFF"/>
                </a:highlight>
                <a:latin typeface="Courier New"/>
                <a:ea typeface="Courier New"/>
                <a:cs typeface="Courier New"/>
                <a:sym typeface="Courier New"/>
              </a:rPr>
              <a:t>);</a:t>
            </a:r>
            <a:endParaRPr sz="1000">
              <a:highlight>
                <a:srgbClr val="FFFFFF"/>
              </a:highlight>
              <a:latin typeface="Courier New"/>
              <a:ea typeface="Courier New"/>
              <a:cs typeface="Courier New"/>
              <a:sym typeface="Courier New"/>
            </a:endParaRPr>
          </a:p>
          <a:p>
            <a:pPr marL="0" lvl="0" indent="0" algn="l" rtl="0">
              <a:lnSpc>
                <a:spcPct val="150000"/>
              </a:lnSpc>
              <a:spcBef>
                <a:spcPts val="0"/>
              </a:spcBef>
              <a:spcAft>
                <a:spcPts val="0"/>
              </a:spcAft>
              <a:buNone/>
            </a:pPr>
            <a:r>
              <a:rPr lang="en" sz="1000">
                <a:highlight>
                  <a:srgbClr val="FFFFFF"/>
                </a:highlight>
                <a:latin typeface="Courier New"/>
                <a:ea typeface="Courier New"/>
                <a:cs typeface="Courier New"/>
                <a:sym typeface="Courier New"/>
              </a:rPr>
              <a:t>   }</a:t>
            </a:r>
            <a:endParaRPr sz="1000">
              <a:highlight>
                <a:srgbClr val="FFFFFF"/>
              </a:highlight>
              <a:latin typeface="Courier New"/>
              <a:ea typeface="Courier New"/>
              <a:cs typeface="Courier New"/>
              <a:sym typeface="Courier New"/>
            </a:endParaRPr>
          </a:p>
          <a:p>
            <a:pPr marL="0" lvl="0" indent="0" algn="l" rtl="0">
              <a:lnSpc>
                <a:spcPct val="150000"/>
              </a:lnSpc>
              <a:spcBef>
                <a:spcPts val="0"/>
              </a:spcBef>
              <a:spcAft>
                <a:spcPts val="0"/>
              </a:spcAft>
              <a:buNone/>
            </a:pPr>
            <a:r>
              <a:rPr lang="en" sz="1000">
                <a:highlight>
                  <a:srgbClr val="FFFFFF"/>
                </a:highlight>
                <a:latin typeface="Courier New"/>
                <a:ea typeface="Courier New"/>
                <a:cs typeface="Courier New"/>
                <a:sym typeface="Courier New"/>
              </a:rPr>
              <a:t>}</a:t>
            </a:r>
            <a:endParaRPr sz="1000">
              <a:highlight>
                <a:srgbClr val="FFFFFF"/>
              </a:highlight>
              <a:latin typeface="Courier New"/>
              <a:ea typeface="Courier New"/>
              <a:cs typeface="Courier New"/>
              <a:sym typeface="Courier New"/>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284"/>
        <p:cNvGrpSpPr/>
        <p:nvPr/>
      </p:nvGrpSpPr>
      <p:grpSpPr>
        <a:xfrm>
          <a:off x="0" y="0"/>
          <a:ext cx="0" cy="0"/>
          <a:chOff x="0" y="0"/>
          <a:chExt cx="0" cy="0"/>
        </a:xfrm>
      </p:grpSpPr>
      <p:sp>
        <p:nvSpPr>
          <p:cNvPr id="1285" name="Google Shape;1285;p132"/>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Increment and decrement are both </a:t>
            </a:r>
            <a:r>
              <a:rPr lang="en" b="1" i="1">
                <a:solidFill>
                  <a:srgbClr val="FF0000"/>
                </a:solidFill>
              </a:rPr>
              <a:t>unary expressions</a:t>
            </a:r>
            <a:r>
              <a:rPr lang="en"/>
              <a:t>, meaning that each is created with </a:t>
            </a:r>
            <a:r>
              <a:rPr lang="en" b="1" i="1">
                <a:solidFill>
                  <a:srgbClr val="FF0000"/>
                </a:solidFill>
              </a:rPr>
              <a:t>one</a:t>
            </a:r>
            <a:r>
              <a:rPr lang="en">
                <a:solidFill>
                  <a:srgbClr val="FF0000"/>
                </a:solidFill>
              </a:rPr>
              <a:t> </a:t>
            </a:r>
            <a:r>
              <a:rPr lang="en"/>
              <a:t>operand (another expression) that must be evaluated before the final result is computed. </a:t>
            </a:r>
            <a:endParaRPr/>
          </a:p>
        </p:txBody>
      </p:sp>
      <p:sp>
        <p:nvSpPr>
          <p:cNvPr id="1286" name="Google Shape;1286;p1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54</a:t>
            </a:fld>
            <a:endParaRPr/>
          </a:p>
        </p:txBody>
      </p:sp>
      <p:sp>
        <p:nvSpPr>
          <p:cNvPr id="1287" name="Google Shape;1287;p132"/>
          <p:cNvSpPr txBox="1">
            <a:spLocks noGrp="1"/>
          </p:cNvSpPr>
          <p:nvPr>
            <p:ph type="body" idx="2"/>
          </p:nvPr>
        </p:nvSpPr>
        <p:spPr>
          <a:xfrm>
            <a:off x="3306125" y="1555925"/>
            <a:ext cx="5558700" cy="2592900"/>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a:t>Create a new Java class named "</a:t>
            </a:r>
            <a:r>
              <a:rPr lang="en" sz="1500">
                <a:solidFill>
                  <a:srgbClr val="FF0000"/>
                </a:solidFill>
                <a:latin typeface="Courier New"/>
                <a:ea typeface="Courier New"/>
                <a:cs typeface="Courier New"/>
                <a:sym typeface="Courier New"/>
              </a:rPr>
              <a:t>Increment</a:t>
            </a:r>
            <a:r>
              <a:rPr lang="en" sz="1500"/>
              <a:t>" and implement the </a:t>
            </a:r>
            <a:r>
              <a:rPr lang="en" sz="1500" b="1" i="1">
                <a:solidFill>
                  <a:srgbClr val="FF0000"/>
                </a:solidFill>
              </a:rPr>
              <a:t>increment </a:t>
            </a:r>
            <a:r>
              <a:rPr lang="en" sz="1500"/>
              <a:t>expression.</a:t>
            </a:r>
            <a:endParaRPr sz="1500"/>
          </a:p>
          <a:p>
            <a:pPr marL="914400" lvl="1" indent="-311150" algn="l" rtl="0">
              <a:spcBef>
                <a:spcPts val="0"/>
              </a:spcBef>
              <a:spcAft>
                <a:spcPts val="0"/>
              </a:spcAft>
              <a:buSzPts val="1300"/>
              <a:buChar char="○"/>
            </a:pPr>
            <a:r>
              <a:rPr lang="en" sz="1300"/>
              <a:t>Do not forget to </a:t>
            </a:r>
            <a:r>
              <a:rPr lang="en" sz="1300" b="1" i="1">
                <a:solidFill>
                  <a:srgbClr val="FF0000"/>
                </a:solidFill>
              </a:rPr>
              <a:t>extend</a:t>
            </a:r>
            <a:r>
              <a:rPr lang="en" sz="1300">
                <a:solidFill>
                  <a:srgbClr val="FF0000"/>
                </a:solidFill>
              </a:rPr>
              <a:t> </a:t>
            </a:r>
            <a:r>
              <a:rPr lang="en" sz="1300"/>
              <a:t>your </a:t>
            </a:r>
            <a:r>
              <a:rPr lang="en" sz="1300">
                <a:latin typeface="Courier New"/>
                <a:ea typeface="Courier New"/>
                <a:cs typeface="Courier New"/>
                <a:sym typeface="Courier New"/>
              </a:rPr>
              <a:t>Expression</a:t>
            </a:r>
            <a:r>
              <a:rPr lang="en" sz="1300"/>
              <a:t> class.</a:t>
            </a:r>
            <a:endParaRPr sz="1300"/>
          </a:p>
          <a:p>
            <a:pPr marL="914400" lvl="1" indent="-311150" algn="l" rtl="0">
              <a:spcBef>
                <a:spcPts val="0"/>
              </a:spcBef>
              <a:spcAft>
                <a:spcPts val="0"/>
              </a:spcAft>
              <a:buSzPts val="1300"/>
              <a:buChar char="○"/>
            </a:pPr>
            <a:r>
              <a:rPr lang="en" sz="1300"/>
              <a:t>An increment expression is created with an </a:t>
            </a:r>
            <a:r>
              <a:rPr lang="en" sz="1300" b="1" i="1">
                <a:solidFill>
                  <a:srgbClr val="FF0000"/>
                </a:solidFill>
              </a:rPr>
              <a:t>operand</a:t>
            </a:r>
            <a:r>
              <a:rPr lang="en" sz="1300">
                <a:solidFill>
                  <a:srgbClr val="FF0000"/>
                </a:solidFill>
              </a:rPr>
              <a:t> </a:t>
            </a:r>
            <a:r>
              <a:rPr lang="en" sz="1300"/>
              <a:t>that may be any other kind of expression.</a:t>
            </a:r>
            <a:endParaRPr sz="1300"/>
          </a:p>
          <a:p>
            <a:pPr marL="914400" lvl="1" indent="-311150" algn="l" rtl="0">
              <a:spcBef>
                <a:spcPts val="0"/>
              </a:spcBef>
              <a:spcAft>
                <a:spcPts val="0"/>
              </a:spcAft>
              <a:buSzPts val="1300"/>
              <a:buChar char="○"/>
            </a:pPr>
            <a:r>
              <a:rPr lang="en" sz="1300"/>
              <a:t>When an increment is evaluated, it </a:t>
            </a:r>
            <a:r>
              <a:rPr lang="en" sz="1300" b="1" i="1">
                <a:solidFill>
                  <a:srgbClr val="FF0000"/>
                </a:solidFill>
              </a:rPr>
              <a:t>evaluates </a:t>
            </a:r>
            <a:r>
              <a:rPr lang="en" sz="1300"/>
              <a:t>its operand expression and then </a:t>
            </a:r>
            <a:r>
              <a:rPr lang="en" sz="1300" b="1" i="1">
                <a:solidFill>
                  <a:srgbClr val="FF0000"/>
                </a:solidFill>
              </a:rPr>
              <a:t>adds 1</a:t>
            </a:r>
            <a:r>
              <a:rPr lang="en" sz="1300"/>
              <a:t>.</a:t>
            </a:r>
            <a:endParaRPr sz="1300"/>
          </a:p>
          <a:p>
            <a:pPr marL="914400" lvl="1" indent="-311150" algn="l" rtl="0">
              <a:spcBef>
                <a:spcPts val="0"/>
              </a:spcBef>
              <a:spcAft>
                <a:spcPts val="0"/>
              </a:spcAft>
              <a:buSzPts val="1300"/>
              <a:buChar char="○"/>
            </a:pPr>
            <a:r>
              <a:rPr lang="en" sz="1300"/>
              <a:t>Add a </a:t>
            </a:r>
            <a:r>
              <a:rPr lang="en" sz="1300">
                <a:solidFill>
                  <a:srgbClr val="FF0000"/>
                </a:solidFill>
                <a:latin typeface="Courier New"/>
                <a:ea typeface="Courier New"/>
                <a:cs typeface="Courier New"/>
                <a:sym typeface="Courier New"/>
              </a:rPr>
              <a:t>main</a:t>
            </a:r>
            <a:r>
              <a:rPr lang="en" sz="1300">
                <a:solidFill>
                  <a:srgbClr val="FF0000"/>
                </a:solidFill>
              </a:rPr>
              <a:t> </a:t>
            </a:r>
            <a:r>
              <a:rPr lang="en" sz="1300"/>
              <a:t>method to test your new </a:t>
            </a:r>
            <a:r>
              <a:rPr lang="en" sz="1300">
                <a:latin typeface="Courier New"/>
                <a:ea typeface="Courier New"/>
                <a:cs typeface="Courier New"/>
                <a:sym typeface="Courier New"/>
              </a:rPr>
              <a:t>Increment</a:t>
            </a:r>
            <a:r>
              <a:rPr lang="en" sz="1300"/>
              <a:t> class.</a:t>
            </a:r>
            <a:endParaRPr sz="1300"/>
          </a:p>
          <a:p>
            <a:pPr marL="457200" lvl="0" indent="-323850" algn="l" rtl="0">
              <a:spcBef>
                <a:spcPts val="0"/>
              </a:spcBef>
              <a:spcAft>
                <a:spcPts val="0"/>
              </a:spcAft>
              <a:buSzPts val="1500"/>
              <a:buChar char="●"/>
            </a:pPr>
            <a:r>
              <a:rPr lang="en" sz="1500"/>
              <a:t>Repeat the above steps to create a new class that implements the </a:t>
            </a:r>
            <a:r>
              <a:rPr lang="en" sz="1500" b="1" i="1">
                <a:solidFill>
                  <a:srgbClr val="FF0000"/>
                </a:solidFill>
              </a:rPr>
              <a:t>decrement </a:t>
            </a:r>
            <a:r>
              <a:rPr lang="en" sz="1500"/>
              <a:t>expression.</a:t>
            </a:r>
            <a:endParaRPr sz="1500" b="1"/>
          </a:p>
        </p:txBody>
      </p:sp>
      <p:sp>
        <p:nvSpPr>
          <p:cNvPr id="1288" name="Google Shape;1288;p132"/>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Increment &amp; Decrement</a:t>
            </a:r>
            <a:endParaRPr/>
          </a:p>
        </p:txBody>
      </p:sp>
      <p:sp>
        <p:nvSpPr>
          <p:cNvPr id="1289" name="Google Shape;1289;p132"/>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3.23</a:t>
            </a:r>
            <a:endParaRPr/>
          </a:p>
        </p:txBody>
      </p:sp>
      <p:sp>
        <p:nvSpPr>
          <p:cNvPr id="1290" name="Google Shape;1290;p132"/>
          <p:cNvSpPr txBox="1">
            <a:spLocks noGrp="1"/>
          </p:cNvSpPr>
          <p:nvPr>
            <p:ph type="body" idx="4"/>
          </p:nvPr>
        </p:nvSpPr>
        <p:spPr>
          <a:xfrm>
            <a:off x="141600" y="3495000"/>
            <a:ext cx="3023700" cy="9234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Unary expressions are created with some other expression. When evaluated, the unary expression first evaluates the other expression, then applies its operator.</a:t>
            </a:r>
            <a:endParaRPr/>
          </a:p>
        </p:txBody>
      </p:sp>
      <p:sp>
        <p:nvSpPr>
          <p:cNvPr id="1291" name="Google Shape;1291;p132"/>
          <p:cNvSpPr txBox="1">
            <a:spLocks noGrp="1"/>
          </p:cNvSpPr>
          <p:nvPr>
            <p:ph type="body" idx="4"/>
          </p:nvPr>
        </p:nvSpPr>
        <p:spPr>
          <a:xfrm>
            <a:off x="141600" y="1454750"/>
            <a:ext cx="3023700" cy="2154900"/>
          </a:xfrm>
          <a:prstGeom prst="rect">
            <a:avLst/>
          </a:prstGeom>
          <a:noFill/>
          <a:ln>
            <a:noFill/>
          </a:ln>
        </p:spPr>
        <p:txBody>
          <a:bodyPr spcFirstLastPara="1" wrap="square" lIns="91425" tIns="91425" rIns="91425" bIns="91425" anchor="ctr" anchorCtr="0">
            <a:spAutoFit/>
          </a:bodyPr>
          <a:lstStyle/>
          <a:p>
            <a:pPr marL="0" lvl="0" indent="0" algn="ctr" rtl="0">
              <a:spcBef>
                <a:spcPts val="0"/>
              </a:spcBef>
              <a:spcAft>
                <a:spcPts val="0"/>
              </a:spcAft>
              <a:buNone/>
            </a:pPr>
            <a:r>
              <a:rPr lang="en" sz="6400">
                <a:solidFill>
                  <a:srgbClr val="FF0000"/>
                </a:solidFill>
                <a:latin typeface="Consolas"/>
                <a:ea typeface="Consolas"/>
                <a:cs typeface="Consolas"/>
                <a:sym typeface="Consolas"/>
              </a:rPr>
              <a:t>++</a:t>
            </a:r>
            <a:endParaRPr sz="6400">
              <a:solidFill>
                <a:srgbClr val="FF0000"/>
              </a:solidFill>
              <a:latin typeface="Consolas"/>
              <a:ea typeface="Consolas"/>
              <a:cs typeface="Consolas"/>
              <a:sym typeface="Consolas"/>
            </a:endParaRPr>
          </a:p>
          <a:p>
            <a:pPr marL="0" lvl="0" indent="0" algn="ctr" rtl="0">
              <a:spcBef>
                <a:spcPts val="0"/>
              </a:spcBef>
              <a:spcAft>
                <a:spcPts val="0"/>
              </a:spcAft>
              <a:buNone/>
            </a:pPr>
            <a:r>
              <a:rPr lang="en" sz="6400">
                <a:solidFill>
                  <a:srgbClr val="FF0000"/>
                </a:solidFill>
                <a:latin typeface="Consolas"/>
                <a:ea typeface="Consolas"/>
                <a:cs typeface="Consolas"/>
                <a:sym typeface="Consolas"/>
              </a:rPr>
              <a:t>--</a:t>
            </a:r>
            <a:endParaRPr sz="6400">
              <a:solidFill>
                <a:srgbClr val="FF0000"/>
              </a:solidFill>
              <a:latin typeface="Consolas"/>
              <a:ea typeface="Consolas"/>
              <a:cs typeface="Consolas"/>
              <a:sym typeface="Consolas"/>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295"/>
        <p:cNvGrpSpPr/>
        <p:nvPr/>
      </p:nvGrpSpPr>
      <p:grpSpPr>
        <a:xfrm>
          <a:off x="0" y="0"/>
          <a:ext cx="0" cy="0"/>
          <a:chOff x="0" y="0"/>
          <a:chExt cx="0" cy="0"/>
        </a:xfrm>
      </p:grpSpPr>
      <p:sp>
        <p:nvSpPr>
          <p:cNvPr id="1296" name="Google Shape;1296;p133"/>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Addition and subtraction are </a:t>
            </a:r>
            <a:r>
              <a:rPr lang="en" b="1" i="1"/>
              <a:t>binary expressions</a:t>
            </a:r>
            <a:r>
              <a:rPr lang="en"/>
              <a:t>. Each is created with </a:t>
            </a:r>
            <a:r>
              <a:rPr lang="en" b="1" i="1"/>
              <a:t>two </a:t>
            </a:r>
            <a:r>
              <a:rPr lang="en"/>
              <a:t>other expressions. </a:t>
            </a:r>
            <a:r>
              <a:rPr lang="en" b="1" i="1"/>
              <a:t>Both</a:t>
            </a:r>
            <a:r>
              <a:rPr lang="en"/>
              <a:t> expressions are evaluated before the operator is applied. Let's create classes to represent each of these binary expressions.</a:t>
            </a:r>
            <a:endParaRPr/>
          </a:p>
        </p:txBody>
      </p:sp>
      <p:sp>
        <p:nvSpPr>
          <p:cNvPr id="1297" name="Google Shape;1297;p1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55</a:t>
            </a:fld>
            <a:endParaRPr/>
          </a:p>
        </p:txBody>
      </p:sp>
      <p:sp>
        <p:nvSpPr>
          <p:cNvPr id="1298" name="Google Shape;1298;p133"/>
          <p:cNvSpPr txBox="1">
            <a:spLocks noGrp="1"/>
          </p:cNvSpPr>
          <p:nvPr>
            <p:ph type="body" idx="2"/>
          </p:nvPr>
        </p:nvSpPr>
        <p:spPr>
          <a:xfrm>
            <a:off x="3345700" y="1669025"/>
            <a:ext cx="5566200" cy="3088500"/>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a:t>Implement a new Java class in a file named "</a:t>
            </a:r>
            <a:r>
              <a:rPr lang="en" sz="1500">
                <a:solidFill>
                  <a:srgbClr val="FF0000"/>
                </a:solidFill>
                <a:latin typeface="Courier New"/>
                <a:ea typeface="Courier New"/>
                <a:cs typeface="Courier New"/>
                <a:sym typeface="Courier New"/>
              </a:rPr>
              <a:t>Addition.java</a:t>
            </a:r>
            <a:r>
              <a:rPr lang="en" sz="1500"/>
              <a:t>" and implement the </a:t>
            </a:r>
            <a:r>
              <a:rPr lang="en" sz="1500" b="1" i="1">
                <a:solidFill>
                  <a:srgbClr val="FF0000"/>
                </a:solidFill>
              </a:rPr>
              <a:t>addition</a:t>
            </a:r>
            <a:r>
              <a:rPr lang="en" sz="1500">
                <a:solidFill>
                  <a:srgbClr val="FF0000"/>
                </a:solidFill>
              </a:rPr>
              <a:t> </a:t>
            </a:r>
            <a:r>
              <a:rPr lang="en" sz="1500"/>
              <a:t>expression.</a:t>
            </a:r>
            <a:endParaRPr sz="1500"/>
          </a:p>
          <a:p>
            <a:pPr marL="914400" lvl="1" indent="-311150" algn="l" rtl="0">
              <a:spcBef>
                <a:spcPts val="0"/>
              </a:spcBef>
              <a:spcAft>
                <a:spcPts val="0"/>
              </a:spcAft>
              <a:buSzPts val="1300"/>
              <a:buChar char="○"/>
            </a:pPr>
            <a:r>
              <a:rPr lang="en" sz="1300"/>
              <a:t>Do not forget to </a:t>
            </a:r>
            <a:r>
              <a:rPr lang="en" sz="1300" b="1" i="1">
                <a:solidFill>
                  <a:srgbClr val="FF0000"/>
                </a:solidFill>
              </a:rPr>
              <a:t>extend</a:t>
            </a:r>
            <a:r>
              <a:rPr lang="en" sz="1300">
                <a:solidFill>
                  <a:srgbClr val="FF0000"/>
                </a:solidFill>
              </a:rPr>
              <a:t> </a:t>
            </a:r>
            <a:r>
              <a:rPr lang="en" sz="1300"/>
              <a:t>your </a:t>
            </a:r>
            <a:r>
              <a:rPr lang="en" sz="1300">
                <a:latin typeface="Courier New"/>
                <a:ea typeface="Courier New"/>
                <a:cs typeface="Courier New"/>
                <a:sym typeface="Courier New"/>
              </a:rPr>
              <a:t>Expression</a:t>
            </a:r>
            <a:r>
              <a:rPr lang="en" sz="1300"/>
              <a:t> class.</a:t>
            </a:r>
            <a:endParaRPr sz="1300"/>
          </a:p>
          <a:p>
            <a:pPr marL="914400" lvl="1" indent="-311150" algn="l" rtl="0">
              <a:spcBef>
                <a:spcPts val="0"/>
              </a:spcBef>
              <a:spcAft>
                <a:spcPts val="0"/>
              </a:spcAft>
              <a:buSzPts val="1300"/>
              <a:buChar char="○"/>
            </a:pPr>
            <a:r>
              <a:rPr lang="en" sz="1300"/>
              <a:t>An addition expression is created with </a:t>
            </a:r>
            <a:r>
              <a:rPr lang="en" sz="1300" b="1" i="1">
                <a:solidFill>
                  <a:srgbClr val="FF0000"/>
                </a:solidFill>
              </a:rPr>
              <a:t>two</a:t>
            </a:r>
            <a:r>
              <a:rPr lang="en" sz="1300">
                <a:solidFill>
                  <a:srgbClr val="FF0000"/>
                </a:solidFill>
              </a:rPr>
              <a:t> </a:t>
            </a:r>
            <a:r>
              <a:rPr lang="en" sz="1300"/>
              <a:t>expressions that it uses as its operands.</a:t>
            </a:r>
            <a:endParaRPr sz="1300"/>
          </a:p>
          <a:p>
            <a:pPr marL="914400" lvl="1" indent="-311150" algn="l" rtl="0">
              <a:spcBef>
                <a:spcPts val="0"/>
              </a:spcBef>
              <a:spcAft>
                <a:spcPts val="0"/>
              </a:spcAft>
              <a:buSzPts val="1300"/>
              <a:buChar char="○"/>
            </a:pPr>
            <a:r>
              <a:rPr lang="en" sz="1300"/>
              <a:t>When evaluated, the addition expression must first evaluate </a:t>
            </a:r>
            <a:r>
              <a:rPr lang="en" sz="1300" b="1" i="1">
                <a:solidFill>
                  <a:srgbClr val="FF0000"/>
                </a:solidFill>
              </a:rPr>
              <a:t>both</a:t>
            </a:r>
            <a:r>
              <a:rPr lang="en" sz="1300">
                <a:solidFill>
                  <a:srgbClr val="FF0000"/>
                </a:solidFill>
              </a:rPr>
              <a:t> </a:t>
            </a:r>
            <a:r>
              <a:rPr lang="en" sz="1300"/>
              <a:t>of its operand expressions before </a:t>
            </a:r>
            <a:r>
              <a:rPr lang="en" sz="1300" b="1" i="1">
                <a:solidFill>
                  <a:srgbClr val="FF0000"/>
                </a:solidFill>
              </a:rPr>
              <a:t>adding</a:t>
            </a:r>
            <a:r>
              <a:rPr lang="en" sz="1300">
                <a:solidFill>
                  <a:srgbClr val="FF0000"/>
                </a:solidFill>
              </a:rPr>
              <a:t> </a:t>
            </a:r>
            <a:r>
              <a:rPr lang="en" sz="1300"/>
              <a:t>the results together.</a:t>
            </a:r>
            <a:endParaRPr sz="1300"/>
          </a:p>
          <a:p>
            <a:pPr marL="914400" lvl="1" indent="-311150" algn="l" rtl="0">
              <a:spcBef>
                <a:spcPts val="0"/>
              </a:spcBef>
              <a:spcAft>
                <a:spcPts val="0"/>
              </a:spcAft>
              <a:buSzPts val="1300"/>
              <a:buChar char="○"/>
            </a:pPr>
            <a:r>
              <a:rPr lang="en" sz="1300"/>
              <a:t>Add a </a:t>
            </a:r>
            <a:r>
              <a:rPr lang="en" sz="1300">
                <a:solidFill>
                  <a:srgbClr val="FF0000"/>
                </a:solidFill>
                <a:latin typeface="Courier New"/>
                <a:ea typeface="Courier New"/>
                <a:cs typeface="Courier New"/>
                <a:sym typeface="Courier New"/>
              </a:rPr>
              <a:t>main</a:t>
            </a:r>
            <a:r>
              <a:rPr lang="en" sz="1300">
                <a:solidFill>
                  <a:srgbClr val="FF0000"/>
                </a:solidFill>
              </a:rPr>
              <a:t> </a:t>
            </a:r>
            <a:r>
              <a:rPr lang="en" sz="1300"/>
              <a:t>method to test your new </a:t>
            </a:r>
            <a:r>
              <a:rPr lang="en" sz="1300">
                <a:latin typeface="Courier New"/>
                <a:ea typeface="Courier New"/>
                <a:cs typeface="Courier New"/>
                <a:sym typeface="Courier New"/>
              </a:rPr>
              <a:t>Addition</a:t>
            </a:r>
            <a:r>
              <a:rPr lang="en" sz="1300"/>
              <a:t> class.</a:t>
            </a:r>
            <a:endParaRPr sz="1300"/>
          </a:p>
          <a:p>
            <a:pPr marL="457200" lvl="0" indent="-323850" algn="l" rtl="0">
              <a:spcBef>
                <a:spcPts val="0"/>
              </a:spcBef>
              <a:spcAft>
                <a:spcPts val="0"/>
              </a:spcAft>
              <a:buSzPts val="1500"/>
              <a:buChar char="●"/>
            </a:pPr>
            <a:r>
              <a:rPr lang="en" sz="1500"/>
              <a:t>Repeat the above steps to create a new class that implements the </a:t>
            </a:r>
            <a:r>
              <a:rPr lang="en" sz="1500" b="1" i="1">
                <a:solidFill>
                  <a:srgbClr val="FF0000"/>
                </a:solidFill>
              </a:rPr>
              <a:t>subtraction</a:t>
            </a:r>
            <a:r>
              <a:rPr lang="en" sz="1500">
                <a:solidFill>
                  <a:srgbClr val="FF0000"/>
                </a:solidFill>
              </a:rPr>
              <a:t> </a:t>
            </a:r>
            <a:r>
              <a:rPr lang="en" sz="1500"/>
              <a:t>expression.</a:t>
            </a:r>
            <a:endParaRPr sz="1500"/>
          </a:p>
        </p:txBody>
      </p:sp>
      <p:sp>
        <p:nvSpPr>
          <p:cNvPr id="1299" name="Google Shape;1299;p133"/>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Addition &amp; Subtraction</a:t>
            </a:r>
            <a:endParaRPr/>
          </a:p>
        </p:txBody>
      </p:sp>
      <p:sp>
        <p:nvSpPr>
          <p:cNvPr id="1300" name="Google Shape;1300;p133"/>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3.24</a:t>
            </a:r>
            <a:endParaRPr/>
          </a:p>
        </p:txBody>
      </p:sp>
      <p:sp>
        <p:nvSpPr>
          <p:cNvPr id="1301" name="Google Shape;1301;p133"/>
          <p:cNvSpPr txBox="1">
            <a:spLocks noGrp="1"/>
          </p:cNvSpPr>
          <p:nvPr>
            <p:ph type="body" idx="4"/>
          </p:nvPr>
        </p:nvSpPr>
        <p:spPr>
          <a:xfrm>
            <a:off x="141600" y="4080700"/>
            <a:ext cx="3023700" cy="738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A binary expression must evaluate </a:t>
            </a:r>
            <a:r>
              <a:rPr lang="en" b="1" i="1"/>
              <a:t>both</a:t>
            </a:r>
            <a:r>
              <a:rPr lang="en"/>
              <a:t> of is expression before it can compute its result.</a:t>
            </a:r>
            <a:endParaRPr/>
          </a:p>
        </p:txBody>
      </p:sp>
      <p:sp>
        <p:nvSpPr>
          <p:cNvPr id="1302" name="Google Shape;1302;p133"/>
          <p:cNvSpPr/>
          <p:nvPr/>
        </p:nvSpPr>
        <p:spPr>
          <a:xfrm>
            <a:off x="1033288" y="1833075"/>
            <a:ext cx="393600" cy="393600"/>
          </a:xfrm>
          <a:prstGeom prst="ellipse">
            <a:avLst/>
          </a:prstGeom>
          <a:solidFill>
            <a:srgbClr val="FF0000"/>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grpSp>
        <p:nvGrpSpPr>
          <p:cNvPr id="1303" name="Google Shape;1303;p133"/>
          <p:cNvGrpSpPr/>
          <p:nvPr/>
        </p:nvGrpSpPr>
        <p:grpSpPr>
          <a:xfrm>
            <a:off x="349075" y="2029875"/>
            <a:ext cx="684213" cy="787350"/>
            <a:chOff x="5975375" y="2259825"/>
            <a:chExt cx="684213" cy="787350"/>
          </a:xfrm>
        </p:grpSpPr>
        <p:sp>
          <p:nvSpPr>
            <p:cNvPr id="1304" name="Google Shape;1304;p133"/>
            <p:cNvSpPr/>
            <p:nvPr/>
          </p:nvSpPr>
          <p:spPr>
            <a:xfrm>
              <a:off x="5975375" y="2653575"/>
              <a:ext cx="393600" cy="393600"/>
            </a:xfrm>
            <a:prstGeom prst="ellipse">
              <a:avLst/>
            </a:prstGeom>
            <a:solidFill>
              <a:srgbClr val="38761D"/>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Consolas"/>
                  <a:ea typeface="Consolas"/>
                  <a:cs typeface="Consolas"/>
                  <a:sym typeface="Consolas"/>
                </a:rPr>
                <a:t>2</a:t>
              </a:r>
              <a:endParaRPr>
                <a:solidFill>
                  <a:srgbClr val="FFFFFF"/>
                </a:solidFill>
                <a:latin typeface="Consolas"/>
                <a:ea typeface="Consolas"/>
                <a:cs typeface="Consolas"/>
                <a:sym typeface="Consolas"/>
              </a:endParaRPr>
            </a:p>
          </p:txBody>
        </p:sp>
        <p:cxnSp>
          <p:nvCxnSpPr>
            <p:cNvPr id="1305" name="Google Shape;1305;p133"/>
            <p:cNvCxnSpPr>
              <a:stCxn id="1302" idx="2"/>
              <a:endCxn id="1304" idx="0"/>
            </p:cNvCxnSpPr>
            <p:nvPr/>
          </p:nvCxnSpPr>
          <p:spPr>
            <a:xfrm flipH="1">
              <a:off x="6172088" y="2259825"/>
              <a:ext cx="487500" cy="393900"/>
            </a:xfrm>
            <a:prstGeom prst="curvedConnector2">
              <a:avLst/>
            </a:prstGeom>
            <a:noFill/>
            <a:ln w="28575" cap="flat" cmpd="sng">
              <a:solidFill>
                <a:srgbClr val="000000"/>
              </a:solidFill>
              <a:prstDash val="solid"/>
              <a:round/>
              <a:headEnd type="none" w="med" len="med"/>
              <a:tailEnd type="none" w="med" len="med"/>
            </a:ln>
          </p:spPr>
        </p:cxnSp>
      </p:grpSp>
      <p:grpSp>
        <p:nvGrpSpPr>
          <p:cNvPr id="1306" name="Google Shape;1306;p133"/>
          <p:cNvGrpSpPr/>
          <p:nvPr/>
        </p:nvGrpSpPr>
        <p:grpSpPr>
          <a:xfrm>
            <a:off x="1426800" y="2029875"/>
            <a:ext cx="684300" cy="806400"/>
            <a:chOff x="7053100" y="2259825"/>
            <a:chExt cx="684300" cy="806400"/>
          </a:xfrm>
        </p:grpSpPr>
        <p:sp>
          <p:nvSpPr>
            <p:cNvPr id="1307" name="Google Shape;1307;p133"/>
            <p:cNvSpPr/>
            <p:nvPr/>
          </p:nvSpPr>
          <p:spPr>
            <a:xfrm>
              <a:off x="7343800" y="2672625"/>
              <a:ext cx="393600" cy="393600"/>
            </a:xfrm>
            <a:prstGeom prst="ellipse">
              <a:avLst/>
            </a:prstGeom>
            <a:solidFill>
              <a:srgbClr val="FF0000"/>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cxnSp>
          <p:nvCxnSpPr>
            <p:cNvPr id="1308" name="Google Shape;1308;p133"/>
            <p:cNvCxnSpPr>
              <a:endCxn id="1307" idx="0"/>
            </p:cNvCxnSpPr>
            <p:nvPr/>
          </p:nvCxnSpPr>
          <p:spPr>
            <a:xfrm>
              <a:off x="7053100" y="2259825"/>
              <a:ext cx="487500" cy="412800"/>
            </a:xfrm>
            <a:prstGeom prst="curvedConnector2">
              <a:avLst/>
            </a:prstGeom>
            <a:noFill/>
            <a:ln w="28575" cap="flat" cmpd="sng">
              <a:solidFill>
                <a:srgbClr val="000000"/>
              </a:solidFill>
              <a:prstDash val="solid"/>
              <a:round/>
              <a:headEnd type="none" w="med" len="med"/>
              <a:tailEnd type="none" w="med" len="med"/>
            </a:ln>
          </p:spPr>
        </p:cxnSp>
      </p:grpSp>
      <p:grpSp>
        <p:nvGrpSpPr>
          <p:cNvPr id="1309" name="Google Shape;1309;p133"/>
          <p:cNvGrpSpPr/>
          <p:nvPr/>
        </p:nvGrpSpPr>
        <p:grpSpPr>
          <a:xfrm>
            <a:off x="1031700" y="2639475"/>
            <a:ext cx="685800" cy="806400"/>
            <a:chOff x="6658000" y="2869425"/>
            <a:chExt cx="685800" cy="806400"/>
          </a:xfrm>
        </p:grpSpPr>
        <p:sp>
          <p:nvSpPr>
            <p:cNvPr id="1310" name="Google Shape;1310;p133"/>
            <p:cNvSpPr/>
            <p:nvPr/>
          </p:nvSpPr>
          <p:spPr>
            <a:xfrm>
              <a:off x="6658000" y="3282225"/>
              <a:ext cx="393600" cy="393600"/>
            </a:xfrm>
            <a:prstGeom prst="ellipse">
              <a:avLst/>
            </a:prstGeom>
            <a:solidFill>
              <a:srgbClr val="FF0000"/>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cxnSp>
          <p:nvCxnSpPr>
            <p:cNvPr id="1311" name="Google Shape;1311;p133"/>
            <p:cNvCxnSpPr>
              <a:stCxn id="1307" idx="2"/>
              <a:endCxn id="1310" idx="0"/>
            </p:cNvCxnSpPr>
            <p:nvPr/>
          </p:nvCxnSpPr>
          <p:spPr>
            <a:xfrm flipH="1">
              <a:off x="6854800" y="2869425"/>
              <a:ext cx="489000" cy="412800"/>
            </a:xfrm>
            <a:prstGeom prst="curvedConnector2">
              <a:avLst/>
            </a:prstGeom>
            <a:noFill/>
            <a:ln w="28575" cap="flat" cmpd="sng">
              <a:solidFill>
                <a:srgbClr val="000000"/>
              </a:solidFill>
              <a:prstDash val="solid"/>
              <a:round/>
              <a:headEnd type="none" w="med" len="med"/>
              <a:tailEnd type="none" w="med" len="med"/>
            </a:ln>
          </p:spPr>
        </p:cxnSp>
      </p:grpSp>
      <p:grpSp>
        <p:nvGrpSpPr>
          <p:cNvPr id="1312" name="Google Shape;1312;p133"/>
          <p:cNvGrpSpPr/>
          <p:nvPr/>
        </p:nvGrpSpPr>
        <p:grpSpPr>
          <a:xfrm>
            <a:off x="2111100" y="2639475"/>
            <a:ext cx="685800" cy="806400"/>
            <a:chOff x="7737400" y="2869425"/>
            <a:chExt cx="685800" cy="806400"/>
          </a:xfrm>
        </p:grpSpPr>
        <p:sp>
          <p:nvSpPr>
            <p:cNvPr id="1313" name="Google Shape;1313;p133"/>
            <p:cNvSpPr/>
            <p:nvPr/>
          </p:nvSpPr>
          <p:spPr>
            <a:xfrm>
              <a:off x="8029600" y="3282225"/>
              <a:ext cx="393600" cy="393600"/>
            </a:xfrm>
            <a:prstGeom prst="ellipse">
              <a:avLst/>
            </a:prstGeom>
            <a:solidFill>
              <a:srgbClr val="FF0000"/>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cxnSp>
          <p:nvCxnSpPr>
            <p:cNvPr id="1314" name="Google Shape;1314;p133"/>
            <p:cNvCxnSpPr>
              <a:endCxn id="1313" idx="0"/>
            </p:cNvCxnSpPr>
            <p:nvPr/>
          </p:nvCxnSpPr>
          <p:spPr>
            <a:xfrm>
              <a:off x="7737400" y="2869425"/>
              <a:ext cx="489000" cy="412800"/>
            </a:xfrm>
            <a:prstGeom prst="curvedConnector2">
              <a:avLst/>
            </a:prstGeom>
            <a:noFill/>
            <a:ln w="28575" cap="flat" cmpd="sng">
              <a:solidFill>
                <a:srgbClr val="000000"/>
              </a:solidFill>
              <a:prstDash val="solid"/>
              <a:round/>
              <a:headEnd type="none" w="med" len="med"/>
              <a:tailEnd type="none" w="med" len="med"/>
            </a:ln>
          </p:spPr>
        </p:cxnSp>
      </p:grpSp>
      <p:grpSp>
        <p:nvGrpSpPr>
          <p:cNvPr id="1315" name="Google Shape;1315;p133"/>
          <p:cNvGrpSpPr/>
          <p:nvPr/>
        </p:nvGrpSpPr>
        <p:grpSpPr>
          <a:xfrm>
            <a:off x="638100" y="3249075"/>
            <a:ext cx="393600" cy="689450"/>
            <a:chOff x="6264400" y="3479025"/>
            <a:chExt cx="393600" cy="689450"/>
          </a:xfrm>
        </p:grpSpPr>
        <p:sp>
          <p:nvSpPr>
            <p:cNvPr id="1316" name="Google Shape;1316;p133"/>
            <p:cNvSpPr/>
            <p:nvPr/>
          </p:nvSpPr>
          <p:spPr>
            <a:xfrm>
              <a:off x="6264400" y="3774875"/>
              <a:ext cx="393600" cy="393600"/>
            </a:xfrm>
            <a:prstGeom prst="ellipse">
              <a:avLst/>
            </a:prstGeom>
            <a:solidFill>
              <a:srgbClr val="38761D"/>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Consolas"/>
                  <a:ea typeface="Consolas"/>
                  <a:cs typeface="Consolas"/>
                  <a:sym typeface="Consolas"/>
                </a:rPr>
                <a:t>3</a:t>
              </a:r>
              <a:endParaRPr>
                <a:solidFill>
                  <a:srgbClr val="FFFFFF"/>
                </a:solidFill>
                <a:latin typeface="Consolas"/>
                <a:ea typeface="Consolas"/>
                <a:cs typeface="Consolas"/>
                <a:sym typeface="Consolas"/>
              </a:endParaRPr>
            </a:p>
          </p:txBody>
        </p:sp>
        <p:cxnSp>
          <p:nvCxnSpPr>
            <p:cNvPr id="1317" name="Google Shape;1317;p133"/>
            <p:cNvCxnSpPr>
              <a:stCxn id="1310" idx="2"/>
              <a:endCxn id="1316" idx="0"/>
            </p:cNvCxnSpPr>
            <p:nvPr/>
          </p:nvCxnSpPr>
          <p:spPr>
            <a:xfrm flipH="1">
              <a:off x="6461200" y="3479025"/>
              <a:ext cx="196800" cy="295800"/>
            </a:xfrm>
            <a:prstGeom prst="curvedConnector2">
              <a:avLst/>
            </a:prstGeom>
            <a:noFill/>
            <a:ln w="28575" cap="flat" cmpd="sng">
              <a:solidFill>
                <a:srgbClr val="000000"/>
              </a:solidFill>
              <a:prstDash val="solid"/>
              <a:round/>
              <a:headEnd type="none" w="med" len="med"/>
              <a:tailEnd type="none" w="med" len="med"/>
            </a:ln>
          </p:spPr>
        </p:cxnSp>
      </p:grpSp>
      <p:grpSp>
        <p:nvGrpSpPr>
          <p:cNvPr id="1318" name="Google Shape;1318;p133"/>
          <p:cNvGrpSpPr/>
          <p:nvPr/>
        </p:nvGrpSpPr>
        <p:grpSpPr>
          <a:xfrm>
            <a:off x="1400100" y="3249075"/>
            <a:ext cx="393600" cy="689450"/>
            <a:chOff x="7026400" y="3479025"/>
            <a:chExt cx="393600" cy="689450"/>
          </a:xfrm>
        </p:grpSpPr>
        <p:sp>
          <p:nvSpPr>
            <p:cNvPr id="1319" name="Google Shape;1319;p133"/>
            <p:cNvSpPr/>
            <p:nvPr/>
          </p:nvSpPr>
          <p:spPr>
            <a:xfrm>
              <a:off x="7026400" y="3774875"/>
              <a:ext cx="393600" cy="393600"/>
            </a:xfrm>
            <a:prstGeom prst="ellipse">
              <a:avLst/>
            </a:prstGeom>
            <a:solidFill>
              <a:srgbClr val="38761D"/>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Consolas"/>
                  <a:ea typeface="Consolas"/>
                  <a:cs typeface="Consolas"/>
                  <a:sym typeface="Consolas"/>
                </a:rPr>
                <a:t>1</a:t>
              </a:r>
              <a:endParaRPr>
                <a:solidFill>
                  <a:srgbClr val="FFFFFF"/>
                </a:solidFill>
                <a:latin typeface="Consolas"/>
                <a:ea typeface="Consolas"/>
                <a:cs typeface="Consolas"/>
                <a:sym typeface="Consolas"/>
              </a:endParaRPr>
            </a:p>
          </p:txBody>
        </p:sp>
        <p:cxnSp>
          <p:nvCxnSpPr>
            <p:cNvPr id="1320" name="Google Shape;1320;p133"/>
            <p:cNvCxnSpPr>
              <a:stCxn id="1310" idx="6"/>
              <a:endCxn id="1319" idx="0"/>
            </p:cNvCxnSpPr>
            <p:nvPr/>
          </p:nvCxnSpPr>
          <p:spPr>
            <a:xfrm>
              <a:off x="7051600" y="3479025"/>
              <a:ext cx="171600" cy="295800"/>
            </a:xfrm>
            <a:prstGeom prst="curvedConnector2">
              <a:avLst/>
            </a:prstGeom>
            <a:noFill/>
            <a:ln w="28575" cap="flat" cmpd="sng">
              <a:solidFill>
                <a:srgbClr val="000000"/>
              </a:solidFill>
              <a:prstDash val="solid"/>
              <a:round/>
              <a:headEnd type="none" w="med" len="med"/>
              <a:tailEnd type="none" w="med" len="med"/>
            </a:ln>
          </p:spPr>
        </p:cxnSp>
      </p:grpSp>
      <p:grpSp>
        <p:nvGrpSpPr>
          <p:cNvPr id="1321" name="Google Shape;1321;p133"/>
          <p:cNvGrpSpPr/>
          <p:nvPr/>
        </p:nvGrpSpPr>
        <p:grpSpPr>
          <a:xfrm>
            <a:off x="2009700" y="3249075"/>
            <a:ext cx="393600" cy="689450"/>
            <a:chOff x="7636000" y="3479025"/>
            <a:chExt cx="393600" cy="689450"/>
          </a:xfrm>
        </p:grpSpPr>
        <p:sp>
          <p:nvSpPr>
            <p:cNvPr id="1322" name="Google Shape;1322;p133"/>
            <p:cNvSpPr/>
            <p:nvPr/>
          </p:nvSpPr>
          <p:spPr>
            <a:xfrm>
              <a:off x="7636000" y="3774875"/>
              <a:ext cx="393600" cy="393600"/>
            </a:xfrm>
            <a:prstGeom prst="ellipse">
              <a:avLst/>
            </a:prstGeom>
            <a:solidFill>
              <a:srgbClr val="38761D"/>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Consolas"/>
                  <a:ea typeface="Consolas"/>
                  <a:cs typeface="Consolas"/>
                  <a:sym typeface="Consolas"/>
                </a:rPr>
                <a:t>5</a:t>
              </a:r>
              <a:endParaRPr>
                <a:solidFill>
                  <a:srgbClr val="FFFFFF"/>
                </a:solidFill>
                <a:latin typeface="Consolas"/>
                <a:ea typeface="Consolas"/>
                <a:cs typeface="Consolas"/>
                <a:sym typeface="Consolas"/>
              </a:endParaRPr>
            </a:p>
          </p:txBody>
        </p:sp>
        <p:cxnSp>
          <p:nvCxnSpPr>
            <p:cNvPr id="1323" name="Google Shape;1323;p133"/>
            <p:cNvCxnSpPr>
              <a:stCxn id="1313" idx="2"/>
              <a:endCxn id="1322" idx="0"/>
            </p:cNvCxnSpPr>
            <p:nvPr/>
          </p:nvCxnSpPr>
          <p:spPr>
            <a:xfrm flipH="1">
              <a:off x="7832800" y="3479025"/>
              <a:ext cx="196800" cy="295800"/>
            </a:xfrm>
            <a:prstGeom prst="curvedConnector2">
              <a:avLst/>
            </a:prstGeom>
            <a:noFill/>
            <a:ln w="28575" cap="flat" cmpd="sng">
              <a:solidFill>
                <a:srgbClr val="000000"/>
              </a:solidFill>
              <a:prstDash val="solid"/>
              <a:round/>
              <a:headEnd type="none" w="med" len="med"/>
              <a:tailEnd type="none" w="med" len="med"/>
            </a:ln>
          </p:spPr>
        </p:cxnSp>
      </p:grpSp>
      <p:grpSp>
        <p:nvGrpSpPr>
          <p:cNvPr id="1324" name="Google Shape;1324;p133"/>
          <p:cNvGrpSpPr/>
          <p:nvPr/>
        </p:nvGrpSpPr>
        <p:grpSpPr>
          <a:xfrm>
            <a:off x="2771700" y="3249075"/>
            <a:ext cx="393600" cy="689450"/>
            <a:chOff x="8398000" y="3479025"/>
            <a:chExt cx="393600" cy="689450"/>
          </a:xfrm>
        </p:grpSpPr>
        <p:sp>
          <p:nvSpPr>
            <p:cNvPr id="1325" name="Google Shape;1325;p133"/>
            <p:cNvSpPr/>
            <p:nvPr/>
          </p:nvSpPr>
          <p:spPr>
            <a:xfrm>
              <a:off x="8398000" y="3774875"/>
              <a:ext cx="393600" cy="393600"/>
            </a:xfrm>
            <a:prstGeom prst="ellipse">
              <a:avLst/>
            </a:prstGeom>
            <a:solidFill>
              <a:srgbClr val="38761D"/>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Consolas"/>
                  <a:ea typeface="Consolas"/>
                  <a:cs typeface="Consolas"/>
                  <a:sym typeface="Consolas"/>
                </a:rPr>
                <a:t>2</a:t>
              </a:r>
              <a:endParaRPr>
                <a:solidFill>
                  <a:srgbClr val="FFFFFF"/>
                </a:solidFill>
                <a:latin typeface="Consolas"/>
                <a:ea typeface="Consolas"/>
                <a:cs typeface="Consolas"/>
                <a:sym typeface="Consolas"/>
              </a:endParaRPr>
            </a:p>
          </p:txBody>
        </p:sp>
        <p:cxnSp>
          <p:nvCxnSpPr>
            <p:cNvPr id="1326" name="Google Shape;1326;p133"/>
            <p:cNvCxnSpPr>
              <a:stCxn id="1313" idx="6"/>
              <a:endCxn id="1325" idx="0"/>
            </p:cNvCxnSpPr>
            <p:nvPr/>
          </p:nvCxnSpPr>
          <p:spPr>
            <a:xfrm>
              <a:off x="8423200" y="3479025"/>
              <a:ext cx="171600" cy="295800"/>
            </a:xfrm>
            <a:prstGeom prst="curvedConnector2">
              <a:avLst/>
            </a:prstGeom>
            <a:noFill/>
            <a:ln w="28575" cap="flat" cmpd="sng">
              <a:solidFill>
                <a:srgbClr val="000000"/>
              </a:solidFill>
              <a:prstDash val="solid"/>
              <a:round/>
              <a:headEnd type="none" w="med" len="med"/>
              <a:tailEnd type="none" w="med" len="med"/>
            </a:ln>
          </p:spPr>
        </p:cxnSp>
      </p:gr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330"/>
        <p:cNvGrpSpPr/>
        <p:nvPr/>
      </p:nvGrpSpPr>
      <p:grpSpPr>
        <a:xfrm>
          <a:off x="0" y="0"/>
          <a:ext cx="0" cy="0"/>
          <a:chOff x="0" y="0"/>
          <a:chExt cx="0" cy="0"/>
        </a:xfrm>
      </p:grpSpPr>
      <p:sp>
        <p:nvSpPr>
          <p:cNvPr id="1331" name="Google Shape;1331;p134"/>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56</a:t>
            </a:fld>
            <a:endParaRPr/>
          </a:p>
        </p:txBody>
      </p:sp>
      <p:sp>
        <p:nvSpPr>
          <p:cNvPr id="1332" name="Google Shape;1332;p134"/>
          <p:cNvSpPr txBox="1">
            <a:spLocks noGrp="1"/>
          </p:cNvSpPr>
          <p:nvPr>
            <p:ph type="title"/>
          </p:nvPr>
        </p:nvSpPr>
        <p:spPr>
          <a:xfrm>
            <a:off x="5192250" y="1199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Interfaces</a:t>
            </a:r>
            <a:endParaRPr/>
          </a:p>
        </p:txBody>
      </p:sp>
      <p:sp>
        <p:nvSpPr>
          <p:cNvPr id="1333" name="Google Shape;1333;p134"/>
          <p:cNvSpPr txBox="1">
            <a:spLocks noGrp="1"/>
          </p:cNvSpPr>
          <p:nvPr>
            <p:ph type="body" idx="1"/>
          </p:nvPr>
        </p:nvSpPr>
        <p:spPr>
          <a:xfrm>
            <a:off x="225075" y="119925"/>
            <a:ext cx="4521600" cy="46347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a:t>We now have </a:t>
            </a:r>
            <a:r>
              <a:rPr lang="en" b="1" i="1">
                <a:solidFill>
                  <a:srgbClr val="FF0000"/>
                </a:solidFill>
              </a:rPr>
              <a:t>five</a:t>
            </a:r>
            <a:r>
              <a:rPr lang="en">
                <a:solidFill>
                  <a:srgbClr val="FF0000"/>
                </a:solidFill>
              </a:rPr>
              <a:t> </a:t>
            </a:r>
            <a:r>
              <a:rPr lang="en"/>
              <a:t>different expression classes: </a:t>
            </a:r>
            <a:r>
              <a:rPr lang="en">
                <a:solidFill>
                  <a:srgbClr val="FF0000"/>
                </a:solidFill>
                <a:latin typeface="Courier New"/>
                <a:ea typeface="Courier New"/>
                <a:cs typeface="Courier New"/>
                <a:sym typeface="Courier New"/>
              </a:rPr>
              <a:t>Constant</a:t>
            </a:r>
            <a:r>
              <a:rPr lang="en"/>
              <a:t>, </a:t>
            </a:r>
            <a:r>
              <a:rPr lang="en">
                <a:solidFill>
                  <a:srgbClr val="FF0000"/>
                </a:solidFill>
                <a:latin typeface="Courier New"/>
                <a:ea typeface="Courier New"/>
                <a:cs typeface="Courier New"/>
                <a:sym typeface="Courier New"/>
              </a:rPr>
              <a:t>Increment</a:t>
            </a:r>
            <a:r>
              <a:rPr lang="en"/>
              <a:t>, </a:t>
            </a:r>
            <a:r>
              <a:rPr lang="en">
                <a:solidFill>
                  <a:srgbClr val="FF0000"/>
                </a:solidFill>
                <a:latin typeface="Courier New"/>
                <a:ea typeface="Courier New"/>
                <a:cs typeface="Courier New"/>
                <a:sym typeface="Courier New"/>
              </a:rPr>
              <a:t>Decrement</a:t>
            </a:r>
            <a:r>
              <a:rPr lang="en"/>
              <a:t>, </a:t>
            </a:r>
            <a:r>
              <a:rPr lang="en">
                <a:solidFill>
                  <a:srgbClr val="FF0000"/>
                </a:solidFill>
                <a:latin typeface="Courier New"/>
                <a:ea typeface="Courier New"/>
                <a:cs typeface="Courier New"/>
                <a:sym typeface="Courier New"/>
              </a:rPr>
              <a:t>Addition</a:t>
            </a:r>
            <a:r>
              <a:rPr lang="en"/>
              <a:t>, and </a:t>
            </a:r>
            <a:r>
              <a:rPr lang="en">
                <a:solidFill>
                  <a:srgbClr val="FF0000"/>
                </a:solidFill>
                <a:latin typeface="Courier New"/>
                <a:ea typeface="Courier New"/>
                <a:cs typeface="Courier New"/>
                <a:sym typeface="Courier New"/>
              </a:rPr>
              <a:t>Subtraction</a:t>
            </a:r>
            <a:r>
              <a:rPr lang="en"/>
              <a:t>.</a:t>
            </a:r>
            <a:endParaRPr/>
          </a:p>
          <a:p>
            <a:pPr marL="457200" lvl="0" indent="-311150" algn="l" rtl="0">
              <a:spcBef>
                <a:spcPts val="0"/>
              </a:spcBef>
              <a:spcAft>
                <a:spcPts val="0"/>
              </a:spcAft>
              <a:buSzPts val="1300"/>
              <a:buChar char="●"/>
            </a:pPr>
            <a:r>
              <a:rPr lang="en"/>
              <a:t>All five classes </a:t>
            </a:r>
            <a:r>
              <a:rPr lang="en" b="1" i="1">
                <a:solidFill>
                  <a:srgbClr val="FF0000"/>
                </a:solidFill>
              </a:rPr>
              <a:t>define</a:t>
            </a:r>
            <a:r>
              <a:rPr lang="en">
                <a:solidFill>
                  <a:srgbClr val="FF0000"/>
                </a:solidFill>
              </a:rPr>
              <a:t> </a:t>
            </a:r>
            <a:r>
              <a:rPr lang="en"/>
              <a:t>the same behavior, but </a:t>
            </a:r>
            <a:r>
              <a:rPr lang="en" b="1" i="1">
                <a:solidFill>
                  <a:srgbClr val="FF0000"/>
                </a:solidFill>
              </a:rPr>
              <a:t>implement</a:t>
            </a:r>
            <a:r>
              <a:rPr lang="en">
                <a:solidFill>
                  <a:srgbClr val="FF0000"/>
                </a:solidFill>
              </a:rPr>
              <a:t> </a:t>
            </a:r>
            <a:r>
              <a:rPr lang="en"/>
              <a:t>it differently: the </a:t>
            </a:r>
            <a:r>
              <a:rPr lang="en">
                <a:solidFill>
                  <a:srgbClr val="FF0000"/>
                </a:solidFill>
                <a:latin typeface="Courier New"/>
                <a:ea typeface="Courier New"/>
                <a:cs typeface="Courier New"/>
                <a:sym typeface="Courier New"/>
              </a:rPr>
              <a:t>evaluate</a:t>
            </a:r>
            <a:r>
              <a:rPr lang="en">
                <a:solidFill>
                  <a:srgbClr val="FF0000"/>
                </a:solidFill>
              </a:rPr>
              <a:t> </a:t>
            </a:r>
            <a:r>
              <a:rPr lang="en"/>
              <a:t>method.</a:t>
            </a:r>
            <a:endParaRPr/>
          </a:p>
          <a:p>
            <a:pPr marL="457200" lvl="0" indent="-311150" algn="l" rtl="0">
              <a:spcBef>
                <a:spcPts val="0"/>
              </a:spcBef>
              <a:spcAft>
                <a:spcPts val="0"/>
              </a:spcAft>
              <a:buSzPts val="1300"/>
              <a:buChar char="●"/>
            </a:pPr>
            <a:r>
              <a:rPr lang="en"/>
              <a:t>As with the examples in the previous parts of this unit, we recognized the need for a parent class to </a:t>
            </a:r>
            <a:r>
              <a:rPr lang="en" b="1" i="1">
                <a:solidFill>
                  <a:srgbClr val="FF0000"/>
                </a:solidFill>
              </a:rPr>
              <a:t>define</a:t>
            </a:r>
            <a:r>
              <a:rPr lang="en">
                <a:solidFill>
                  <a:srgbClr val="FF0000"/>
                </a:solidFill>
              </a:rPr>
              <a:t> </a:t>
            </a:r>
            <a:r>
              <a:rPr lang="en"/>
              <a:t>this behavior so that we could leverage </a:t>
            </a:r>
            <a:r>
              <a:rPr lang="en" b="1" i="1">
                <a:solidFill>
                  <a:srgbClr val="FF0000"/>
                </a:solidFill>
              </a:rPr>
              <a:t>polymorphism</a:t>
            </a:r>
            <a:r>
              <a:rPr lang="en">
                <a:solidFill>
                  <a:srgbClr val="FF0000"/>
                </a:solidFill>
              </a:rPr>
              <a:t> </a:t>
            </a:r>
            <a:r>
              <a:rPr lang="en"/>
              <a:t>to use the different types of expressions </a:t>
            </a:r>
            <a:r>
              <a:rPr lang="en" b="1" i="1">
                <a:solidFill>
                  <a:srgbClr val="FF0000"/>
                </a:solidFill>
              </a:rPr>
              <a:t>interchangeably</a:t>
            </a:r>
            <a:r>
              <a:rPr lang="en"/>
              <a:t>.</a:t>
            </a:r>
            <a:endParaRPr/>
          </a:p>
          <a:p>
            <a:pPr marL="914400" lvl="1" indent="-298450" algn="l" rtl="0">
              <a:spcBef>
                <a:spcPts val="0"/>
              </a:spcBef>
              <a:spcAft>
                <a:spcPts val="0"/>
              </a:spcAft>
              <a:buSzPts val="1100"/>
              <a:buChar char="○"/>
            </a:pPr>
            <a:r>
              <a:rPr lang="en"/>
              <a:t>But because there is no common implementation of the </a:t>
            </a:r>
            <a:r>
              <a:rPr lang="en">
                <a:latin typeface="Courier New"/>
                <a:ea typeface="Courier New"/>
                <a:cs typeface="Courier New"/>
                <a:sym typeface="Courier New"/>
              </a:rPr>
              <a:t>evaluate</a:t>
            </a:r>
            <a:r>
              <a:rPr lang="en"/>
              <a:t> method that is shared by two or more classes, we declared the method </a:t>
            </a:r>
            <a:r>
              <a:rPr lang="en">
                <a:solidFill>
                  <a:srgbClr val="FF0000"/>
                </a:solidFill>
                <a:latin typeface="Courier New"/>
                <a:ea typeface="Courier New"/>
                <a:cs typeface="Courier New"/>
                <a:sym typeface="Courier New"/>
              </a:rPr>
              <a:t>abstract</a:t>
            </a:r>
            <a:r>
              <a:rPr lang="en"/>
              <a:t>.</a:t>
            </a:r>
            <a:endParaRPr/>
          </a:p>
          <a:p>
            <a:pPr marL="457200" lvl="0" indent="-311150" algn="l" rtl="0">
              <a:spcBef>
                <a:spcPts val="0"/>
              </a:spcBef>
              <a:spcAft>
                <a:spcPts val="0"/>
              </a:spcAft>
              <a:buSzPts val="1300"/>
              <a:buChar char="●"/>
            </a:pPr>
            <a:r>
              <a:rPr lang="en"/>
              <a:t>But the </a:t>
            </a:r>
            <a:r>
              <a:rPr lang="en">
                <a:latin typeface="Courier New"/>
                <a:ea typeface="Courier New"/>
                <a:cs typeface="Courier New"/>
                <a:sym typeface="Courier New"/>
              </a:rPr>
              <a:t>Expression</a:t>
            </a:r>
            <a:r>
              <a:rPr lang="en"/>
              <a:t> class has no other state or behavior; it's </a:t>
            </a:r>
            <a:r>
              <a:rPr lang="en" b="1" i="1">
                <a:solidFill>
                  <a:srgbClr val="FF0000"/>
                </a:solidFill>
              </a:rPr>
              <a:t>only </a:t>
            </a:r>
            <a:r>
              <a:rPr lang="en"/>
              <a:t>method is abstract.</a:t>
            </a:r>
            <a:endParaRPr/>
          </a:p>
          <a:p>
            <a:pPr marL="914400" lvl="1" indent="-298450" algn="l" rtl="0">
              <a:spcBef>
                <a:spcPts val="0"/>
              </a:spcBef>
              <a:spcAft>
                <a:spcPts val="0"/>
              </a:spcAft>
              <a:buSzPts val="1100"/>
              <a:buChar char="○"/>
            </a:pPr>
            <a:r>
              <a:rPr lang="en"/>
              <a:t>Unlike the </a:t>
            </a:r>
            <a:r>
              <a:rPr lang="en">
                <a:latin typeface="Courier New"/>
                <a:ea typeface="Courier New"/>
                <a:cs typeface="Courier New"/>
                <a:sym typeface="Courier New"/>
              </a:rPr>
              <a:t>Goat</a:t>
            </a:r>
            <a:r>
              <a:rPr lang="en"/>
              <a:t> class, which had a </a:t>
            </a:r>
            <a:r>
              <a:rPr lang="en" b="1" i="1">
                <a:solidFill>
                  <a:srgbClr val="FF0000"/>
                </a:solidFill>
              </a:rPr>
              <a:t>mix </a:t>
            </a:r>
            <a:r>
              <a:rPr lang="en"/>
              <a:t>of </a:t>
            </a:r>
            <a:r>
              <a:rPr lang="en" b="1" i="1">
                <a:solidFill>
                  <a:srgbClr val="FF0000"/>
                </a:solidFill>
              </a:rPr>
              <a:t>state</a:t>
            </a:r>
            <a:r>
              <a:rPr lang="en"/>
              <a:t>, and </a:t>
            </a:r>
            <a:r>
              <a:rPr lang="en" b="1" i="1">
                <a:solidFill>
                  <a:srgbClr val="FF0000"/>
                </a:solidFill>
              </a:rPr>
              <a:t>both</a:t>
            </a:r>
            <a:r>
              <a:rPr lang="en">
                <a:solidFill>
                  <a:srgbClr val="FF0000"/>
                </a:solidFill>
              </a:rPr>
              <a:t> </a:t>
            </a:r>
            <a:r>
              <a:rPr lang="en"/>
              <a:t>concrete and abstract behavior.</a:t>
            </a:r>
            <a:endParaRPr/>
          </a:p>
          <a:p>
            <a:pPr marL="457200" lvl="0" indent="-311150" algn="l" rtl="0">
              <a:spcBef>
                <a:spcPts val="0"/>
              </a:spcBef>
              <a:spcAft>
                <a:spcPts val="0"/>
              </a:spcAft>
              <a:buSzPts val="1300"/>
              <a:buChar char="●"/>
            </a:pPr>
            <a:r>
              <a:rPr lang="en"/>
              <a:t>In Java, there is an alternative to abstract classes when there is no state and </a:t>
            </a:r>
            <a:r>
              <a:rPr lang="en" b="1" i="1">
                <a:solidFill>
                  <a:srgbClr val="FF0000"/>
                </a:solidFill>
              </a:rPr>
              <a:t>only abstract behavior</a:t>
            </a:r>
            <a:r>
              <a:rPr lang="en"/>
              <a:t>: the </a:t>
            </a:r>
            <a:r>
              <a:rPr lang="en" b="1" i="1">
                <a:solidFill>
                  <a:srgbClr val="FF0000"/>
                </a:solidFill>
              </a:rPr>
              <a:t>interface</a:t>
            </a:r>
            <a:r>
              <a:rPr lang="en"/>
              <a:t>.</a:t>
            </a:r>
            <a:endParaRPr/>
          </a:p>
        </p:txBody>
      </p:sp>
      <p:sp>
        <p:nvSpPr>
          <p:cNvPr id="1334" name="Google Shape;1334;p134"/>
          <p:cNvSpPr txBox="1"/>
          <p:nvPr/>
        </p:nvSpPr>
        <p:spPr>
          <a:xfrm>
            <a:off x="5192250" y="2017375"/>
            <a:ext cx="3706500" cy="7134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solidFill>
                  <a:srgbClr val="098658"/>
                </a:solidFill>
                <a:latin typeface="Consolas"/>
                <a:ea typeface="Consolas"/>
                <a:cs typeface="Consolas"/>
                <a:sym typeface="Consolas"/>
              </a:rPr>
              <a:t>1</a:t>
            </a:r>
            <a:r>
              <a:rPr lang="en" sz="1200">
                <a:latin typeface="Consolas"/>
                <a:ea typeface="Consolas"/>
                <a:cs typeface="Consolas"/>
                <a:sym typeface="Consolas"/>
              </a:rPr>
              <a:t>  </a:t>
            </a:r>
            <a:r>
              <a:rPr lang="en" sz="1200">
                <a:solidFill>
                  <a:srgbClr val="0000FF"/>
                </a:solidFill>
                <a:latin typeface="Consolas"/>
                <a:ea typeface="Consolas"/>
                <a:cs typeface="Consolas"/>
                <a:sym typeface="Consolas"/>
              </a:rPr>
              <a:t>public</a:t>
            </a:r>
            <a:r>
              <a:rPr lang="en" sz="1200">
                <a:latin typeface="Consolas"/>
                <a:ea typeface="Consolas"/>
                <a:cs typeface="Consolas"/>
                <a:sym typeface="Consolas"/>
              </a:rPr>
              <a:t> </a:t>
            </a:r>
            <a:r>
              <a:rPr lang="en" sz="1200">
                <a:solidFill>
                  <a:srgbClr val="0000FF"/>
                </a:solidFill>
                <a:latin typeface="Consolas"/>
                <a:ea typeface="Consolas"/>
                <a:cs typeface="Consolas"/>
                <a:sym typeface="Consolas"/>
              </a:rPr>
              <a:t>interface</a:t>
            </a:r>
            <a:r>
              <a:rPr lang="en" sz="1200">
                <a:latin typeface="Consolas"/>
                <a:ea typeface="Consolas"/>
                <a:cs typeface="Consolas"/>
                <a:sym typeface="Consolas"/>
              </a:rPr>
              <a:t> </a:t>
            </a:r>
            <a:r>
              <a:rPr lang="en" sz="1200">
                <a:solidFill>
                  <a:srgbClr val="267F99"/>
                </a:solidFill>
                <a:latin typeface="Consolas"/>
                <a:ea typeface="Consolas"/>
                <a:cs typeface="Consolas"/>
                <a:sym typeface="Consolas"/>
              </a:rPr>
              <a:t>Animal</a:t>
            </a:r>
            <a:r>
              <a:rPr lang="en" sz="1200">
                <a:latin typeface="Consolas"/>
                <a:ea typeface="Consolas"/>
                <a:cs typeface="Consolas"/>
                <a:sym typeface="Consolas"/>
              </a:rPr>
              <a:t> {</a:t>
            </a:r>
            <a:endParaRPr sz="1200">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98658"/>
                </a:solidFill>
                <a:latin typeface="Consolas"/>
                <a:ea typeface="Consolas"/>
                <a:cs typeface="Consolas"/>
                <a:sym typeface="Consolas"/>
              </a:rPr>
              <a:t>2</a:t>
            </a:r>
            <a:r>
              <a:rPr lang="en" sz="1200">
                <a:latin typeface="Consolas"/>
                <a:ea typeface="Consolas"/>
                <a:cs typeface="Consolas"/>
                <a:sym typeface="Consolas"/>
              </a:rPr>
              <a:t>     </a:t>
            </a:r>
            <a:r>
              <a:rPr lang="en" sz="1200">
                <a:solidFill>
                  <a:srgbClr val="0000FF"/>
                </a:solidFill>
                <a:latin typeface="Consolas"/>
                <a:ea typeface="Consolas"/>
                <a:cs typeface="Consolas"/>
                <a:sym typeface="Consolas"/>
              </a:rPr>
              <a:t>public</a:t>
            </a:r>
            <a:r>
              <a:rPr lang="en" sz="1200">
                <a:latin typeface="Consolas"/>
                <a:ea typeface="Consolas"/>
                <a:cs typeface="Consolas"/>
                <a:sym typeface="Consolas"/>
              </a:rPr>
              <a:t> </a:t>
            </a:r>
            <a:r>
              <a:rPr lang="en" sz="1200">
                <a:solidFill>
                  <a:srgbClr val="0000FF"/>
                </a:solidFill>
                <a:latin typeface="Consolas"/>
                <a:ea typeface="Consolas"/>
                <a:cs typeface="Consolas"/>
                <a:sym typeface="Consolas"/>
              </a:rPr>
              <a:t>abstract</a:t>
            </a:r>
            <a:r>
              <a:rPr lang="en" sz="1200">
                <a:latin typeface="Consolas"/>
                <a:ea typeface="Consolas"/>
                <a:cs typeface="Consolas"/>
                <a:sym typeface="Consolas"/>
              </a:rPr>
              <a:t> </a:t>
            </a:r>
            <a:r>
              <a:rPr lang="en" sz="1200">
                <a:solidFill>
                  <a:srgbClr val="267F99"/>
                </a:solidFill>
                <a:latin typeface="Consolas"/>
                <a:ea typeface="Consolas"/>
                <a:cs typeface="Consolas"/>
                <a:sym typeface="Consolas"/>
              </a:rPr>
              <a:t>void</a:t>
            </a:r>
            <a:r>
              <a:rPr lang="en" sz="1200">
                <a:latin typeface="Consolas"/>
                <a:ea typeface="Consolas"/>
                <a:cs typeface="Consolas"/>
                <a:sym typeface="Consolas"/>
              </a:rPr>
              <a:t> </a:t>
            </a:r>
            <a:r>
              <a:rPr lang="en" sz="1200">
                <a:solidFill>
                  <a:srgbClr val="795E26"/>
                </a:solidFill>
                <a:latin typeface="Consolas"/>
                <a:ea typeface="Consolas"/>
                <a:cs typeface="Consolas"/>
                <a:sym typeface="Consolas"/>
              </a:rPr>
              <a:t>speak</a:t>
            </a:r>
            <a:r>
              <a:rPr lang="en" sz="1200">
                <a:latin typeface="Consolas"/>
                <a:ea typeface="Consolas"/>
                <a:cs typeface="Consolas"/>
                <a:sym typeface="Consolas"/>
              </a:rPr>
              <a:t>();</a:t>
            </a:r>
            <a:endParaRPr sz="1200">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98658"/>
                </a:solidFill>
                <a:latin typeface="Consolas"/>
                <a:ea typeface="Consolas"/>
                <a:cs typeface="Consolas"/>
                <a:sym typeface="Consolas"/>
              </a:rPr>
              <a:t>3</a:t>
            </a:r>
            <a:r>
              <a:rPr lang="en" sz="1200">
                <a:latin typeface="Consolas"/>
                <a:ea typeface="Consolas"/>
                <a:cs typeface="Consolas"/>
                <a:sym typeface="Consolas"/>
              </a:rPr>
              <a:t>  }</a:t>
            </a:r>
            <a:endParaRPr sz="1200">
              <a:solidFill>
                <a:srgbClr val="999999"/>
              </a:solidFill>
              <a:latin typeface="Consolas"/>
              <a:ea typeface="Consolas"/>
              <a:cs typeface="Consolas"/>
              <a:sym typeface="Consolas"/>
            </a:endParaRPr>
          </a:p>
        </p:txBody>
      </p:sp>
      <p:sp>
        <p:nvSpPr>
          <p:cNvPr id="1335" name="Google Shape;1335;p134"/>
          <p:cNvSpPr/>
          <p:nvPr/>
        </p:nvSpPr>
        <p:spPr>
          <a:xfrm>
            <a:off x="7609325" y="1783796"/>
            <a:ext cx="439125" cy="507613"/>
          </a:xfrm>
          <a:custGeom>
            <a:avLst/>
            <a:gdLst/>
            <a:ahLst/>
            <a:cxnLst/>
            <a:rect l="l" t="t" r="r" b="b"/>
            <a:pathLst>
              <a:path w="17565" h="15075" extrusionOk="0">
                <a:moveTo>
                  <a:pt x="0" y="0"/>
                </a:moveTo>
                <a:cubicBezTo>
                  <a:pt x="2858" y="1478"/>
                  <a:pt x="15125" y="6356"/>
                  <a:pt x="17145" y="8868"/>
                </a:cubicBezTo>
                <a:cubicBezTo>
                  <a:pt x="19165" y="11381"/>
                  <a:pt x="12958" y="14041"/>
                  <a:pt x="12120" y="15075"/>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1336" name="Google Shape;1336;p134"/>
          <p:cNvSpPr txBox="1"/>
          <p:nvPr/>
        </p:nvSpPr>
        <p:spPr>
          <a:xfrm>
            <a:off x="5192250" y="3410800"/>
            <a:ext cx="3706500" cy="8091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100">
                <a:solidFill>
                  <a:srgbClr val="098658"/>
                </a:solidFill>
                <a:latin typeface="Consolas"/>
                <a:ea typeface="Consolas"/>
                <a:cs typeface="Consolas"/>
                <a:sym typeface="Consolas"/>
              </a:rPr>
              <a:t>1</a:t>
            </a:r>
            <a:r>
              <a:rPr lang="en" sz="1100">
                <a:latin typeface="Consolas"/>
                <a:ea typeface="Consolas"/>
                <a:cs typeface="Consolas"/>
                <a:sym typeface="Consolas"/>
              </a:rPr>
              <a:t> </a:t>
            </a:r>
            <a:r>
              <a:rPr lang="en" sz="1100">
                <a:solidFill>
                  <a:srgbClr val="0000FF"/>
                </a:solidFill>
                <a:latin typeface="Consolas"/>
                <a:ea typeface="Consolas"/>
                <a:cs typeface="Consolas"/>
                <a:sym typeface="Consolas"/>
              </a:rPr>
              <a:t>public</a:t>
            </a:r>
            <a:r>
              <a:rPr lang="en" sz="1100">
                <a:latin typeface="Consolas"/>
                <a:ea typeface="Consolas"/>
                <a:cs typeface="Consolas"/>
                <a:sym typeface="Consolas"/>
              </a:rPr>
              <a:t> </a:t>
            </a:r>
            <a:r>
              <a:rPr lang="en" sz="1100">
                <a:solidFill>
                  <a:srgbClr val="0000FF"/>
                </a:solidFill>
                <a:latin typeface="Consolas"/>
                <a:ea typeface="Consolas"/>
                <a:cs typeface="Consolas"/>
                <a:sym typeface="Consolas"/>
              </a:rPr>
              <a:t>class</a:t>
            </a:r>
            <a:r>
              <a:rPr lang="en" sz="1100">
                <a:latin typeface="Consolas"/>
                <a:ea typeface="Consolas"/>
                <a:cs typeface="Consolas"/>
                <a:sym typeface="Consolas"/>
              </a:rPr>
              <a:t> </a:t>
            </a:r>
            <a:r>
              <a:rPr lang="en" sz="1100">
                <a:solidFill>
                  <a:srgbClr val="267F99"/>
                </a:solidFill>
                <a:latin typeface="Consolas"/>
                <a:ea typeface="Consolas"/>
                <a:cs typeface="Consolas"/>
                <a:sym typeface="Consolas"/>
              </a:rPr>
              <a:t>Dog</a:t>
            </a:r>
            <a:r>
              <a:rPr lang="en" sz="1100">
                <a:latin typeface="Consolas"/>
                <a:ea typeface="Consolas"/>
                <a:cs typeface="Consolas"/>
                <a:sym typeface="Consolas"/>
              </a:rPr>
              <a:t> </a:t>
            </a:r>
            <a:r>
              <a:rPr lang="en" sz="1100">
                <a:solidFill>
                  <a:srgbClr val="0000FF"/>
                </a:solidFill>
                <a:latin typeface="Consolas"/>
                <a:ea typeface="Consolas"/>
                <a:cs typeface="Consolas"/>
                <a:sym typeface="Consolas"/>
              </a:rPr>
              <a:t>implements</a:t>
            </a:r>
            <a:r>
              <a:rPr lang="en" sz="1100">
                <a:latin typeface="Consolas"/>
                <a:ea typeface="Consolas"/>
                <a:cs typeface="Consolas"/>
                <a:sym typeface="Consolas"/>
              </a:rPr>
              <a:t> </a:t>
            </a:r>
            <a:r>
              <a:rPr lang="en" sz="1100">
                <a:solidFill>
                  <a:srgbClr val="267F99"/>
                </a:solidFill>
                <a:latin typeface="Consolas"/>
                <a:ea typeface="Consolas"/>
                <a:cs typeface="Consolas"/>
                <a:sym typeface="Consolas"/>
              </a:rPr>
              <a:t>Canus</a:t>
            </a:r>
            <a:r>
              <a:rPr lang="en" sz="1100">
                <a:latin typeface="Consolas"/>
                <a:ea typeface="Consolas"/>
                <a:cs typeface="Consolas"/>
                <a:sym typeface="Consolas"/>
              </a:rPr>
              <a:t>, </a:t>
            </a:r>
            <a:r>
              <a:rPr lang="en" sz="1100">
                <a:solidFill>
                  <a:srgbClr val="267F99"/>
                </a:solidFill>
                <a:latin typeface="Consolas"/>
                <a:ea typeface="Consolas"/>
                <a:cs typeface="Consolas"/>
                <a:sym typeface="Consolas"/>
              </a:rPr>
              <a:t>Animal</a:t>
            </a:r>
            <a:r>
              <a:rPr lang="en" sz="1100">
                <a:latin typeface="Consolas"/>
                <a:ea typeface="Consolas"/>
                <a:cs typeface="Consolas"/>
                <a:sym typeface="Consolas"/>
              </a:rPr>
              <a:t> {</a:t>
            </a:r>
            <a:endParaRPr sz="1100">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98658"/>
                </a:solidFill>
                <a:latin typeface="Consolas"/>
                <a:ea typeface="Consolas"/>
                <a:cs typeface="Consolas"/>
                <a:sym typeface="Consolas"/>
              </a:rPr>
              <a:t>2</a:t>
            </a:r>
            <a:r>
              <a:rPr lang="en" sz="1100">
                <a:latin typeface="Consolas"/>
                <a:ea typeface="Consolas"/>
                <a:cs typeface="Consolas"/>
                <a:sym typeface="Consolas"/>
              </a:rPr>
              <a:t>    </a:t>
            </a:r>
            <a:r>
              <a:rPr lang="en" sz="1100">
                <a:solidFill>
                  <a:srgbClr val="0000FF"/>
                </a:solidFill>
                <a:latin typeface="Consolas"/>
                <a:ea typeface="Consolas"/>
                <a:cs typeface="Consolas"/>
                <a:sym typeface="Consolas"/>
              </a:rPr>
              <a:t>public</a:t>
            </a:r>
            <a:r>
              <a:rPr lang="en" sz="1100">
                <a:latin typeface="Consolas"/>
                <a:ea typeface="Consolas"/>
                <a:cs typeface="Consolas"/>
                <a:sym typeface="Consolas"/>
              </a:rPr>
              <a:t> </a:t>
            </a:r>
            <a:r>
              <a:rPr lang="en" sz="1100">
                <a:solidFill>
                  <a:srgbClr val="267F99"/>
                </a:solidFill>
                <a:latin typeface="Consolas"/>
                <a:ea typeface="Consolas"/>
                <a:cs typeface="Consolas"/>
                <a:sym typeface="Consolas"/>
              </a:rPr>
              <a:t>void</a:t>
            </a:r>
            <a:r>
              <a:rPr lang="en" sz="1100">
                <a:latin typeface="Consolas"/>
                <a:ea typeface="Consolas"/>
                <a:cs typeface="Consolas"/>
                <a:sym typeface="Consolas"/>
              </a:rPr>
              <a:t> </a:t>
            </a:r>
            <a:r>
              <a:rPr lang="en" sz="1100">
                <a:solidFill>
                  <a:srgbClr val="795E26"/>
                </a:solidFill>
                <a:latin typeface="Consolas"/>
                <a:ea typeface="Consolas"/>
                <a:cs typeface="Consolas"/>
                <a:sym typeface="Consolas"/>
              </a:rPr>
              <a:t>speak</a:t>
            </a:r>
            <a:r>
              <a:rPr lang="en" sz="1100">
                <a:latin typeface="Consolas"/>
                <a:ea typeface="Consolas"/>
                <a:cs typeface="Consolas"/>
                <a:sym typeface="Consolas"/>
              </a:rPr>
              <a:t>() { ... }</a:t>
            </a:r>
            <a:endParaRPr sz="1100">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98658"/>
                </a:solidFill>
                <a:latin typeface="Consolas"/>
                <a:ea typeface="Consolas"/>
                <a:cs typeface="Consolas"/>
                <a:sym typeface="Consolas"/>
              </a:rPr>
              <a:t>3</a:t>
            </a:r>
            <a:r>
              <a:rPr lang="en" sz="1100">
                <a:latin typeface="Consolas"/>
                <a:ea typeface="Consolas"/>
                <a:cs typeface="Consolas"/>
                <a:sym typeface="Consolas"/>
              </a:rPr>
              <a:t>    </a:t>
            </a:r>
            <a:r>
              <a:rPr lang="en" sz="1100">
                <a:solidFill>
                  <a:srgbClr val="0000FF"/>
                </a:solidFill>
                <a:latin typeface="Consolas"/>
                <a:ea typeface="Consolas"/>
                <a:cs typeface="Consolas"/>
                <a:sym typeface="Consolas"/>
              </a:rPr>
              <a:t>public</a:t>
            </a:r>
            <a:r>
              <a:rPr lang="en" sz="1100">
                <a:latin typeface="Consolas"/>
                <a:ea typeface="Consolas"/>
                <a:cs typeface="Consolas"/>
                <a:sym typeface="Consolas"/>
              </a:rPr>
              <a:t> </a:t>
            </a:r>
            <a:r>
              <a:rPr lang="en" sz="1100">
                <a:solidFill>
                  <a:srgbClr val="267F99"/>
                </a:solidFill>
                <a:latin typeface="Consolas"/>
                <a:ea typeface="Consolas"/>
                <a:cs typeface="Consolas"/>
                <a:sym typeface="Consolas"/>
              </a:rPr>
              <a:t>void</a:t>
            </a:r>
            <a:r>
              <a:rPr lang="en" sz="1100">
                <a:latin typeface="Consolas"/>
                <a:ea typeface="Consolas"/>
                <a:cs typeface="Consolas"/>
                <a:sym typeface="Consolas"/>
              </a:rPr>
              <a:t> </a:t>
            </a:r>
            <a:r>
              <a:rPr lang="en" sz="1100">
                <a:solidFill>
                  <a:srgbClr val="795E26"/>
                </a:solidFill>
                <a:latin typeface="Consolas"/>
                <a:ea typeface="Consolas"/>
                <a:cs typeface="Consolas"/>
                <a:sym typeface="Consolas"/>
              </a:rPr>
              <a:t>buryBone</a:t>
            </a:r>
            <a:r>
              <a:rPr lang="en" sz="1100">
                <a:latin typeface="Consolas"/>
                <a:ea typeface="Consolas"/>
                <a:cs typeface="Consolas"/>
                <a:sym typeface="Consolas"/>
              </a:rPr>
              <a:t>() { ... }</a:t>
            </a:r>
            <a:endParaRPr sz="1100">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98658"/>
                </a:solidFill>
                <a:latin typeface="Consolas"/>
                <a:ea typeface="Consolas"/>
                <a:cs typeface="Consolas"/>
                <a:sym typeface="Consolas"/>
              </a:rPr>
              <a:t>4</a:t>
            </a:r>
            <a:r>
              <a:rPr lang="en" sz="1100">
                <a:latin typeface="Consolas"/>
                <a:ea typeface="Consolas"/>
                <a:cs typeface="Consolas"/>
                <a:sym typeface="Consolas"/>
              </a:rPr>
              <a:t> }</a:t>
            </a:r>
            <a:endParaRPr sz="1100">
              <a:solidFill>
                <a:srgbClr val="999999"/>
              </a:solidFill>
              <a:latin typeface="Consolas"/>
              <a:ea typeface="Consolas"/>
              <a:cs typeface="Consolas"/>
              <a:sym typeface="Consolas"/>
            </a:endParaRPr>
          </a:p>
        </p:txBody>
      </p:sp>
      <p:sp>
        <p:nvSpPr>
          <p:cNvPr id="1337" name="Google Shape;1337;p134"/>
          <p:cNvSpPr/>
          <p:nvPr/>
        </p:nvSpPr>
        <p:spPr>
          <a:xfrm>
            <a:off x="7124050" y="3178230"/>
            <a:ext cx="284475" cy="347325"/>
          </a:xfrm>
          <a:custGeom>
            <a:avLst/>
            <a:gdLst/>
            <a:ahLst/>
            <a:cxnLst/>
            <a:rect l="l" t="t" r="r" b="b"/>
            <a:pathLst>
              <a:path w="11379" h="13893" extrusionOk="0">
                <a:moveTo>
                  <a:pt x="0" y="0"/>
                </a:moveTo>
                <a:cubicBezTo>
                  <a:pt x="1872" y="739"/>
                  <a:pt x="10248" y="2119"/>
                  <a:pt x="11233" y="4434"/>
                </a:cubicBezTo>
                <a:cubicBezTo>
                  <a:pt x="12218" y="6750"/>
                  <a:pt x="6799" y="12317"/>
                  <a:pt x="5912" y="13893"/>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1338" name="Google Shape;1338;p134"/>
          <p:cNvSpPr/>
          <p:nvPr/>
        </p:nvSpPr>
        <p:spPr>
          <a:xfrm>
            <a:off x="7597000" y="3259035"/>
            <a:ext cx="301150" cy="273425"/>
          </a:xfrm>
          <a:custGeom>
            <a:avLst/>
            <a:gdLst/>
            <a:ahLst/>
            <a:cxnLst/>
            <a:rect l="l" t="t" r="r" b="b"/>
            <a:pathLst>
              <a:path w="12046" h="10937" extrusionOk="0">
                <a:moveTo>
                  <a:pt x="0" y="0"/>
                </a:moveTo>
                <a:cubicBezTo>
                  <a:pt x="1922" y="690"/>
                  <a:pt x="9903" y="2315"/>
                  <a:pt x="11529" y="4138"/>
                </a:cubicBezTo>
                <a:cubicBezTo>
                  <a:pt x="13155" y="5961"/>
                  <a:pt x="10051" y="9804"/>
                  <a:pt x="9755" y="10937"/>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1339" name="Google Shape;1339;p134"/>
          <p:cNvSpPr/>
          <p:nvPr/>
        </p:nvSpPr>
        <p:spPr>
          <a:xfrm>
            <a:off x="7648750" y="3259035"/>
            <a:ext cx="802500" cy="273423"/>
          </a:xfrm>
          <a:custGeom>
            <a:avLst/>
            <a:gdLst/>
            <a:ahLst/>
            <a:cxnLst/>
            <a:rect l="l" t="t" r="r" b="b"/>
            <a:pathLst>
              <a:path w="32100" h="13302" extrusionOk="0">
                <a:moveTo>
                  <a:pt x="0" y="0"/>
                </a:moveTo>
                <a:cubicBezTo>
                  <a:pt x="4877" y="788"/>
                  <a:pt x="24091" y="2513"/>
                  <a:pt x="29264" y="4730"/>
                </a:cubicBezTo>
                <a:cubicBezTo>
                  <a:pt x="34437" y="6947"/>
                  <a:pt x="30742" y="11873"/>
                  <a:pt x="31038" y="13302"/>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1340" name="Google Shape;1340;p134"/>
          <p:cNvSpPr txBox="1">
            <a:spLocks noGrp="1"/>
          </p:cNvSpPr>
          <p:nvPr>
            <p:ph type="body" idx="3"/>
          </p:nvPr>
        </p:nvSpPr>
        <p:spPr>
          <a:xfrm>
            <a:off x="5192250" y="2807863"/>
            <a:ext cx="3706500" cy="5076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A class may only extend </a:t>
            </a:r>
            <a:r>
              <a:rPr lang="en" sz="1200" b="1" i="1">
                <a:solidFill>
                  <a:srgbClr val="FF0000"/>
                </a:solidFill>
              </a:rPr>
              <a:t>one</a:t>
            </a:r>
            <a:r>
              <a:rPr lang="en" sz="1200">
                <a:solidFill>
                  <a:srgbClr val="FF0000"/>
                </a:solidFill>
              </a:rPr>
              <a:t> </a:t>
            </a:r>
            <a:r>
              <a:rPr lang="en" sz="1200"/>
              <a:t>class, but may </a:t>
            </a:r>
            <a:r>
              <a:rPr lang="en" sz="1200" b="1" i="1">
                <a:solidFill>
                  <a:srgbClr val="FF0000"/>
                </a:solidFill>
              </a:rPr>
              <a:t>implement</a:t>
            </a:r>
            <a:r>
              <a:rPr lang="en" sz="1200">
                <a:solidFill>
                  <a:srgbClr val="FF0000"/>
                </a:solidFill>
              </a:rPr>
              <a:t> </a:t>
            </a:r>
            <a:r>
              <a:rPr lang="en" sz="1200"/>
              <a:t>many interfaces.</a:t>
            </a:r>
            <a:endParaRPr sz="1200"/>
          </a:p>
        </p:txBody>
      </p:sp>
      <p:sp>
        <p:nvSpPr>
          <p:cNvPr id="1341" name="Google Shape;1341;p134"/>
          <p:cNvSpPr txBox="1">
            <a:spLocks noGrp="1"/>
          </p:cNvSpPr>
          <p:nvPr>
            <p:ph type="body" idx="3"/>
          </p:nvPr>
        </p:nvSpPr>
        <p:spPr>
          <a:xfrm>
            <a:off x="5192250" y="1425445"/>
            <a:ext cx="3706500" cy="5076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A Java </a:t>
            </a:r>
            <a:r>
              <a:rPr lang="en" sz="1200" b="1" i="1">
                <a:solidFill>
                  <a:srgbClr val="FF0000"/>
                </a:solidFill>
              </a:rPr>
              <a:t>interface</a:t>
            </a:r>
            <a:r>
              <a:rPr lang="en" sz="1200"/>
              <a:t> is very much like an abstract class that </a:t>
            </a:r>
            <a:r>
              <a:rPr lang="en" sz="1200" b="1" i="1">
                <a:solidFill>
                  <a:srgbClr val="FF0000"/>
                </a:solidFill>
              </a:rPr>
              <a:t>only</a:t>
            </a:r>
            <a:r>
              <a:rPr lang="en" sz="1200">
                <a:solidFill>
                  <a:srgbClr val="FF0000"/>
                </a:solidFill>
              </a:rPr>
              <a:t> </a:t>
            </a:r>
            <a:r>
              <a:rPr lang="en" sz="1200"/>
              <a:t>has abstract methods.</a:t>
            </a:r>
            <a:endParaRPr sz="1200"/>
          </a:p>
        </p:txBody>
      </p:sp>
      <p:sp>
        <p:nvSpPr>
          <p:cNvPr id="1342" name="Google Shape;1342;p134"/>
          <p:cNvSpPr/>
          <p:nvPr/>
        </p:nvSpPr>
        <p:spPr>
          <a:xfrm>
            <a:off x="4898100" y="931145"/>
            <a:ext cx="1220875" cy="1285875"/>
          </a:xfrm>
          <a:custGeom>
            <a:avLst/>
            <a:gdLst/>
            <a:ahLst/>
            <a:cxnLst/>
            <a:rect l="l" t="t" r="r" b="b"/>
            <a:pathLst>
              <a:path w="48835" h="51435" extrusionOk="0">
                <a:moveTo>
                  <a:pt x="14545" y="0"/>
                </a:moveTo>
                <a:cubicBezTo>
                  <a:pt x="12328" y="6602"/>
                  <a:pt x="-4472" y="31039"/>
                  <a:pt x="1243" y="39611"/>
                </a:cubicBezTo>
                <a:cubicBezTo>
                  <a:pt x="6958" y="48184"/>
                  <a:pt x="40903" y="49464"/>
                  <a:pt x="48835" y="51435"/>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1343" name="Google Shape;1343;p134"/>
          <p:cNvSpPr txBox="1">
            <a:spLocks noGrp="1"/>
          </p:cNvSpPr>
          <p:nvPr>
            <p:ph type="body" idx="3"/>
          </p:nvPr>
        </p:nvSpPr>
        <p:spPr>
          <a:xfrm>
            <a:off x="5192250" y="722141"/>
            <a:ext cx="3706500" cy="6381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Like a class, an interface is declared in a </a:t>
            </a:r>
            <a:r>
              <a:rPr lang="en" sz="1200">
                <a:latin typeface="Courier New"/>
                <a:ea typeface="Courier New"/>
                <a:cs typeface="Courier New"/>
                <a:sym typeface="Courier New"/>
              </a:rPr>
              <a:t>.java</a:t>
            </a:r>
            <a:r>
              <a:rPr lang="en" sz="1200"/>
              <a:t> file with the same name, but uses the </a:t>
            </a:r>
            <a:r>
              <a:rPr lang="en" sz="1200">
                <a:solidFill>
                  <a:srgbClr val="FF0000"/>
                </a:solidFill>
                <a:latin typeface="Courier New"/>
                <a:ea typeface="Courier New"/>
                <a:cs typeface="Courier New"/>
                <a:sym typeface="Courier New"/>
              </a:rPr>
              <a:t>interface</a:t>
            </a:r>
            <a:r>
              <a:rPr lang="en" sz="1200">
                <a:solidFill>
                  <a:srgbClr val="FF0000"/>
                </a:solidFill>
              </a:rPr>
              <a:t> </a:t>
            </a:r>
            <a:r>
              <a:rPr lang="en" sz="1200" b="1" i="1">
                <a:solidFill>
                  <a:srgbClr val="FF0000"/>
                </a:solidFill>
              </a:rPr>
              <a:t>keyword </a:t>
            </a:r>
            <a:r>
              <a:rPr lang="en" sz="1200"/>
              <a:t>(rather than </a:t>
            </a:r>
            <a:r>
              <a:rPr lang="en" sz="1200">
                <a:latin typeface="Courier New"/>
                <a:ea typeface="Courier New"/>
                <a:cs typeface="Courier New"/>
                <a:sym typeface="Courier New"/>
              </a:rPr>
              <a:t>class</a:t>
            </a:r>
            <a:r>
              <a:rPr lang="en" sz="1200"/>
              <a:t>).</a:t>
            </a:r>
            <a:endParaRPr sz="1200"/>
          </a:p>
        </p:txBody>
      </p:sp>
      <p:sp>
        <p:nvSpPr>
          <p:cNvPr id="1344" name="Google Shape;1344;p134"/>
          <p:cNvSpPr/>
          <p:nvPr/>
        </p:nvSpPr>
        <p:spPr>
          <a:xfrm>
            <a:off x="8025625" y="3946300"/>
            <a:ext cx="447125" cy="480350"/>
          </a:xfrm>
          <a:custGeom>
            <a:avLst/>
            <a:gdLst/>
            <a:ahLst/>
            <a:cxnLst/>
            <a:rect l="l" t="t" r="r" b="b"/>
            <a:pathLst>
              <a:path w="17885" h="19214" extrusionOk="0">
                <a:moveTo>
                  <a:pt x="7095" y="19214"/>
                </a:moveTo>
                <a:cubicBezTo>
                  <a:pt x="8869" y="16899"/>
                  <a:pt x="18920" y="8523"/>
                  <a:pt x="17737" y="5321"/>
                </a:cubicBezTo>
                <a:cubicBezTo>
                  <a:pt x="16555" y="2119"/>
                  <a:pt x="2956" y="887"/>
                  <a:pt x="0"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1345" name="Google Shape;1345;p134"/>
          <p:cNvSpPr/>
          <p:nvPr/>
        </p:nvSpPr>
        <p:spPr>
          <a:xfrm>
            <a:off x="7796550" y="3724600"/>
            <a:ext cx="1001975" cy="687275"/>
          </a:xfrm>
          <a:custGeom>
            <a:avLst/>
            <a:gdLst/>
            <a:ahLst/>
            <a:cxnLst/>
            <a:rect l="l" t="t" r="r" b="b"/>
            <a:pathLst>
              <a:path w="40079" h="27491" extrusionOk="0">
                <a:moveTo>
                  <a:pt x="21283" y="27491"/>
                </a:moveTo>
                <a:cubicBezTo>
                  <a:pt x="24338" y="24289"/>
                  <a:pt x="43157" y="12859"/>
                  <a:pt x="39610" y="8277"/>
                </a:cubicBezTo>
                <a:cubicBezTo>
                  <a:pt x="36063" y="3695"/>
                  <a:pt x="6602" y="1380"/>
                  <a:pt x="0"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1346" name="Google Shape;1346;p134"/>
          <p:cNvSpPr txBox="1">
            <a:spLocks noGrp="1"/>
          </p:cNvSpPr>
          <p:nvPr>
            <p:ph type="body" idx="3"/>
          </p:nvPr>
        </p:nvSpPr>
        <p:spPr>
          <a:xfrm>
            <a:off x="5192250" y="4315213"/>
            <a:ext cx="3706500" cy="5076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The class </a:t>
            </a:r>
            <a:r>
              <a:rPr lang="en" sz="1200" b="1" i="1">
                <a:solidFill>
                  <a:srgbClr val="FF0000"/>
                </a:solidFill>
              </a:rPr>
              <a:t>must</a:t>
            </a:r>
            <a:r>
              <a:rPr lang="en" sz="1200">
                <a:solidFill>
                  <a:srgbClr val="FF0000"/>
                </a:solidFill>
              </a:rPr>
              <a:t> </a:t>
            </a:r>
            <a:r>
              <a:rPr lang="en" sz="1200"/>
              <a:t>implement </a:t>
            </a:r>
            <a:r>
              <a:rPr lang="en" sz="1200" b="1" i="1">
                <a:solidFill>
                  <a:srgbClr val="FF0000"/>
                </a:solidFill>
              </a:rPr>
              <a:t>all</a:t>
            </a:r>
            <a:r>
              <a:rPr lang="en" sz="1200">
                <a:solidFill>
                  <a:srgbClr val="FF0000"/>
                </a:solidFill>
              </a:rPr>
              <a:t> </a:t>
            </a:r>
            <a:r>
              <a:rPr lang="en" sz="1200"/>
              <a:t>of the abstract methods in </a:t>
            </a:r>
            <a:r>
              <a:rPr lang="en" sz="1200" b="1" i="1">
                <a:solidFill>
                  <a:srgbClr val="FF0000"/>
                </a:solidFill>
              </a:rPr>
              <a:t>all</a:t>
            </a:r>
            <a:r>
              <a:rPr lang="en" sz="1200">
                <a:solidFill>
                  <a:srgbClr val="FF0000"/>
                </a:solidFill>
              </a:rPr>
              <a:t> </a:t>
            </a:r>
            <a:r>
              <a:rPr lang="en" sz="1200"/>
              <a:t>of the interfaces that it implements.</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43"/>
                                        </p:tgtEl>
                                        <p:attrNameLst>
                                          <p:attrName>style.visibility</p:attrName>
                                        </p:attrNameLst>
                                      </p:cBhvr>
                                      <p:to>
                                        <p:strVal val="visible"/>
                                      </p:to>
                                    </p:set>
                                    <p:animEffect transition="in" filter="fade">
                                      <p:cBhvr>
                                        <p:cTn id="7" dur="1000"/>
                                        <p:tgtEl>
                                          <p:spTgt spid="1343"/>
                                        </p:tgtEl>
                                      </p:cBhvr>
                                    </p:animEffect>
                                  </p:childTnLst>
                                </p:cTn>
                              </p:par>
                              <p:par>
                                <p:cTn id="8" presetID="10" presetClass="entr" presetSubtype="0" fill="hold" nodeType="withEffect">
                                  <p:stCondLst>
                                    <p:cond delay="0"/>
                                  </p:stCondLst>
                                  <p:childTnLst>
                                    <p:set>
                                      <p:cBhvr>
                                        <p:cTn id="9" dur="1" fill="hold">
                                          <p:stCondLst>
                                            <p:cond delay="0"/>
                                          </p:stCondLst>
                                        </p:cTn>
                                        <p:tgtEl>
                                          <p:spTgt spid="1334"/>
                                        </p:tgtEl>
                                        <p:attrNameLst>
                                          <p:attrName>style.visibility</p:attrName>
                                        </p:attrNameLst>
                                      </p:cBhvr>
                                      <p:to>
                                        <p:strVal val="visible"/>
                                      </p:to>
                                    </p:set>
                                    <p:animEffect transition="in" filter="fade">
                                      <p:cBhvr>
                                        <p:cTn id="10" dur="1000"/>
                                        <p:tgtEl>
                                          <p:spTgt spid="1334"/>
                                        </p:tgtEl>
                                      </p:cBhvr>
                                    </p:animEffect>
                                  </p:childTnLst>
                                </p:cTn>
                              </p:par>
                            </p:childTnLst>
                          </p:cTn>
                        </p:par>
                        <p:par>
                          <p:cTn id="11" fill="hold">
                            <p:stCondLst>
                              <p:cond delay="1000"/>
                            </p:stCondLst>
                            <p:childTnLst>
                              <p:par>
                                <p:cTn id="12" presetID="10" presetClass="entr" presetSubtype="0" fill="hold" nodeType="afterEffect">
                                  <p:stCondLst>
                                    <p:cond delay="0"/>
                                  </p:stCondLst>
                                  <p:childTnLst>
                                    <p:set>
                                      <p:cBhvr>
                                        <p:cTn id="13" dur="1" fill="hold">
                                          <p:stCondLst>
                                            <p:cond delay="0"/>
                                          </p:stCondLst>
                                        </p:cTn>
                                        <p:tgtEl>
                                          <p:spTgt spid="1342"/>
                                        </p:tgtEl>
                                        <p:attrNameLst>
                                          <p:attrName>style.visibility</p:attrName>
                                        </p:attrNameLst>
                                      </p:cBhvr>
                                      <p:to>
                                        <p:strVal val="visible"/>
                                      </p:to>
                                    </p:set>
                                    <p:animEffect transition="in" filter="fade">
                                      <p:cBhvr>
                                        <p:cTn id="14" dur="1000"/>
                                        <p:tgtEl>
                                          <p:spTgt spid="1342"/>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341"/>
                                        </p:tgtEl>
                                        <p:attrNameLst>
                                          <p:attrName>style.visibility</p:attrName>
                                        </p:attrNameLst>
                                      </p:cBhvr>
                                      <p:to>
                                        <p:strVal val="visible"/>
                                      </p:to>
                                    </p:set>
                                    <p:animEffect transition="in" filter="fade">
                                      <p:cBhvr>
                                        <p:cTn id="19" dur="1000"/>
                                        <p:tgtEl>
                                          <p:spTgt spid="1341"/>
                                        </p:tgtEl>
                                      </p:cBhvr>
                                    </p:animEffect>
                                  </p:childTnLst>
                                </p:cTn>
                              </p:par>
                            </p:childTnLst>
                          </p:cTn>
                        </p:par>
                        <p:par>
                          <p:cTn id="20" fill="hold">
                            <p:stCondLst>
                              <p:cond delay="1000"/>
                            </p:stCondLst>
                            <p:childTnLst>
                              <p:par>
                                <p:cTn id="21" presetID="10" presetClass="entr" presetSubtype="0" fill="hold" nodeType="afterEffect">
                                  <p:stCondLst>
                                    <p:cond delay="0"/>
                                  </p:stCondLst>
                                  <p:childTnLst>
                                    <p:set>
                                      <p:cBhvr>
                                        <p:cTn id="22" dur="1" fill="hold">
                                          <p:stCondLst>
                                            <p:cond delay="0"/>
                                          </p:stCondLst>
                                        </p:cTn>
                                        <p:tgtEl>
                                          <p:spTgt spid="1335"/>
                                        </p:tgtEl>
                                        <p:attrNameLst>
                                          <p:attrName>style.visibility</p:attrName>
                                        </p:attrNameLst>
                                      </p:cBhvr>
                                      <p:to>
                                        <p:strVal val="visible"/>
                                      </p:to>
                                    </p:set>
                                    <p:animEffect transition="in" filter="fade">
                                      <p:cBhvr>
                                        <p:cTn id="23" dur="1000"/>
                                        <p:tgtEl>
                                          <p:spTgt spid="133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340"/>
                                        </p:tgtEl>
                                        <p:attrNameLst>
                                          <p:attrName>style.visibility</p:attrName>
                                        </p:attrNameLst>
                                      </p:cBhvr>
                                      <p:to>
                                        <p:strVal val="visible"/>
                                      </p:to>
                                    </p:set>
                                    <p:animEffect transition="in" filter="fade">
                                      <p:cBhvr>
                                        <p:cTn id="28" dur="1000"/>
                                        <p:tgtEl>
                                          <p:spTgt spid="1340"/>
                                        </p:tgtEl>
                                      </p:cBhvr>
                                    </p:animEffect>
                                  </p:childTnLst>
                                </p:cTn>
                              </p:par>
                              <p:par>
                                <p:cTn id="29" presetID="10" presetClass="entr" presetSubtype="0" fill="hold" nodeType="withEffect">
                                  <p:stCondLst>
                                    <p:cond delay="0"/>
                                  </p:stCondLst>
                                  <p:childTnLst>
                                    <p:set>
                                      <p:cBhvr>
                                        <p:cTn id="30" dur="1" fill="hold">
                                          <p:stCondLst>
                                            <p:cond delay="0"/>
                                          </p:stCondLst>
                                        </p:cTn>
                                        <p:tgtEl>
                                          <p:spTgt spid="1336"/>
                                        </p:tgtEl>
                                        <p:attrNameLst>
                                          <p:attrName>style.visibility</p:attrName>
                                        </p:attrNameLst>
                                      </p:cBhvr>
                                      <p:to>
                                        <p:strVal val="visible"/>
                                      </p:to>
                                    </p:set>
                                    <p:animEffect transition="in" filter="fade">
                                      <p:cBhvr>
                                        <p:cTn id="31" dur="1000"/>
                                        <p:tgtEl>
                                          <p:spTgt spid="1336"/>
                                        </p:tgtEl>
                                      </p:cBhvr>
                                    </p:animEffect>
                                  </p:childTnLst>
                                </p:cTn>
                              </p:par>
                            </p:childTnLst>
                          </p:cTn>
                        </p:par>
                        <p:par>
                          <p:cTn id="32" fill="hold">
                            <p:stCondLst>
                              <p:cond delay="1000"/>
                            </p:stCondLst>
                            <p:childTnLst>
                              <p:par>
                                <p:cTn id="33" presetID="10" presetClass="entr" presetSubtype="0" fill="hold" nodeType="afterEffect">
                                  <p:stCondLst>
                                    <p:cond delay="0"/>
                                  </p:stCondLst>
                                  <p:childTnLst>
                                    <p:set>
                                      <p:cBhvr>
                                        <p:cTn id="34" dur="1" fill="hold">
                                          <p:stCondLst>
                                            <p:cond delay="0"/>
                                          </p:stCondLst>
                                        </p:cTn>
                                        <p:tgtEl>
                                          <p:spTgt spid="1337"/>
                                        </p:tgtEl>
                                        <p:attrNameLst>
                                          <p:attrName>style.visibility</p:attrName>
                                        </p:attrNameLst>
                                      </p:cBhvr>
                                      <p:to>
                                        <p:strVal val="visible"/>
                                      </p:to>
                                    </p:set>
                                    <p:animEffect transition="in" filter="fade">
                                      <p:cBhvr>
                                        <p:cTn id="35" dur="1100"/>
                                        <p:tgtEl>
                                          <p:spTgt spid="1337"/>
                                        </p:tgtEl>
                                      </p:cBhvr>
                                    </p:animEffect>
                                  </p:childTnLst>
                                </p:cTn>
                              </p:par>
                            </p:childTnLst>
                          </p:cTn>
                        </p:par>
                        <p:par>
                          <p:cTn id="36" fill="hold">
                            <p:stCondLst>
                              <p:cond delay="2100"/>
                            </p:stCondLst>
                            <p:childTnLst>
                              <p:par>
                                <p:cTn id="37" presetID="10" presetClass="entr" presetSubtype="0" fill="hold" nodeType="afterEffect">
                                  <p:stCondLst>
                                    <p:cond delay="0"/>
                                  </p:stCondLst>
                                  <p:childTnLst>
                                    <p:set>
                                      <p:cBhvr>
                                        <p:cTn id="38" dur="1" fill="hold">
                                          <p:stCondLst>
                                            <p:cond delay="0"/>
                                          </p:stCondLst>
                                        </p:cTn>
                                        <p:tgtEl>
                                          <p:spTgt spid="1338"/>
                                        </p:tgtEl>
                                        <p:attrNameLst>
                                          <p:attrName>style.visibility</p:attrName>
                                        </p:attrNameLst>
                                      </p:cBhvr>
                                      <p:to>
                                        <p:strVal val="visible"/>
                                      </p:to>
                                    </p:set>
                                    <p:animEffect transition="in" filter="fade">
                                      <p:cBhvr>
                                        <p:cTn id="39" dur="1000"/>
                                        <p:tgtEl>
                                          <p:spTgt spid="1338"/>
                                        </p:tgtEl>
                                      </p:cBhvr>
                                    </p:animEffect>
                                  </p:childTnLst>
                                </p:cTn>
                              </p:par>
                              <p:par>
                                <p:cTn id="40" presetID="10" presetClass="entr" presetSubtype="0" fill="hold" nodeType="withEffect">
                                  <p:stCondLst>
                                    <p:cond delay="0"/>
                                  </p:stCondLst>
                                  <p:childTnLst>
                                    <p:set>
                                      <p:cBhvr>
                                        <p:cTn id="41" dur="1" fill="hold">
                                          <p:stCondLst>
                                            <p:cond delay="0"/>
                                          </p:stCondLst>
                                        </p:cTn>
                                        <p:tgtEl>
                                          <p:spTgt spid="1339"/>
                                        </p:tgtEl>
                                        <p:attrNameLst>
                                          <p:attrName>style.visibility</p:attrName>
                                        </p:attrNameLst>
                                      </p:cBhvr>
                                      <p:to>
                                        <p:strVal val="visible"/>
                                      </p:to>
                                    </p:set>
                                    <p:animEffect transition="in" filter="fade">
                                      <p:cBhvr>
                                        <p:cTn id="42" dur="1000"/>
                                        <p:tgtEl>
                                          <p:spTgt spid="133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346"/>
                                        </p:tgtEl>
                                        <p:attrNameLst>
                                          <p:attrName>style.visibility</p:attrName>
                                        </p:attrNameLst>
                                      </p:cBhvr>
                                      <p:to>
                                        <p:strVal val="visible"/>
                                      </p:to>
                                    </p:set>
                                    <p:animEffect transition="in" filter="fade">
                                      <p:cBhvr>
                                        <p:cTn id="47" dur="1000"/>
                                        <p:tgtEl>
                                          <p:spTgt spid="1346"/>
                                        </p:tgtEl>
                                      </p:cBhvr>
                                    </p:animEffect>
                                  </p:childTnLst>
                                </p:cTn>
                              </p:par>
                            </p:childTnLst>
                          </p:cTn>
                        </p:par>
                        <p:par>
                          <p:cTn id="48" fill="hold">
                            <p:stCondLst>
                              <p:cond delay="1000"/>
                            </p:stCondLst>
                            <p:childTnLst>
                              <p:par>
                                <p:cTn id="49" presetID="10" presetClass="entr" presetSubtype="0" fill="hold" nodeType="afterEffect">
                                  <p:stCondLst>
                                    <p:cond delay="0"/>
                                  </p:stCondLst>
                                  <p:childTnLst>
                                    <p:set>
                                      <p:cBhvr>
                                        <p:cTn id="50" dur="1" fill="hold">
                                          <p:stCondLst>
                                            <p:cond delay="0"/>
                                          </p:stCondLst>
                                        </p:cTn>
                                        <p:tgtEl>
                                          <p:spTgt spid="1345"/>
                                        </p:tgtEl>
                                        <p:attrNameLst>
                                          <p:attrName>style.visibility</p:attrName>
                                        </p:attrNameLst>
                                      </p:cBhvr>
                                      <p:to>
                                        <p:strVal val="visible"/>
                                      </p:to>
                                    </p:set>
                                    <p:animEffect transition="in" filter="fade">
                                      <p:cBhvr>
                                        <p:cTn id="51" dur="1000"/>
                                        <p:tgtEl>
                                          <p:spTgt spid="1345"/>
                                        </p:tgtEl>
                                      </p:cBhvr>
                                    </p:animEffect>
                                  </p:childTnLst>
                                </p:cTn>
                              </p:par>
                            </p:childTnLst>
                          </p:cTn>
                        </p:par>
                        <p:par>
                          <p:cTn id="52" fill="hold">
                            <p:stCondLst>
                              <p:cond delay="2000"/>
                            </p:stCondLst>
                            <p:childTnLst>
                              <p:par>
                                <p:cTn id="53" presetID="10" presetClass="entr" presetSubtype="0" fill="hold" nodeType="afterEffect">
                                  <p:stCondLst>
                                    <p:cond delay="0"/>
                                  </p:stCondLst>
                                  <p:childTnLst>
                                    <p:set>
                                      <p:cBhvr>
                                        <p:cTn id="54" dur="1" fill="hold">
                                          <p:stCondLst>
                                            <p:cond delay="0"/>
                                          </p:stCondLst>
                                        </p:cTn>
                                        <p:tgtEl>
                                          <p:spTgt spid="1344"/>
                                        </p:tgtEl>
                                        <p:attrNameLst>
                                          <p:attrName>style.visibility</p:attrName>
                                        </p:attrNameLst>
                                      </p:cBhvr>
                                      <p:to>
                                        <p:strVal val="visible"/>
                                      </p:to>
                                    </p:set>
                                    <p:animEffect transition="in" filter="fade">
                                      <p:cBhvr>
                                        <p:cTn id="55" dur="1000"/>
                                        <p:tgtEl>
                                          <p:spTgt spid="13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350"/>
        <p:cNvGrpSpPr/>
        <p:nvPr/>
      </p:nvGrpSpPr>
      <p:grpSpPr>
        <a:xfrm>
          <a:off x="0" y="0"/>
          <a:ext cx="0" cy="0"/>
          <a:chOff x="0" y="0"/>
          <a:chExt cx="0" cy="0"/>
        </a:xfrm>
      </p:grpSpPr>
      <p:sp>
        <p:nvSpPr>
          <p:cNvPr id="1351" name="Google Shape;1351;p13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57</a:t>
            </a:fld>
            <a:endParaRPr/>
          </a:p>
        </p:txBody>
      </p:sp>
      <p:sp>
        <p:nvSpPr>
          <p:cNvPr id="1352" name="Google Shape;1352;p135"/>
          <p:cNvSpPr txBox="1">
            <a:spLocks noGrp="1"/>
          </p:cNvSpPr>
          <p:nvPr>
            <p:ph type="title"/>
          </p:nvPr>
        </p:nvSpPr>
        <p:spPr>
          <a:xfrm>
            <a:off x="311725" y="437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Java Interfaces</a:t>
            </a:r>
            <a:endParaRPr/>
          </a:p>
        </p:txBody>
      </p:sp>
      <p:sp>
        <p:nvSpPr>
          <p:cNvPr id="1353" name="Google Shape;1353;p135"/>
          <p:cNvSpPr txBox="1">
            <a:spLocks noGrp="1"/>
          </p:cNvSpPr>
          <p:nvPr>
            <p:ph type="body" idx="1"/>
          </p:nvPr>
        </p:nvSpPr>
        <p:spPr>
          <a:xfrm>
            <a:off x="4341800" y="119925"/>
            <a:ext cx="4487700" cy="4854000"/>
          </a:xfrm>
          <a:prstGeom prst="rect">
            <a:avLst/>
          </a:prstGeom>
        </p:spPr>
        <p:txBody>
          <a:bodyPr spcFirstLastPara="1" wrap="square" lIns="91425" tIns="91425" rIns="91425" bIns="91425" anchor="ctr" anchorCtr="0">
            <a:noAutofit/>
          </a:bodyPr>
          <a:lstStyle/>
          <a:p>
            <a:pPr marL="457200" lvl="0" indent="-311150" algn="l" rtl="0">
              <a:lnSpc>
                <a:spcPct val="100000"/>
              </a:lnSpc>
              <a:spcBef>
                <a:spcPts val="0"/>
              </a:spcBef>
              <a:spcAft>
                <a:spcPts val="0"/>
              </a:spcAft>
              <a:buSzPts val="1300"/>
              <a:buChar char="●"/>
            </a:pPr>
            <a:r>
              <a:rPr lang="en"/>
              <a:t>A Java </a:t>
            </a:r>
            <a:r>
              <a:rPr lang="en" b="1" i="1">
                <a:solidFill>
                  <a:srgbClr val="FF0000"/>
                </a:solidFill>
              </a:rPr>
              <a:t>interface </a:t>
            </a:r>
            <a:r>
              <a:rPr lang="en"/>
              <a:t>is very much </a:t>
            </a:r>
            <a:r>
              <a:rPr lang="en" b="1" i="1">
                <a:solidFill>
                  <a:srgbClr val="FF0000"/>
                </a:solidFill>
              </a:rPr>
              <a:t>like </a:t>
            </a:r>
            <a:r>
              <a:rPr lang="en"/>
              <a:t>an abstract class that contains </a:t>
            </a:r>
            <a:r>
              <a:rPr lang="en" b="1" i="1">
                <a:solidFill>
                  <a:srgbClr val="FF0000"/>
                </a:solidFill>
              </a:rPr>
              <a:t>only</a:t>
            </a:r>
            <a:r>
              <a:rPr lang="en">
                <a:solidFill>
                  <a:srgbClr val="FF0000"/>
                </a:solidFill>
              </a:rPr>
              <a:t> </a:t>
            </a:r>
            <a:r>
              <a:rPr lang="en"/>
              <a:t>abstract methods.</a:t>
            </a:r>
            <a:endParaRPr/>
          </a:p>
          <a:p>
            <a:pPr marL="914400" lvl="1" indent="-298450" algn="l" rtl="0">
              <a:lnSpc>
                <a:spcPct val="100000"/>
              </a:lnSpc>
              <a:spcBef>
                <a:spcPts val="0"/>
              </a:spcBef>
              <a:spcAft>
                <a:spcPts val="0"/>
              </a:spcAft>
              <a:buSzPts val="1100"/>
              <a:buChar char="○"/>
            </a:pPr>
            <a:r>
              <a:rPr lang="en"/>
              <a:t>An interface </a:t>
            </a:r>
            <a:r>
              <a:rPr lang="en" b="1" i="1">
                <a:solidFill>
                  <a:srgbClr val="FF0000"/>
                </a:solidFill>
              </a:rPr>
              <a:t>may</a:t>
            </a:r>
            <a:r>
              <a:rPr lang="en">
                <a:solidFill>
                  <a:srgbClr val="FF0000"/>
                </a:solidFill>
              </a:rPr>
              <a:t> </a:t>
            </a:r>
            <a:r>
              <a:rPr lang="en"/>
              <a:t>include </a:t>
            </a:r>
            <a:r>
              <a:rPr lang="en">
                <a:latin typeface="Courier New"/>
                <a:ea typeface="Courier New"/>
                <a:cs typeface="Courier New"/>
                <a:sym typeface="Courier New"/>
              </a:rPr>
              <a:t>static</a:t>
            </a:r>
            <a:r>
              <a:rPr lang="en"/>
              <a:t> state and behavior as well.</a:t>
            </a:r>
            <a:endParaRPr/>
          </a:p>
          <a:p>
            <a:pPr marL="457200" lvl="0" indent="-311150" algn="l" rtl="0">
              <a:lnSpc>
                <a:spcPct val="100000"/>
              </a:lnSpc>
              <a:spcBef>
                <a:spcPts val="0"/>
              </a:spcBef>
              <a:spcAft>
                <a:spcPts val="0"/>
              </a:spcAft>
              <a:buSzPts val="1300"/>
              <a:buChar char="●"/>
            </a:pPr>
            <a:r>
              <a:rPr lang="en"/>
              <a:t>An interface </a:t>
            </a:r>
            <a:r>
              <a:rPr lang="en" b="1" i="1">
                <a:solidFill>
                  <a:srgbClr val="FF0000"/>
                </a:solidFill>
              </a:rPr>
              <a:t>may not</a:t>
            </a:r>
            <a:r>
              <a:rPr lang="en"/>
              <a:t>:</a:t>
            </a:r>
            <a:endParaRPr/>
          </a:p>
          <a:p>
            <a:pPr marL="914400" lvl="1" indent="-298450" algn="l" rtl="0">
              <a:lnSpc>
                <a:spcPct val="100000"/>
              </a:lnSpc>
              <a:spcBef>
                <a:spcPts val="0"/>
              </a:spcBef>
              <a:spcAft>
                <a:spcPts val="0"/>
              </a:spcAft>
              <a:buSzPts val="1100"/>
              <a:buChar char="○"/>
            </a:pPr>
            <a:r>
              <a:rPr lang="en"/>
              <a:t>Include any </a:t>
            </a:r>
            <a:r>
              <a:rPr lang="en" b="1" i="1">
                <a:solidFill>
                  <a:srgbClr val="FF0000"/>
                </a:solidFill>
              </a:rPr>
              <a:t>non-</a:t>
            </a:r>
            <a:r>
              <a:rPr lang="en">
                <a:solidFill>
                  <a:srgbClr val="FF0000"/>
                </a:solidFill>
                <a:latin typeface="Courier New"/>
                <a:ea typeface="Courier New"/>
                <a:cs typeface="Courier New"/>
                <a:sym typeface="Courier New"/>
              </a:rPr>
              <a:t>static</a:t>
            </a:r>
            <a:r>
              <a:rPr lang="en">
                <a:solidFill>
                  <a:srgbClr val="FF0000"/>
                </a:solidFill>
              </a:rPr>
              <a:t> </a:t>
            </a:r>
            <a:r>
              <a:rPr lang="en" b="1" i="1">
                <a:solidFill>
                  <a:srgbClr val="FF0000"/>
                </a:solidFill>
              </a:rPr>
              <a:t>state</a:t>
            </a:r>
            <a:r>
              <a:rPr lang="en"/>
              <a:t>.</a:t>
            </a:r>
            <a:endParaRPr/>
          </a:p>
          <a:p>
            <a:pPr marL="914400" lvl="1" indent="-298450" algn="l" rtl="0">
              <a:lnSpc>
                <a:spcPct val="100000"/>
              </a:lnSpc>
              <a:spcBef>
                <a:spcPts val="0"/>
              </a:spcBef>
              <a:spcAft>
                <a:spcPts val="0"/>
              </a:spcAft>
              <a:buSzPts val="1100"/>
              <a:buChar char="○"/>
            </a:pPr>
            <a:r>
              <a:rPr lang="en"/>
              <a:t>Include any </a:t>
            </a:r>
            <a:r>
              <a:rPr lang="en" b="1" i="1">
                <a:solidFill>
                  <a:srgbClr val="FF0000"/>
                </a:solidFill>
              </a:rPr>
              <a:t>concrete methods</a:t>
            </a:r>
            <a:r>
              <a:rPr lang="en"/>
              <a:t>.</a:t>
            </a:r>
            <a:endParaRPr/>
          </a:p>
          <a:p>
            <a:pPr marL="914400" lvl="1" indent="-298450" algn="l" rtl="0">
              <a:lnSpc>
                <a:spcPct val="100000"/>
              </a:lnSpc>
              <a:spcBef>
                <a:spcPts val="0"/>
              </a:spcBef>
              <a:spcAft>
                <a:spcPts val="0"/>
              </a:spcAft>
              <a:buSzPts val="1100"/>
              <a:buChar char="○"/>
            </a:pPr>
            <a:r>
              <a:rPr lang="en" b="1" i="1">
                <a:solidFill>
                  <a:srgbClr val="FF0000"/>
                </a:solidFill>
              </a:rPr>
              <a:t>Be instantiated</a:t>
            </a:r>
            <a:r>
              <a:rPr lang="en"/>
              <a:t> using </a:t>
            </a:r>
            <a:r>
              <a:rPr lang="en">
                <a:latin typeface="Courier New"/>
                <a:ea typeface="Courier New"/>
                <a:cs typeface="Courier New"/>
                <a:sym typeface="Courier New"/>
              </a:rPr>
              <a:t>new</a:t>
            </a:r>
            <a:r>
              <a:rPr lang="en"/>
              <a:t>.</a:t>
            </a:r>
            <a:endParaRPr/>
          </a:p>
          <a:p>
            <a:pPr marL="457200" lvl="0" indent="-311150" algn="l" rtl="0">
              <a:lnSpc>
                <a:spcPct val="100000"/>
              </a:lnSpc>
              <a:spcBef>
                <a:spcPts val="0"/>
              </a:spcBef>
              <a:spcAft>
                <a:spcPts val="0"/>
              </a:spcAft>
              <a:buSzPts val="1300"/>
              <a:buChar char="●"/>
            </a:pPr>
            <a:r>
              <a:rPr lang="en"/>
              <a:t>Creating an interface creates </a:t>
            </a:r>
            <a:r>
              <a:rPr lang="en" b="1" i="1">
                <a:solidFill>
                  <a:srgbClr val="FF0000"/>
                </a:solidFill>
              </a:rPr>
              <a:t>a new type</a:t>
            </a:r>
            <a:r>
              <a:rPr lang="en"/>
              <a:t>.</a:t>
            </a:r>
            <a:endParaRPr/>
          </a:p>
          <a:p>
            <a:pPr marL="914400" lvl="1" indent="-298450" algn="l" rtl="0">
              <a:lnSpc>
                <a:spcPct val="100000"/>
              </a:lnSpc>
              <a:spcBef>
                <a:spcPts val="0"/>
              </a:spcBef>
              <a:spcAft>
                <a:spcPts val="0"/>
              </a:spcAft>
              <a:buSzPts val="1100"/>
              <a:buChar char="○"/>
            </a:pPr>
            <a:r>
              <a:rPr lang="en"/>
              <a:t>This means that an interface may be used as a </a:t>
            </a:r>
            <a:r>
              <a:rPr lang="en">
                <a:solidFill>
                  <a:srgbClr val="FF0000"/>
                </a:solidFill>
              </a:rPr>
              <a:t>variable</a:t>
            </a:r>
            <a:r>
              <a:rPr lang="en"/>
              <a:t>, </a:t>
            </a:r>
            <a:r>
              <a:rPr lang="en">
                <a:solidFill>
                  <a:srgbClr val="FF0000"/>
                </a:solidFill>
              </a:rPr>
              <a:t>field</a:t>
            </a:r>
            <a:r>
              <a:rPr lang="en"/>
              <a:t>, or </a:t>
            </a:r>
            <a:r>
              <a:rPr lang="en">
                <a:solidFill>
                  <a:srgbClr val="FF0000"/>
                </a:solidFill>
              </a:rPr>
              <a:t>parameter</a:t>
            </a:r>
            <a:r>
              <a:rPr lang="en"/>
              <a:t>.</a:t>
            </a:r>
            <a:endParaRPr/>
          </a:p>
          <a:p>
            <a:pPr marL="457200" lvl="0" indent="-311150" algn="l" rtl="0">
              <a:lnSpc>
                <a:spcPct val="100000"/>
              </a:lnSpc>
              <a:spcBef>
                <a:spcPts val="0"/>
              </a:spcBef>
              <a:spcAft>
                <a:spcPts val="0"/>
              </a:spcAft>
              <a:buSzPts val="1300"/>
              <a:buChar char="●"/>
            </a:pPr>
            <a:r>
              <a:rPr lang="en"/>
              <a:t>A class that </a:t>
            </a:r>
            <a:r>
              <a:rPr lang="en" b="1" i="1">
                <a:solidFill>
                  <a:srgbClr val="FF0000"/>
                </a:solidFill>
              </a:rPr>
              <a:t>implements </a:t>
            </a:r>
            <a:r>
              <a:rPr lang="en"/>
              <a:t>an interface establishes an inheritance relationship with the interface.</a:t>
            </a:r>
            <a:endParaRPr/>
          </a:p>
          <a:p>
            <a:pPr marL="914400" lvl="1" indent="-298450" algn="l" rtl="0">
              <a:lnSpc>
                <a:spcPct val="100000"/>
              </a:lnSpc>
              <a:spcBef>
                <a:spcPts val="0"/>
              </a:spcBef>
              <a:spcAft>
                <a:spcPts val="0"/>
              </a:spcAft>
              <a:buSzPts val="1100"/>
              <a:buChar char="○"/>
            </a:pPr>
            <a:r>
              <a:rPr lang="en"/>
              <a:t>The class </a:t>
            </a:r>
            <a:r>
              <a:rPr lang="en" b="1" i="1">
                <a:solidFill>
                  <a:srgbClr val="FF0000"/>
                </a:solidFill>
              </a:rPr>
              <a:t>is a</a:t>
            </a:r>
            <a:r>
              <a:rPr lang="en"/>
              <a:t> instance of the interface.</a:t>
            </a:r>
            <a:endParaRPr/>
          </a:p>
          <a:p>
            <a:pPr marL="914400" lvl="1" indent="-298450" algn="l" rtl="0">
              <a:lnSpc>
                <a:spcPct val="100000"/>
              </a:lnSpc>
              <a:spcBef>
                <a:spcPts val="0"/>
              </a:spcBef>
              <a:spcAft>
                <a:spcPts val="0"/>
              </a:spcAft>
              <a:buSzPts val="1100"/>
              <a:buChar char="○"/>
            </a:pPr>
            <a:r>
              <a:rPr lang="en"/>
              <a:t>This means that any code written to use the interface will work with the class! </a:t>
            </a:r>
            <a:r>
              <a:rPr lang="en" b="1" i="1">
                <a:solidFill>
                  <a:srgbClr val="FF0000"/>
                </a:solidFill>
              </a:rPr>
              <a:t>Polymorphism!</a:t>
            </a:r>
            <a:endParaRPr b="1" i="1">
              <a:solidFill>
                <a:srgbClr val="FF0000"/>
              </a:solidFill>
            </a:endParaRPr>
          </a:p>
          <a:p>
            <a:pPr marL="457200" lvl="0" indent="-311150" algn="l" rtl="0">
              <a:lnSpc>
                <a:spcPct val="100000"/>
              </a:lnSpc>
              <a:spcBef>
                <a:spcPts val="0"/>
              </a:spcBef>
              <a:spcAft>
                <a:spcPts val="0"/>
              </a:spcAft>
              <a:buSzPts val="1300"/>
              <a:buChar char="●"/>
            </a:pPr>
            <a:r>
              <a:rPr lang="en"/>
              <a:t>Java only supports </a:t>
            </a:r>
            <a:r>
              <a:rPr lang="en" b="1" i="1">
                <a:solidFill>
                  <a:srgbClr val="FF0000"/>
                </a:solidFill>
              </a:rPr>
              <a:t>single inheritance</a:t>
            </a:r>
            <a:r>
              <a:rPr lang="en">
                <a:solidFill>
                  <a:srgbClr val="FF0000"/>
                </a:solidFill>
              </a:rPr>
              <a:t> </a:t>
            </a:r>
            <a:r>
              <a:rPr lang="en"/>
              <a:t>with respect to classes.</a:t>
            </a:r>
            <a:endParaRPr/>
          </a:p>
          <a:p>
            <a:pPr marL="914400" lvl="1" indent="-298450" algn="l" rtl="0">
              <a:lnSpc>
                <a:spcPct val="100000"/>
              </a:lnSpc>
              <a:spcBef>
                <a:spcPts val="0"/>
              </a:spcBef>
              <a:spcAft>
                <a:spcPts val="0"/>
              </a:spcAft>
              <a:buSzPts val="1100"/>
              <a:buChar char="○"/>
            </a:pPr>
            <a:r>
              <a:rPr lang="en"/>
              <a:t>A class may extend </a:t>
            </a:r>
            <a:r>
              <a:rPr lang="en" b="1" i="1">
                <a:solidFill>
                  <a:srgbClr val="FF0000"/>
                </a:solidFill>
              </a:rPr>
              <a:t>at most one</a:t>
            </a:r>
            <a:r>
              <a:rPr lang="en"/>
              <a:t> other class.</a:t>
            </a:r>
            <a:endParaRPr/>
          </a:p>
          <a:p>
            <a:pPr marL="914400" lvl="1" indent="-298450" algn="l" rtl="0">
              <a:lnSpc>
                <a:spcPct val="100000"/>
              </a:lnSpc>
              <a:spcBef>
                <a:spcPts val="0"/>
              </a:spcBef>
              <a:spcAft>
                <a:spcPts val="0"/>
              </a:spcAft>
              <a:buSzPts val="1100"/>
              <a:buChar char="○"/>
            </a:pPr>
            <a:r>
              <a:rPr lang="en"/>
              <a:t>If the class already extends some other class, it </a:t>
            </a:r>
            <a:r>
              <a:rPr lang="en" b="1" i="1">
                <a:solidFill>
                  <a:srgbClr val="FF0000"/>
                </a:solidFill>
              </a:rPr>
              <a:t>cannot</a:t>
            </a:r>
            <a:r>
              <a:rPr lang="en">
                <a:solidFill>
                  <a:srgbClr val="FF0000"/>
                </a:solidFill>
              </a:rPr>
              <a:t> </a:t>
            </a:r>
            <a:r>
              <a:rPr lang="en"/>
              <a:t>extend a second class.</a:t>
            </a:r>
            <a:endParaRPr/>
          </a:p>
          <a:p>
            <a:pPr marL="457200" lvl="0" indent="-311150" algn="l" rtl="0">
              <a:lnSpc>
                <a:spcPct val="100000"/>
              </a:lnSpc>
              <a:spcBef>
                <a:spcPts val="0"/>
              </a:spcBef>
              <a:spcAft>
                <a:spcPts val="0"/>
              </a:spcAft>
              <a:buSzPts val="1300"/>
              <a:buChar char="●"/>
            </a:pPr>
            <a:r>
              <a:rPr lang="en"/>
              <a:t>But a class may implement </a:t>
            </a:r>
            <a:r>
              <a:rPr lang="en" b="1" i="1">
                <a:solidFill>
                  <a:srgbClr val="FF0000"/>
                </a:solidFill>
              </a:rPr>
              <a:t>any number</a:t>
            </a:r>
            <a:r>
              <a:rPr lang="en"/>
              <a:t> of interfaces.</a:t>
            </a:r>
            <a:endParaRPr/>
          </a:p>
          <a:p>
            <a:pPr marL="914400" lvl="1" indent="-298450" algn="l" rtl="0">
              <a:lnSpc>
                <a:spcPct val="100000"/>
              </a:lnSpc>
              <a:spcBef>
                <a:spcPts val="0"/>
              </a:spcBef>
              <a:spcAft>
                <a:spcPts val="0"/>
              </a:spcAft>
              <a:buSzPts val="1100"/>
              <a:buChar char="○"/>
            </a:pPr>
            <a:r>
              <a:rPr lang="en"/>
              <a:t>This means that, if an abstract class has </a:t>
            </a:r>
            <a:r>
              <a:rPr lang="en" b="1" i="1">
                <a:solidFill>
                  <a:srgbClr val="FF0000"/>
                </a:solidFill>
              </a:rPr>
              <a:t>only abstract methods</a:t>
            </a:r>
            <a:r>
              <a:rPr lang="en"/>
              <a:t>, it is better to use an interface instead.</a:t>
            </a:r>
            <a:endParaRPr/>
          </a:p>
        </p:txBody>
      </p:sp>
      <p:sp>
        <p:nvSpPr>
          <p:cNvPr id="1354" name="Google Shape;1354;p135"/>
          <p:cNvSpPr txBox="1">
            <a:spLocks noGrp="1"/>
          </p:cNvSpPr>
          <p:nvPr>
            <p:ph type="body" idx="3"/>
          </p:nvPr>
        </p:nvSpPr>
        <p:spPr>
          <a:xfrm>
            <a:off x="311725" y="685650"/>
            <a:ext cx="3706500" cy="5205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When one class extends another, it is </a:t>
            </a:r>
            <a:r>
              <a:rPr lang="en" sz="1200" b="1" i="1">
                <a:solidFill>
                  <a:srgbClr val="FF0000"/>
                </a:solidFill>
              </a:rPr>
              <a:t>locked in</a:t>
            </a:r>
            <a:r>
              <a:rPr lang="en" sz="1200"/>
              <a:t> to that relationship; it </a:t>
            </a:r>
            <a:r>
              <a:rPr lang="en" sz="1200" b="1" i="1">
                <a:solidFill>
                  <a:srgbClr val="FF0000"/>
                </a:solidFill>
              </a:rPr>
              <a:t>cannot </a:t>
            </a:r>
            <a:r>
              <a:rPr lang="en" sz="1200"/>
              <a:t>extend any other class.</a:t>
            </a:r>
            <a:endParaRPr sz="1200"/>
          </a:p>
        </p:txBody>
      </p:sp>
      <p:sp>
        <p:nvSpPr>
          <p:cNvPr id="1355" name="Google Shape;1355;p135"/>
          <p:cNvSpPr txBox="1">
            <a:spLocks noGrp="1"/>
          </p:cNvSpPr>
          <p:nvPr>
            <p:ph type="body" idx="3"/>
          </p:nvPr>
        </p:nvSpPr>
        <p:spPr>
          <a:xfrm>
            <a:off x="311725" y="1295250"/>
            <a:ext cx="3706500" cy="5205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This means that </a:t>
            </a:r>
            <a:r>
              <a:rPr lang="en" sz="1200" b="1" i="1">
                <a:solidFill>
                  <a:srgbClr val="FF0000"/>
                </a:solidFill>
              </a:rPr>
              <a:t>polymorphism </a:t>
            </a:r>
            <a:r>
              <a:rPr lang="en" sz="1200"/>
              <a:t>can't be used with any other Java class.</a:t>
            </a:r>
            <a:endParaRPr sz="1200"/>
          </a:p>
        </p:txBody>
      </p:sp>
      <p:sp>
        <p:nvSpPr>
          <p:cNvPr id="1356" name="Google Shape;1356;p135"/>
          <p:cNvSpPr txBox="1"/>
          <p:nvPr/>
        </p:nvSpPr>
        <p:spPr>
          <a:xfrm>
            <a:off x="311725" y="2514450"/>
            <a:ext cx="3706500" cy="6381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35714"/>
              </a:lnSpc>
              <a:spcBef>
                <a:spcPts val="0"/>
              </a:spcBef>
              <a:spcAft>
                <a:spcPts val="0"/>
              </a:spcAft>
              <a:buNone/>
            </a:pP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Implementor</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implements</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A</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B</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C</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D</a:t>
            </a: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35714"/>
              </a:lnSpc>
              <a:spcBef>
                <a:spcPts val="0"/>
              </a:spcBef>
              <a:spcAft>
                <a:spcPts val="0"/>
              </a:spcAft>
              <a:buNone/>
            </a:pPr>
            <a:r>
              <a:rPr lang="en" sz="1000">
                <a:latin typeface="Consolas"/>
                <a:ea typeface="Consolas"/>
                <a:cs typeface="Consolas"/>
                <a:sym typeface="Consolas"/>
              </a:rPr>
              <a:t>    </a:t>
            </a:r>
            <a:r>
              <a:rPr lang="en" sz="1000">
                <a:solidFill>
                  <a:srgbClr val="008000"/>
                </a:solidFill>
                <a:latin typeface="Consolas"/>
                <a:ea typeface="Consolas"/>
                <a:cs typeface="Consolas"/>
                <a:sym typeface="Consolas"/>
              </a:rPr>
              <a:t>// ...</a:t>
            </a:r>
            <a:endParaRPr sz="1000">
              <a:solidFill>
                <a:srgbClr val="008000"/>
              </a:solidFill>
              <a:latin typeface="Consolas"/>
              <a:ea typeface="Consolas"/>
              <a:cs typeface="Consolas"/>
              <a:sym typeface="Consolas"/>
            </a:endParaRPr>
          </a:p>
          <a:p>
            <a:pPr marL="0" lvl="0" indent="0" algn="l" rtl="0">
              <a:lnSpc>
                <a:spcPct val="135714"/>
              </a:lnSpc>
              <a:spcBef>
                <a:spcPts val="0"/>
              </a:spcBef>
              <a:spcAft>
                <a:spcPts val="0"/>
              </a:spcAft>
              <a:buNone/>
            </a:pPr>
            <a:r>
              <a:rPr lang="en" sz="1000">
                <a:latin typeface="Consolas"/>
                <a:ea typeface="Consolas"/>
                <a:cs typeface="Consolas"/>
                <a:sym typeface="Consolas"/>
              </a:rPr>
              <a:t>}</a:t>
            </a:r>
            <a:endParaRPr sz="1000">
              <a:solidFill>
                <a:srgbClr val="569CD6"/>
              </a:solidFill>
              <a:latin typeface="Consolas"/>
              <a:ea typeface="Consolas"/>
              <a:cs typeface="Consolas"/>
              <a:sym typeface="Consolas"/>
            </a:endParaRPr>
          </a:p>
        </p:txBody>
      </p:sp>
      <p:sp>
        <p:nvSpPr>
          <p:cNvPr id="1357" name="Google Shape;1357;p135"/>
          <p:cNvSpPr txBox="1">
            <a:spLocks noGrp="1"/>
          </p:cNvSpPr>
          <p:nvPr>
            <p:ph type="body" idx="3"/>
          </p:nvPr>
        </p:nvSpPr>
        <p:spPr>
          <a:xfrm>
            <a:off x="311725" y="1904850"/>
            <a:ext cx="3706500" cy="5205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But a class may implement </a:t>
            </a:r>
            <a:r>
              <a:rPr lang="en" sz="1200" b="1" i="1">
                <a:solidFill>
                  <a:srgbClr val="FF0000"/>
                </a:solidFill>
              </a:rPr>
              <a:t>any number</a:t>
            </a:r>
            <a:r>
              <a:rPr lang="en" sz="1200"/>
              <a:t> of interfaces (specified as a comma-separated list)...</a:t>
            </a:r>
            <a:endParaRPr sz="1200"/>
          </a:p>
        </p:txBody>
      </p:sp>
      <p:sp>
        <p:nvSpPr>
          <p:cNvPr id="1358" name="Google Shape;1358;p135"/>
          <p:cNvSpPr txBox="1">
            <a:spLocks noGrp="1"/>
          </p:cNvSpPr>
          <p:nvPr>
            <p:ph type="body" idx="3"/>
          </p:nvPr>
        </p:nvSpPr>
        <p:spPr>
          <a:xfrm>
            <a:off x="311725" y="3241650"/>
            <a:ext cx="3706500" cy="8358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When a class implements an interface, it establishes an </a:t>
            </a:r>
            <a:r>
              <a:rPr lang="en" sz="1200" b="1" i="1">
                <a:solidFill>
                  <a:srgbClr val="FF0000"/>
                </a:solidFill>
              </a:rPr>
              <a:t>inheritance relationship</a:t>
            </a:r>
            <a:r>
              <a:rPr lang="en" sz="1200"/>
              <a:t> with the interface, meaning that the class can be used in place of </a:t>
            </a:r>
            <a:r>
              <a:rPr lang="en" sz="1200" b="1" i="1">
                <a:solidFill>
                  <a:srgbClr val="FF0000"/>
                </a:solidFill>
              </a:rPr>
              <a:t>any</a:t>
            </a:r>
            <a:r>
              <a:rPr lang="en" sz="1200">
                <a:solidFill>
                  <a:srgbClr val="FF0000"/>
                </a:solidFill>
              </a:rPr>
              <a:t> </a:t>
            </a:r>
            <a:r>
              <a:rPr lang="en" sz="1200"/>
              <a:t>interface that it implements.</a:t>
            </a:r>
            <a:endParaRPr sz="1200"/>
          </a:p>
        </p:txBody>
      </p:sp>
      <p:sp>
        <p:nvSpPr>
          <p:cNvPr id="1359" name="Google Shape;1359;p135"/>
          <p:cNvSpPr txBox="1">
            <a:spLocks noGrp="1"/>
          </p:cNvSpPr>
          <p:nvPr>
            <p:ph type="body" idx="3"/>
          </p:nvPr>
        </p:nvSpPr>
        <p:spPr>
          <a:xfrm>
            <a:off x="311725" y="4166550"/>
            <a:ext cx="3706500" cy="8358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Given the choice, using an interface instead of an abstract class makes your design </a:t>
            </a:r>
            <a:r>
              <a:rPr lang="en" sz="1200" b="1" i="1">
                <a:solidFill>
                  <a:srgbClr val="FF0000"/>
                </a:solidFill>
              </a:rPr>
              <a:t>much more flexible</a:t>
            </a:r>
            <a:r>
              <a:rPr lang="en" sz="1200"/>
              <a:t> and dramatically improves the potential for </a:t>
            </a:r>
            <a:r>
              <a:rPr lang="en" sz="1200" b="1" i="1">
                <a:solidFill>
                  <a:srgbClr val="FF0000"/>
                </a:solidFill>
              </a:rPr>
              <a:t>polymorphism</a:t>
            </a:r>
            <a:r>
              <a:rPr lang="en" sz="1200"/>
              <a:t>.</a:t>
            </a:r>
            <a:endParaRPr sz="1200"/>
          </a:p>
        </p:txBody>
      </p:sp>
      <p:grpSp>
        <p:nvGrpSpPr>
          <p:cNvPr id="1360" name="Google Shape;1360;p135"/>
          <p:cNvGrpSpPr/>
          <p:nvPr/>
        </p:nvGrpSpPr>
        <p:grpSpPr>
          <a:xfrm>
            <a:off x="2126275" y="2165200"/>
            <a:ext cx="1892100" cy="537600"/>
            <a:chOff x="2126275" y="2165200"/>
            <a:chExt cx="1892100" cy="537600"/>
          </a:xfrm>
        </p:grpSpPr>
        <p:sp>
          <p:nvSpPr>
            <p:cNvPr id="1361" name="Google Shape;1361;p135"/>
            <p:cNvSpPr/>
            <p:nvPr/>
          </p:nvSpPr>
          <p:spPr>
            <a:xfrm>
              <a:off x="2126275" y="2515600"/>
              <a:ext cx="1557300" cy="1872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362" name="Google Shape;1362;p135"/>
            <p:cNvCxnSpPr>
              <a:stCxn id="1361" idx="3"/>
              <a:endCxn id="1357" idx="3"/>
            </p:cNvCxnSpPr>
            <p:nvPr/>
          </p:nvCxnSpPr>
          <p:spPr>
            <a:xfrm rot="10800000" flipH="1">
              <a:off x="3683575" y="2165200"/>
              <a:ext cx="334800" cy="444000"/>
            </a:xfrm>
            <a:prstGeom prst="bentConnector3">
              <a:avLst>
                <a:gd name="adj1" fmla="val 171080"/>
              </a:avLst>
            </a:prstGeom>
            <a:noFill/>
            <a:ln w="19050" cap="flat" cmpd="sng">
              <a:solidFill>
                <a:srgbClr val="FF0000"/>
              </a:solidFill>
              <a:prstDash val="solid"/>
              <a:round/>
              <a:headEnd type="none" w="med" len="med"/>
              <a:tailEnd type="non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54"/>
                                        </p:tgtEl>
                                        <p:attrNameLst>
                                          <p:attrName>style.visibility</p:attrName>
                                        </p:attrNameLst>
                                      </p:cBhvr>
                                      <p:to>
                                        <p:strVal val="visible"/>
                                      </p:to>
                                    </p:set>
                                    <p:animEffect transition="in" filter="fade">
                                      <p:cBhvr>
                                        <p:cTn id="7" dur="1000"/>
                                        <p:tgtEl>
                                          <p:spTgt spid="135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55"/>
                                        </p:tgtEl>
                                        <p:attrNameLst>
                                          <p:attrName>style.visibility</p:attrName>
                                        </p:attrNameLst>
                                      </p:cBhvr>
                                      <p:to>
                                        <p:strVal val="visible"/>
                                      </p:to>
                                    </p:set>
                                    <p:animEffect transition="in" filter="fade">
                                      <p:cBhvr>
                                        <p:cTn id="12" dur="1000"/>
                                        <p:tgtEl>
                                          <p:spTgt spid="135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57"/>
                                        </p:tgtEl>
                                        <p:attrNameLst>
                                          <p:attrName>style.visibility</p:attrName>
                                        </p:attrNameLst>
                                      </p:cBhvr>
                                      <p:to>
                                        <p:strVal val="visible"/>
                                      </p:to>
                                    </p:set>
                                    <p:animEffect transition="in" filter="fade">
                                      <p:cBhvr>
                                        <p:cTn id="17" dur="1000"/>
                                        <p:tgtEl>
                                          <p:spTgt spid="1357"/>
                                        </p:tgtEl>
                                      </p:cBhvr>
                                    </p:animEffect>
                                  </p:childTnLst>
                                </p:cTn>
                              </p:par>
                              <p:par>
                                <p:cTn id="18" presetID="10" presetClass="entr" presetSubtype="0" fill="hold" nodeType="withEffect">
                                  <p:stCondLst>
                                    <p:cond delay="0"/>
                                  </p:stCondLst>
                                  <p:childTnLst>
                                    <p:set>
                                      <p:cBhvr>
                                        <p:cTn id="19" dur="1" fill="hold">
                                          <p:stCondLst>
                                            <p:cond delay="0"/>
                                          </p:stCondLst>
                                        </p:cTn>
                                        <p:tgtEl>
                                          <p:spTgt spid="1356"/>
                                        </p:tgtEl>
                                        <p:attrNameLst>
                                          <p:attrName>style.visibility</p:attrName>
                                        </p:attrNameLst>
                                      </p:cBhvr>
                                      <p:to>
                                        <p:strVal val="visible"/>
                                      </p:to>
                                    </p:set>
                                    <p:animEffect transition="in" filter="fade">
                                      <p:cBhvr>
                                        <p:cTn id="20" dur="1000"/>
                                        <p:tgtEl>
                                          <p:spTgt spid="1356"/>
                                        </p:tgtEl>
                                      </p:cBhvr>
                                    </p:animEffect>
                                  </p:childTnLst>
                                </p:cTn>
                              </p:par>
                            </p:childTnLst>
                          </p:cTn>
                        </p:par>
                        <p:par>
                          <p:cTn id="21" fill="hold">
                            <p:stCondLst>
                              <p:cond delay="1000"/>
                            </p:stCondLst>
                            <p:childTnLst>
                              <p:par>
                                <p:cTn id="22" presetID="10" presetClass="entr" presetSubtype="0" fill="hold" nodeType="afterEffect">
                                  <p:stCondLst>
                                    <p:cond delay="0"/>
                                  </p:stCondLst>
                                  <p:childTnLst>
                                    <p:set>
                                      <p:cBhvr>
                                        <p:cTn id="23" dur="1" fill="hold">
                                          <p:stCondLst>
                                            <p:cond delay="0"/>
                                          </p:stCondLst>
                                        </p:cTn>
                                        <p:tgtEl>
                                          <p:spTgt spid="1360"/>
                                        </p:tgtEl>
                                        <p:attrNameLst>
                                          <p:attrName>style.visibility</p:attrName>
                                        </p:attrNameLst>
                                      </p:cBhvr>
                                      <p:to>
                                        <p:strVal val="visible"/>
                                      </p:to>
                                    </p:set>
                                    <p:animEffect transition="in" filter="fade">
                                      <p:cBhvr>
                                        <p:cTn id="24" dur="1000"/>
                                        <p:tgtEl>
                                          <p:spTgt spid="136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358"/>
                                        </p:tgtEl>
                                        <p:attrNameLst>
                                          <p:attrName>style.visibility</p:attrName>
                                        </p:attrNameLst>
                                      </p:cBhvr>
                                      <p:to>
                                        <p:strVal val="visible"/>
                                      </p:to>
                                    </p:set>
                                    <p:animEffect transition="in" filter="fade">
                                      <p:cBhvr>
                                        <p:cTn id="29" dur="1000"/>
                                        <p:tgtEl>
                                          <p:spTgt spid="1358"/>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359"/>
                                        </p:tgtEl>
                                        <p:attrNameLst>
                                          <p:attrName>style.visibility</p:attrName>
                                        </p:attrNameLst>
                                      </p:cBhvr>
                                      <p:to>
                                        <p:strVal val="visible"/>
                                      </p:to>
                                    </p:set>
                                    <p:animEffect transition="in" filter="fade">
                                      <p:cBhvr>
                                        <p:cTn id="34" dur="1000"/>
                                        <p:tgtEl>
                                          <p:spTgt spid="13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366"/>
        <p:cNvGrpSpPr/>
        <p:nvPr/>
      </p:nvGrpSpPr>
      <p:grpSpPr>
        <a:xfrm>
          <a:off x="0" y="0"/>
          <a:ext cx="0" cy="0"/>
          <a:chOff x="0" y="0"/>
          <a:chExt cx="0" cy="0"/>
        </a:xfrm>
      </p:grpSpPr>
      <p:sp>
        <p:nvSpPr>
          <p:cNvPr id="1367" name="Google Shape;1367;p13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58</a:t>
            </a:fld>
            <a:endParaRPr/>
          </a:p>
        </p:txBody>
      </p:sp>
      <p:sp>
        <p:nvSpPr>
          <p:cNvPr id="1368" name="Google Shape;1368;p13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Closer Look at Interfaces</a:t>
            </a:r>
            <a:endParaRPr/>
          </a:p>
        </p:txBody>
      </p:sp>
      <p:sp>
        <p:nvSpPr>
          <p:cNvPr id="1369" name="Google Shape;1369;p136"/>
          <p:cNvSpPr txBox="1"/>
          <p:nvPr/>
        </p:nvSpPr>
        <p:spPr>
          <a:xfrm>
            <a:off x="2512640" y="2155125"/>
            <a:ext cx="4059600" cy="15324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000">
                <a:highlight>
                  <a:srgbClr val="FFFFFF"/>
                </a:highlight>
                <a:latin typeface="Consolas"/>
                <a:ea typeface="Consolas"/>
                <a:cs typeface="Consolas"/>
                <a:sym typeface="Consolas"/>
              </a:rPr>
              <a:t>1  </a:t>
            </a:r>
            <a:r>
              <a:rPr lang="en" sz="1000">
                <a:solidFill>
                  <a:srgbClr val="0000FF"/>
                </a:solidFill>
                <a:highlight>
                  <a:srgbClr val="FFFFFF"/>
                </a:highlight>
                <a:latin typeface="Consolas"/>
                <a:ea typeface="Consolas"/>
                <a:cs typeface="Consolas"/>
                <a:sym typeface="Consolas"/>
              </a:rPr>
              <a:t>public</a:t>
            </a:r>
            <a:r>
              <a:rPr lang="en" sz="1000">
                <a:highlight>
                  <a:srgbClr val="FFFFFF"/>
                </a:highlight>
                <a:latin typeface="Consolas"/>
                <a:ea typeface="Consolas"/>
                <a:cs typeface="Consolas"/>
                <a:sym typeface="Consolas"/>
              </a:rPr>
              <a:t> </a:t>
            </a:r>
            <a:r>
              <a:rPr lang="en" sz="1000">
                <a:solidFill>
                  <a:srgbClr val="0000FF"/>
                </a:solidFill>
                <a:highlight>
                  <a:srgbClr val="FFFFFF"/>
                </a:highlight>
                <a:latin typeface="Consolas"/>
                <a:ea typeface="Consolas"/>
                <a:cs typeface="Consolas"/>
                <a:sym typeface="Consolas"/>
              </a:rPr>
              <a:t>interface</a:t>
            </a:r>
            <a:r>
              <a:rPr lang="en" sz="1000">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Animal</a:t>
            </a:r>
            <a:r>
              <a:rPr lang="en" sz="1000">
                <a:highlight>
                  <a:srgbClr val="FFFFFF"/>
                </a:highlight>
                <a:latin typeface="Consolas"/>
                <a:ea typeface="Consolas"/>
                <a:cs typeface="Consolas"/>
                <a:sym typeface="Consolas"/>
              </a:rPr>
              <a:t> {</a:t>
            </a:r>
            <a:endParaRPr sz="10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highlight>
                  <a:srgbClr val="FFFFFF"/>
                </a:highlight>
                <a:latin typeface="Consolas"/>
                <a:ea typeface="Consolas"/>
                <a:cs typeface="Consolas"/>
                <a:sym typeface="Consolas"/>
              </a:rPr>
              <a:t>2</a:t>
            </a:r>
            <a:r>
              <a:rPr lang="en" sz="1000">
                <a:highlight>
                  <a:srgbClr val="FFFFFF"/>
                </a:highlight>
                <a:latin typeface="Consolas"/>
                <a:ea typeface="Consolas"/>
                <a:cs typeface="Consolas"/>
                <a:sym typeface="Consolas"/>
              </a:rPr>
              <a:t>     </a:t>
            </a:r>
            <a:r>
              <a:rPr lang="en" sz="1000">
                <a:solidFill>
                  <a:srgbClr val="0000FF"/>
                </a:solidFill>
                <a:highlight>
                  <a:srgbClr val="FFFFFF"/>
                </a:highlight>
                <a:latin typeface="Consolas"/>
                <a:ea typeface="Consolas"/>
                <a:cs typeface="Consolas"/>
                <a:sym typeface="Consolas"/>
              </a:rPr>
              <a:t>private</a:t>
            </a:r>
            <a:r>
              <a:rPr lang="en" sz="1000">
                <a:highlight>
                  <a:srgbClr val="FFFFFF"/>
                </a:highlight>
                <a:latin typeface="Consolas"/>
                <a:ea typeface="Consolas"/>
                <a:cs typeface="Consolas"/>
                <a:sym typeface="Consolas"/>
              </a:rPr>
              <a:t> </a:t>
            </a:r>
            <a:r>
              <a:rPr lang="en" sz="1000">
                <a:solidFill>
                  <a:srgbClr val="0000FF"/>
                </a:solidFill>
                <a:highlight>
                  <a:srgbClr val="FFFFFF"/>
                </a:highlight>
                <a:latin typeface="Consolas"/>
                <a:ea typeface="Consolas"/>
                <a:cs typeface="Consolas"/>
                <a:sym typeface="Consolas"/>
              </a:rPr>
              <a:t>static</a:t>
            </a:r>
            <a:r>
              <a:rPr lang="en" sz="1000">
                <a:highlight>
                  <a:srgbClr val="FFFFFF"/>
                </a:highlight>
                <a:latin typeface="Consolas"/>
                <a:ea typeface="Consolas"/>
                <a:cs typeface="Consolas"/>
                <a:sym typeface="Consolas"/>
              </a:rPr>
              <a:t> </a:t>
            </a:r>
            <a:r>
              <a:rPr lang="en" sz="1000">
                <a:solidFill>
                  <a:srgbClr val="0000FF"/>
                </a:solidFill>
                <a:highlight>
                  <a:srgbClr val="FFFFFF"/>
                </a:highlight>
                <a:latin typeface="Consolas"/>
                <a:ea typeface="Consolas"/>
                <a:cs typeface="Consolas"/>
                <a:sym typeface="Consolas"/>
              </a:rPr>
              <a:t>final</a:t>
            </a:r>
            <a:r>
              <a:rPr lang="en" sz="1000">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String</a:t>
            </a:r>
            <a:r>
              <a:rPr lang="en" sz="1000">
                <a:highlight>
                  <a:srgbClr val="FFFFFF"/>
                </a:highlight>
                <a:latin typeface="Consolas"/>
                <a:ea typeface="Consolas"/>
                <a:cs typeface="Consolas"/>
                <a:sym typeface="Consolas"/>
              </a:rPr>
              <a:t> </a:t>
            </a:r>
            <a:r>
              <a:rPr lang="en" sz="1000">
                <a:solidFill>
                  <a:srgbClr val="0070C1"/>
                </a:solidFill>
                <a:highlight>
                  <a:srgbClr val="FFFFFF"/>
                </a:highlight>
                <a:latin typeface="Consolas"/>
                <a:ea typeface="Consolas"/>
                <a:cs typeface="Consolas"/>
                <a:sym typeface="Consolas"/>
              </a:rPr>
              <a:t>KINGDOM</a:t>
            </a:r>
            <a:r>
              <a:rPr lang="en" sz="1000">
                <a:highlight>
                  <a:srgbClr val="FFFFFF"/>
                </a:highlight>
                <a:latin typeface="Consolas"/>
                <a:ea typeface="Consolas"/>
                <a:cs typeface="Consolas"/>
                <a:sym typeface="Consolas"/>
              </a:rPr>
              <a:t> = </a:t>
            </a:r>
            <a:r>
              <a:rPr lang="en" sz="1000">
                <a:solidFill>
                  <a:srgbClr val="A31515"/>
                </a:solidFill>
                <a:highlight>
                  <a:srgbClr val="FFFFFF"/>
                </a:highlight>
                <a:latin typeface="Consolas"/>
                <a:ea typeface="Consolas"/>
                <a:cs typeface="Consolas"/>
                <a:sym typeface="Consolas"/>
              </a:rPr>
              <a:t>"Animalia"</a:t>
            </a:r>
            <a:r>
              <a:rPr lang="en" sz="1000">
                <a:highlight>
                  <a:srgbClr val="FFFFFF"/>
                </a:highlight>
                <a:latin typeface="Consolas"/>
                <a:ea typeface="Consolas"/>
                <a:cs typeface="Consolas"/>
                <a:sym typeface="Consolas"/>
              </a:rPr>
              <a:t>;</a:t>
            </a:r>
            <a:endParaRPr sz="10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highlight>
                  <a:srgbClr val="FFFFFF"/>
                </a:highlight>
                <a:latin typeface="Consolas"/>
                <a:ea typeface="Consolas"/>
                <a:cs typeface="Consolas"/>
                <a:sym typeface="Consolas"/>
              </a:rPr>
              <a:t>3</a:t>
            </a:r>
            <a:r>
              <a:rPr lang="en" sz="1000">
                <a:highlight>
                  <a:srgbClr val="FFFFFF"/>
                </a:highlight>
                <a:latin typeface="Consolas"/>
                <a:ea typeface="Consolas"/>
                <a:cs typeface="Consolas"/>
                <a:sym typeface="Consolas"/>
              </a:rPr>
              <a:t>  </a:t>
            </a:r>
            <a:endParaRPr sz="10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highlight>
                  <a:srgbClr val="FFFFFF"/>
                </a:highlight>
                <a:latin typeface="Consolas"/>
                <a:ea typeface="Consolas"/>
                <a:cs typeface="Consolas"/>
                <a:sym typeface="Consolas"/>
              </a:rPr>
              <a:t>4     </a:t>
            </a:r>
            <a:r>
              <a:rPr lang="en" sz="1000">
                <a:solidFill>
                  <a:srgbClr val="0000FF"/>
                </a:solidFill>
                <a:highlight>
                  <a:srgbClr val="FFFFFF"/>
                </a:highlight>
                <a:latin typeface="Consolas"/>
                <a:ea typeface="Consolas"/>
                <a:cs typeface="Consolas"/>
                <a:sym typeface="Consolas"/>
              </a:rPr>
              <a:t>public</a:t>
            </a:r>
            <a:r>
              <a:rPr lang="en" sz="1000">
                <a:highlight>
                  <a:srgbClr val="FFFFFF"/>
                </a:highlight>
                <a:latin typeface="Consolas"/>
                <a:ea typeface="Consolas"/>
                <a:cs typeface="Consolas"/>
                <a:sym typeface="Consolas"/>
              </a:rPr>
              <a:t> </a:t>
            </a:r>
            <a:r>
              <a:rPr lang="en" sz="1000">
                <a:solidFill>
                  <a:srgbClr val="0000FF"/>
                </a:solidFill>
                <a:highlight>
                  <a:srgbClr val="FFFFFF"/>
                </a:highlight>
                <a:latin typeface="Consolas"/>
                <a:ea typeface="Consolas"/>
                <a:cs typeface="Consolas"/>
                <a:sym typeface="Consolas"/>
              </a:rPr>
              <a:t>static</a:t>
            </a:r>
            <a:r>
              <a:rPr lang="en" sz="1000">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String</a:t>
            </a:r>
            <a:r>
              <a:rPr lang="en" sz="1000">
                <a:highlight>
                  <a:srgbClr val="FFFFFF"/>
                </a:highlight>
                <a:latin typeface="Consolas"/>
                <a:ea typeface="Consolas"/>
                <a:cs typeface="Consolas"/>
                <a:sym typeface="Consolas"/>
              </a:rPr>
              <a:t> </a:t>
            </a:r>
            <a:r>
              <a:rPr lang="en" sz="1000">
                <a:solidFill>
                  <a:srgbClr val="795E26"/>
                </a:solidFill>
                <a:highlight>
                  <a:srgbClr val="FFFFFF"/>
                </a:highlight>
                <a:latin typeface="Consolas"/>
                <a:ea typeface="Consolas"/>
                <a:cs typeface="Consolas"/>
                <a:sym typeface="Consolas"/>
              </a:rPr>
              <a:t>getKingdom</a:t>
            </a:r>
            <a:r>
              <a:rPr lang="en" sz="1000">
                <a:highlight>
                  <a:srgbClr val="FFFFFF"/>
                </a:highlight>
                <a:latin typeface="Consolas"/>
                <a:ea typeface="Consolas"/>
                <a:cs typeface="Consolas"/>
                <a:sym typeface="Consolas"/>
              </a:rPr>
              <a:t>() {</a:t>
            </a:r>
            <a:endParaRPr sz="10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highlight>
                  <a:srgbClr val="FFFFFF"/>
                </a:highlight>
                <a:latin typeface="Consolas"/>
                <a:ea typeface="Consolas"/>
                <a:cs typeface="Consolas"/>
                <a:sym typeface="Consolas"/>
              </a:rPr>
              <a:t>5</a:t>
            </a:r>
            <a:r>
              <a:rPr lang="en" sz="1000">
                <a:highlight>
                  <a:srgbClr val="FFFFFF"/>
                </a:highlight>
                <a:latin typeface="Consolas"/>
                <a:ea typeface="Consolas"/>
                <a:cs typeface="Consolas"/>
                <a:sym typeface="Consolas"/>
              </a:rPr>
              <a:t>        </a:t>
            </a:r>
            <a:r>
              <a:rPr lang="en" sz="1000">
                <a:solidFill>
                  <a:srgbClr val="AF00DB"/>
                </a:solidFill>
                <a:highlight>
                  <a:srgbClr val="FFFFFF"/>
                </a:highlight>
                <a:latin typeface="Consolas"/>
                <a:ea typeface="Consolas"/>
                <a:cs typeface="Consolas"/>
                <a:sym typeface="Consolas"/>
              </a:rPr>
              <a:t>return</a:t>
            </a:r>
            <a:r>
              <a:rPr lang="en" sz="1000">
                <a:highlight>
                  <a:srgbClr val="FFFFFF"/>
                </a:highlight>
                <a:latin typeface="Consolas"/>
                <a:ea typeface="Consolas"/>
                <a:cs typeface="Consolas"/>
                <a:sym typeface="Consolas"/>
              </a:rPr>
              <a:t> </a:t>
            </a:r>
            <a:r>
              <a:rPr lang="en" sz="1000">
                <a:solidFill>
                  <a:srgbClr val="0070C1"/>
                </a:solidFill>
                <a:highlight>
                  <a:srgbClr val="FFFFFF"/>
                </a:highlight>
                <a:latin typeface="Consolas"/>
                <a:ea typeface="Consolas"/>
                <a:cs typeface="Consolas"/>
                <a:sym typeface="Consolas"/>
              </a:rPr>
              <a:t>KINGDOM</a:t>
            </a:r>
            <a:r>
              <a:rPr lang="en" sz="1000">
                <a:highlight>
                  <a:srgbClr val="FFFFFF"/>
                </a:highlight>
                <a:latin typeface="Consolas"/>
                <a:ea typeface="Consolas"/>
                <a:cs typeface="Consolas"/>
                <a:sym typeface="Consolas"/>
              </a:rPr>
              <a:t>;</a:t>
            </a:r>
            <a:endParaRPr sz="10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highlight>
                  <a:srgbClr val="FFFFFF"/>
                </a:highlight>
                <a:latin typeface="Consolas"/>
                <a:ea typeface="Consolas"/>
                <a:cs typeface="Consolas"/>
                <a:sym typeface="Consolas"/>
              </a:rPr>
              <a:t>6</a:t>
            </a:r>
            <a:r>
              <a:rPr lang="en" sz="1000">
                <a:highlight>
                  <a:srgbClr val="FFFFFF"/>
                </a:highlight>
                <a:latin typeface="Consolas"/>
                <a:ea typeface="Consolas"/>
                <a:cs typeface="Consolas"/>
                <a:sym typeface="Consolas"/>
              </a:rPr>
              <a:t>     }</a:t>
            </a:r>
            <a:endParaRPr sz="10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highlight>
                  <a:srgbClr val="FFFFFF"/>
                </a:highlight>
                <a:latin typeface="Consolas"/>
                <a:ea typeface="Consolas"/>
                <a:cs typeface="Consolas"/>
                <a:sym typeface="Consolas"/>
              </a:rPr>
              <a:t>7</a:t>
            </a:r>
            <a:r>
              <a:rPr lang="en" sz="1000">
                <a:highlight>
                  <a:srgbClr val="FFFFFF"/>
                </a:highlight>
                <a:latin typeface="Consolas"/>
                <a:ea typeface="Consolas"/>
                <a:cs typeface="Consolas"/>
                <a:sym typeface="Consolas"/>
              </a:rPr>
              <a:t>  </a:t>
            </a:r>
            <a:endParaRPr sz="10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highlight>
                  <a:srgbClr val="FFFFFF"/>
                </a:highlight>
                <a:latin typeface="Consolas"/>
                <a:ea typeface="Consolas"/>
                <a:cs typeface="Consolas"/>
                <a:sym typeface="Consolas"/>
              </a:rPr>
              <a:t>8                     </a:t>
            </a:r>
            <a:r>
              <a:rPr lang="en" sz="1000">
                <a:solidFill>
                  <a:srgbClr val="267F99"/>
                </a:solidFill>
                <a:highlight>
                  <a:srgbClr val="FFFFFF"/>
                </a:highlight>
                <a:latin typeface="Consolas"/>
                <a:ea typeface="Consolas"/>
                <a:cs typeface="Consolas"/>
                <a:sym typeface="Consolas"/>
              </a:rPr>
              <a:t>void</a:t>
            </a:r>
            <a:r>
              <a:rPr lang="en" sz="1000">
                <a:highlight>
                  <a:srgbClr val="FFFFFF"/>
                </a:highlight>
                <a:latin typeface="Consolas"/>
                <a:ea typeface="Consolas"/>
                <a:cs typeface="Consolas"/>
                <a:sym typeface="Consolas"/>
              </a:rPr>
              <a:t> </a:t>
            </a:r>
            <a:r>
              <a:rPr lang="en" sz="1000">
                <a:solidFill>
                  <a:srgbClr val="795E26"/>
                </a:solidFill>
                <a:highlight>
                  <a:srgbClr val="FFFFFF"/>
                </a:highlight>
                <a:latin typeface="Consolas"/>
                <a:ea typeface="Consolas"/>
                <a:cs typeface="Consolas"/>
                <a:sym typeface="Consolas"/>
              </a:rPr>
              <a:t>speak</a:t>
            </a:r>
            <a:r>
              <a:rPr lang="en" sz="1000">
                <a:highlight>
                  <a:srgbClr val="FFFFFF"/>
                </a:highlight>
                <a:latin typeface="Consolas"/>
                <a:ea typeface="Consolas"/>
                <a:cs typeface="Consolas"/>
                <a:sym typeface="Consolas"/>
              </a:rPr>
              <a:t>();    </a:t>
            </a:r>
            <a:endParaRPr sz="10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highlight>
                  <a:srgbClr val="FFFFFF"/>
                </a:highlight>
                <a:latin typeface="Consolas"/>
                <a:ea typeface="Consolas"/>
                <a:cs typeface="Consolas"/>
                <a:sym typeface="Consolas"/>
              </a:rPr>
              <a:t>9</a:t>
            </a:r>
            <a:r>
              <a:rPr lang="en" sz="1000">
                <a:highlight>
                  <a:srgbClr val="FFFFFF"/>
                </a:highlight>
                <a:latin typeface="Consolas"/>
                <a:ea typeface="Consolas"/>
                <a:cs typeface="Consolas"/>
                <a:sym typeface="Consolas"/>
              </a:rPr>
              <a:t>  }</a:t>
            </a:r>
            <a:endParaRPr sz="1000">
              <a:solidFill>
                <a:srgbClr val="999999"/>
              </a:solidFill>
              <a:latin typeface="Consolas"/>
              <a:ea typeface="Consolas"/>
              <a:cs typeface="Consolas"/>
              <a:sym typeface="Consolas"/>
            </a:endParaRPr>
          </a:p>
        </p:txBody>
      </p:sp>
      <p:sp>
        <p:nvSpPr>
          <p:cNvPr id="1370" name="Google Shape;1370;p136"/>
          <p:cNvSpPr txBox="1"/>
          <p:nvPr/>
        </p:nvSpPr>
        <p:spPr>
          <a:xfrm>
            <a:off x="129765" y="3938125"/>
            <a:ext cx="3000000" cy="11139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Dog</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implements</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Animal</a:t>
            </a: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Override</a:t>
            </a:r>
            <a:endParaRPr sz="10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void</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speak</a:t>
            </a: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System</a:t>
            </a:r>
            <a:r>
              <a:rPr lang="en" sz="1000">
                <a:latin typeface="Consolas"/>
                <a:ea typeface="Consolas"/>
                <a:cs typeface="Consolas"/>
                <a:sym typeface="Consolas"/>
              </a:rPr>
              <a:t>.</a:t>
            </a:r>
            <a:r>
              <a:rPr lang="en" sz="1000">
                <a:solidFill>
                  <a:srgbClr val="0070C1"/>
                </a:solidFill>
                <a:latin typeface="Consolas"/>
                <a:ea typeface="Consolas"/>
                <a:cs typeface="Consolas"/>
                <a:sym typeface="Consolas"/>
              </a:rPr>
              <a:t>out</a:t>
            </a:r>
            <a:r>
              <a:rPr lang="en" sz="1000">
                <a:latin typeface="Consolas"/>
                <a:ea typeface="Consolas"/>
                <a:cs typeface="Consolas"/>
                <a:sym typeface="Consolas"/>
              </a:rPr>
              <a:t>.</a:t>
            </a:r>
            <a:r>
              <a:rPr lang="en" sz="1000">
                <a:solidFill>
                  <a:srgbClr val="795E26"/>
                </a:solidFill>
                <a:latin typeface="Consolas"/>
                <a:ea typeface="Consolas"/>
                <a:cs typeface="Consolas"/>
                <a:sym typeface="Consolas"/>
              </a:rPr>
              <a:t>println</a:t>
            </a:r>
            <a:r>
              <a:rPr lang="en" sz="1000">
                <a:latin typeface="Consolas"/>
                <a:ea typeface="Consolas"/>
                <a:cs typeface="Consolas"/>
                <a:sym typeface="Consolas"/>
              </a:rPr>
              <a:t>(</a:t>
            </a:r>
            <a:r>
              <a:rPr lang="en" sz="1000">
                <a:solidFill>
                  <a:srgbClr val="A31515"/>
                </a:solidFill>
                <a:latin typeface="Consolas"/>
                <a:ea typeface="Consolas"/>
                <a:cs typeface="Consolas"/>
                <a:sym typeface="Consolas"/>
              </a:rPr>
              <a:t>"Woof!"</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a:t>
            </a:r>
            <a:endParaRPr sz="1000">
              <a:solidFill>
                <a:srgbClr val="569CD6"/>
              </a:solidFill>
              <a:latin typeface="Consolas"/>
              <a:ea typeface="Consolas"/>
              <a:cs typeface="Consolas"/>
              <a:sym typeface="Consolas"/>
            </a:endParaRPr>
          </a:p>
        </p:txBody>
      </p:sp>
      <p:sp>
        <p:nvSpPr>
          <p:cNvPr id="1371" name="Google Shape;1371;p136"/>
          <p:cNvSpPr txBox="1"/>
          <p:nvPr/>
        </p:nvSpPr>
        <p:spPr>
          <a:xfrm>
            <a:off x="3253965" y="3938125"/>
            <a:ext cx="3000000" cy="11139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Cat</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implements</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Animal</a:t>
            </a: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Override</a:t>
            </a:r>
            <a:endParaRPr sz="10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void</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speak</a:t>
            </a: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System</a:t>
            </a:r>
            <a:r>
              <a:rPr lang="en" sz="1000">
                <a:latin typeface="Consolas"/>
                <a:ea typeface="Consolas"/>
                <a:cs typeface="Consolas"/>
                <a:sym typeface="Consolas"/>
              </a:rPr>
              <a:t>.</a:t>
            </a:r>
            <a:r>
              <a:rPr lang="en" sz="1000">
                <a:solidFill>
                  <a:srgbClr val="0070C1"/>
                </a:solidFill>
                <a:latin typeface="Consolas"/>
                <a:ea typeface="Consolas"/>
                <a:cs typeface="Consolas"/>
                <a:sym typeface="Consolas"/>
              </a:rPr>
              <a:t>out</a:t>
            </a:r>
            <a:r>
              <a:rPr lang="en" sz="1000">
                <a:latin typeface="Consolas"/>
                <a:ea typeface="Consolas"/>
                <a:cs typeface="Consolas"/>
                <a:sym typeface="Consolas"/>
              </a:rPr>
              <a:t>.</a:t>
            </a:r>
            <a:r>
              <a:rPr lang="en" sz="1000">
                <a:solidFill>
                  <a:srgbClr val="795E26"/>
                </a:solidFill>
                <a:latin typeface="Consolas"/>
                <a:ea typeface="Consolas"/>
                <a:cs typeface="Consolas"/>
                <a:sym typeface="Consolas"/>
              </a:rPr>
              <a:t>println</a:t>
            </a:r>
            <a:r>
              <a:rPr lang="en" sz="1000">
                <a:latin typeface="Consolas"/>
                <a:ea typeface="Consolas"/>
                <a:cs typeface="Consolas"/>
                <a:sym typeface="Consolas"/>
              </a:rPr>
              <a:t>(</a:t>
            </a:r>
            <a:r>
              <a:rPr lang="en" sz="1000">
                <a:solidFill>
                  <a:srgbClr val="A31515"/>
                </a:solidFill>
                <a:latin typeface="Consolas"/>
                <a:ea typeface="Consolas"/>
                <a:cs typeface="Consolas"/>
                <a:sym typeface="Consolas"/>
              </a:rPr>
              <a:t>"Meow!"</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a:t>
            </a:r>
            <a:endParaRPr sz="1000">
              <a:solidFill>
                <a:srgbClr val="569CD6"/>
              </a:solidFill>
              <a:latin typeface="Consolas"/>
              <a:ea typeface="Consolas"/>
              <a:cs typeface="Consolas"/>
              <a:sym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70"/>
                                        </p:tgtEl>
                                        <p:attrNameLst>
                                          <p:attrName>style.visibility</p:attrName>
                                        </p:attrNameLst>
                                      </p:cBhvr>
                                      <p:to>
                                        <p:strVal val="visible"/>
                                      </p:to>
                                    </p:set>
                                    <p:animEffect transition="in" filter="fade">
                                      <p:cBhvr>
                                        <p:cTn id="7" dur="1000"/>
                                        <p:tgtEl>
                                          <p:spTgt spid="1370"/>
                                        </p:tgtEl>
                                      </p:cBhvr>
                                    </p:animEffect>
                                  </p:childTnLst>
                                </p:cTn>
                              </p:par>
                              <p:par>
                                <p:cTn id="8" presetID="10" presetClass="entr" presetSubtype="0" fill="hold" nodeType="withEffect">
                                  <p:stCondLst>
                                    <p:cond delay="0"/>
                                  </p:stCondLst>
                                  <p:childTnLst>
                                    <p:set>
                                      <p:cBhvr>
                                        <p:cTn id="9" dur="1" fill="hold">
                                          <p:stCondLst>
                                            <p:cond delay="0"/>
                                          </p:stCondLst>
                                        </p:cTn>
                                        <p:tgtEl>
                                          <p:spTgt spid="1371"/>
                                        </p:tgtEl>
                                        <p:attrNameLst>
                                          <p:attrName>style.visibility</p:attrName>
                                        </p:attrNameLst>
                                      </p:cBhvr>
                                      <p:to>
                                        <p:strVal val="visible"/>
                                      </p:to>
                                    </p:set>
                                    <p:animEffect transition="in" filter="fade">
                                      <p:cBhvr>
                                        <p:cTn id="10" dur="1000"/>
                                        <p:tgtEl>
                                          <p:spTgt spid="13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375"/>
        <p:cNvGrpSpPr/>
        <p:nvPr/>
      </p:nvGrpSpPr>
      <p:grpSpPr>
        <a:xfrm>
          <a:off x="0" y="0"/>
          <a:ext cx="0" cy="0"/>
          <a:chOff x="0" y="0"/>
          <a:chExt cx="0" cy="0"/>
        </a:xfrm>
      </p:grpSpPr>
      <p:sp>
        <p:nvSpPr>
          <p:cNvPr id="1376" name="Google Shape;1376;p13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59</a:t>
            </a:fld>
            <a:endParaRPr/>
          </a:p>
        </p:txBody>
      </p:sp>
      <p:sp>
        <p:nvSpPr>
          <p:cNvPr id="1377" name="Google Shape;1377;p137"/>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Closer Look at Interfaces</a:t>
            </a:r>
            <a:endParaRPr/>
          </a:p>
        </p:txBody>
      </p:sp>
      <p:sp>
        <p:nvSpPr>
          <p:cNvPr id="1378" name="Google Shape;1378;p137"/>
          <p:cNvSpPr txBox="1"/>
          <p:nvPr/>
        </p:nvSpPr>
        <p:spPr>
          <a:xfrm>
            <a:off x="2512640" y="2155125"/>
            <a:ext cx="4059600" cy="15324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000">
                <a:highlight>
                  <a:srgbClr val="FFFFFF"/>
                </a:highlight>
                <a:latin typeface="Consolas"/>
                <a:ea typeface="Consolas"/>
                <a:cs typeface="Consolas"/>
                <a:sym typeface="Consolas"/>
              </a:rPr>
              <a:t>1  </a:t>
            </a:r>
            <a:r>
              <a:rPr lang="en" sz="1000">
                <a:solidFill>
                  <a:srgbClr val="0000FF"/>
                </a:solidFill>
                <a:highlight>
                  <a:srgbClr val="FFFFFF"/>
                </a:highlight>
                <a:latin typeface="Consolas"/>
                <a:ea typeface="Consolas"/>
                <a:cs typeface="Consolas"/>
                <a:sym typeface="Consolas"/>
              </a:rPr>
              <a:t>public</a:t>
            </a:r>
            <a:r>
              <a:rPr lang="en" sz="1000">
                <a:highlight>
                  <a:srgbClr val="FFFFFF"/>
                </a:highlight>
                <a:latin typeface="Consolas"/>
                <a:ea typeface="Consolas"/>
                <a:cs typeface="Consolas"/>
                <a:sym typeface="Consolas"/>
              </a:rPr>
              <a:t> </a:t>
            </a:r>
            <a:r>
              <a:rPr lang="en" sz="1000">
                <a:solidFill>
                  <a:srgbClr val="0000FF"/>
                </a:solidFill>
                <a:highlight>
                  <a:srgbClr val="FFFFFF"/>
                </a:highlight>
                <a:latin typeface="Consolas"/>
                <a:ea typeface="Consolas"/>
                <a:cs typeface="Consolas"/>
                <a:sym typeface="Consolas"/>
              </a:rPr>
              <a:t>interface</a:t>
            </a:r>
            <a:r>
              <a:rPr lang="en" sz="1000">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Animal</a:t>
            </a:r>
            <a:r>
              <a:rPr lang="en" sz="1000">
                <a:highlight>
                  <a:srgbClr val="FFFFFF"/>
                </a:highlight>
                <a:latin typeface="Consolas"/>
                <a:ea typeface="Consolas"/>
                <a:cs typeface="Consolas"/>
                <a:sym typeface="Consolas"/>
              </a:rPr>
              <a:t> {</a:t>
            </a:r>
            <a:endParaRPr sz="10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highlight>
                  <a:srgbClr val="FFFFFF"/>
                </a:highlight>
                <a:latin typeface="Consolas"/>
                <a:ea typeface="Consolas"/>
                <a:cs typeface="Consolas"/>
                <a:sym typeface="Consolas"/>
              </a:rPr>
              <a:t>2</a:t>
            </a:r>
            <a:r>
              <a:rPr lang="en" sz="1000">
                <a:highlight>
                  <a:srgbClr val="FFFFFF"/>
                </a:highlight>
                <a:latin typeface="Consolas"/>
                <a:ea typeface="Consolas"/>
                <a:cs typeface="Consolas"/>
                <a:sym typeface="Consolas"/>
              </a:rPr>
              <a:t>     </a:t>
            </a:r>
            <a:r>
              <a:rPr lang="en" sz="1000">
                <a:solidFill>
                  <a:srgbClr val="0000FF"/>
                </a:solidFill>
                <a:highlight>
                  <a:srgbClr val="FFFFFF"/>
                </a:highlight>
                <a:latin typeface="Consolas"/>
                <a:ea typeface="Consolas"/>
                <a:cs typeface="Consolas"/>
                <a:sym typeface="Consolas"/>
              </a:rPr>
              <a:t>private</a:t>
            </a:r>
            <a:r>
              <a:rPr lang="en" sz="1000">
                <a:highlight>
                  <a:srgbClr val="FFFFFF"/>
                </a:highlight>
                <a:latin typeface="Consolas"/>
                <a:ea typeface="Consolas"/>
                <a:cs typeface="Consolas"/>
                <a:sym typeface="Consolas"/>
              </a:rPr>
              <a:t> </a:t>
            </a:r>
            <a:r>
              <a:rPr lang="en" sz="1000">
                <a:solidFill>
                  <a:srgbClr val="0000FF"/>
                </a:solidFill>
                <a:highlight>
                  <a:srgbClr val="FFFFFF"/>
                </a:highlight>
                <a:latin typeface="Consolas"/>
                <a:ea typeface="Consolas"/>
                <a:cs typeface="Consolas"/>
                <a:sym typeface="Consolas"/>
              </a:rPr>
              <a:t>static</a:t>
            </a:r>
            <a:r>
              <a:rPr lang="en" sz="1000">
                <a:highlight>
                  <a:srgbClr val="FFFFFF"/>
                </a:highlight>
                <a:latin typeface="Consolas"/>
                <a:ea typeface="Consolas"/>
                <a:cs typeface="Consolas"/>
                <a:sym typeface="Consolas"/>
              </a:rPr>
              <a:t> </a:t>
            </a:r>
            <a:r>
              <a:rPr lang="en" sz="1000">
                <a:solidFill>
                  <a:srgbClr val="0000FF"/>
                </a:solidFill>
                <a:highlight>
                  <a:srgbClr val="FFFFFF"/>
                </a:highlight>
                <a:latin typeface="Consolas"/>
                <a:ea typeface="Consolas"/>
                <a:cs typeface="Consolas"/>
                <a:sym typeface="Consolas"/>
              </a:rPr>
              <a:t>final</a:t>
            </a:r>
            <a:r>
              <a:rPr lang="en" sz="1000">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String</a:t>
            </a:r>
            <a:r>
              <a:rPr lang="en" sz="1000">
                <a:highlight>
                  <a:srgbClr val="FFFFFF"/>
                </a:highlight>
                <a:latin typeface="Consolas"/>
                <a:ea typeface="Consolas"/>
                <a:cs typeface="Consolas"/>
                <a:sym typeface="Consolas"/>
              </a:rPr>
              <a:t> </a:t>
            </a:r>
            <a:r>
              <a:rPr lang="en" sz="1000">
                <a:solidFill>
                  <a:srgbClr val="0070C1"/>
                </a:solidFill>
                <a:highlight>
                  <a:srgbClr val="FFFFFF"/>
                </a:highlight>
                <a:latin typeface="Consolas"/>
                <a:ea typeface="Consolas"/>
                <a:cs typeface="Consolas"/>
                <a:sym typeface="Consolas"/>
              </a:rPr>
              <a:t>KINGDOM</a:t>
            </a:r>
            <a:r>
              <a:rPr lang="en" sz="1000">
                <a:highlight>
                  <a:srgbClr val="FFFFFF"/>
                </a:highlight>
                <a:latin typeface="Consolas"/>
                <a:ea typeface="Consolas"/>
                <a:cs typeface="Consolas"/>
                <a:sym typeface="Consolas"/>
              </a:rPr>
              <a:t> = </a:t>
            </a:r>
            <a:r>
              <a:rPr lang="en" sz="1000">
                <a:solidFill>
                  <a:srgbClr val="A31515"/>
                </a:solidFill>
                <a:highlight>
                  <a:srgbClr val="FFFFFF"/>
                </a:highlight>
                <a:latin typeface="Consolas"/>
                <a:ea typeface="Consolas"/>
                <a:cs typeface="Consolas"/>
                <a:sym typeface="Consolas"/>
              </a:rPr>
              <a:t>"Animalia"</a:t>
            </a:r>
            <a:r>
              <a:rPr lang="en" sz="1000">
                <a:highlight>
                  <a:srgbClr val="FFFFFF"/>
                </a:highlight>
                <a:latin typeface="Consolas"/>
                <a:ea typeface="Consolas"/>
                <a:cs typeface="Consolas"/>
                <a:sym typeface="Consolas"/>
              </a:rPr>
              <a:t>;</a:t>
            </a:r>
            <a:endParaRPr sz="10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highlight>
                  <a:srgbClr val="FFFFFF"/>
                </a:highlight>
                <a:latin typeface="Consolas"/>
                <a:ea typeface="Consolas"/>
                <a:cs typeface="Consolas"/>
                <a:sym typeface="Consolas"/>
              </a:rPr>
              <a:t>3</a:t>
            </a:r>
            <a:r>
              <a:rPr lang="en" sz="1000">
                <a:highlight>
                  <a:srgbClr val="FFFFFF"/>
                </a:highlight>
                <a:latin typeface="Consolas"/>
                <a:ea typeface="Consolas"/>
                <a:cs typeface="Consolas"/>
                <a:sym typeface="Consolas"/>
              </a:rPr>
              <a:t>  </a:t>
            </a:r>
            <a:endParaRPr sz="10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highlight>
                  <a:srgbClr val="FFFFFF"/>
                </a:highlight>
                <a:latin typeface="Consolas"/>
                <a:ea typeface="Consolas"/>
                <a:cs typeface="Consolas"/>
                <a:sym typeface="Consolas"/>
              </a:rPr>
              <a:t>4     </a:t>
            </a:r>
            <a:r>
              <a:rPr lang="en" sz="1000">
                <a:solidFill>
                  <a:srgbClr val="0000FF"/>
                </a:solidFill>
                <a:highlight>
                  <a:srgbClr val="FFFFFF"/>
                </a:highlight>
                <a:latin typeface="Consolas"/>
                <a:ea typeface="Consolas"/>
                <a:cs typeface="Consolas"/>
                <a:sym typeface="Consolas"/>
              </a:rPr>
              <a:t>public</a:t>
            </a:r>
            <a:r>
              <a:rPr lang="en" sz="1000">
                <a:highlight>
                  <a:srgbClr val="FFFFFF"/>
                </a:highlight>
                <a:latin typeface="Consolas"/>
                <a:ea typeface="Consolas"/>
                <a:cs typeface="Consolas"/>
                <a:sym typeface="Consolas"/>
              </a:rPr>
              <a:t> </a:t>
            </a:r>
            <a:r>
              <a:rPr lang="en" sz="1000">
                <a:solidFill>
                  <a:srgbClr val="0000FF"/>
                </a:solidFill>
                <a:highlight>
                  <a:srgbClr val="FFFFFF"/>
                </a:highlight>
                <a:latin typeface="Consolas"/>
                <a:ea typeface="Consolas"/>
                <a:cs typeface="Consolas"/>
                <a:sym typeface="Consolas"/>
              </a:rPr>
              <a:t>static</a:t>
            </a:r>
            <a:r>
              <a:rPr lang="en" sz="1000">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String</a:t>
            </a:r>
            <a:r>
              <a:rPr lang="en" sz="1000">
                <a:highlight>
                  <a:srgbClr val="FFFFFF"/>
                </a:highlight>
                <a:latin typeface="Consolas"/>
                <a:ea typeface="Consolas"/>
                <a:cs typeface="Consolas"/>
                <a:sym typeface="Consolas"/>
              </a:rPr>
              <a:t> </a:t>
            </a:r>
            <a:r>
              <a:rPr lang="en" sz="1000">
                <a:solidFill>
                  <a:srgbClr val="795E26"/>
                </a:solidFill>
                <a:highlight>
                  <a:srgbClr val="FFFFFF"/>
                </a:highlight>
                <a:latin typeface="Consolas"/>
                <a:ea typeface="Consolas"/>
                <a:cs typeface="Consolas"/>
                <a:sym typeface="Consolas"/>
              </a:rPr>
              <a:t>getKingdom</a:t>
            </a:r>
            <a:r>
              <a:rPr lang="en" sz="1000">
                <a:highlight>
                  <a:srgbClr val="FFFFFF"/>
                </a:highlight>
                <a:latin typeface="Consolas"/>
                <a:ea typeface="Consolas"/>
                <a:cs typeface="Consolas"/>
                <a:sym typeface="Consolas"/>
              </a:rPr>
              <a:t>() {</a:t>
            </a:r>
            <a:endParaRPr sz="10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highlight>
                  <a:srgbClr val="FFFFFF"/>
                </a:highlight>
                <a:latin typeface="Consolas"/>
                <a:ea typeface="Consolas"/>
                <a:cs typeface="Consolas"/>
                <a:sym typeface="Consolas"/>
              </a:rPr>
              <a:t>5</a:t>
            </a:r>
            <a:r>
              <a:rPr lang="en" sz="1000">
                <a:highlight>
                  <a:srgbClr val="FFFFFF"/>
                </a:highlight>
                <a:latin typeface="Consolas"/>
                <a:ea typeface="Consolas"/>
                <a:cs typeface="Consolas"/>
                <a:sym typeface="Consolas"/>
              </a:rPr>
              <a:t>        </a:t>
            </a:r>
            <a:r>
              <a:rPr lang="en" sz="1000">
                <a:solidFill>
                  <a:srgbClr val="AF00DB"/>
                </a:solidFill>
                <a:highlight>
                  <a:srgbClr val="FFFFFF"/>
                </a:highlight>
                <a:latin typeface="Consolas"/>
                <a:ea typeface="Consolas"/>
                <a:cs typeface="Consolas"/>
                <a:sym typeface="Consolas"/>
              </a:rPr>
              <a:t>return</a:t>
            </a:r>
            <a:r>
              <a:rPr lang="en" sz="1000">
                <a:highlight>
                  <a:srgbClr val="FFFFFF"/>
                </a:highlight>
                <a:latin typeface="Consolas"/>
                <a:ea typeface="Consolas"/>
                <a:cs typeface="Consolas"/>
                <a:sym typeface="Consolas"/>
              </a:rPr>
              <a:t> </a:t>
            </a:r>
            <a:r>
              <a:rPr lang="en" sz="1000">
                <a:solidFill>
                  <a:srgbClr val="0070C1"/>
                </a:solidFill>
                <a:highlight>
                  <a:srgbClr val="FFFFFF"/>
                </a:highlight>
                <a:latin typeface="Consolas"/>
                <a:ea typeface="Consolas"/>
                <a:cs typeface="Consolas"/>
                <a:sym typeface="Consolas"/>
              </a:rPr>
              <a:t>KINGDOM</a:t>
            </a:r>
            <a:r>
              <a:rPr lang="en" sz="1000">
                <a:highlight>
                  <a:srgbClr val="FFFFFF"/>
                </a:highlight>
                <a:latin typeface="Consolas"/>
                <a:ea typeface="Consolas"/>
                <a:cs typeface="Consolas"/>
                <a:sym typeface="Consolas"/>
              </a:rPr>
              <a:t>;</a:t>
            </a:r>
            <a:endParaRPr sz="10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highlight>
                  <a:srgbClr val="FFFFFF"/>
                </a:highlight>
                <a:latin typeface="Consolas"/>
                <a:ea typeface="Consolas"/>
                <a:cs typeface="Consolas"/>
                <a:sym typeface="Consolas"/>
              </a:rPr>
              <a:t>6</a:t>
            </a:r>
            <a:r>
              <a:rPr lang="en" sz="1000">
                <a:highlight>
                  <a:srgbClr val="FFFFFF"/>
                </a:highlight>
                <a:latin typeface="Consolas"/>
                <a:ea typeface="Consolas"/>
                <a:cs typeface="Consolas"/>
                <a:sym typeface="Consolas"/>
              </a:rPr>
              <a:t>     }</a:t>
            </a:r>
            <a:endParaRPr sz="10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highlight>
                  <a:srgbClr val="FFFFFF"/>
                </a:highlight>
                <a:latin typeface="Consolas"/>
                <a:ea typeface="Consolas"/>
                <a:cs typeface="Consolas"/>
                <a:sym typeface="Consolas"/>
              </a:rPr>
              <a:t>7</a:t>
            </a:r>
            <a:r>
              <a:rPr lang="en" sz="1000">
                <a:highlight>
                  <a:srgbClr val="FFFFFF"/>
                </a:highlight>
                <a:latin typeface="Consolas"/>
                <a:ea typeface="Consolas"/>
                <a:cs typeface="Consolas"/>
                <a:sym typeface="Consolas"/>
              </a:rPr>
              <a:t>  </a:t>
            </a:r>
            <a:endParaRPr sz="10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highlight>
                  <a:srgbClr val="FFFFFF"/>
                </a:highlight>
                <a:latin typeface="Consolas"/>
                <a:ea typeface="Consolas"/>
                <a:cs typeface="Consolas"/>
                <a:sym typeface="Consolas"/>
              </a:rPr>
              <a:t>8                     </a:t>
            </a:r>
            <a:r>
              <a:rPr lang="en" sz="1000">
                <a:solidFill>
                  <a:srgbClr val="267F99"/>
                </a:solidFill>
                <a:highlight>
                  <a:srgbClr val="FFFFFF"/>
                </a:highlight>
                <a:latin typeface="Consolas"/>
                <a:ea typeface="Consolas"/>
                <a:cs typeface="Consolas"/>
                <a:sym typeface="Consolas"/>
              </a:rPr>
              <a:t>void</a:t>
            </a:r>
            <a:r>
              <a:rPr lang="en" sz="1000">
                <a:highlight>
                  <a:srgbClr val="FFFFFF"/>
                </a:highlight>
                <a:latin typeface="Consolas"/>
                <a:ea typeface="Consolas"/>
                <a:cs typeface="Consolas"/>
                <a:sym typeface="Consolas"/>
              </a:rPr>
              <a:t> </a:t>
            </a:r>
            <a:r>
              <a:rPr lang="en" sz="1000">
                <a:solidFill>
                  <a:srgbClr val="795E26"/>
                </a:solidFill>
                <a:highlight>
                  <a:srgbClr val="FFFFFF"/>
                </a:highlight>
                <a:latin typeface="Consolas"/>
                <a:ea typeface="Consolas"/>
                <a:cs typeface="Consolas"/>
                <a:sym typeface="Consolas"/>
              </a:rPr>
              <a:t>speak</a:t>
            </a:r>
            <a:r>
              <a:rPr lang="en" sz="1000">
                <a:highlight>
                  <a:srgbClr val="FFFFFF"/>
                </a:highlight>
                <a:latin typeface="Consolas"/>
                <a:ea typeface="Consolas"/>
                <a:cs typeface="Consolas"/>
                <a:sym typeface="Consolas"/>
              </a:rPr>
              <a:t>();    </a:t>
            </a:r>
            <a:endParaRPr sz="10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highlight>
                  <a:srgbClr val="FFFFFF"/>
                </a:highlight>
                <a:latin typeface="Consolas"/>
                <a:ea typeface="Consolas"/>
                <a:cs typeface="Consolas"/>
                <a:sym typeface="Consolas"/>
              </a:rPr>
              <a:t>9</a:t>
            </a:r>
            <a:r>
              <a:rPr lang="en" sz="1000">
                <a:highlight>
                  <a:srgbClr val="FFFFFF"/>
                </a:highlight>
                <a:latin typeface="Consolas"/>
                <a:ea typeface="Consolas"/>
                <a:cs typeface="Consolas"/>
                <a:sym typeface="Consolas"/>
              </a:rPr>
              <a:t>  }</a:t>
            </a:r>
            <a:endParaRPr sz="1000">
              <a:solidFill>
                <a:srgbClr val="999999"/>
              </a:solidFill>
              <a:latin typeface="Consolas"/>
              <a:ea typeface="Consolas"/>
              <a:cs typeface="Consolas"/>
              <a:sym typeface="Consolas"/>
            </a:endParaRPr>
          </a:p>
        </p:txBody>
      </p:sp>
      <p:sp>
        <p:nvSpPr>
          <p:cNvPr id="1379" name="Google Shape;1379;p137"/>
          <p:cNvSpPr txBox="1"/>
          <p:nvPr/>
        </p:nvSpPr>
        <p:spPr>
          <a:xfrm>
            <a:off x="129765" y="1359770"/>
            <a:ext cx="2897100" cy="672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t>The first step to creating an </a:t>
            </a:r>
            <a:r>
              <a:rPr lang="en" sz="1200" b="1" i="1">
                <a:solidFill>
                  <a:srgbClr val="FF0000"/>
                </a:solidFill>
              </a:rPr>
              <a:t>interface</a:t>
            </a:r>
            <a:r>
              <a:rPr lang="en" sz="1200">
                <a:solidFill>
                  <a:srgbClr val="FF0000"/>
                </a:solidFill>
              </a:rPr>
              <a:t> </a:t>
            </a:r>
            <a:r>
              <a:rPr lang="en" sz="1200"/>
              <a:t>is to declare it as such (rather than a class) using the </a:t>
            </a:r>
            <a:r>
              <a:rPr lang="en" sz="1200">
                <a:solidFill>
                  <a:srgbClr val="FF0000"/>
                </a:solidFill>
                <a:latin typeface="Courier New"/>
                <a:ea typeface="Courier New"/>
                <a:cs typeface="Courier New"/>
                <a:sym typeface="Courier New"/>
              </a:rPr>
              <a:t>interface</a:t>
            </a:r>
            <a:r>
              <a:rPr lang="en" sz="1200"/>
              <a:t> keyword.</a:t>
            </a:r>
            <a:endParaRPr sz="1200"/>
          </a:p>
        </p:txBody>
      </p:sp>
      <p:sp>
        <p:nvSpPr>
          <p:cNvPr id="1380" name="Google Shape;1380;p137"/>
          <p:cNvSpPr txBox="1"/>
          <p:nvPr/>
        </p:nvSpPr>
        <p:spPr>
          <a:xfrm>
            <a:off x="5819165" y="1337600"/>
            <a:ext cx="2897100" cy="672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t>An interface </a:t>
            </a:r>
            <a:r>
              <a:rPr lang="en" sz="1200" b="1" i="1">
                <a:solidFill>
                  <a:srgbClr val="FF0000"/>
                </a:solidFill>
              </a:rPr>
              <a:t>may </a:t>
            </a:r>
            <a:r>
              <a:rPr lang="en" sz="1200"/>
              <a:t>declare </a:t>
            </a:r>
            <a:r>
              <a:rPr lang="en" sz="1200">
                <a:solidFill>
                  <a:srgbClr val="FF0000"/>
                </a:solidFill>
                <a:latin typeface="Courier New"/>
                <a:ea typeface="Courier New"/>
                <a:cs typeface="Courier New"/>
                <a:sym typeface="Courier New"/>
              </a:rPr>
              <a:t>static</a:t>
            </a:r>
            <a:r>
              <a:rPr lang="en" sz="1200"/>
              <a:t> state or behavior that is used through the interface, e.g. </a:t>
            </a:r>
            <a:r>
              <a:rPr lang="en" sz="1200">
                <a:solidFill>
                  <a:srgbClr val="FF0000"/>
                </a:solidFill>
                <a:latin typeface="Courier New"/>
                <a:ea typeface="Courier New"/>
                <a:cs typeface="Courier New"/>
                <a:sym typeface="Courier New"/>
              </a:rPr>
              <a:t>Animal.</a:t>
            </a:r>
            <a:r>
              <a:rPr lang="en" sz="1200" i="1">
                <a:solidFill>
                  <a:srgbClr val="FF0000"/>
                </a:solidFill>
                <a:latin typeface="Courier New"/>
                <a:ea typeface="Courier New"/>
                <a:cs typeface="Courier New"/>
                <a:sym typeface="Courier New"/>
              </a:rPr>
              <a:t>getKingdom()</a:t>
            </a:r>
            <a:endParaRPr sz="1200">
              <a:solidFill>
                <a:srgbClr val="FF0000"/>
              </a:solidFill>
              <a:latin typeface="Courier New"/>
              <a:ea typeface="Courier New"/>
              <a:cs typeface="Courier New"/>
              <a:sym typeface="Courier New"/>
            </a:endParaRPr>
          </a:p>
        </p:txBody>
      </p:sp>
      <p:sp>
        <p:nvSpPr>
          <p:cNvPr id="1381" name="Google Shape;1381;p137"/>
          <p:cNvSpPr txBox="1"/>
          <p:nvPr/>
        </p:nvSpPr>
        <p:spPr>
          <a:xfrm>
            <a:off x="5819165" y="3196208"/>
            <a:ext cx="2897100" cy="672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t>Any non-static behavior </a:t>
            </a:r>
            <a:r>
              <a:rPr lang="en" sz="1200" b="1" i="1">
                <a:solidFill>
                  <a:srgbClr val="FF0000"/>
                </a:solidFill>
              </a:rPr>
              <a:t>must</a:t>
            </a:r>
            <a:r>
              <a:rPr lang="en" sz="1200">
                <a:solidFill>
                  <a:srgbClr val="FF0000"/>
                </a:solidFill>
              </a:rPr>
              <a:t> </a:t>
            </a:r>
            <a:r>
              <a:rPr lang="en" sz="1200"/>
              <a:t>be both </a:t>
            </a:r>
            <a:r>
              <a:rPr lang="en" sz="1200">
                <a:solidFill>
                  <a:srgbClr val="FF0000"/>
                </a:solidFill>
                <a:latin typeface="Courier New"/>
                <a:ea typeface="Courier New"/>
                <a:cs typeface="Courier New"/>
                <a:sym typeface="Courier New"/>
              </a:rPr>
              <a:t>public</a:t>
            </a:r>
            <a:r>
              <a:rPr lang="en" sz="1200">
                <a:solidFill>
                  <a:srgbClr val="FF0000"/>
                </a:solidFill>
              </a:rPr>
              <a:t> </a:t>
            </a:r>
            <a:r>
              <a:rPr lang="en" sz="1200"/>
              <a:t>and </a:t>
            </a:r>
            <a:r>
              <a:rPr lang="en" sz="1200">
                <a:solidFill>
                  <a:srgbClr val="FF0000"/>
                </a:solidFill>
                <a:latin typeface="Courier New"/>
                <a:ea typeface="Courier New"/>
                <a:cs typeface="Courier New"/>
                <a:sym typeface="Courier New"/>
              </a:rPr>
              <a:t>abstract</a:t>
            </a:r>
            <a:r>
              <a:rPr lang="en" sz="1200"/>
              <a:t>. Because of this, </a:t>
            </a:r>
            <a:r>
              <a:rPr lang="en" sz="1200" b="1" i="1">
                <a:solidFill>
                  <a:srgbClr val="FF0000"/>
                </a:solidFill>
              </a:rPr>
              <a:t>both</a:t>
            </a:r>
            <a:r>
              <a:rPr lang="en" sz="1200">
                <a:solidFill>
                  <a:srgbClr val="FF0000"/>
                </a:solidFill>
              </a:rPr>
              <a:t> </a:t>
            </a:r>
            <a:r>
              <a:rPr lang="en" sz="1200"/>
              <a:t>modifiers are </a:t>
            </a:r>
            <a:r>
              <a:rPr lang="en" sz="1200" b="1" i="1">
                <a:solidFill>
                  <a:srgbClr val="FF0000"/>
                </a:solidFill>
              </a:rPr>
              <a:t>optional</a:t>
            </a:r>
            <a:r>
              <a:rPr lang="en" sz="1200"/>
              <a:t>.</a:t>
            </a:r>
            <a:endParaRPr sz="1200"/>
          </a:p>
        </p:txBody>
      </p:sp>
      <p:sp>
        <p:nvSpPr>
          <p:cNvPr id="1382" name="Google Shape;1382;p137"/>
          <p:cNvSpPr txBox="1"/>
          <p:nvPr/>
        </p:nvSpPr>
        <p:spPr>
          <a:xfrm>
            <a:off x="2879334" y="3207472"/>
            <a:ext cx="1347900" cy="406500"/>
          </a:xfrm>
          <a:prstGeom prst="rect">
            <a:avLst/>
          </a:prstGeom>
          <a:noFill/>
          <a:ln>
            <a:noFill/>
          </a:ln>
        </p:spPr>
        <p:txBody>
          <a:bodyPr spcFirstLastPara="1" wrap="square" lIns="91425" tIns="91425" rIns="91425" bIns="91425" anchor="ctr" anchorCtr="0">
            <a:noAutofit/>
          </a:bodyPr>
          <a:lstStyle/>
          <a:p>
            <a:pPr marL="0" lvl="0" indent="0" algn="ctr" rtl="0">
              <a:lnSpc>
                <a:spcPct val="135714"/>
              </a:lnSpc>
              <a:spcBef>
                <a:spcPts val="0"/>
              </a:spcBef>
              <a:spcAft>
                <a:spcPts val="0"/>
              </a:spcAft>
              <a:buNone/>
            </a:pP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abstract</a:t>
            </a:r>
            <a:endParaRPr sz="1000">
              <a:solidFill>
                <a:srgbClr val="569CD6"/>
              </a:solidFill>
              <a:latin typeface="Consolas"/>
              <a:ea typeface="Consolas"/>
              <a:cs typeface="Consolas"/>
              <a:sym typeface="Consolas"/>
            </a:endParaRPr>
          </a:p>
        </p:txBody>
      </p:sp>
      <p:sp>
        <p:nvSpPr>
          <p:cNvPr id="1383" name="Google Shape;1383;p137"/>
          <p:cNvSpPr txBox="1"/>
          <p:nvPr/>
        </p:nvSpPr>
        <p:spPr>
          <a:xfrm>
            <a:off x="129765" y="3938125"/>
            <a:ext cx="3000000" cy="11139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Dog</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implements</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Animal</a:t>
            </a: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Override</a:t>
            </a:r>
            <a:endParaRPr sz="10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void</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speak</a:t>
            </a: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System</a:t>
            </a:r>
            <a:r>
              <a:rPr lang="en" sz="1000">
                <a:latin typeface="Consolas"/>
                <a:ea typeface="Consolas"/>
                <a:cs typeface="Consolas"/>
                <a:sym typeface="Consolas"/>
              </a:rPr>
              <a:t>.</a:t>
            </a:r>
            <a:r>
              <a:rPr lang="en" sz="1000">
                <a:solidFill>
                  <a:srgbClr val="0070C1"/>
                </a:solidFill>
                <a:latin typeface="Consolas"/>
                <a:ea typeface="Consolas"/>
                <a:cs typeface="Consolas"/>
                <a:sym typeface="Consolas"/>
              </a:rPr>
              <a:t>out</a:t>
            </a:r>
            <a:r>
              <a:rPr lang="en" sz="1000">
                <a:latin typeface="Consolas"/>
                <a:ea typeface="Consolas"/>
                <a:cs typeface="Consolas"/>
                <a:sym typeface="Consolas"/>
              </a:rPr>
              <a:t>.</a:t>
            </a:r>
            <a:r>
              <a:rPr lang="en" sz="1000">
                <a:solidFill>
                  <a:srgbClr val="795E26"/>
                </a:solidFill>
                <a:latin typeface="Consolas"/>
                <a:ea typeface="Consolas"/>
                <a:cs typeface="Consolas"/>
                <a:sym typeface="Consolas"/>
              </a:rPr>
              <a:t>println</a:t>
            </a:r>
            <a:r>
              <a:rPr lang="en" sz="1000">
                <a:latin typeface="Consolas"/>
                <a:ea typeface="Consolas"/>
                <a:cs typeface="Consolas"/>
                <a:sym typeface="Consolas"/>
              </a:rPr>
              <a:t>(</a:t>
            </a:r>
            <a:r>
              <a:rPr lang="en" sz="1000">
                <a:solidFill>
                  <a:srgbClr val="A31515"/>
                </a:solidFill>
                <a:latin typeface="Consolas"/>
                <a:ea typeface="Consolas"/>
                <a:cs typeface="Consolas"/>
                <a:sym typeface="Consolas"/>
              </a:rPr>
              <a:t>"Woof!"</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a:t>
            </a:r>
            <a:endParaRPr sz="1000">
              <a:solidFill>
                <a:srgbClr val="569CD6"/>
              </a:solidFill>
              <a:latin typeface="Consolas"/>
              <a:ea typeface="Consolas"/>
              <a:cs typeface="Consolas"/>
              <a:sym typeface="Consolas"/>
            </a:endParaRPr>
          </a:p>
        </p:txBody>
      </p:sp>
      <p:sp>
        <p:nvSpPr>
          <p:cNvPr id="1384" name="Google Shape;1384;p137"/>
          <p:cNvSpPr txBox="1"/>
          <p:nvPr/>
        </p:nvSpPr>
        <p:spPr>
          <a:xfrm>
            <a:off x="3253965" y="3938125"/>
            <a:ext cx="3000000" cy="11139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Cat</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implements</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Animal</a:t>
            </a: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Override</a:t>
            </a:r>
            <a:endParaRPr sz="10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void</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speak</a:t>
            </a: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System</a:t>
            </a:r>
            <a:r>
              <a:rPr lang="en" sz="1000">
                <a:latin typeface="Consolas"/>
                <a:ea typeface="Consolas"/>
                <a:cs typeface="Consolas"/>
                <a:sym typeface="Consolas"/>
              </a:rPr>
              <a:t>.</a:t>
            </a:r>
            <a:r>
              <a:rPr lang="en" sz="1000">
                <a:solidFill>
                  <a:srgbClr val="0070C1"/>
                </a:solidFill>
                <a:latin typeface="Consolas"/>
                <a:ea typeface="Consolas"/>
                <a:cs typeface="Consolas"/>
                <a:sym typeface="Consolas"/>
              </a:rPr>
              <a:t>out</a:t>
            </a:r>
            <a:r>
              <a:rPr lang="en" sz="1000">
                <a:latin typeface="Consolas"/>
                <a:ea typeface="Consolas"/>
                <a:cs typeface="Consolas"/>
                <a:sym typeface="Consolas"/>
              </a:rPr>
              <a:t>.</a:t>
            </a:r>
            <a:r>
              <a:rPr lang="en" sz="1000">
                <a:solidFill>
                  <a:srgbClr val="795E26"/>
                </a:solidFill>
                <a:latin typeface="Consolas"/>
                <a:ea typeface="Consolas"/>
                <a:cs typeface="Consolas"/>
                <a:sym typeface="Consolas"/>
              </a:rPr>
              <a:t>println</a:t>
            </a:r>
            <a:r>
              <a:rPr lang="en" sz="1000">
                <a:latin typeface="Consolas"/>
                <a:ea typeface="Consolas"/>
                <a:cs typeface="Consolas"/>
                <a:sym typeface="Consolas"/>
              </a:rPr>
              <a:t>(</a:t>
            </a:r>
            <a:r>
              <a:rPr lang="en" sz="1000">
                <a:solidFill>
                  <a:srgbClr val="A31515"/>
                </a:solidFill>
                <a:latin typeface="Consolas"/>
                <a:ea typeface="Consolas"/>
                <a:cs typeface="Consolas"/>
                <a:sym typeface="Consolas"/>
              </a:rPr>
              <a:t>"Meow!"</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a:t>
            </a:r>
            <a:endParaRPr sz="1000">
              <a:solidFill>
                <a:srgbClr val="569CD6"/>
              </a:solidFill>
              <a:latin typeface="Consolas"/>
              <a:ea typeface="Consolas"/>
              <a:cs typeface="Consolas"/>
              <a:sym typeface="Consolas"/>
            </a:endParaRPr>
          </a:p>
        </p:txBody>
      </p:sp>
      <p:sp>
        <p:nvSpPr>
          <p:cNvPr id="1385" name="Google Shape;1385;p137"/>
          <p:cNvSpPr txBox="1"/>
          <p:nvPr/>
        </p:nvSpPr>
        <p:spPr>
          <a:xfrm>
            <a:off x="129765" y="2963426"/>
            <a:ext cx="2250000" cy="736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t>A class uses </a:t>
            </a:r>
            <a:r>
              <a:rPr lang="en" sz="1200">
                <a:solidFill>
                  <a:srgbClr val="FF0000"/>
                </a:solidFill>
                <a:latin typeface="Courier New"/>
                <a:ea typeface="Courier New"/>
                <a:cs typeface="Courier New"/>
                <a:sym typeface="Courier New"/>
              </a:rPr>
              <a:t>implements</a:t>
            </a:r>
            <a:r>
              <a:rPr lang="en" sz="1200">
                <a:solidFill>
                  <a:srgbClr val="FF0000"/>
                </a:solidFill>
              </a:rPr>
              <a:t> </a:t>
            </a:r>
            <a:r>
              <a:rPr lang="en" sz="1200"/>
              <a:t>(rather than </a:t>
            </a:r>
            <a:r>
              <a:rPr lang="en" sz="1200">
                <a:solidFill>
                  <a:srgbClr val="FF0000"/>
                </a:solidFill>
                <a:latin typeface="Courier New"/>
                <a:ea typeface="Courier New"/>
                <a:cs typeface="Courier New"/>
                <a:sym typeface="Courier New"/>
              </a:rPr>
              <a:t>extends</a:t>
            </a:r>
            <a:r>
              <a:rPr lang="en" sz="1200"/>
              <a:t>) to </a:t>
            </a:r>
            <a:r>
              <a:rPr lang="en" sz="1200" b="1" i="1">
                <a:solidFill>
                  <a:srgbClr val="FF0000"/>
                </a:solidFill>
              </a:rPr>
              <a:t>implement </a:t>
            </a:r>
            <a:r>
              <a:rPr lang="en" sz="1200"/>
              <a:t>an interface...</a:t>
            </a:r>
            <a:endParaRPr sz="1200"/>
          </a:p>
        </p:txBody>
      </p:sp>
      <p:sp>
        <p:nvSpPr>
          <p:cNvPr id="1386" name="Google Shape;1386;p137"/>
          <p:cNvSpPr txBox="1"/>
          <p:nvPr/>
        </p:nvSpPr>
        <p:spPr>
          <a:xfrm>
            <a:off x="6466265" y="4054396"/>
            <a:ext cx="2250000" cy="999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t>...and the implementing class </a:t>
            </a:r>
            <a:r>
              <a:rPr lang="en" sz="1200" b="1" i="1">
                <a:solidFill>
                  <a:srgbClr val="FF0000"/>
                </a:solidFill>
              </a:rPr>
              <a:t>must</a:t>
            </a:r>
            <a:r>
              <a:rPr lang="en" sz="1200">
                <a:solidFill>
                  <a:srgbClr val="FF0000"/>
                </a:solidFill>
              </a:rPr>
              <a:t> </a:t>
            </a:r>
            <a:r>
              <a:rPr lang="en" sz="1200"/>
              <a:t>implement any abstract methods defined by the interface (or be declared </a:t>
            </a:r>
            <a:r>
              <a:rPr lang="en" sz="1200">
                <a:solidFill>
                  <a:srgbClr val="FF0000"/>
                </a:solidFill>
                <a:latin typeface="Courier New"/>
                <a:ea typeface="Courier New"/>
                <a:cs typeface="Courier New"/>
                <a:sym typeface="Courier New"/>
              </a:rPr>
              <a:t>abstract</a:t>
            </a:r>
            <a:r>
              <a:rPr lang="en" sz="1200"/>
              <a:t>).</a:t>
            </a:r>
            <a:endParaRPr sz="1200"/>
          </a:p>
        </p:txBody>
      </p:sp>
      <p:grpSp>
        <p:nvGrpSpPr>
          <p:cNvPr id="1387" name="Google Shape;1387;p137"/>
          <p:cNvGrpSpPr/>
          <p:nvPr/>
        </p:nvGrpSpPr>
        <p:grpSpPr>
          <a:xfrm>
            <a:off x="3026865" y="1696070"/>
            <a:ext cx="961860" cy="707181"/>
            <a:chOff x="3026865" y="1696070"/>
            <a:chExt cx="961860" cy="707181"/>
          </a:xfrm>
        </p:grpSpPr>
        <p:sp>
          <p:nvSpPr>
            <p:cNvPr id="1388" name="Google Shape;1388;p137"/>
            <p:cNvSpPr/>
            <p:nvPr/>
          </p:nvSpPr>
          <p:spPr>
            <a:xfrm>
              <a:off x="3269325" y="2233151"/>
              <a:ext cx="719400" cy="1701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1389" name="Google Shape;1389;p137"/>
            <p:cNvCxnSpPr>
              <a:stCxn id="1379" idx="3"/>
              <a:endCxn id="1388" idx="0"/>
            </p:cNvCxnSpPr>
            <p:nvPr/>
          </p:nvCxnSpPr>
          <p:spPr>
            <a:xfrm>
              <a:off x="3026865" y="1696070"/>
              <a:ext cx="602100" cy="537000"/>
            </a:xfrm>
            <a:prstGeom prst="bentConnector2">
              <a:avLst/>
            </a:prstGeom>
            <a:noFill/>
            <a:ln w="19050" cap="flat" cmpd="sng">
              <a:solidFill>
                <a:srgbClr val="FF0000"/>
              </a:solidFill>
              <a:prstDash val="solid"/>
              <a:round/>
              <a:headEnd type="none" w="med" len="med"/>
              <a:tailEnd type="none" w="med" len="med"/>
            </a:ln>
          </p:spPr>
        </p:cxnSp>
      </p:grpSp>
      <p:grpSp>
        <p:nvGrpSpPr>
          <p:cNvPr id="1390" name="Google Shape;1390;p137"/>
          <p:cNvGrpSpPr/>
          <p:nvPr/>
        </p:nvGrpSpPr>
        <p:grpSpPr>
          <a:xfrm>
            <a:off x="3003100" y="1673900"/>
            <a:ext cx="3463200" cy="893500"/>
            <a:chOff x="3003100" y="1673900"/>
            <a:chExt cx="3463200" cy="893500"/>
          </a:xfrm>
        </p:grpSpPr>
        <p:sp>
          <p:nvSpPr>
            <p:cNvPr id="1391" name="Google Shape;1391;p137"/>
            <p:cNvSpPr/>
            <p:nvPr/>
          </p:nvSpPr>
          <p:spPr>
            <a:xfrm>
              <a:off x="3003100" y="2397300"/>
              <a:ext cx="3463200" cy="1701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1392" name="Google Shape;1392;p137"/>
            <p:cNvCxnSpPr>
              <a:stCxn id="1380" idx="1"/>
              <a:endCxn id="1391" idx="0"/>
            </p:cNvCxnSpPr>
            <p:nvPr/>
          </p:nvCxnSpPr>
          <p:spPr>
            <a:xfrm flipH="1">
              <a:off x="4734665" y="1673900"/>
              <a:ext cx="1084500" cy="723300"/>
            </a:xfrm>
            <a:prstGeom prst="bentConnector2">
              <a:avLst/>
            </a:prstGeom>
            <a:noFill/>
            <a:ln w="19050" cap="flat" cmpd="sng">
              <a:solidFill>
                <a:srgbClr val="FF0000"/>
              </a:solidFill>
              <a:prstDash val="solid"/>
              <a:round/>
              <a:headEnd type="none" w="med" len="med"/>
              <a:tailEnd type="none" w="med" len="med"/>
            </a:ln>
          </p:spPr>
        </p:cxnSp>
      </p:grpSp>
      <p:grpSp>
        <p:nvGrpSpPr>
          <p:cNvPr id="1393" name="Google Shape;1393;p137"/>
          <p:cNvGrpSpPr/>
          <p:nvPr/>
        </p:nvGrpSpPr>
        <p:grpSpPr>
          <a:xfrm>
            <a:off x="3003100" y="2010200"/>
            <a:ext cx="4264615" cy="1167646"/>
            <a:chOff x="3094450" y="1673951"/>
            <a:chExt cx="4264615" cy="893447"/>
          </a:xfrm>
        </p:grpSpPr>
        <p:sp>
          <p:nvSpPr>
            <p:cNvPr id="1394" name="Google Shape;1394;p137"/>
            <p:cNvSpPr/>
            <p:nvPr/>
          </p:nvSpPr>
          <p:spPr>
            <a:xfrm>
              <a:off x="3094450" y="2161497"/>
              <a:ext cx="2513700" cy="4059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1395" name="Google Shape;1395;p137"/>
            <p:cNvCxnSpPr>
              <a:stCxn id="1380" idx="2"/>
              <a:endCxn id="1394" idx="3"/>
            </p:cNvCxnSpPr>
            <p:nvPr/>
          </p:nvCxnSpPr>
          <p:spPr>
            <a:xfrm rot="5400000">
              <a:off x="6138365" y="1143851"/>
              <a:ext cx="690600" cy="1750800"/>
            </a:xfrm>
            <a:prstGeom prst="bentConnector2">
              <a:avLst/>
            </a:prstGeom>
            <a:noFill/>
            <a:ln w="19050" cap="flat" cmpd="sng">
              <a:solidFill>
                <a:srgbClr val="FF0000"/>
              </a:solidFill>
              <a:prstDash val="solid"/>
              <a:round/>
              <a:headEnd type="none" w="med" len="med"/>
              <a:tailEnd type="none" w="med" len="med"/>
            </a:ln>
          </p:spPr>
        </p:cxnSp>
      </p:grpSp>
      <p:grpSp>
        <p:nvGrpSpPr>
          <p:cNvPr id="1396" name="Google Shape;1396;p137"/>
          <p:cNvGrpSpPr/>
          <p:nvPr/>
        </p:nvGrpSpPr>
        <p:grpSpPr>
          <a:xfrm>
            <a:off x="3003100" y="3301150"/>
            <a:ext cx="2816065" cy="231358"/>
            <a:chOff x="3003100" y="3301150"/>
            <a:chExt cx="2816065" cy="231358"/>
          </a:xfrm>
        </p:grpSpPr>
        <p:sp>
          <p:nvSpPr>
            <p:cNvPr id="1397" name="Google Shape;1397;p137"/>
            <p:cNvSpPr/>
            <p:nvPr/>
          </p:nvSpPr>
          <p:spPr>
            <a:xfrm>
              <a:off x="3003100" y="3301150"/>
              <a:ext cx="1120200" cy="1701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1398" name="Google Shape;1398;p137"/>
            <p:cNvCxnSpPr>
              <a:stCxn id="1381" idx="1"/>
              <a:endCxn id="1397" idx="2"/>
            </p:cNvCxnSpPr>
            <p:nvPr/>
          </p:nvCxnSpPr>
          <p:spPr>
            <a:xfrm rot="10800000">
              <a:off x="3563165" y="3471308"/>
              <a:ext cx="2256000" cy="61200"/>
            </a:xfrm>
            <a:prstGeom prst="bentConnector2">
              <a:avLst/>
            </a:prstGeom>
            <a:noFill/>
            <a:ln w="19050" cap="flat" cmpd="sng">
              <a:solidFill>
                <a:srgbClr val="FF0000"/>
              </a:solidFill>
              <a:prstDash val="solid"/>
              <a:round/>
              <a:headEnd type="none" w="med" len="med"/>
              <a:tailEnd type="none" w="med" len="med"/>
            </a:ln>
          </p:spPr>
        </p:cxnSp>
      </p:grpSp>
      <p:grpSp>
        <p:nvGrpSpPr>
          <p:cNvPr id="1399" name="Google Shape;1399;p137"/>
          <p:cNvGrpSpPr/>
          <p:nvPr/>
        </p:nvGrpSpPr>
        <p:grpSpPr>
          <a:xfrm>
            <a:off x="1254765" y="3700226"/>
            <a:ext cx="3996091" cy="512876"/>
            <a:chOff x="1254765" y="3700226"/>
            <a:chExt cx="3996091" cy="512876"/>
          </a:xfrm>
        </p:grpSpPr>
        <p:sp>
          <p:nvSpPr>
            <p:cNvPr id="1400" name="Google Shape;1400;p137"/>
            <p:cNvSpPr/>
            <p:nvPr/>
          </p:nvSpPr>
          <p:spPr>
            <a:xfrm>
              <a:off x="1384645" y="4034602"/>
              <a:ext cx="743100" cy="1785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401" name="Google Shape;1401;p137"/>
            <p:cNvSpPr/>
            <p:nvPr/>
          </p:nvSpPr>
          <p:spPr>
            <a:xfrm>
              <a:off x="4507755" y="4034602"/>
              <a:ext cx="743100" cy="1785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1402" name="Google Shape;1402;p137"/>
            <p:cNvCxnSpPr>
              <a:stCxn id="1385" idx="2"/>
              <a:endCxn id="1400" idx="0"/>
            </p:cNvCxnSpPr>
            <p:nvPr/>
          </p:nvCxnSpPr>
          <p:spPr>
            <a:xfrm rot="-5400000" flipH="1">
              <a:off x="1338165" y="3616826"/>
              <a:ext cx="334500" cy="501300"/>
            </a:xfrm>
            <a:prstGeom prst="bentConnector3">
              <a:avLst>
                <a:gd name="adj1" fmla="val 49981"/>
              </a:avLst>
            </a:prstGeom>
            <a:noFill/>
            <a:ln w="19050" cap="flat" cmpd="sng">
              <a:solidFill>
                <a:srgbClr val="FF0000"/>
              </a:solidFill>
              <a:prstDash val="solid"/>
              <a:round/>
              <a:headEnd type="none" w="med" len="med"/>
              <a:tailEnd type="none" w="med" len="med"/>
            </a:ln>
          </p:spPr>
        </p:cxnSp>
        <p:cxnSp>
          <p:nvCxnSpPr>
            <p:cNvPr id="1403" name="Google Shape;1403;p137"/>
            <p:cNvCxnSpPr>
              <a:stCxn id="1385" idx="2"/>
              <a:endCxn id="1401" idx="0"/>
            </p:cNvCxnSpPr>
            <p:nvPr/>
          </p:nvCxnSpPr>
          <p:spPr>
            <a:xfrm rot="-5400000" flipH="1">
              <a:off x="2899815" y="2055176"/>
              <a:ext cx="334500" cy="3624600"/>
            </a:xfrm>
            <a:prstGeom prst="bentConnector3">
              <a:avLst>
                <a:gd name="adj1" fmla="val 49981"/>
              </a:avLst>
            </a:prstGeom>
            <a:noFill/>
            <a:ln w="19050" cap="flat" cmpd="sng">
              <a:solidFill>
                <a:srgbClr val="FF0000"/>
              </a:solidFill>
              <a:prstDash val="solid"/>
              <a:round/>
              <a:headEnd type="none" w="med" len="med"/>
              <a:tailEnd type="none" w="med" len="med"/>
            </a:ln>
          </p:spPr>
        </p:cxnSp>
      </p:grpSp>
      <p:grpSp>
        <p:nvGrpSpPr>
          <p:cNvPr id="1404" name="Google Shape;1404;p137"/>
          <p:cNvGrpSpPr/>
          <p:nvPr/>
        </p:nvGrpSpPr>
        <p:grpSpPr>
          <a:xfrm>
            <a:off x="474589" y="4353475"/>
            <a:ext cx="5991676" cy="513021"/>
            <a:chOff x="474589" y="4353475"/>
            <a:chExt cx="5991676" cy="513021"/>
          </a:xfrm>
        </p:grpSpPr>
        <p:sp>
          <p:nvSpPr>
            <p:cNvPr id="1405" name="Google Shape;1405;p137"/>
            <p:cNvSpPr/>
            <p:nvPr/>
          </p:nvSpPr>
          <p:spPr>
            <a:xfrm>
              <a:off x="474589" y="4353476"/>
              <a:ext cx="2250000" cy="5130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406" name="Google Shape;1406;p137"/>
            <p:cNvSpPr/>
            <p:nvPr/>
          </p:nvSpPr>
          <p:spPr>
            <a:xfrm>
              <a:off x="3586900" y="4353475"/>
              <a:ext cx="2298300" cy="5130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1407" name="Google Shape;1407;p137"/>
            <p:cNvCxnSpPr>
              <a:stCxn id="1386" idx="1"/>
              <a:endCxn id="1406" idx="2"/>
            </p:cNvCxnSpPr>
            <p:nvPr/>
          </p:nvCxnSpPr>
          <p:spPr>
            <a:xfrm flipH="1">
              <a:off x="4736165" y="4554196"/>
              <a:ext cx="1730100" cy="312300"/>
            </a:xfrm>
            <a:prstGeom prst="bentConnector4">
              <a:avLst>
                <a:gd name="adj1" fmla="val 16793"/>
                <a:gd name="adj2" fmla="val 176242"/>
              </a:avLst>
            </a:prstGeom>
            <a:noFill/>
            <a:ln w="19050" cap="flat" cmpd="sng">
              <a:solidFill>
                <a:srgbClr val="FF0000"/>
              </a:solidFill>
              <a:prstDash val="solid"/>
              <a:round/>
              <a:headEnd type="none" w="med" len="med"/>
              <a:tailEnd type="none" w="med" len="med"/>
            </a:ln>
          </p:spPr>
        </p:cxnSp>
        <p:cxnSp>
          <p:nvCxnSpPr>
            <p:cNvPr id="1408" name="Google Shape;1408;p137"/>
            <p:cNvCxnSpPr>
              <a:stCxn id="1386" idx="1"/>
              <a:endCxn id="1405" idx="2"/>
            </p:cNvCxnSpPr>
            <p:nvPr/>
          </p:nvCxnSpPr>
          <p:spPr>
            <a:xfrm flipH="1">
              <a:off x="1599665" y="4554196"/>
              <a:ext cx="4866600" cy="312300"/>
            </a:xfrm>
            <a:prstGeom prst="bentConnector4">
              <a:avLst>
                <a:gd name="adj1" fmla="val 6074"/>
                <a:gd name="adj2" fmla="val 176243"/>
              </a:avLst>
            </a:prstGeom>
            <a:noFill/>
            <a:ln w="19050" cap="flat" cmpd="sng">
              <a:solidFill>
                <a:srgbClr val="FF0000"/>
              </a:solidFill>
              <a:prstDash val="solid"/>
              <a:round/>
              <a:headEnd type="none" w="med" len="med"/>
              <a:tailEnd type="non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79"/>
                                        </p:tgtEl>
                                        <p:attrNameLst>
                                          <p:attrName>style.visibility</p:attrName>
                                        </p:attrNameLst>
                                      </p:cBhvr>
                                      <p:to>
                                        <p:strVal val="visible"/>
                                      </p:to>
                                    </p:set>
                                    <p:animEffect transition="in" filter="fade">
                                      <p:cBhvr>
                                        <p:cTn id="7" dur="1000"/>
                                        <p:tgtEl>
                                          <p:spTgt spid="1379"/>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1387"/>
                                        </p:tgtEl>
                                        <p:attrNameLst>
                                          <p:attrName>style.visibility</p:attrName>
                                        </p:attrNameLst>
                                      </p:cBhvr>
                                      <p:to>
                                        <p:strVal val="visible"/>
                                      </p:to>
                                    </p:set>
                                    <p:animEffect transition="in" filter="fade">
                                      <p:cBhvr>
                                        <p:cTn id="11" dur="1000"/>
                                        <p:tgtEl>
                                          <p:spTgt spid="1387"/>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380"/>
                                        </p:tgtEl>
                                        <p:attrNameLst>
                                          <p:attrName>style.visibility</p:attrName>
                                        </p:attrNameLst>
                                      </p:cBhvr>
                                      <p:to>
                                        <p:strVal val="visible"/>
                                      </p:to>
                                    </p:set>
                                    <p:animEffect transition="in" filter="fade">
                                      <p:cBhvr>
                                        <p:cTn id="16" dur="1000"/>
                                        <p:tgtEl>
                                          <p:spTgt spid="1380"/>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1390"/>
                                        </p:tgtEl>
                                        <p:attrNameLst>
                                          <p:attrName>style.visibility</p:attrName>
                                        </p:attrNameLst>
                                      </p:cBhvr>
                                      <p:to>
                                        <p:strVal val="visible"/>
                                      </p:to>
                                    </p:set>
                                    <p:animEffect transition="in" filter="fade">
                                      <p:cBhvr>
                                        <p:cTn id="20" dur="1000"/>
                                        <p:tgtEl>
                                          <p:spTgt spid="1390"/>
                                        </p:tgtEl>
                                      </p:cBhvr>
                                    </p:animEffect>
                                  </p:childTnLst>
                                </p:cTn>
                              </p:par>
                              <p:par>
                                <p:cTn id="21" presetID="10" presetClass="entr" presetSubtype="0" fill="hold" nodeType="withEffect">
                                  <p:stCondLst>
                                    <p:cond delay="0"/>
                                  </p:stCondLst>
                                  <p:childTnLst>
                                    <p:set>
                                      <p:cBhvr>
                                        <p:cTn id="22" dur="1" fill="hold">
                                          <p:stCondLst>
                                            <p:cond delay="0"/>
                                          </p:stCondLst>
                                        </p:cTn>
                                        <p:tgtEl>
                                          <p:spTgt spid="1393"/>
                                        </p:tgtEl>
                                        <p:attrNameLst>
                                          <p:attrName>style.visibility</p:attrName>
                                        </p:attrNameLst>
                                      </p:cBhvr>
                                      <p:to>
                                        <p:strVal val="visible"/>
                                      </p:to>
                                    </p:set>
                                    <p:animEffect transition="in" filter="fade">
                                      <p:cBhvr>
                                        <p:cTn id="23" dur="1000"/>
                                        <p:tgtEl>
                                          <p:spTgt spid="139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381"/>
                                        </p:tgtEl>
                                        <p:attrNameLst>
                                          <p:attrName>style.visibility</p:attrName>
                                        </p:attrNameLst>
                                      </p:cBhvr>
                                      <p:to>
                                        <p:strVal val="visible"/>
                                      </p:to>
                                    </p:set>
                                    <p:animEffect transition="in" filter="fade">
                                      <p:cBhvr>
                                        <p:cTn id="28" dur="1000"/>
                                        <p:tgtEl>
                                          <p:spTgt spid="1381"/>
                                        </p:tgtEl>
                                      </p:cBhvr>
                                    </p:animEffect>
                                  </p:childTnLst>
                                </p:cTn>
                              </p:par>
                            </p:childTnLst>
                          </p:cTn>
                        </p:par>
                        <p:par>
                          <p:cTn id="29" fill="hold">
                            <p:stCondLst>
                              <p:cond delay="1000"/>
                            </p:stCondLst>
                            <p:childTnLst>
                              <p:par>
                                <p:cTn id="30" presetID="10" presetClass="entr" presetSubtype="0" fill="hold" nodeType="afterEffect">
                                  <p:stCondLst>
                                    <p:cond delay="0"/>
                                  </p:stCondLst>
                                  <p:childTnLst>
                                    <p:set>
                                      <p:cBhvr>
                                        <p:cTn id="31" dur="1" fill="hold">
                                          <p:stCondLst>
                                            <p:cond delay="0"/>
                                          </p:stCondLst>
                                        </p:cTn>
                                        <p:tgtEl>
                                          <p:spTgt spid="1396"/>
                                        </p:tgtEl>
                                        <p:attrNameLst>
                                          <p:attrName>style.visibility</p:attrName>
                                        </p:attrNameLst>
                                      </p:cBhvr>
                                      <p:to>
                                        <p:strVal val="visible"/>
                                      </p:to>
                                    </p:set>
                                    <p:animEffect transition="in" filter="fade">
                                      <p:cBhvr>
                                        <p:cTn id="32" dur="1000"/>
                                        <p:tgtEl>
                                          <p:spTgt spid="1396"/>
                                        </p:tgtEl>
                                      </p:cBhvr>
                                    </p:animEffect>
                                  </p:childTnLst>
                                </p:cTn>
                              </p:par>
                            </p:childTnLst>
                          </p:cTn>
                        </p:par>
                        <p:par>
                          <p:cTn id="33" fill="hold">
                            <p:stCondLst>
                              <p:cond delay="2000"/>
                            </p:stCondLst>
                            <p:childTnLst>
                              <p:par>
                                <p:cTn id="34" presetID="10" presetClass="exit" presetSubtype="0" fill="hold" nodeType="afterEffect">
                                  <p:stCondLst>
                                    <p:cond delay="0"/>
                                  </p:stCondLst>
                                  <p:childTnLst>
                                    <p:animEffect transition="out" filter="fade">
                                      <p:cBhvr>
                                        <p:cTn id="35" dur="1000"/>
                                        <p:tgtEl>
                                          <p:spTgt spid="1382"/>
                                        </p:tgtEl>
                                      </p:cBhvr>
                                    </p:animEffect>
                                    <p:set>
                                      <p:cBhvr>
                                        <p:cTn id="36" dur="1" fill="hold">
                                          <p:stCondLst>
                                            <p:cond delay="1000"/>
                                          </p:stCondLst>
                                        </p:cTn>
                                        <p:tgtEl>
                                          <p:spTgt spid="1382"/>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385"/>
                                        </p:tgtEl>
                                        <p:attrNameLst>
                                          <p:attrName>style.visibility</p:attrName>
                                        </p:attrNameLst>
                                      </p:cBhvr>
                                      <p:to>
                                        <p:strVal val="visible"/>
                                      </p:to>
                                    </p:set>
                                    <p:animEffect transition="in" filter="fade">
                                      <p:cBhvr>
                                        <p:cTn id="41" dur="1000"/>
                                        <p:tgtEl>
                                          <p:spTgt spid="1385"/>
                                        </p:tgtEl>
                                      </p:cBhvr>
                                    </p:animEffect>
                                  </p:childTnLst>
                                </p:cTn>
                              </p:par>
                            </p:childTnLst>
                          </p:cTn>
                        </p:par>
                        <p:par>
                          <p:cTn id="42" fill="hold">
                            <p:stCondLst>
                              <p:cond delay="1000"/>
                            </p:stCondLst>
                            <p:childTnLst>
                              <p:par>
                                <p:cTn id="43" presetID="10" presetClass="entr" presetSubtype="0" fill="hold" nodeType="afterEffect">
                                  <p:stCondLst>
                                    <p:cond delay="0"/>
                                  </p:stCondLst>
                                  <p:childTnLst>
                                    <p:set>
                                      <p:cBhvr>
                                        <p:cTn id="44" dur="1" fill="hold">
                                          <p:stCondLst>
                                            <p:cond delay="0"/>
                                          </p:stCondLst>
                                        </p:cTn>
                                        <p:tgtEl>
                                          <p:spTgt spid="1399"/>
                                        </p:tgtEl>
                                        <p:attrNameLst>
                                          <p:attrName>style.visibility</p:attrName>
                                        </p:attrNameLst>
                                      </p:cBhvr>
                                      <p:to>
                                        <p:strVal val="visible"/>
                                      </p:to>
                                    </p:set>
                                    <p:animEffect transition="in" filter="fade">
                                      <p:cBhvr>
                                        <p:cTn id="45" dur="1000"/>
                                        <p:tgtEl>
                                          <p:spTgt spid="1399"/>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386"/>
                                        </p:tgtEl>
                                        <p:attrNameLst>
                                          <p:attrName>style.visibility</p:attrName>
                                        </p:attrNameLst>
                                      </p:cBhvr>
                                      <p:to>
                                        <p:strVal val="visible"/>
                                      </p:to>
                                    </p:set>
                                    <p:animEffect transition="in" filter="fade">
                                      <p:cBhvr>
                                        <p:cTn id="50" dur="1000"/>
                                        <p:tgtEl>
                                          <p:spTgt spid="1386"/>
                                        </p:tgtEl>
                                      </p:cBhvr>
                                    </p:animEffect>
                                  </p:childTnLst>
                                </p:cTn>
                              </p:par>
                            </p:childTnLst>
                          </p:cTn>
                        </p:par>
                        <p:par>
                          <p:cTn id="51" fill="hold">
                            <p:stCondLst>
                              <p:cond delay="1000"/>
                            </p:stCondLst>
                            <p:childTnLst>
                              <p:par>
                                <p:cTn id="52" presetID="10" presetClass="entr" presetSubtype="0" fill="hold" nodeType="afterEffect">
                                  <p:stCondLst>
                                    <p:cond delay="0"/>
                                  </p:stCondLst>
                                  <p:childTnLst>
                                    <p:set>
                                      <p:cBhvr>
                                        <p:cTn id="53" dur="1" fill="hold">
                                          <p:stCondLst>
                                            <p:cond delay="0"/>
                                          </p:stCondLst>
                                        </p:cTn>
                                        <p:tgtEl>
                                          <p:spTgt spid="1404"/>
                                        </p:tgtEl>
                                        <p:attrNameLst>
                                          <p:attrName>style.visibility</p:attrName>
                                        </p:attrNameLst>
                                      </p:cBhvr>
                                      <p:to>
                                        <p:strVal val="visible"/>
                                      </p:to>
                                    </p:set>
                                    <p:animEffect transition="in" filter="fade">
                                      <p:cBhvr>
                                        <p:cTn id="54" dur="1000"/>
                                        <p:tgtEl>
                                          <p:spTgt spid="14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412"/>
        <p:cNvGrpSpPr/>
        <p:nvPr/>
      </p:nvGrpSpPr>
      <p:grpSpPr>
        <a:xfrm>
          <a:off x="0" y="0"/>
          <a:ext cx="0" cy="0"/>
          <a:chOff x="0" y="0"/>
          <a:chExt cx="0" cy="0"/>
        </a:xfrm>
      </p:grpSpPr>
      <p:sp>
        <p:nvSpPr>
          <p:cNvPr id="1413" name="Google Shape;1413;p138"/>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The </a:t>
            </a:r>
            <a:r>
              <a:rPr lang="en">
                <a:latin typeface="Courier New"/>
                <a:ea typeface="Courier New"/>
                <a:cs typeface="Courier New"/>
                <a:sym typeface="Courier New"/>
              </a:rPr>
              <a:t>Expression</a:t>
            </a:r>
            <a:r>
              <a:rPr lang="en"/>
              <a:t> class defines only a single, abstract method. It does not have any fields, constructors, or concrete methods. There is no reason not to make it into an interface!</a:t>
            </a:r>
            <a:endParaRPr/>
          </a:p>
        </p:txBody>
      </p:sp>
      <p:sp>
        <p:nvSpPr>
          <p:cNvPr id="1414" name="Google Shape;1414;p1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60</a:t>
            </a:fld>
            <a:endParaRPr/>
          </a:p>
        </p:txBody>
      </p:sp>
      <p:sp>
        <p:nvSpPr>
          <p:cNvPr id="1415" name="Google Shape;1415;p138"/>
          <p:cNvSpPr txBox="1">
            <a:spLocks noGrp="1"/>
          </p:cNvSpPr>
          <p:nvPr>
            <p:ph type="body" idx="2"/>
          </p:nvPr>
        </p:nvSpPr>
        <p:spPr>
          <a:xfrm>
            <a:off x="3698525" y="1709625"/>
            <a:ext cx="5242500" cy="2827500"/>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a:t>Open your </a:t>
            </a:r>
            <a:r>
              <a:rPr lang="en" sz="1500">
                <a:latin typeface="Courier New"/>
                <a:ea typeface="Courier New"/>
                <a:cs typeface="Courier New"/>
                <a:sym typeface="Courier New"/>
              </a:rPr>
              <a:t>Expression</a:t>
            </a:r>
            <a:r>
              <a:rPr lang="en" sz="1500"/>
              <a:t> class and change it so that it is an </a:t>
            </a:r>
            <a:r>
              <a:rPr lang="en" sz="1500" b="1" i="1">
                <a:solidFill>
                  <a:srgbClr val="FF0000"/>
                </a:solidFill>
              </a:rPr>
              <a:t>interface </a:t>
            </a:r>
            <a:r>
              <a:rPr lang="en" sz="1500"/>
              <a:t>rather than a class.</a:t>
            </a:r>
            <a:endParaRPr sz="1500"/>
          </a:p>
          <a:p>
            <a:pPr marL="914400" lvl="1" indent="-311150" algn="l" rtl="0">
              <a:spcBef>
                <a:spcPts val="0"/>
              </a:spcBef>
              <a:spcAft>
                <a:spcPts val="0"/>
              </a:spcAft>
              <a:buSzPts val="1300"/>
              <a:buChar char="○"/>
            </a:pPr>
            <a:r>
              <a:rPr lang="en" sz="1300"/>
              <a:t>Change the "</a:t>
            </a:r>
            <a:r>
              <a:rPr lang="en" sz="1300">
                <a:latin typeface="Courier New"/>
                <a:ea typeface="Courier New"/>
                <a:cs typeface="Courier New"/>
                <a:sym typeface="Courier New"/>
              </a:rPr>
              <a:t>class</a:t>
            </a:r>
            <a:r>
              <a:rPr lang="en" sz="1300"/>
              <a:t>" keyword to "</a:t>
            </a:r>
            <a:r>
              <a:rPr lang="en" sz="1300">
                <a:solidFill>
                  <a:srgbClr val="FF0000"/>
                </a:solidFill>
                <a:latin typeface="Courier New"/>
                <a:ea typeface="Courier New"/>
                <a:cs typeface="Courier New"/>
                <a:sym typeface="Courier New"/>
              </a:rPr>
              <a:t>interface</a:t>
            </a:r>
            <a:r>
              <a:rPr lang="en" sz="1300"/>
              <a:t>".</a:t>
            </a:r>
            <a:endParaRPr sz="1300"/>
          </a:p>
          <a:p>
            <a:pPr marL="914400" lvl="1" indent="-311150" algn="l" rtl="0">
              <a:spcBef>
                <a:spcPts val="0"/>
              </a:spcBef>
              <a:spcAft>
                <a:spcPts val="0"/>
              </a:spcAft>
              <a:buSzPts val="1300"/>
              <a:buChar char="○"/>
            </a:pPr>
            <a:r>
              <a:rPr lang="en" sz="1300"/>
              <a:t>Note that because </a:t>
            </a:r>
            <a:r>
              <a:rPr lang="en" sz="1300" b="1" i="1">
                <a:solidFill>
                  <a:srgbClr val="FF0000"/>
                </a:solidFill>
              </a:rPr>
              <a:t>all</a:t>
            </a:r>
            <a:r>
              <a:rPr lang="en" sz="1300">
                <a:solidFill>
                  <a:srgbClr val="FF0000"/>
                </a:solidFill>
              </a:rPr>
              <a:t> </a:t>
            </a:r>
            <a:r>
              <a:rPr lang="en" sz="1300"/>
              <a:t>methods in an interface </a:t>
            </a:r>
            <a:r>
              <a:rPr lang="en" sz="1300" b="1" i="1">
                <a:solidFill>
                  <a:srgbClr val="FF0000"/>
                </a:solidFill>
              </a:rPr>
              <a:t>must</a:t>
            </a:r>
            <a:r>
              <a:rPr lang="en" sz="1300">
                <a:solidFill>
                  <a:srgbClr val="FF0000"/>
                </a:solidFill>
              </a:rPr>
              <a:t> </a:t>
            </a:r>
            <a:r>
              <a:rPr lang="en" sz="1300"/>
              <a:t>be both </a:t>
            </a:r>
            <a:r>
              <a:rPr lang="en" sz="1300">
                <a:solidFill>
                  <a:srgbClr val="FF0000"/>
                </a:solidFill>
                <a:latin typeface="Courier New"/>
                <a:ea typeface="Courier New"/>
                <a:cs typeface="Courier New"/>
                <a:sym typeface="Courier New"/>
              </a:rPr>
              <a:t>public</a:t>
            </a:r>
            <a:r>
              <a:rPr lang="en" sz="1300">
                <a:solidFill>
                  <a:srgbClr val="FF0000"/>
                </a:solidFill>
              </a:rPr>
              <a:t> </a:t>
            </a:r>
            <a:r>
              <a:rPr lang="en" sz="1300"/>
              <a:t>and </a:t>
            </a:r>
            <a:r>
              <a:rPr lang="en" sz="1300">
                <a:solidFill>
                  <a:srgbClr val="FF0000"/>
                </a:solidFill>
                <a:latin typeface="Courier New"/>
                <a:ea typeface="Courier New"/>
                <a:cs typeface="Courier New"/>
                <a:sym typeface="Courier New"/>
              </a:rPr>
              <a:t>abstract</a:t>
            </a:r>
            <a:r>
              <a:rPr lang="en" sz="1300"/>
              <a:t>,</a:t>
            </a:r>
            <a:r>
              <a:rPr lang="en" sz="1300">
                <a:solidFill>
                  <a:srgbClr val="FF0000"/>
                </a:solidFill>
              </a:rPr>
              <a:t> </a:t>
            </a:r>
            <a:r>
              <a:rPr lang="en" sz="1300"/>
              <a:t>those modifiers are optional. You may remove them from your method declaration. This is a purely stylistic choice.</a:t>
            </a:r>
            <a:endParaRPr sz="1300"/>
          </a:p>
          <a:p>
            <a:pPr marL="457200" lvl="0" indent="-323850" algn="l" rtl="0">
              <a:spcBef>
                <a:spcPts val="0"/>
              </a:spcBef>
              <a:spcAft>
                <a:spcPts val="0"/>
              </a:spcAft>
              <a:buSzPts val="1500"/>
              <a:buChar char="●"/>
            </a:pPr>
            <a:r>
              <a:rPr lang="en" sz="1500"/>
              <a:t>You should notice that all of your other expression classes are now flagged by VSCode as having errors.</a:t>
            </a:r>
            <a:endParaRPr sz="1500">
              <a:solidFill>
                <a:srgbClr val="FF0000"/>
              </a:solidFill>
            </a:endParaRPr>
          </a:p>
          <a:p>
            <a:pPr marL="914400" lvl="1" indent="-311150" algn="l" rtl="0">
              <a:spcBef>
                <a:spcPts val="0"/>
              </a:spcBef>
              <a:spcAft>
                <a:spcPts val="0"/>
              </a:spcAft>
              <a:buSzPts val="1300"/>
              <a:buChar char="○"/>
            </a:pPr>
            <a:r>
              <a:rPr lang="en" sz="1300"/>
              <a:t>Update your concrete expressions so that they all </a:t>
            </a:r>
            <a:r>
              <a:rPr lang="en" sz="1300" b="1" i="1">
                <a:solidFill>
                  <a:srgbClr val="FF0000"/>
                </a:solidFill>
              </a:rPr>
              <a:t>implement </a:t>
            </a:r>
            <a:r>
              <a:rPr lang="en" sz="1300"/>
              <a:t>your </a:t>
            </a:r>
            <a:r>
              <a:rPr lang="en" sz="1300">
                <a:latin typeface="Courier New"/>
                <a:ea typeface="Courier New"/>
                <a:cs typeface="Courier New"/>
                <a:sym typeface="Courier New"/>
              </a:rPr>
              <a:t>Expression</a:t>
            </a:r>
            <a:r>
              <a:rPr lang="en" sz="1300"/>
              <a:t> interface.</a:t>
            </a:r>
            <a:endParaRPr sz="1300"/>
          </a:p>
        </p:txBody>
      </p:sp>
      <p:sp>
        <p:nvSpPr>
          <p:cNvPr id="1416" name="Google Shape;1416;p138"/>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An Expression Interface</a:t>
            </a:r>
            <a:endParaRPr/>
          </a:p>
        </p:txBody>
      </p:sp>
      <p:sp>
        <p:nvSpPr>
          <p:cNvPr id="1417" name="Google Shape;1417;p138"/>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3.25</a:t>
            </a:r>
            <a:endParaRPr/>
          </a:p>
        </p:txBody>
      </p:sp>
      <p:sp>
        <p:nvSpPr>
          <p:cNvPr id="1418" name="Google Shape;1418;p138"/>
          <p:cNvSpPr txBox="1">
            <a:spLocks noGrp="1"/>
          </p:cNvSpPr>
          <p:nvPr>
            <p:ph type="body" idx="4"/>
          </p:nvPr>
        </p:nvSpPr>
        <p:spPr>
          <a:xfrm>
            <a:off x="251075" y="2592575"/>
            <a:ext cx="3227400" cy="738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The </a:t>
            </a:r>
            <a:r>
              <a:rPr lang="en">
                <a:latin typeface="Courier New"/>
                <a:ea typeface="Courier New"/>
                <a:cs typeface="Courier New"/>
                <a:sym typeface="Courier New"/>
              </a:rPr>
              <a:t>public</a:t>
            </a:r>
            <a:r>
              <a:rPr lang="en"/>
              <a:t> and </a:t>
            </a:r>
            <a:r>
              <a:rPr lang="en">
                <a:latin typeface="Courier New"/>
                <a:ea typeface="Courier New"/>
                <a:cs typeface="Courier New"/>
                <a:sym typeface="Courier New"/>
              </a:rPr>
              <a:t>abstract</a:t>
            </a:r>
            <a:r>
              <a:rPr lang="en"/>
              <a:t> modifiers are optional in interfaces. It's a stylistic choice whether or not to include them.</a:t>
            </a:r>
            <a:endParaRPr/>
          </a:p>
        </p:txBody>
      </p:sp>
      <p:pic>
        <p:nvPicPr>
          <p:cNvPr id="1419" name="Google Shape;1419;p138"/>
          <p:cNvPicPr preferRelativeResize="0"/>
          <p:nvPr/>
        </p:nvPicPr>
        <p:blipFill>
          <a:blip r:embed="rId3">
            <a:alphaModFix/>
          </a:blip>
          <a:stretch>
            <a:fillRect/>
          </a:stretch>
        </p:blipFill>
        <p:spPr>
          <a:xfrm>
            <a:off x="251075" y="1709625"/>
            <a:ext cx="3227560" cy="702600"/>
          </a:xfrm>
          <a:prstGeom prst="rect">
            <a:avLst/>
          </a:prstGeom>
          <a:noFill/>
          <a:ln w="9525" cap="flat" cmpd="sng">
            <a:solidFill>
              <a:schemeClr val="dk1"/>
            </a:solidFill>
            <a:prstDash val="solid"/>
            <a:round/>
            <a:headEnd type="none" w="sm" len="sm"/>
            <a:tailEnd type="none" w="sm" len="sm"/>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423"/>
        <p:cNvGrpSpPr/>
        <p:nvPr/>
      </p:nvGrpSpPr>
      <p:grpSpPr>
        <a:xfrm>
          <a:off x="0" y="0"/>
          <a:ext cx="0" cy="0"/>
          <a:chOff x="0" y="0"/>
          <a:chExt cx="0" cy="0"/>
        </a:xfrm>
      </p:grpSpPr>
      <p:sp>
        <p:nvSpPr>
          <p:cNvPr id="1424" name="Google Shape;1424;p139"/>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ourier New"/>
                <a:ea typeface="Courier New"/>
                <a:cs typeface="Courier New"/>
                <a:sym typeface="Courier New"/>
              </a:rPr>
              <a:t>class</a:t>
            </a:r>
            <a:r>
              <a:rPr lang="en"/>
              <a:t> vs. </a:t>
            </a:r>
            <a:r>
              <a:rPr lang="en">
                <a:latin typeface="Courier New"/>
                <a:ea typeface="Courier New"/>
                <a:cs typeface="Courier New"/>
                <a:sym typeface="Courier New"/>
              </a:rPr>
              <a:t>abstract class</a:t>
            </a:r>
            <a:r>
              <a:rPr lang="en"/>
              <a:t> vs. </a:t>
            </a:r>
            <a:r>
              <a:rPr lang="en">
                <a:latin typeface="Courier New"/>
                <a:ea typeface="Courier New"/>
                <a:cs typeface="Courier New"/>
                <a:sym typeface="Courier New"/>
              </a:rPr>
              <a:t>interface</a:t>
            </a:r>
            <a:endParaRPr>
              <a:latin typeface="Courier New"/>
              <a:ea typeface="Courier New"/>
              <a:cs typeface="Courier New"/>
              <a:sym typeface="Courier New"/>
            </a:endParaRPr>
          </a:p>
        </p:txBody>
      </p:sp>
      <p:sp>
        <p:nvSpPr>
          <p:cNvPr id="1425" name="Google Shape;1425;p13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61</a:t>
            </a:fld>
            <a:endParaRPr/>
          </a:p>
        </p:txBody>
      </p:sp>
      <p:graphicFrame>
        <p:nvGraphicFramePr>
          <p:cNvPr id="1426" name="Google Shape;1426;p139"/>
          <p:cNvGraphicFramePr/>
          <p:nvPr/>
        </p:nvGraphicFramePr>
        <p:xfrm>
          <a:off x="952500" y="1352550"/>
          <a:ext cx="3000000" cy="3000000"/>
        </p:xfrm>
        <a:graphic>
          <a:graphicData uri="http://schemas.openxmlformats.org/drawingml/2006/table">
            <a:tbl>
              <a:tblPr>
                <a:noFill/>
                <a:tableStyleId>{DA43B600-DA8F-4E08-BC77-38C480222EBA}</a:tableStyleId>
              </a:tblPr>
              <a:tblGrid>
                <a:gridCol w="3879575">
                  <a:extLst>
                    <a:ext uri="{9D8B030D-6E8A-4147-A177-3AD203B41FA5}">
                      <a16:colId xmlns:a16="http://schemas.microsoft.com/office/drawing/2014/main" val="20000"/>
                    </a:ext>
                  </a:extLst>
                </a:gridCol>
                <a:gridCol w="1119800">
                  <a:extLst>
                    <a:ext uri="{9D8B030D-6E8A-4147-A177-3AD203B41FA5}">
                      <a16:colId xmlns:a16="http://schemas.microsoft.com/office/drawing/2014/main" val="20001"/>
                    </a:ext>
                  </a:extLst>
                </a:gridCol>
                <a:gridCol w="1119800">
                  <a:extLst>
                    <a:ext uri="{9D8B030D-6E8A-4147-A177-3AD203B41FA5}">
                      <a16:colId xmlns:a16="http://schemas.microsoft.com/office/drawing/2014/main" val="20002"/>
                    </a:ext>
                  </a:extLst>
                </a:gridCol>
                <a:gridCol w="1119800">
                  <a:extLst>
                    <a:ext uri="{9D8B030D-6E8A-4147-A177-3AD203B41FA5}">
                      <a16:colId xmlns:a16="http://schemas.microsoft.com/office/drawing/2014/main" val="20003"/>
                    </a:ext>
                  </a:extLst>
                </a:gridCol>
              </a:tblGrid>
              <a:tr h="381000">
                <a:tc>
                  <a:txBody>
                    <a:bodyPr/>
                    <a:lstStyle/>
                    <a:p>
                      <a:pPr marL="0" lvl="0" indent="0" algn="l" rtl="0">
                        <a:spcBef>
                          <a:spcPts val="0"/>
                        </a:spcBef>
                        <a:spcAft>
                          <a:spcPts val="0"/>
                        </a:spcAft>
                        <a:buNone/>
                      </a:pPr>
                      <a:r>
                        <a:rPr lang="en" sz="1300">
                          <a:solidFill>
                            <a:srgbClr val="FFFFFF"/>
                          </a:solidFill>
                        </a:rPr>
                        <a:t>Feature</a:t>
                      </a:r>
                      <a:endParaRPr sz="1300">
                        <a:solidFill>
                          <a:srgbClr val="FFFFFF"/>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300">
                          <a:solidFill>
                            <a:srgbClr val="FFFFFF"/>
                          </a:solidFill>
                        </a:rPr>
                        <a:t>Class</a:t>
                      </a:r>
                      <a:endParaRPr sz="1300">
                        <a:solidFill>
                          <a:srgbClr val="FFFFFF"/>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300">
                          <a:solidFill>
                            <a:srgbClr val="FFFFFF"/>
                          </a:solidFill>
                        </a:rPr>
                        <a:t>Abstract Class</a:t>
                      </a:r>
                      <a:endParaRPr sz="1300">
                        <a:solidFill>
                          <a:srgbClr val="FFFFFF"/>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300">
                          <a:solidFill>
                            <a:srgbClr val="FFFFFF"/>
                          </a:solidFill>
                        </a:rPr>
                        <a:t>Interface</a:t>
                      </a:r>
                      <a:endParaRPr sz="1300">
                        <a:solidFill>
                          <a:srgbClr val="FFFFFF"/>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sz="1100" b="1" i="1">
                          <a:solidFill>
                            <a:srgbClr val="FF0000"/>
                          </a:solidFill>
                        </a:rPr>
                        <a:t>May</a:t>
                      </a:r>
                      <a:r>
                        <a:rPr lang="en" sz="1100">
                          <a:solidFill>
                            <a:srgbClr val="FF0000"/>
                          </a:solidFill>
                        </a:rPr>
                        <a:t> </a:t>
                      </a:r>
                      <a:r>
                        <a:rPr lang="en" sz="1100"/>
                        <a:t>be instantiated using </a:t>
                      </a:r>
                      <a:r>
                        <a:rPr lang="en" sz="1100">
                          <a:latin typeface="Courier New"/>
                          <a:ea typeface="Courier New"/>
                          <a:cs typeface="Courier New"/>
                          <a:sym typeface="Courier New"/>
                        </a:rPr>
                        <a:t>new</a:t>
                      </a:r>
                      <a:r>
                        <a:rPr lang="en" sz="1100"/>
                        <a:t>.</a:t>
                      </a:r>
                      <a:endParaRPr sz="11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3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3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3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sz="1100" b="1" i="1">
                          <a:solidFill>
                            <a:srgbClr val="FF0000"/>
                          </a:solidFill>
                        </a:rPr>
                        <a:t>May</a:t>
                      </a:r>
                      <a:r>
                        <a:rPr lang="en" sz="1100">
                          <a:solidFill>
                            <a:srgbClr val="FF0000"/>
                          </a:solidFill>
                        </a:rPr>
                        <a:t> </a:t>
                      </a:r>
                      <a:r>
                        <a:rPr lang="en" sz="1100"/>
                        <a:t>include </a:t>
                      </a:r>
                      <a:r>
                        <a:rPr lang="en" sz="1100">
                          <a:latin typeface="Courier New"/>
                          <a:ea typeface="Courier New"/>
                          <a:cs typeface="Courier New"/>
                          <a:sym typeface="Courier New"/>
                        </a:rPr>
                        <a:t>static</a:t>
                      </a:r>
                      <a:r>
                        <a:rPr lang="en" sz="1100"/>
                        <a:t> state and behavior.</a:t>
                      </a:r>
                      <a:endParaRPr sz="11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3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3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3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sz="1100" b="1" i="1">
                          <a:solidFill>
                            <a:srgbClr val="FF0000"/>
                          </a:solidFill>
                        </a:rPr>
                        <a:t>May</a:t>
                      </a:r>
                      <a:r>
                        <a:rPr lang="en" sz="1100">
                          <a:solidFill>
                            <a:srgbClr val="FF0000"/>
                          </a:solidFill>
                        </a:rPr>
                        <a:t> </a:t>
                      </a:r>
                      <a:r>
                        <a:rPr lang="en" sz="1100"/>
                        <a:t>include non-</a:t>
                      </a:r>
                      <a:r>
                        <a:rPr lang="en" sz="1100">
                          <a:latin typeface="Courier New"/>
                          <a:ea typeface="Courier New"/>
                          <a:cs typeface="Courier New"/>
                          <a:sym typeface="Courier New"/>
                        </a:rPr>
                        <a:t>static</a:t>
                      </a:r>
                      <a:r>
                        <a:rPr lang="en" sz="1100"/>
                        <a:t> state.</a:t>
                      </a:r>
                      <a:endParaRPr sz="11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3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3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3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sz="1100" b="1" i="1">
                          <a:solidFill>
                            <a:srgbClr val="FF0000"/>
                          </a:solidFill>
                        </a:rPr>
                        <a:t>May</a:t>
                      </a:r>
                      <a:r>
                        <a:rPr lang="en" sz="1100">
                          <a:solidFill>
                            <a:srgbClr val="FF0000"/>
                          </a:solidFill>
                        </a:rPr>
                        <a:t> </a:t>
                      </a:r>
                      <a:r>
                        <a:rPr lang="en" sz="1100"/>
                        <a:t>define one or more </a:t>
                      </a:r>
                      <a:r>
                        <a:rPr lang="en" sz="1100">
                          <a:latin typeface="Courier New"/>
                          <a:ea typeface="Courier New"/>
                          <a:cs typeface="Courier New"/>
                          <a:sym typeface="Courier New"/>
                        </a:rPr>
                        <a:t>abstract</a:t>
                      </a:r>
                      <a:r>
                        <a:rPr lang="en" sz="1100"/>
                        <a:t> methods.</a:t>
                      </a:r>
                      <a:endParaRPr sz="11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3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3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3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n" sz="1100" b="1" i="1">
                          <a:solidFill>
                            <a:srgbClr val="FF0000"/>
                          </a:solidFill>
                        </a:rPr>
                        <a:t>Must</a:t>
                      </a:r>
                      <a:r>
                        <a:rPr lang="en" sz="1100">
                          <a:solidFill>
                            <a:srgbClr val="FF0000"/>
                          </a:solidFill>
                        </a:rPr>
                        <a:t> </a:t>
                      </a:r>
                      <a:r>
                        <a:rPr lang="en" sz="1100"/>
                        <a:t>implement inherited </a:t>
                      </a:r>
                      <a:r>
                        <a:rPr lang="en" sz="1100">
                          <a:latin typeface="Courier New"/>
                          <a:ea typeface="Courier New"/>
                          <a:cs typeface="Courier New"/>
                          <a:sym typeface="Courier New"/>
                        </a:rPr>
                        <a:t>abstract</a:t>
                      </a:r>
                      <a:r>
                        <a:rPr lang="en" sz="1100"/>
                        <a:t> methods.</a:t>
                      </a:r>
                      <a:endParaRPr sz="11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3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3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3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r>
                        <a:rPr lang="en" sz="1100" b="1" i="1">
                          <a:solidFill>
                            <a:srgbClr val="FF0000"/>
                          </a:solidFill>
                        </a:rPr>
                        <a:t>May</a:t>
                      </a:r>
                      <a:r>
                        <a:rPr lang="en" sz="1100">
                          <a:solidFill>
                            <a:srgbClr val="FF0000"/>
                          </a:solidFill>
                        </a:rPr>
                        <a:t> </a:t>
                      </a:r>
                      <a:r>
                        <a:rPr lang="en" sz="1100"/>
                        <a:t>implement concrete methods.</a:t>
                      </a:r>
                      <a:endParaRPr sz="11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3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3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3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6"/>
                  </a:ext>
                </a:extLst>
              </a:tr>
              <a:tr h="381000">
                <a:tc>
                  <a:txBody>
                    <a:bodyPr/>
                    <a:lstStyle/>
                    <a:p>
                      <a:pPr marL="0" lvl="0" indent="0" algn="l" rtl="0">
                        <a:spcBef>
                          <a:spcPts val="0"/>
                        </a:spcBef>
                        <a:spcAft>
                          <a:spcPts val="0"/>
                        </a:spcAft>
                        <a:buNone/>
                      </a:pPr>
                      <a:r>
                        <a:rPr lang="en" sz="1100" b="1" i="1">
                          <a:solidFill>
                            <a:srgbClr val="FF0000"/>
                          </a:solidFill>
                        </a:rPr>
                        <a:t>May</a:t>
                      </a:r>
                      <a:r>
                        <a:rPr lang="en" sz="1100">
                          <a:solidFill>
                            <a:srgbClr val="FF0000"/>
                          </a:solidFill>
                        </a:rPr>
                        <a:t> </a:t>
                      </a:r>
                      <a:r>
                        <a:rPr lang="en" sz="1100" b="1" i="1">
                          <a:solidFill>
                            <a:srgbClr val="FF0000"/>
                          </a:solidFill>
                        </a:rPr>
                        <a:t>extend </a:t>
                      </a:r>
                      <a:r>
                        <a:rPr lang="en" sz="1100"/>
                        <a:t>exactly one other class.</a:t>
                      </a:r>
                      <a:endParaRPr sz="11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3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3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3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7"/>
                  </a:ext>
                </a:extLst>
              </a:tr>
              <a:tr h="381000">
                <a:tc>
                  <a:txBody>
                    <a:bodyPr/>
                    <a:lstStyle/>
                    <a:p>
                      <a:pPr marL="0" lvl="0" indent="0" algn="l" rtl="0">
                        <a:spcBef>
                          <a:spcPts val="0"/>
                        </a:spcBef>
                        <a:spcAft>
                          <a:spcPts val="0"/>
                        </a:spcAft>
                        <a:buNone/>
                      </a:pPr>
                      <a:r>
                        <a:rPr lang="en" sz="1100" b="1" i="1">
                          <a:solidFill>
                            <a:srgbClr val="FF0000"/>
                          </a:solidFill>
                        </a:rPr>
                        <a:t>May</a:t>
                      </a:r>
                      <a:r>
                        <a:rPr lang="en" sz="1100">
                          <a:solidFill>
                            <a:srgbClr val="FF0000"/>
                          </a:solidFill>
                        </a:rPr>
                        <a:t> </a:t>
                      </a:r>
                      <a:r>
                        <a:rPr lang="en" sz="1100" b="1" i="1">
                          <a:solidFill>
                            <a:srgbClr val="FF0000"/>
                          </a:solidFill>
                        </a:rPr>
                        <a:t>implement </a:t>
                      </a:r>
                      <a:r>
                        <a:rPr lang="en" sz="1100"/>
                        <a:t>zero or more interfaces. </a:t>
                      </a:r>
                      <a:endParaRPr sz="11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3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3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3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8"/>
                  </a:ext>
                </a:extLst>
              </a:tr>
            </a:tbl>
          </a:graphicData>
        </a:graphic>
      </p:graphicFrame>
      <p:graphicFrame>
        <p:nvGraphicFramePr>
          <p:cNvPr id="1427" name="Google Shape;1427;p139"/>
          <p:cNvGraphicFramePr/>
          <p:nvPr/>
        </p:nvGraphicFramePr>
        <p:xfrm>
          <a:off x="4832100" y="2299573"/>
          <a:ext cx="3000000" cy="3000000"/>
        </p:xfrm>
        <a:graphic>
          <a:graphicData uri="http://schemas.openxmlformats.org/drawingml/2006/table">
            <a:tbl>
              <a:tblPr>
                <a:noFill/>
                <a:tableStyleId>{DA43B600-DA8F-4E08-BC77-38C480222EBA}</a:tableStyleId>
              </a:tblPr>
              <a:tblGrid>
                <a:gridCol w="1119800">
                  <a:extLst>
                    <a:ext uri="{9D8B030D-6E8A-4147-A177-3AD203B41FA5}">
                      <a16:colId xmlns:a16="http://schemas.microsoft.com/office/drawing/2014/main" val="20000"/>
                    </a:ext>
                  </a:extLst>
                </a:gridCol>
                <a:gridCol w="1119800">
                  <a:extLst>
                    <a:ext uri="{9D8B030D-6E8A-4147-A177-3AD203B41FA5}">
                      <a16:colId xmlns:a16="http://schemas.microsoft.com/office/drawing/2014/main" val="20001"/>
                    </a:ext>
                  </a:extLst>
                </a:gridCol>
                <a:gridCol w="1119800">
                  <a:extLst>
                    <a:ext uri="{9D8B030D-6E8A-4147-A177-3AD203B41FA5}">
                      <a16:colId xmlns:a16="http://schemas.microsoft.com/office/drawing/2014/main" val="20002"/>
                    </a:ext>
                  </a:extLst>
                </a:gridCol>
              </a:tblGrid>
              <a:tr h="381000">
                <a:tc>
                  <a:txBody>
                    <a:bodyPr/>
                    <a:lstStyle/>
                    <a:p>
                      <a:pPr marL="0" lvl="0" indent="0" algn="ctr" rtl="0">
                        <a:spcBef>
                          <a:spcPts val="0"/>
                        </a:spcBef>
                        <a:spcAft>
                          <a:spcPts val="0"/>
                        </a:spcAft>
                        <a:buNone/>
                      </a:pPr>
                      <a:r>
                        <a:rPr lang="en" sz="1300">
                          <a:solidFill>
                            <a:srgbClr val="6AA84F"/>
                          </a:solidFill>
                        </a:rPr>
                        <a:t>✔</a:t>
                      </a:r>
                      <a:endParaRPr sz="13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300">
                          <a:solidFill>
                            <a:srgbClr val="6AA84F"/>
                          </a:solidFill>
                        </a:rPr>
                        <a:t>✔</a:t>
                      </a:r>
                      <a:endParaRPr sz="13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300">
                          <a:solidFill>
                            <a:srgbClr val="6AA84F"/>
                          </a:solidFill>
                        </a:rPr>
                        <a:t>✔</a:t>
                      </a:r>
                      <a:endParaRPr sz="13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extLst>
                  <a:ext uri="{0D108BD9-81ED-4DB2-BD59-A6C34878D82A}">
                    <a16:rowId xmlns:a16="http://schemas.microsoft.com/office/drawing/2014/main" val="10000"/>
                  </a:ext>
                </a:extLst>
              </a:tr>
            </a:tbl>
          </a:graphicData>
        </a:graphic>
      </p:graphicFrame>
      <p:graphicFrame>
        <p:nvGraphicFramePr>
          <p:cNvPr id="1428" name="Google Shape;1428;p139"/>
          <p:cNvGraphicFramePr/>
          <p:nvPr/>
        </p:nvGraphicFramePr>
        <p:xfrm>
          <a:off x="4832100" y="2687003"/>
          <a:ext cx="3000000" cy="3000000"/>
        </p:xfrm>
        <a:graphic>
          <a:graphicData uri="http://schemas.openxmlformats.org/drawingml/2006/table">
            <a:tbl>
              <a:tblPr>
                <a:noFill/>
                <a:tableStyleId>{DA43B600-DA8F-4E08-BC77-38C480222EBA}</a:tableStyleId>
              </a:tblPr>
              <a:tblGrid>
                <a:gridCol w="1119800">
                  <a:extLst>
                    <a:ext uri="{9D8B030D-6E8A-4147-A177-3AD203B41FA5}">
                      <a16:colId xmlns:a16="http://schemas.microsoft.com/office/drawing/2014/main" val="20000"/>
                    </a:ext>
                  </a:extLst>
                </a:gridCol>
                <a:gridCol w="1119800">
                  <a:extLst>
                    <a:ext uri="{9D8B030D-6E8A-4147-A177-3AD203B41FA5}">
                      <a16:colId xmlns:a16="http://schemas.microsoft.com/office/drawing/2014/main" val="20001"/>
                    </a:ext>
                  </a:extLst>
                </a:gridCol>
                <a:gridCol w="1119800">
                  <a:extLst>
                    <a:ext uri="{9D8B030D-6E8A-4147-A177-3AD203B41FA5}">
                      <a16:colId xmlns:a16="http://schemas.microsoft.com/office/drawing/2014/main" val="20002"/>
                    </a:ext>
                  </a:extLst>
                </a:gridCol>
              </a:tblGrid>
              <a:tr h="381000">
                <a:tc>
                  <a:txBody>
                    <a:bodyPr/>
                    <a:lstStyle/>
                    <a:p>
                      <a:pPr marL="0" lvl="0" indent="0" algn="ctr" rtl="0">
                        <a:spcBef>
                          <a:spcPts val="0"/>
                        </a:spcBef>
                        <a:spcAft>
                          <a:spcPts val="0"/>
                        </a:spcAft>
                        <a:buNone/>
                      </a:pPr>
                      <a:r>
                        <a:rPr lang="en" sz="1300">
                          <a:solidFill>
                            <a:srgbClr val="6AA84F"/>
                          </a:solidFill>
                        </a:rPr>
                        <a:t>✔</a:t>
                      </a:r>
                      <a:endParaRPr sz="13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300">
                          <a:solidFill>
                            <a:srgbClr val="6AA84F"/>
                          </a:solidFill>
                        </a:rPr>
                        <a:t>✔</a:t>
                      </a:r>
                      <a:endParaRPr sz="13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300">
                          <a:solidFill>
                            <a:srgbClr val="FF0000"/>
                          </a:solidFill>
                        </a:rPr>
                        <a:t>✘</a:t>
                      </a:r>
                      <a:endParaRPr sz="13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extLst>
                  <a:ext uri="{0D108BD9-81ED-4DB2-BD59-A6C34878D82A}">
                    <a16:rowId xmlns:a16="http://schemas.microsoft.com/office/drawing/2014/main" val="10000"/>
                  </a:ext>
                </a:extLst>
              </a:tr>
            </a:tbl>
          </a:graphicData>
        </a:graphic>
      </p:graphicFrame>
      <p:graphicFrame>
        <p:nvGraphicFramePr>
          <p:cNvPr id="1429" name="Google Shape;1429;p139"/>
          <p:cNvGraphicFramePr/>
          <p:nvPr/>
        </p:nvGraphicFramePr>
        <p:xfrm>
          <a:off x="4832100" y="3087291"/>
          <a:ext cx="3000000" cy="3000000"/>
        </p:xfrm>
        <a:graphic>
          <a:graphicData uri="http://schemas.openxmlformats.org/drawingml/2006/table">
            <a:tbl>
              <a:tblPr>
                <a:noFill/>
                <a:tableStyleId>{DA43B600-DA8F-4E08-BC77-38C480222EBA}</a:tableStyleId>
              </a:tblPr>
              <a:tblGrid>
                <a:gridCol w="1119800">
                  <a:extLst>
                    <a:ext uri="{9D8B030D-6E8A-4147-A177-3AD203B41FA5}">
                      <a16:colId xmlns:a16="http://schemas.microsoft.com/office/drawing/2014/main" val="20000"/>
                    </a:ext>
                  </a:extLst>
                </a:gridCol>
                <a:gridCol w="1119800">
                  <a:extLst>
                    <a:ext uri="{9D8B030D-6E8A-4147-A177-3AD203B41FA5}">
                      <a16:colId xmlns:a16="http://schemas.microsoft.com/office/drawing/2014/main" val="20001"/>
                    </a:ext>
                  </a:extLst>
                </a:gridCol>
                <a:gridCol w="1119800">
                  <a:extLst>
                    <a:ext uri="{9D8B030D-6E8A-4147-A177-3AD203B41FA5}">
                      <a16:colId xmlns:a16="http://schemas.microsoft.com/office/drawing/2014/main" val="20002"/>
                    </a:ext>
                  </a:extLst>
                </a:gridCol>
              </a:tblGrid>
              <a:tr h="381000">
                <a:tc>
                  <a:txBody>
                    <a:bodyPr/>
                    <a:lstStyle/>
                    <a:p>
                      <a:pPr marL="0" lvl="0" indent="0" algn="ctr" rtl="0">
                        <a:spcBef>
                          <a:spcPts val="0"/>
                        </a:spcBef>
                        <a:spcAft>
                          <a:spcPts val="0"/>
                        </a:spcAft>
                        <a:buNone/>
                      </a:pPr>
                      <a:r>
                        <a:rPr lang="en" sz="1300">
                          <a:solidFill>
                            <a:srgbClr val="FF0000"/>
                          </a:solidFill>
                        </a:rPr>
                        <a:t>✘</a:t>
                      </a:r>
                      <a:endParaRPr sz="13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300">
                          <a:solidFill>
                            <a:srgbClr val="6AA84F"/>
                          </a:solidFill>
                        </a:rPr>
                        <a:t>✔</a:t>
                      </a:r>
                      <a:endParaRPr sz="13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300">
                          <a:solidFill>
                            <a:srgbClr val="6AA84F"/>
                          </a:solidFill>
                        </a:rPr>
                        <a:t>✔</a:t>
                      </a:r>
                      <a:endParaRPr sz="13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extLst>
                  <a:ext uri="{0D108BD9-81ED-4DB2-BD59-A6C34878D82A}">
                    <a16:rowId xmlns:a16="http://schemas.microsoft.com/office/drawing/2014/main" val="10000"/>
                  </a:ext>
                </a:extLst>
              </a:tr>
            </a:tbl>
          </a:graphicData>
        </a:graphic>
      </p:graphicFrame>
      <p:graphicFrame>
        <p:nvGraphicFramePr>
          <p:cNvPr id="1430" name="Google Shape;1430;p139"/>
          <p:cNvGraphicFramePr/>
          <p:nvPr/>
        </p:nvGraphicFramePr>
        <p:xfrm>
          <a:off x="4832100" y="3455432"/>
          <a:ext cx="3000000" cy="3000000"/>
        </p:xfrm>
        <a:graphic>
          <a:graphicData uri="http://schemas.openxmlformats.org/drawingml/2006/table">
            <a:tbl>
              <a:tblPr>
                <a:noFill/>
                <a:tableStyleId>{DA43B600-DA8F-4E08-BC77-38C480222EBA}</a:tableStyleId>
              </a:tblPr>
              <a:tblGrid>
                <a:gridCol w="1119800">
                  <a:extLst>
                    <a:ext uri="{9D8B030D-6E8A-4147-A177-3AD203B41FA5}">
                      <a16:colId xmlns:a16="http://schemas.microsoft.com/office/drawing/2014/main" val="20000"/>
                    </a:ext>
                  </a:extLst>
                </a:gridCol>
                <a:gridCol w="1119800">
                  <a:extLst>
                    <a:ext uri="{9D8B030D-6E8A-4147-A177-3AD203B41FA5}">
                      <a16:colId xmlns:a16="http://schemas.microsoft.com/office/drawing/2014/main" val="20001"/>
                    </a:ext>
                  </a:extLst>
                </a:gridCol>
                <a:gridCol w="1119800">
                  <a:extLst>
                    <a:ext uri="{9D8B030D-6E8A-4147-A177-3AD203B41FA5}">
                      <a16:colId xmlns:a16="http://schemas.microsoft.com/office/drawing/2014/main" val="20002"/>
                    </a:ext>
                  </a:extLst>
                </a:gridCol>
              </a:tblGrid>
              <a:tr h="381000">
                <a:tc>
                  <a:txBody>
                    <a:bodyPr/>
                    <a:lstStyle/>
                    <a:p>
                      <a:pPr marL="0" lvl="0" indent="0" algn="ctr" rtl="0">
                        <a:spcBef>
                          <a:spcPts val="0"/>
                        </a:spcBef>
                        <a:spcAft>
                          <a:spcPts val="0"/>
                        </a:spcAft>
                        <a:buNone/>
                      </a:pPr>
                      <a:r>
                        <a:rPr lang="en" sz="1300">
                          <a:solidFill>
                            <a:srgbClr val="6AA84F"/>
                          </a:solidFill>
                        </a:rPr>
                        <a:t>✔</a:t>
                      </a:r>
                      <a:endParaRPr sz="13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300">
                          <a:solidFill>
                            <a:srgbClr val="FF0000"/>
                          </a:solidFill>
                        </a:rPr>
                        <a:t>✘</a:t>
                      </a:r>
                      <a:endParaRPr sz="13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300">
                          <a:solidFill>
                            <a:srgbClr val="FF0000"/>
                          </a:solidFill>
                        </a:rPr>
                        <a:t>✘</a:t>
                      </a:r>
                      <a:endParaRPr sz="13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extLst>
                  <a:ext uri="{0D108BD9-81ED-4DB2-BD59-A6C34878D82A}">
                    <a16:rowId xmlns:a16="http://schemas.microsoft.com/office/drawing/2014/main" val="10000"/>
                  </a:ext>
                </a:extLst>
              </a:tr>
            </a:tbl>
          </a:graphicData>
        </a:graphic>
      </p:graphicFrame>
      <p:graphicFrame>
        <p:nvGraphicFramePr>
          <p:cNvPr id="1431" name="Google Shape;1431;p139"/>
          <p:cNvGraphicFramePr/>
          <p:nvPr/>
        </p:nvGraphicFramePr>
        <p:xfrm>
          <a:off x="4832100" y="3830003"/>
          <a:ext cx="3000000" cy="3000000"/>
        </p:xfrm>
        <a:graphic>
          <a:graphicData uri="http://schemas.openxmlformats.org/drawingml/2006/table">
            <a:tbl>
              <a:tblPr>
                <a:noFill/>
                <a:tableStyleId>{DA43B600-DA8F-4E08-BC77-38C480222EBA}</a:tableStyleId>
              </a:tblPr>
              <a:tblGrid>
                <a:gridCol w="1119800">
                  <a:extLst>
                    <a:ext uri="{9D8B030D-6E8A-4147-A177-3AD203B41FA5}">
                      <a16:colId xmlns:a16="http://schemas.microsoft.com/office/drawing/2014/main" val="20000"/>
                    </a:ext>
                  </a:extLst>
                </a:gridCol>
                <a:gridCol w="1119800">
                  <a:extLst>
                    <a:ext uri="{9D8B030D-6E8A-4147-A177-3AD203B41FA5}">
                      <a16:colId xmlns:a16="http://schemas.microsoft.com/office/drawing/2014/main" val="20001"/>
                    </a:ext>
                  </a:extLst>
                </a:gridCol>
                <a:gridCol w="1119800">
                  <a:extLst>
                    <a:ext uri="{9D8B030D-6E8A-4147-A177-3AD203B41FA5}">
                      <a16:colId xmlns:a16="http://schemas.microsoft.com/office/drawing/2014/main" val="20002"/>
                    </a:ext>
                  </a:extLst>
                </a:gridCol>
              </a:tblGrid>
              <a:tr h="381000">
                <a:tc>
                  <a:txBody>
                    <a:bodyPr/>
                    <a:lstStyle/>
                    <a:p>
                      <a:pPr marL="0" lvl="0" indent="0" algn="ctr" rtl="0">
                        <a:spcBef>
                          <a:spcPts val="0"/>
                        </a:spcBef>
                        <a:spcAft>
                          <a:spcPts val="0"/>
                        </a:spcAft>
                        <a:buNone/>
                      </a:pPr>
                      <a:r>
                        <a:rPr lang="en" sz="1300">
                          <a:solidFill>
                            <a:srgbClr val="6AA84F"/>
                          </a:solidFill>
                        </a:rPr>
                        <a:t>✔</a:t>
                      </a:r>
                      <a:endParaRPr sz="13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300">
                          <a:solidFill>
                            <a:srgbClr val="6AA84F"/>
                          </a:solidFill>
                        </a:rPr>
                        <a:t>✔</a:t>
                      </a:r>
                      <a:endParaRPr sz="13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300">
                          <a:solidFill>
                            <a:srgbClr val="FF0000"/>
                          </a:solidFill>
                        </a:rPr>
                        <a:t>✘</a:t>
                      </a:r>
                      <a:endParaRPr sz="13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extLst>
                  <a:ext uri="{0D108BD9-81ED-4DB2-BD59-A6C34878D82A}">
                    <a16:rowId xmlns:a16="http://schemas.microsoft.com/office/drawing/2014/main" val="10000"/>
                  </a:ext>
                </a:extLst>
              </a:tr>
            </a:tbl>
          </a:graphicData>
        </a:graphic>
      </p:graphicFrame>
      <p:graphicFrame>
        <p:nvGraphicFramePr>
          <p:cNvPr id="1432" name="Google Shape;1432;p139"/>
          <p:cNvGraphicFramePr/>
          <p:nvPr/>
        </p:nvGraphicFramePr>
        <p:xfrm>
          <a:off x="4832100" y="4223861"/>
          <a:ext cx="3000000" cy="3000000"/>
        </p:xfrm>
        <a:graphic>
          <a:graphicData uri="http://schemas.openxmlformats.org/drawingml/2006/table">
            <a:tbl>
              <a:tblPr>
                <a:noFill/>
                <a:tableStyleId>{DA43B600-DA8F-4E08-BC77-38C480222EBA}</a:tableStyleId>
              </a:tblPr>
              <a:tblGrid>
                <a:gridCol w="1119800">
                  <a:extLst>
                    <a:ext uri="{9D8B030D-6E8A-4147-A177-3AD203B41FA5}">
                      <a16:colId xmlns:a16="http://schemas.microsoft.com/office/drawing/2014/main" val="20000"/>
                    </a:ext>
                  </a:extLst>
                </a:gridCol>
                <a:gridCol w="1119800">
                  <a:extLst>
                    <a:ext uri="{9D8B030D-6E8A-4147-A177-3AD203B41FA5}">
                      <a16:colId xmlns:a16="http://schemas.microsoft.com/office/drawing/2014/main" val="20001"/>
                    </a:ext>
                  </a:extLst>
                </a:gridCol>
                <a:gridCol w="1119800">
                  <a:extLst>
                    <a:ext uri="{9D8B030D-6E8A-4147-A177-3AD203B41FA5}">
                      <a16:colId xmlns:a16="http://schemas.microsoft.com/office/drawing/2014/main" val="20002"/>
                    </a:ext>
                  </a:extLst>
                </a:gridCol>
              </a:tblGrid>
              <a:tr h="381000">
                <a:tc>
                  <a:txBody>
                    <a:bodyPr/>
                    <a:lstStyle/>
                    <a:p>
                      <a:pPr marL="0" lvl="0" indent="0" algn="ctr" rtl="0">
                        <a:spcBef>
                          <a:spcPts val="0"/>
                        </a:spcBef>
                        <a:spcAft>
                          <a:spcPts val="0"/>
                        </a:spcAft>
                        <a:buNone/>
                      </a:pPr>
                      <a:r>
                        <a:rPr lang="en" sz="1300">
                          <a:solidFill>
                            <a:srgbClr val="6AA84F"/>
                          </a:solidFill>
                        </a:rPr>
                        <a:t>✔</a:t>
                      </a:r>
                      <a:endParaRPr sz="13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300">
                          <a:solidFill>
                            <a:srgbClr val="6AA84F"/>
                          </a:solidFill>
                        </a:rPr>
                        <a:t>✔</a:t>
                      </a:r>
                      <a:endParaRPr sz="13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300">
                          <a:solidFill>
                            <a:srgbClr val="FF0000"/>
                          </a:solidFill>
                        </a:rPr>
                        <a:t>✘</a:t>
                      </a:r>
                      <a:endParaRPr sz="13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extLst>
                  <a:ext uri="{0D108BD9-81ED-4DB2-BD59-A6C34878D82A}">
                    <a16:rowId xmlns:a16="http://schemas.microsoft.com/office/drawing/2014/main" val="10000"/>
                  </a:ext>
                </a:extLst>
              </a:tr>
            </a:tbl>
          </a:graphicData>
        </a:graphic>
      </p:graphicFrame>
      <p:graphicFrame>
        <p:nvGraphicFramePr>
          <p:cNvPr id="1433" name="Google Shape;1433;p139"/>
          <p:cNvGraphicFramePr/>
          <p:nvPr/>
        </p:nvGraphicFramePr>
        <p:xfrm>
          <a:off x="4832100" y="4604861"/>
          <a:ext cx="3000000" cy="3000000"/>
        </p:xfrm>
        <a:graphic>
          <a:graphicData uri="http://schemas.openxmlformats.org/drawingml/2006/table">
            <a:tbl>
              <a:tblPr>
                <a:noFill/>
                <a:tableStyleId>{DA43B600-DA8F-4E08-BC77-38C480222EBA}</a:tableStyleId>
              </a:tblPr>
              <a:tblGrid>
                <a:gridCol w="1119800">
                  <a:extLst>
                    <a:ext uri="{9D8B030D-6E8A-4147-A177-3AD203B41FA5}">
                      <a16:colId xmlns:a16="http://schemas.microsoft.com/office/drawing/2014/main" val="20000"/>
                    </a:ext>
                  </a:extLst>
                </a:gridCol>
                <a:gridCol w="1119800">
                  <a:extLst>
                    <a:ext uri="{9D8B030D-6E8A-4147-A177-3AD203B41FA5}">
                      <a16:colId xmlns:a16="http://schemas.microsoft.com/office/drawing/2014/main" val="20001"/>
                    </a:ext>
                  </a:extLst>
                </a:gridCol>
                <a:gridCol w="1119800">
                  <a:extLst>
                    <a:ext uri="{9D8B030D-6E8A-4147-A177-3AD203B41FA5}">
                      <a16:colId xmlns:a16="http://schemas.microsoft.com/office/drawing/2014/main" val="20002"/>
                    </a:ext>
                  </a:extLst>
                </a:gridCol>
              </a:tblGrid>
              <a:tr h="381000">
                <a:tc>
                  <a:txBody>
                    <a:bodyPr/>
                    <a:lstStyle/>
                    <a:p>
                      <a:pPr marL="0" lvl="0" indent="0" algn="ctr" rtl="0">
                        <a:spcBef>
                          <a:spcPts val="0"/>
                        </a:spcBef>
                        <a:spcAft>
                          <a:spcPts val="0"/>
                        </a:spcAft>
                        <a:buNone/>
                      </a:pPr>
                      <a:r>
                        <a:rPr lang="en" sz="1300">
                          <a:solidFill>
                            <a:srgbClr val="6AA84F"/>
                          </a:solidFill>
                        </a:rPr>
                        <a:t>✔</a:t>
                      </a:r>
                      <a:endParaRPr sz="13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300">
                          <a:solidFill>
                            <a:srgbClr val="6AA84F"/>
                          </a:solidFill>
                        </a:rPr>
                        <a:t>✔</a:t>
                      </a:r>
                      <a:endParaRPr sz="13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300">
                          <a:solidFill>
                            <a:srgbClr val="FF0000"/>
                          </a:solidFill>
                        </a:rPr>
                        <a:t>✘</a:t>
                      </a:r>
                      <a:endParaRPr sz="13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extLst>
                  <a:ext uri="{0D108BD9-81ED-4DB2-BD59-A6C34878D82A}">
                    <a16:rowId xmlns:a16="http://schemas.microsoft.com/office/drawing/2014/main" val="10000"/>
                  </a:ext>
                </a:extLst>
              </a:tr>
            </a:tbl>
          </a:graphicData>
        </a:graphic>
      </p:graphicFrame>
      <p:graphicFrame>
        <p:nvGraphicFramePr>
          <p:cNvPr id="1434" name="Google Shape;1434;p139"/>
          <p:cNvGraphicFramePr/>
          <p:nvPr/>
        </p:nvGraphicFramePr>
        <p:xfrm>
          <a:off x="4832100" y="1931432"/>
          <a:ext cx="3000000" cy="3000000"/>
        </p:xfrm>
        <a:graphic>
          <a:graphicData uri="http://schemas.openxmlformats.org/drawingml/2006/table">
            <a:tbl>
              <a:tblPr>
                <a:noFill/>
                <a:tableStyleId>{DA43B600-DA8F-4E08-BC77-38C480222EBA}</a:tableStyleId>
              </a:tblPr>
              <a:tblGrid>
                <a:gridCol w="1119800">
                  <a:extLst>
                    <a:ext uri="{9D8B030D-6E8A-4147-A177-3AD203B41FA5}">
                      <a16:colId xmlns:a16="http://schemas.microsoft.com/office/drawing/2014/main" val="20000"/>
                    </a:ext>
                  </a:extLst>
                </a:gridCol>
                <a:gridCol w="1119800">
                  <a:extLst>
                    <a:ext uri="{9D8B030D-6E8A-4147-A177-3AD203B41FA5}">
                      <a16:colId xmlns:a16="http://schemas.microsoft.com/office/drawing/2014/main" val="20001"/>
                    </a:ext>
                  </a:extLst>
                </a:gridCol>
                <a:gridCol w="1119800">
                  <a:extLst>
                    <a:ext uri="{9D8B030D-6E8A-4147-A177-3AD203B41FA5}">
                      <a16:colId xmlns:a16="http://schemas.microsoft.com/office/drawing/2014/main" val="20002"/>
                    </a:ext>
                  </a:extLst>
                </a:gridCol>
              </a:tblGrid>
              <a:tr h="381000">
                <a:tc>
                  <a:txBody>
                    <a:bodyPr/>
                    <a:lstStyle/>
                    <a:p>
                      <a:pPr marL="0" lvl="0" indent="0" algn="ctr" rtl="0">
                        <a:spcBef>
                          <a:spcPts val="0"/>
                        </a:spcBef>
                        <a:spcAft>
                          <a:spcPts val="0"/>
                        </a:spcAft>
                        <a:buNone/>
                      </a:pPr>
                      <a:r>
                        <a:rPr lang="en" sz="1300">
                          <a:solidFill>
                            <a:srgbClr val="6AA84F"/>
                          </a:solidFill>
                        </a:rPr>
                        <a:t>✔</a:t>
                      </a:r>
                      <a:endParaRPr sz="13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300">
                          <a:solidFill>
                            <a:srgbClr val="FF0000"/>
                          </a:solidFill>
                        </a:rPr>
                        <a:t>✘</a:t>
                      </a:r>
                      <a:endParaRPr sz="13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300">
                          <a:solidFill>
                            <a:srgbClr val="FF0000"/>
                          </a:solidFill>
                        </a:rPr>
                        <a:t>✘</a:t>
                      </a:r>
                      <a:endParaRPr sz="13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34"/>
                                        </p:tgtEl>
                                        <p:attrNameLst>
                                          <p:attrName>style.visibility</p:attrName>
                                        </p:attrNameLst>
                                      </p:cBhvr>
                                      <p:to>
                                        <p:strVal val="visible"/>
                                      </p:to>
                                    </p:set>
                                    <p:animEffect transition="in" filter="fade">
                                      <p:cBhvr>
                                        <p:cTn id="7" dur="1000"/>
                                        <p:tgtEl>
                                          <p:spTgt spid="14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27"/>
                                        </p:tgtEl>
                                        <p:attrNameLst>
                                          <p:attrName>style.visibility</p:attrName>
                                        </p:attrNameLst>
                                      </p:cBhvr>
                                      <p:to>
                                        <p:strVal val="visible"/>
                                      </p:to>
                                    </p:set>
                                    <p:animEffect transition="in" filter="fade">
                                      <p:cBhvr>
                                        <p:cTn id="12" dur="1000"/>
                                        <p:tgtEl>
                                          <p:spTgt spid="14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28"/>
                                        </p:tgtEl>
                                        <p:attrNameLst>
                                          <p:attrName>style.visibility</p:attrName>
                                        </p:attrNameLst>
                                      </p:cBhvr>
                                      <p:to>
                                        <p:strVal val="visible"/>
                                      </p:to>
                                    </p:set>
                                    <p:animEffect transition="in" filter="fade">
                                      <p:cBhvr>
                                        <p:cTn id="17" dur="1000"/>
                                        <p:tgtEl>
                                          <p:spTgt spid="14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29"/>
                                        </p:tgtEl>
                                        <p:attrNameLst>
                                          <p:attrName>style.visibility</p:attrName>
                                        </p:attrNameLst>
                                      </p:cBhvr>
                                      <p:to>
                                        <p:strVal val="visible"/>
                                      </p:to>
                                    </p:set>
                                    <p:animEffect transition="in" filter="fade">
                                      <p:cBhvr>
                                        <p:cTn id="22" dur="1000"/>
                                        <p:tgtEl>
                                          <p:spTgt spid="142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30"/>
                                        </p:tgtEl>
                                        <p:attrNameLst>
                                          <p:attrName>style.visibility</p:attrName>
                                        </p:attrNameLst>
                                      </p:cBhvr>
                                      <p:to>
                                        <p:strVal val="visible"/>
                                      </p:to>
                                    </p:set>
                                    <p:animEffect transition="in" filter="fade">
                                      <p:cBhvr>
                                        <p:cTn id="27" dur="1000"/>
                                        <p:tgtEl>
                                          <p:spTgt spid="143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431"/>
                                        </p:tgtEl>
                                        <p:attrNameLst>
                                          <p:attrName>style.visibility</p:attrName>
                                        </p:attrNameLst>
                                      </p:cBhvr>
                                      <p:to>
                                        <p:strVal val="visible"/>
                                      </p:to>
                                    </p:set>
                                    <p:animEffect transition="in" filter="fade">
                                      <p:cBhvr>
                                        <p:cTn id="32" dur="1000"/>
                                        <p:tgtEl>
                                          <p:spTgt spid="143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432"/>
                                        </p:tgtEl>
                                        <p:attrNameLst>
                                          <p:attrName>style.visibility</p:attrName>
                                        </p:attrNameLst>
                                      </p:cBhvr>
                                      <p:to>
                                        <p:strVal val="visible"/>
                                      </p:to>
                                    </p:set>
                                    <p:animEffect transition="in" filter="fade">
                                      <p:cBhvr>
                                        <p:cTn id="37" dur="1000"/>
                                        <p:tgtEl>
                                          <p:spTgt spid="143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433"/>
                                        </p:tgtEl>
                                        <p:attrNameLst>
                                          <p:attrName>style.visibility</p:attrName>
                                        </p:attrNameLst>
                                      </p:cBhvr>
                                      <p:to>
                                        <p:strVal val="visible"/>
                                      </p:to>
                                    </p:set>
                                    <p:animEffect transition="in" filter="fade">
                                      <p:cBhvr>
                                        <p:cTn id="42" dur="1000"/>
                                        <p:tgtEl>
                                          <p:spTgt spid="14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438"/>
        <p:cNvGrpSpPr/>
        <p:nvPr/>
      </p:nvGrpSpPr>
      <p:grpSpPr>
        <a:xfrm>
          <a:off x="0" y="0"/>
          <a:ext cx="0" cy="0"/>
          <a:chOff x="0" y="0"/>
          <a:chExt cx="0" cy="0"/>
        </a:xfrm>
      </p:grpSpPr>
      <p:pic>
        <p:nvPicPr>
          <p:cNvPr id="1439" name="Google Shape;1439;p140"/>
          <p:cNvPicPr preferRelativeResize="0"/>
          <p:nvPr/>
        </p:nvPicPr>
        <p:blipFill>
          <a:blip r:embed="rId3">
            <a:alphaModFix/>
          </a:blip>
          <a:stretch>
            <a:fillRect/>
          </a:stretch>
        </p:blipFill>
        <p:spPr>
          <a:xfrm>
            <a:off x="2429321" y="2184354"/>
            <a:ext cx="4338712" cy="2374075"/>
          </a:xfrm>
          <a:prstGeom prst="rect">
            <a:avLst/>
          </a:prstGeom>
          <a:noFill/>
          <a:ln>
            <a:noFill/>
          </a:ln>
        </p:spPr>
      </p:pic>
      <p:sp>
        <p:nvSpPr>
          <p:cNvPr id="1440" name="Google Shape;1440;p14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62</a:t>
            </a:fld>
            <a:endParaRPr/>
          </a:p>
        </p:txBody>
      </p:sp>
      <p:sp>
        <p:nvSpPr>
          <p:cNvPr id="1441" name="Google Shape;1441;p140"/>
          <p:cNvSpPr txBox="1">
            <a:spLocks noGrp="1"/>
          </p:cNvSpPr>
          <p:nvPr>
            <p:ph type="title"/>
          </p:nvPr>
        </p:nvSpPr>
        <p:spPr>
          <a:xfrm>
            <a:off x="311725" y="500925"/>
            <a:ext cx="8520600" cy="623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UML</a:t>
            </a:r>
            <a:endParaRPr/>
          </a:p>
          <a:p>
            <a:pPr marL="0" lvl="0" indent="0" algn="l" rtl="0">
              <a:spcBef>
                <a:spcPts val="0"/>
              </a:spcBef>
              <a:spcAft>
                <a:spcPts val="0"/>
              </a:spcAft>
              <a:buNone/>
            </a:pPr>
            <a:r>
              <a:rPr lang="en" sz="2000"/>
              <a:t>(with Interfaces)</a:t>
            </a:r>
            <a:endParaRPr sz="200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445"/>
        <p:cNvGrpSpPr/>
        <p:nvPr/>
      </p:nvGrpSpPr>
      <p:grpSpPr>
        <a:xfrm>
          <a:off x="0" y="0"/>
          <a:ext cx="0" cy="0"/>
          <a:chOff x="0" y="0"/>
          <a:chExt cx="0" cy="0"/>
        </a:xfrm>
      </p:grpSpPr>
      <p:pic>
        <p:nvPicPr>
          <p:cNvPr id="1446" name="Google Shape;1446;p141"/>
          <p:cNvPicPr preferRelativeResize="0"/>
          <p:nvPr/>
        </p:nvPicPr>
        <p:blipFill>
          <a:blip r:embed="rId3">
            <a:alphaModFix/>
          </a:blip>
          <a:stretch>
            <a:fillRect/>
          </a:stretch>
        </p:blipFill>
        <p:spPr>
          <a:xfrm>
            <a:off x="2429321" y="2184354"/>
            <a:ext cx="4338712" cy="2374075"/>
          </a:xfrm>
          <a:prstGeom prst="rect">
            <a:avLst/>
          </a:prstGeom>
          <a:noFill/>
          <a:ln>
            <a:noFill/>
          </a:ln>
        </p:spPr>
      </p:pic>
      <p:sp>
        <p:nvSpPr>
          <p:cNvPr id="1447" name="Google Shape;1447;p14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63</a:t>
            </a:fld>
            <a:endParaRPr/>
          </a:p>
        </p:txBody>
      </p:sp>
      <p:sp>
        <p:nvSpPr>
          <p:cNvPr id="1448" name="Google Shape;1448;p141"/>
          <p:cNvSpPr txBox="1">
            <a:spLocks noGrp="1"/>
          </p:cNvSpPr>
          <p:nvPr>
            <p:ph type="title"/>
          </p:nvPr>
        </p:nvSpPr>
        <p:spPr>
          <a:xfrm>
            <a:off x="311725" y="500925"/>
            <a:ext cx="8520600" cy="623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UML</a:t>
            </a:r>
            <a:endParaRPr/>
          </a:p>
          <a:p>
            <a:pPr marL="0" lvl="0" indent="0" algn="l" rtl="0">
              <a:spcBef>
                <a:spcPts val="0"/>
              </a:spcBef>
              <a:spcAft>
                <a:spcPts val="0"/>
              </a:spcAft>
              <a:buNone/>
            </a:pPr>
            <a:r>
              <a:rPr lang="en" sz="2000"/>
              <a:t>(with Interfaces)</a:t>
            </a:r>
            <a:endParaRPr sz="2000"/>
          </a:p>
        </p:txBody>
      </p:sp>
      <p:sp>
        <p:nvSpPr>
          <p:cNvPr id="1449" name="Google Shape;1449;p141"/>
          <p:cNvSpPr txBox="1"/>
          <p:nvPr/>
        </p:nvSpPr>
        <p:spPr>
          <a:xfrm>
            <a:off x="6750916" y="1426500"/>
            <a:ext cx="2301900" cy="680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t>An </a:t>
            </a:r>
            <a:r>
              <a:rPr lang="en" sz="1200" b="1" i="1">
                <a:solidFill>
                  <a:srgbClr val="FF0000"/>
                </a:solidFill>
              </a:rPr>
              <a:t>interface</a:t>
            </a:r>
            <a:r>
              <a:rPr lang="en" sz="1200">
                <a:solidFill>
                  <a:srgbClr val="FF0000"/>
                </a:solidFill>
              </a:rPr>
              <a:t> </a:t>
            </a:r>
            <a:r>
              <a:rPr lang="en" sz="1200"/>
              <a:t>is often marked with an </a:t>
            </a:r>
            <a:r>
              <a:rPr lang="en" sz="1200" i="1">
                <a:solidFill>
                  <a:srgbClr val="FF0000"/>
                </a:solidFill>
                <a:latin typeface="Courier New"/>
                <a:ea typeface="Courier New"/>
                <a:cs typeface="Courier New"/>
                <a:sym typeface="Courier New"/>
              </a:rPr>
              <a:t>&lt;&lt;interface&gt;&gt;</a:t>
            </a:r>
            <a:r>
              <a:rPr lang="en" sz="1200"/>
              <a:t> tag above or below its name.</a:t>
            </a:r>
            <a:endParaRPr sz="1200"/>
          </a:p>
        </p:txBody>
      </p:sp>
      <p:sp>
        <p:nvSpPr>
          <p:cNvPr id="1450" name="Google Shape;1450;p141"/>
          <p:cNvSpPr/>
          <p:nvPr/>
        </p:nvSpPr>
        <p:spPr>
          <a:xfrm>
            <a:off x="6102500" y="2107200"/>
            <a:ext cx="796289" cy="280120"/>
          </a:xfrm>
          <a:custGeom>
            <a:avLst/>
            <a:gdLst/>
            <a:ahLst/>
            <a:cxnLst/>
            <a:rect l="l" t="t" r="r" b="b"/>
            <a:pathLst>
              <a:path w="25203" h="15757" extrusionOk="0">
                <a:moveTo>
                  <a:pt x="25203" y="0"/>
                </a:moveTo>
                <a:cubicBezTo>
                  <a:pt x="23917" y="2400"/>
                  <a:pt x="21689" y="11873"/>
                  <a:pt x="17488" y="14402"/>
                </a:cubicBezTo>
                <a:cubicBezTo>
                  <a:pt x="13288" y="16931"/>
                  <a:pt x="2915" y="15045"/>
                  <a:pt x="0" y="15173"/>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1451" name="Google Shape;1451;p141"/>
          <p:cNvSpPr txBox="1"/>
          <p:nvPr/>
        </p:nvSpPr>
        <p:spPr>
          <a:xfrm>
            <a:off x="6750925" y="2476785"/>
            <a:ext cx="2301900" cy="830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b="1" i="1">
                <a:solidFill>
                  <a:srgbClr val="FF0000"/>
                </a:solidFill>
              </a:rPr>
              <a:t>Implementation</a:t>
            </a:r>
            <a:r>
              <a:rPr lang="en" sz="1200">
                <a:solidFill>
                  <a:srgbClr val="FF0000"/>
                </a:solidFill>
              </a:rPr>
              <a:t> </a:t>
            </a:r>
            <a:r>
              <a:rPr lang="en" sz="1200"/>
              <a:t>(also called </a:t>
            </a:r>
            <a:r>
              <a:rPr lang="en" sz="1200" b="1" i="1">
                <a:solidFill>
                  <a:srgbClr val="FF0000"/>
                </a:solidFill>
              </a:rPr>
              <a:t>"realization"</a:t>
            </a:r>
            <a:r>
              <a:rPr lang="en" sz="1200"/>
              <a:t>) is shown with a closed, unfilled arrowhead and a </a:t>
            </a:r>
            <a:r>
              <a:rPr lang="en" sz="1200" b="1" i="1">
                <a:solidFill>
                  <a:srgbClr val="FF0000"/>
                </a:solidFill>
              </a:rPr>
              <a:t>dashed line</a:t>
            </a:r>
            <a:r>
              <a:rPr lang="en" sz="1200"/>
              <a:t> (</a:t>
            </a:r>
            <a:r>
              <a:rPr lang="en" sz="1200">
                <a:solidFill>
                  <a:srgbClr val="FF0000"/>
                </a:solidFill>
                <a:latin typeface="Courier New"/>
                <a:ea typeface="Courier New"/>
                <a:cs typeface="Courier New"/>
                <a:sym typeface="Courier New"/>
              </a:rPr>
              <a:t>---</a:t>
            </a:r>
            <a:r>
              <a:rPr lang="en" sz="1200"/>
              <a:t>).</a:t>
            </a:r>
            <a:endParaRPr sz="1200"/>
          </a:p>
        </p:txBody>
      </p:sp>
      <p:sp>
        <p:nvSpPr>
          <p:cNvPr id="1452" name="Google Shape;1452;p141"/>
          <p:cNvSpPr/>
          <p:nvPr/>
        </p:nvSpPr>
        <p:spPr>
          <a:xfrm>
            <a:off x="5831525" y="3307475"/>
            <a:ext cx="1047975" cy="261114"/>
          </a:xfrm>
          <a:custGeom>
            <a:avLst/>
            <a:gdLst/>
            <a:ahLst/>
            <a:cxnLst/>
            <a:rect l="l" t="t" r="r" b="b"/>
            <a:pathLst>
              <a:path w="41919" h="12858" extrusionOk="0">
                <a:moveTo>
                  <a:pt x="41919" y="0"/>
                </a:moveTo>
                <a:cubicBezTo>
                  <a:pt x="40890" y="1414"/>
                  <a:pt x="42734" y="6343"/>
                  <a:pt x="35747" y="8486"/>
                </a:cubicBezTo>
                <a:cubicBezTo>
                  <a:pt x="28761" y="10629"/>
                  <a:pt x="5958" y="12129"/>
                  <a:pt x="0" y="12858"/>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1453" name="Google Shape;1453;p141"/>
          <p:cNvSpPr txBox="1"/>
          <p:nvPr/>
        </p:nvSpPr>
        <p:spPr>
          <a:xfrm>
            <a:off x="6750925" y="3848385"/>
            <a:ext cx="2301900" cy="830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t>A class that </a:t>
            </a:r>
            <a:r>
              <a:rPr lang="en" sz="1200" b="1" i="1">
                <a:solidFill>
                  <a:srgbClr val="FF0000"/>
                </a:solidFill>
              </a:rPr>
              <a:t>implements </a:t>
            </a:r>
            <a:r>
              <a:rPr lang="en" sz="1200"/>
              <a:t>an interface </a:t>
            </a:r>
            <a:r>
              <a:rPr lang="en" sz="1200" b="1" i="1">
                <a:solidFill>
                  <a:srgbClr val="FF0000"/>
                </a:solidFill>
              </a:rPr>
              <a:t>must</a:t>
            </a:r>
            <a:r>
              <a:rPr lang="en" sz="1200">
                <a:solidFill>
                  <a:srgbClr val="FF0000"/>
                </a:solidFill>
              </a:rPr>
              <a:t> </a:t>
            </a:r>
            <a:r>
              <a:rPr lang="en" sz="1200"/>
              <a:t>implement the interface's methods (or be declared </a:t>
            </a:r>
            <a:r>
              <a:rPr lang="en" sz="1200">
                <a:latin typeface="Courier New"/>
                <a:ea typeface="Courier New"/>
                <a:cs typeface="Courier New"/>
                <a:sym typeface="Courier New"/>
              </a:rPr>
              <a:t>abstract</a:t>
            </a:r>
            <a:r>
              <a:rPr lang="en" sz="1200"/>
              <a:t>).</a:t>
            </a:r>
            <a:endParaRPr sz="1200"/>
          </a:p>
        </p:txBody>
      </p:sp>
      <p:sp>
        <p:nvSpPr>
          <p:cNvPr id="1454" name="Google Shape;1454;p141"/>
          <p:cNvSpPr/>
          <p:nvPr/>
        </p:nvSpPr>
        <p:spPr>
          <a:xfrm>
            <a:off x="5580775" y="4126975"/>
            <a:ext cx="1180774" cy="237900"/>
          </a:xfrm>
          <a:custGeom>
            <a:avLst/>
            <a:gdLst/>
            <a:ahLst/>
            <a:cxnLst/>
            <a:rect l="l" t="t" r="r" b="b"/>
            <a:pathLst>
              <a:path w="48863" h="9516" extrusionOk="0">
                <a:moveTo>
                  <a:pt x="48863" y="0"/>
                </a:moveTo>
                <a:cubicBezTo>
                  <a:pt x="43034" y="300"/>
                  <a:pt x="22031" y="214"/>
                  <a:pt x="13887" y="1800"/>
                </a:cubicBezTo>
                <a:cubicBezTo>
                  <a:pt x="5743" y="3386"/>
                  <a:pt x="2315" y="8230"/>
                  <a:pt x="0" y="9516"/>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1455" name="Google Shape;1455;p141"/>
          <p:cNvSpPr/>
          <p:nvPr/>
        </p:nvSpPr>
        <p:spPr>
          <a:xfrm>
            <a:off x="2327500" y="1781474"/>
            <a:ext cx="2186000" cy="623720"/>
          </a:xfrm>
          <a:custGeom>
            <a:avLst/>
            <a:gdLst/>
            <a:ahLst/>
            <a:cxnLst/>
            <a:rect l="l" t="t" r="r" b="b"/>
            <a:pathLst>
              <a:path w="87440" h="23135" extrusionOk="0">
                <a:moveTo>
                  <a:pt x="0" y="761"/>
                </a:moveTo>
                <a:cubicBezTo>
                  <a:pt x="11573" y="975"/>
                  <a:pt x="54865" y="-1682"/>
                  <a:pt x="69438" y="2047"/>
                </a:cubicBezTo>
                <a:cubicBezTo>
                  <a:pt x="84011" y="5776"/>
                  <a:pt x="84440" y="19620"/>
                  <a:pt x="87440" y="23135"/>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1456" name="Google Shape;1456;p141"/>
          <p:cNvSpPr/>
          <p:nvPr/>
        </p:nvSpPr>
        <p:spPr>
          <a:xfrm>
            <a:off x="1902376" y="2211975"/>
            <a:ext cx="720914" cy="855125"/>
          </a:xfrm>
          <a:custGeom>
            <a:avLst/>
            <a:gdLst/>
            <a:ahLst/>
            <a:cxnLst/>
            <a:rect l="l" t="t" r="r" b="b"/>
            <a:pathLst>
              <a:path w="25492" h="34205" extrusionOk="0">
                <a:moveTo>
                  <a:pt x="32" y="0"/>
                </a:moveTo>
                <a:cubicBezTo>
                  <a:pt x="546" y="3901"/>
                  <a:pt x="-1125" y="17702"/>
                  <a:pt x="3118" y="23403"/>
                </a:cubicBezTo>
                <a:cubicBezTo>
                  <a:pt x="7361" y="29104"/>
                  <a:pt x="21763" y="32405"/>
                  <a:pt x="25492" y="34205"/>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1457" name="Google Shape;1457;p141"/>
          <p:cNvSpPr txBox="1"/>
          <p:nvPr/>
        </p:nvSpPr>
        <p:spPr>
          <a:xfrm>
            <a:off x="121000" y="1426500"/>
            <a:ext cx="2301900" cy="830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t>An </a:t>
            </a:r>
            <a:r>
              <a:rPr lang="en" sz="1200">
                <a:latin typeface="Courier New"/>
                <a:ea typeface="Courier New"/>
                <a:cs typeface="Courier New"/>
                <a:sym typeface="Courier New"/>
              </a:rPr>
              <a:t>abstract</a:t>
            </a:r>
            <a:r>
              <a:rPr lang="en" sz="1200"/>
              <a:t> class </a:t>
            </a:r>
            <a:r>
              <a:rPr lang="en" sz="1200" b="1" i="1">
                <a:solidFill>
                  <a:srgbClr val="FF0000"/>
                </a:solidFill>
              </a:rPr>
              <a:t>does not</a:t>
            </a:r>
            <a:r>
              <a:rPr lang="en" sz="1200"/>
              <a:t> need to implement any methods inherited from an interface...</a:t>
            </a:r>
            <a:endParaRPr sz="1200"/>
          </a:p>
        </p:txBody>
      </p:sp>
      <p:sp>
        <p:nvSpPr>
          <p:cNvPr id="1458" name="Google Shape;1458;p141"/>
          <p:cNvSpPr/>
          <p:nvPr/>
        </p:nvSpPr>
        <p:spPr>
          <a:xfrm>
            <a:off x="2006050" y="3896475"/>
            <a:ext cx="630075" cy="392200"/>
          </a:xfrm>
          <a:custGeom>
            <a:avLst/>
            <a:gdLst/>
            <a:ahLst/>
            <a:cxnLst/>
            <a:rect l="l" t="t" r="r" b="b"/>
            <a:pathLst>
              <a:path w="25203" h="15688" extrusionOk="0">
                <a:moveTo>
                  <a:pt x="0" y="0"/>
                </a:moveTo>
                <a:cubicBezTo>
                  <a:pt x="1157" y="2015"/>
                  <a:pt x="2743" y="9472"/>
                  <a:pt x="6943" y="12087"/>
                </a:cubicBezTo>
                <a:cubicBezTo>
                  <a:pt x="11144" y="14702"/>
                  <a:pt x="22160" y="15088"/>
                  <a:pt x="25203" y="15688"/>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1459" name="Google Shape;1459;p141"/>
          <p:cNvSpPr txBox="1"/>
          <p:nvPr/>
        </p:nvSpPr>
        <p:spPr>
          <a:xfrm>
            <a:off x="121000" y="3106500"/>
            <a:ext cx="2301900" cy="830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t>...but the responsibility is then passed onto any </a:t>
            </a:r>
            <a:r>
              <a:rPr lang="en" sz="1200" b="1" i="1">
                <a:solidFill>
                  <a:srgbClr val="FF0000"/>
                </a:solidFill>
              </a:rPr>
              <a:t>concrete</a:t>
            </a:r>
            <a:r>
              <a:rPr lang="en" sz="1200">
                <a:solidFill>
                  <a:srgbClr val="FF0000"/>
                </a:solidFill>
              </a:rPr>
              <a:t> </a:t>
            </a:r>
            <a:r>
              <a:rPr lang="en" sz="1200"/>
              <a:t>children that extend the abstract class.</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449"/>
                                        </p:tgtEl>
                                        <p:attrNameLst>
                                          <p:attrName>style.visibility</p:attrName>
                                        </p:attrNameLst>
                                      </p:cBhvr>
                                      <p:to>
                                        <p:strVal val="visible"/>
                                      </p:to>
                                    </p:set>
                                    <p:animEffect transition="in" filter="fade">
                                      <p:cBhvr>
                                        <p:cTn id="7" dur="1000"/>
                                        <p:tgtEl>
                                          <p:spTgt spid="1449"/>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1450"/>
                                        </p:tgtEl>
                                        <p:attrNameLst>
                                          <p:attrName>style.visibility</p:attrName>
                                        </p:attrNameLst>
                                      </p:cBhvr>
                                      <p:to>
                                        <p:strVal val="visible"/>
                                      </p:to>
                                    </p:set>
                                    <p:animEffect transition="in" filter="fade">
                                      <p:cBhvr>
                                        <p:cTn id="11" dur="1000"/>
                                        <p:tgtEl>
                                          <p:spTgt spid="1450"/>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451"/>
                                        </p:tgtEl>
                                        <p:attrNameLst>
                                          <p:attrName>style.visibility</p:attrName>
                                        </p:attrNameLst>
                                      </p:cBhvr>
                                      <p:to>
                                        <p:strVal val="visible"/>
                                      </p:to>
                                    </p:set>
                                    <p:animEffect transition="in" filter="fade">
                                      <p:cBhvr>
                                        <p:cTn id="16" dur="1000"/>
                                        <p:tgtEl>
                                          <p:spTgt spid="1451"/>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1452"/>
                                        </p:tgtEl>
                                        <p:attrNameLst>
                                          <p:attrName>style.visibility</p:attrName>
                                        </p:attrNameLst>
                                      </p:cBhvr>
                                      <p:to>
                                        <p:strVal val="visible"/>
                                      </p:to>
                                    </p:set>
                                    <p:animEffect transition="in" filter="fade">
                                      <p:cBhvr>
                                        <p:cTn id="20" dur="1000"/>
                                        <p:tgtEl>
                                          <p:spTgt spid="145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453"/>
                                        </p:tgtEl>
                                        <p:attrNameLst>
                                          <p:attrName>style.visibility</p:attrName>
                                        </p:attrNameLst>
                                      </p:cBhvr>
                                      <p:to>
                                        <p:strVal val="visible"/>
                                      </p:to>
                                    </p:set>
                                    <p:animEffect transition="in" filter="fade">
                                      <p:cBhvr>
                                        <p:cTn id="25" dur="1000"/>
                                        <p:tgtEl>
                                          <p:spTgt spid="1453"/>
                                        </p:tgtEl>
                                      </p:cBhvr>
                                    </p:animEffect>
                                  </p:childTnLst>
                                </p:cTn>
                              </p:par>
                            </p:childTnLst>
                          </p:cTn>
                        </p:par>
                        <p:par>
                          <p:cTn id="26" fill="hold">
                            <p:stCondLst>
                              <p:cond delay="1000"/>
                            </p:stCondLst>
                            <p:childTnLst>
                              <p:par>
                                <p:cTn id="27" presetID="10" presetClass="entr" presetSubtype="0" fill="hold" nodeType="afterEffect">
                                  <p:stCondLst>
                                    <p:cond delay="0"/>
                                  </p:stCondLst>
                                  <p:childTnLst>
                                    <p:set>
                                      <p:cBhvr>
                                        <p:cTn id="28" dur="1" fill="hold">
                                          <p:stCondLst>
                                            <p:cond delay="0"/>
                                          </p:stCondLst>
                                        </p:cTn>
                                        <p:tgtEl>
                                          <p:spTgt spid="1454"/>
                                        </p:tgtEl>
                                        <p:attrNameLst>
                                          <p:attrName>style.visibility</p:attrName>
                                        </p:attrNameLst>
                                      </p:cBhvr>
                                      <p:to>
                                        <p:strVal val="visible"/>
                                      </p:to>
                                    </p:set>
                                    <p:animEffect transition="in" filter="fade">
                                      <p:cBhvr>
                                        <p:cTn id="29" dur="1000"/>
                                        <p:tgtEl>
                                          <p:spTgt spid="1454"/>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457"/>
                                        </p:tgtEl>
                                        <p:attrNameLst>
                                          <p:attrName>style.visibility</p:attrName>
                                        </p:attrNameLst>
                                      </p:cBhvr>
                                      <p:to>
                                        <p:strVal val="visible"/>
                                      </p:to>
                                    </p:set>
                                    <p:animEffect transition="in" filter="fade">
                                      <p:cBhvr>
                                        <p:cTn id="34" dur="1000"/>
                                        <p:tgtEl>
                                          <p:spTgt spid="1457"/>
                                        </p:tgtEl>
                                      </p:cBhvr>
                                    </p:animEffect>
                                  </p:childTnLst>
                                </p:cTn>
                              </p:par>
                            </p:childTnLst>
                          </p:cTn>
                        </p:par>
                        <p:par>
                          <p:cTn id="35" fill="hold">
                            <p:stCondLst>
                              <p:cond delay="1000"/>
                            </p:stCondLst>
                            <p:childTnLst>
                              <p:par>
                                <p:cTn id="36" presetID="10" presetClass="entr" presetSubtype="0" fill="hold" nodeType="afterEffect">
                                  <p:stCondLst>
                                    <p:cond delay="0"/>
                                  </p:stCondLst>
                                  <p:childTnLst>
                                    <p:set>
                                      <p:cBhvr>
                                        <p:cTn id="37" dur="1" fill="hold">
                                          <p:stCondLst>
                                            <p:cond delay="0"/>
                                          </p:stCondLst>
                                        </p:cTn>
                                        <p:tgtEl>
                                          <p:spTgt spid="1455"/>
                                        </p:tgtEl>
                                        <p:attrNameLst>
                                          <p:attrName>style.visibility</p:attrName>
                                        </p:attrNameLst>
                                      </p:cBhvr>
                                      <p:to>
                                        <p:strVal val="visible"/>
                                      </p:to>
                                    </p:set>
                                    <p:animEffect transition="in" filter="fade">
                                      <p:cBhvr>
                                        <p:cTn id="38" dur="1000"/>
                                        <p:tgtEl>
                                          <p:spTgt spid="1455"/>
                                        </p:tgtEl>
                                      </p:cBhvr>
                                    </p:animEffect>
                                  </p:childTnLst>
                                </p:cTn>
                              </p:par>
                            </p:childTnLst>
                          </p:cTn>
                        </p:par>
                        <p:par>
                          <p:cTn id="39" fill="hold">
                            <p:stCondLst>
                              <p:cond delay="2000"/>
                            </p:stCondLst>
                            <p:childTnLst>
                              <p:par>
                                <p:cTn id="40" presetID="10" presetClass="entr" presetSubtype="0" fill="hold" nodeType="afterEffect">
                                  <p:stCondLst>
                                    <p:cond delay="0"/>
                                  </p:stCondLst>
                                  <p:childTnLst>
                                    <p:set>
                                      <p:cBhvr>
                                        <p:cTn id="41" dur="1" fill="hold">
                                          <p:stCondLst>
                                            <p:cond delay="0"/>
                                          </p:stCondLst>
                                        </p:cTn>
                                        <p:tgtEl>
                                          <p:spTgt spid="1456"/>
                                        </p:tgtEl>
                                        <p:attrNameLst>
                                          <p:attrName>style.visibility</p:attrName>
                                        </p:attrNameLst>
                                      </p:cBhvr>
                                      <p:to>
                                        <p:strVal val="visible"/>
                                      </p:to>
                                    </p:set>
                                    <p:animEffect transition="in" filter="fade">
                                      <p:cBhvr>
                                        <p:cTn id="42" dur="1000"/>
                                        <p:tgtEl>
                                          <p:spTgt spid="145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459"/>
                                        </p:tgtEl>
                                        <p:attrNameLst>
                                          <p:attrName>style.visibility</p:attrName>
                                        </p:attrNameLst>
                                      </p:cBhvr>
                                      <p:to>
                                        <p:strVal val="visible"/>
                                      </p:to>
                                    </p:set>
                                    <p:animEffect transition="in" filter="fade">
                                      <p:cBhvr>
                                        <p:cTn id="47" dur="1000"/>
                                        <p:tgtEl>
                                          <p:spTgt spid="1459"/>
                                        </p:tgtEl>
                                      </p:cBhvr>
                                    </p:animEffect>
                                  </p:childTnLst>
                                </p:cTn>
                              </p:par>
                            </p:childTnLst>
                          </p:cTn>
                        </p:par>
                        <p:par>
                          <p:cTn id="48" fill="hold">
                            <p:stCondLst>
                              <p:cond delay="1000"/>
                            </p:stCondLst>
                            <p:childTnLst>
                              <p:par>
                                <p:cTn id="49" presetID="10" presetClass="entr" presetSubtype="0" fill="hold" nodeType="afterEffect">
                                  <p:stCondLst>
                                    <p:cond delay="0"/>
                                  </p:stCondLst>
                                  <p:childTnLst>
                                    <p:set>
                                      <p:cBhvr>
                                        <p:cTn id="50" dur="1" fill="hold">
                                          <p:stCondLst>
                                            <p:cond delay="0"/>
                                          </p:stCondLst>
                                        </p:cTn>
                                        <p:tgtEl>
                                          <p:spTgt spid="1458"/>
                                        </p:tgtEl>
                                        <p:attrNameLst>
                                          <p:attrName>style.visibility</p:attrName>
                                        </p:attrNameLst>
                                      </p:cBhvr>
                                      <p:to>
                                        <p:strVal val="visible"/>
                                      </p:to>
                                    </p:set>
                                    <p:animEffect transition="in" filter="fade">
                                      <p:cBhvr>
                                        <p:cTn id="51" dur="1000"/>
                                        <p:tgtEl>
                                          <p:spTgt spid="14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463"/>
        <p:cNvGrpSpPr/>
        <p:nvPr/>
      </p:nvGrpSpPr>
      <p:grpSpPr>
        <a:xfrm>
          <a:off x="0" y="0"/>
          <a:ext cx="0" cy="0"/>
          <a:chOff x="0" y="0"/>
          <a:chExt cx="0" cy="0"/>
        </a:xfrm>
      </p:grpSpPr>
      <p:sp>
        <p:nvSpPr>
          <p:cNvPr id="1464" name="Google Shape;1464;p142"/>
          <p:cNvSpPr txBox="1">
            <a:spLocks noGrp="1"/>
          </p:cNvSpPr>
          <p:nvPr>
            <p:ph type="title"/>
          </p:nvPr>
        </p:nvSpPr>
        <p:spPr>
          <a:xfrm>
            <a:off x="311725" y="500925"/>
            <a:ext cx="3706500" cy="6381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Clr>
                <a:schemeClr val="dk2"/>
              </a:buClr>
              <a:buSzPct val="117857"/>
              <a:buFont typeface="Calibri"/>
              <a:buNone/>
            </a:pPr>
            <a:r>
              <a:rPr lang="en"/>
              <a:t>Functional Interfaces</a:t>
            </a:r>
            <a:endParaRPr/>
          </a:p>
        </p:txBody>
      </p:sp>
      <p:sp>
        <p:nvSpPr>
          <p:cNvPr id="1465" name="Google Shape;1465;p142"/>
          <p:cNvSpPr txBox="1">
            <a:spLocks noGrp="1"/>
          </p:cNvSpPr>
          <p:nvPr>
            <p:ph type="body" idx="1"/>
          </p:nvPr>
        </p:nvSpPr>
        <p:spPr>
          <a:xfrm>
            <a:off x="4568475" y="348525"/>
            <a:ext cx="4166400" cy="4456200"/>
          </a:xfrm>
          <a:prstGeom prst="rect">
            <a:avLst/>
          </a:prstGeom>
          <a:noFill/>
          <a:ln>
            <a:noFill/>
          </a:ln>
        </p:spPr>
        <p:txBody>
          <a:bodyPr spcFirstLastPara="1" wrap="square" lIns="68575" tIns="34275" rIns="68575" bIns="34275" anchor="t" anchorCtr="0">
            <a:spAutoFit/>
          </a:bodyPr>
          <a:lstStyle/>
          <a:p>
            <a:pPr marL="457200" lvl="0" indent="-311150" algn="l" rtl="0">
              <a:lnSpc>
                <a:spcPct val="115000"/>
              </a:lnSpc>
              <a:spcBef>
                <a:spcPts val="0"/>
              </a:spcBef>
              <a:spcAft>
                <a:spcPts val="0"/>
              </a:spcAft>
              <a:buSzPts val="1300"/>
              <a:buChar char="●"/>
            </a:pPr>
            <a:r>
              <a:rPr lang="en"/>
              <a:t>Interfaces that have only </a:t>
            </a:r>
            <a:r>
              <a:rPr lang="en" b="1" i="1">
                <a:solidFill>
                  <a:srgbClr val="FF0000"/>
                </a:solidFill>
              </a:rPr>
              <a:t>one method</a:t>
            </a:r>
            <a:r>
              <a:rPr lang="en"/>
              <a:t>, are known as </a:t>
            </a:r>
            <a:r>
              <a:rPr lang="en" b="1" i="1">
                <a:solidFill>
                  <a:srgbClr val="FF0000"/>
                </a:solidFill>
              </a:rPr>
              <a:t>functional interfaces</a:t>
            </a:r>
            <a:endParaRPr b="1" i="1">
              <a:solidFill>
                <a:srgbClr val="FF0000"/>
              </a:solidFill>
            </a:endParaRPr>
          </a:p>
          <a:p>
            <a:pPr marL="457200" lvl="0" indent="-311150" algn="l" rtl="0">
              <a:spcBef>
                <a:spcPts val="1000"/>
              </a:spcBef>
              <a:spcAft>
                <a:spcPts val="0"/>
              </a:spcAft>
              <a:buSzPts val="1300"/>
              <a:buChar char="●"/>
            </a:pPr>
            <a:r>
              <a:rPr lang="en"/>
              <a:t>They are effectively the closest thing you can get to a traditional function in a fully object oriented language like Java</a:t>
            </a:r>
            <a:endParaRPr/>
          </a:p>
          <a:p>
            <a:pPr marL="914400" lvl="1" indent="-298450" algn="l" rtl="0">
              <a:spcBef>
                <a:spcPts val="0"/>
              </a:spcBef>
              <a:spcAft>
                <a:spcPts val="0"/>
              </a:spcAft>
              <a:buSzPts val="1100"/>
              <a:buChar char="○"/>
            </a:pPr>
            <a:r>
              <a:rPr lang="en"/>
              <a:t>Traditional meaning a function like the ones we wrote in Python that is not part of a class</a:t>
            </a:r>
            <a:endParaRPr/>
          </a:p>
          <a:p>
            <a:pPr marL="457200" lvl="0" indent="-311150" algn="l" rtl="0">
              <a:spcBef>
                <a:spcPts val="1000"/>
              </a:spcBef>
              <a:spcAft>
                <a:spcPts val="0"/>
              </a:spcAft>
              <a:buSzPts val="1300"/>
              <a:buChar char="●"/>
            </a:pPr>
            <a:r>
              <a:rPr lang="en"/>
              <a:t>The </a:t>
            </a:r>
            <a:r>
              <a:rPr lang="en">
                <a:latin typeface="Courier New"/>
                <a:ea typeface="Courier New"/>
                <a:cs typeface="Courier New"/>
                <a:sym typeface="Courier New"/>
              </a:rPr>
              <a:t>Expression</a:t>
            </a:r>
            <a:r>
              <a:rPr lang="en"/>
              <a:t> interface that we created is a functional interface because it only has one method.</a:t>
            </a:r>
            <a:endParaRPr/>
          </a:p>
          <a:p>
            <a:pPr marL="914400" lvl="1" indent="-298450" algn="l" rtl="0">
              <a:spcBef>
                <a:spcPts val="0"/>
              </a:spcBef>
              <a:spcAft>
                <a:spcPts val="0"/>
              </a:spcAft>
              <a:buSzPts val="1100"/>
              <a:buFont typeface="Courier New"/>
              <a:buChar char="○"/>
            </a:pPr>
            <a:r>
              <a:rPr lang="en">
                <a:latin typeface="Courier New"/>
                <a:ea typeface="Courier New"/>
                <a:cs typeface="Courier New"/>
                <a:sym typeface="Courier New"/>
              </a:rPr>
              <a:t>public abstract double evaluate();</a:t>
            </a:r>
            <a:endParaRPr>
              <a:latin typeface="Courier New"/>
              <a:ea typeface="Courier New"/>
              <a:cs typeface="Courier New"/>
              <a:sym typeface="Courier New"/>
            </a:endParaRPr>
          </a:p>
          <a:p>
            <a:pPr marL="457200" lvl="0" indent="-311150" algn="l" rtl="0">
              <a:lnSpc>
                <a:spcPct val="115000"/>
              </a:lnSpc>
              <a:spcBef>
                <a:spcPts val="800"/>
              </a:spcBef>
              <a:spcAft>
                <a:spcPts val="0"/>
              </a:spcAft>
              <a:buSzPts val="1300"/>
              <a:buChar char="●"/>
            </a:pPr>
            <a:r>
              <a:rPr lang="en"/>
              <a:t>Functional interfaces are special in Java and can be implemented using </a:t>
            </a:r>
            <a:r>
              <a:rPr lang="en" b="1" i="1">
                <a:solidFill>
                  <a:srgbClr val="FF0000"/>
                </a:solidFill>
              </a:rPr>
              <a:t>lambdas</a:t>
            </a:r>
            <a:r>
              <a:rPr lang="en"/>
              <a:t>.</a:t>
            </a:r>
            <a:endParaRPr/>
          </a:p>
          <a:p>
            <a:pPr marL="914400" lvl="1" indent="-298450" algn="l" rtl="0">
              <a:lnSpc>
                <a:spcPct val="115000"/>
              </a:lnSpc>
              <a:spcBef>
                <a:spcPts val="0"/>
              </a:spcBef>
              <a:spcAft>
                <a:spcPts val="0"/>
              </a:spcAft>
              <a:buSzPts val="1100"/>
              <a:buChar char="○"/>
            </a:pPr>
            <a:r>
              <a:rPr lang="en"/>
              <a:t>A lambda is like an extremely small, single-purpose, throwaway class that implements a functional interface.</a:t>
            </a:r>
            <a:endParaRPr/>
          </a:p>
          <a:p>
            <a:pPr marL="457200" lvl="0" indent="-311150" algn="l" rtl="0">
              <a:lnSpc>
                <a:spcPct val="115000"/>
              </a:lnSpc>
              <a:spcBef>
                <a:spcPts val="1000"/>
              </a:spcBef>
              <a:spcAft>
                <a:spcPts val="0"/>
              </a:spcAft>
              <a:buSzPts val="1300"/>
              <a:buChar char="●"/>
            </a:pPr>
            <a:r>
              <a:rPr lang="en"/>
              <a:t>But how do lambdas work in Java? Let's take a look… </a:t>
            </a:r>
            <a:endParaRPr/>
          </a:p>
        </p:txBody>
      </p:sp>
      <p:sp>
        <p:nvSpPr>
          <p:cNvPr id="1466" name="Google Shape;1466;p142"/>
          <p:cNvSpPr txBox="1">
            <a:spLocks noGrp="1"/>
          </p:cNvSpPr>
          <p:nvPr>
            <p:ph type="body" idx="2"/>
          </p:nvPr>
        </p:nvSpPr>
        <p:spPr>
          <a:xfrm>
            <a:off x="311725" y="1132000"/>
            <a:ext cx="3706500" cy="1027800"/>
          </a:xfrm>
          <a:prstGeom prst="rect">
            <a:avLst/>
          </a:prstGeom>
          <a:solidFill>
            <a:srgbClr val="FFFFFF"/>
          </a:solidFill>
          <a:ln w="19050" cap="flat" cmpd="sng">
            <a:solidFill>
              <a:schemeClr val="accent1"/>
            </a:solidFill>
            <a:prstDash val="solid"/>
            <a:round/>
            <a:headEnd type="none" w="sm" len="sm"/>
            <a:tailEnd type="none" w="sm" len="sm"/>
          </a:ln>
        </p:spPr>
        <p:txBody>
          <a:bodyPr spcFirstLastPara="1" wrap="square" lIns="68575" tIns="128000" rIns="68575" bIns="34275" anchor="t" anchorCtr="0">
            <a:noAutofit/>
          </a:bodyPr>
          <a:lstStyle/>
          <a:p>
            <a:pPr marL="0" lvl="0" indent="0" algn="l" rtl="0">
              <a:lnSpc>
                <a:spcPct val="130434"/>
              </a:lnSpc>
              <a:spcBef>
                <a:spcPts val="0"/>
              </a:spcBef>
              <a:spcAft>
                <a:spcPts val="0"/>
              </a:spcAft>
              <a:buNone/>
            </a:pPr>
            <a:r>
              <a:rPr lang="en">
                <a:solidFill>
                  <a:srgbClr val="000000"/>
                </a:solidFill>
                <a:highlight>
                  <a:srgbClr val="FFFFFF"/>
                </a:highlight>
                <a:latin typeface="Consolas"/>
                <a:ea typeface="Consolas"/>
                <a:cs typeface="Consolas"/>
                <a:sym typeface="Consolas"/>
              </a:rPr>
              <a:t> </a:t>
            </a:r>
            <a:r>
              <a:rPr lang="en">
                <a:solidFill>
                  <a:srgbClr val="0000FF"/>
                </a:solidFill>
                <a:highlight>
                  <a:srgbClr val="FFFFFF"/>
                </a:highlight>
                <a:latin typeface="Consolas"/>
                <a:ea typeface="Consolas"/>
                <a:cs typeface="Consolas"/>
                <a:sym typeface="Consolas"/>
              </a:rPr>
              <a:t>public</a:t>
            </a:r>
            <a:r>
              <a:rPr lang="en">
                <a:solidFill>
                  <a:srgbClr val="000000"/>
                </a:solidFill>
                <a:highlight>
                  <a:srgbClr val="FFFFFF"/>
                </a:highlight>
                <a:latin typeface="Consolas"/>
                <a:ea typeface="Consolas"/>
                <a:cs typeface="Consolas"/>
                <a:sym typeface="Consolas"/>
              </a:rPr>
              <a:t> </a:t>
            </a:r>
            <a:r>
              <a:rPr lang="en">
                <a:solidFill>
                  <a:srgbClr val="0000FF"/>
                </a:solidFill>
                <a:highlight>
                  <a:srgbClr val="FFFFFF"/>
                </a:highlight>
                <a:latin typeface="Consolas"/>
                <a:ea typeface="Consolas"/>
                <a:cs typeface="Consolas"/>
                <a:sym typeface="Consolas"/>
              </a:rPr>
              <a:t>interface</a:t>
            </a:r>
            <a:r>
              <a:rPr lang="en">
                <a:solidFill>
                  <a:srgbClr val="000000"/>
                </a:solidFill>
                <a:highlight>
                  <a:srgbClr val="FFFFFF"/>
                </a:highlight>
                <a:latin typeface="Consolas"/>
                <a:ea typeface="Consolas"/>
                <a:cs typeface="Consolas"/>
                <a:sym typeface="Consolas"/>
              </a:rPr>
              <a:t> </a:t>
            </a:r>
            <a:r>
              <a:rPr lang="en">
                <a:solidFill>
                  <a:srgbClr val="267F99"/>
                </a:solidFill>
                <a:highlight>
                  <a:srgbClr val="FFFFFF"/>
                </a:highlight>
                <a:latin typeface="Consolas"/>
                <a:ea typeface="Consolas"/>
                <a:cs typeface="Consolas"/>
                <a:sym typeface="Consolas"/>
              </a:rPr>
              <a:t>Shape</a:t>
            </a:r>
            <a:r>
              <a:rPr lang="en">
                <a:solidFill>
                  <a:srgbClr val="000000"/>
                </a:solidFill>
                <a:highlight>
                  <a:srgbClr val="FFFFFF"/>
                </a:highlight>
                <a:latin typeface="Consolas"/>
                <a:ea typeface="Consolas"/>
                <a:cs typeface="Consolas"/>
                <a:sym typeface="Consolas"/>
              </a:rPr>
              <a:t> {</a:t>
            </a:r>
            <a:endParaRPr>
              <a:solidFill>
                <a:srgbClr val="000000"/>
              </a:solidFill>
              <a:highlight>
                <a:srgbClr val="FFFFFF"/>
              </a:highlight>
              <a:latin typeface="Consolas"/>
              <a:ea typeface="Consolas"/>
              <a:cs typeface="Consolas"/>
              <a:sym typeface="Consolas"/>
            </a:endParaRPr>
          </a:p>
          <a:p>
            <a:pPr marL="0" lvl="0" indent="0" algn="l" rtl="0">
              <a:lnSpc>
                <a:spcPct val="130434"/>
              </a:lnSpc>
              <a:spcBef>
                <a:spcPts val="0"/>
              </a:spcBef>
              <a:spcAft>
                <a:spcPts val="0"/>
              </a:spcAft>
              <a:buNone/>
            </a:pPr>
            <a:r>
              <a:rPr lang="en">
                <a:solidFill>
                  <a:srgbClr val="000000"/>
                </a:solidFill>
                <a:highlight>
                  <a:srgbClr val="FFFFFF"/>
                </a:highlight>
                <a:latin typeface="Consolas"/>
                <a:ea typeface="Consolas"/>
                <a:cs typeface="Consolas"/>
                <a:sym typeface="Consolas"/>
              </a:rPr>
              <a:t>     </a:t>
            </a:r>
            <a:r>
              <a:rPr lang="en">
                <a:solidFill>
                  <a:srgbClr val="267F99"/>
                </a:solidFill>
                <a:highlight>
                  <a:srgbClr val="FFFFFF"/>
                </a:highlight>
                <a:latin typeface="Consolas"/>
                <a:ea typeface="Consolas"/>
                <a:cs typeface="Consolas"/>
                <a:sym typeface="Consolas"/>
              </a:rPr>
              <a:t>double</a:t>
            </a:r>
            <a:r>
              <a:rPr lang="en">
                <a:solidFill>
                  <a:srgbClr val="000000"/>
                </a:solidFill>
                <a:highlight>
                  <a:srgbClr val="FFFFFF"/>
                </a:highlight>
                <a:latin typeface="Consolas"/>
                <a:ea typeface="Consolas"/>
                <a:cs typeface="Consolas"/>
                <a:sym typeface="Consolas"/>
              </a:rPr>
              <a:t> </a:t>
            </a:r>
            <a:r>
              <a:rPr lang="en">
                <a:solidFill>
                  <a:srgbClr val="795E26"/>
                </a:solidFill>
                <a:highlight>
                  <a:srgbClr val="FFFFFF"/>
                </a:highlight>
                <a:latin typeface="Consolas"/>
                <a:ea typeface="Consolas"/>
                <a:cs typeface="Consolas"/>
                <a:sym typeface="Consolas"/>
              </a:rPr>
              <a:t>area</a:t>
            </a:r>
            <a:r>
              <a:rPr lang="en">
                <a:solidFill>
                  <a:srgbClr val="000000"/>
                </a:solidFill>
                <a:highlight>
                  <a:srgbClr val="FFFFFF"/>
                </a:highlight>
                <a:latin typeface="Consolas"/>
                <a:ea typeface="Consolas"/>
                <a:cs typeface="Consolas"/>
                <a:sym typeface="Consolas"/>
              </a:rPr>
              <a:t> (</a:t>
            </a:r>
            <a:r>
              <a:rPr lang="en">
                <a:solidFill>
                  <a:srgbClr val="267F99"/>
                </a:solidFill>
                <a:highlight>
                  <a:srgbClr val="FFFFFF"/>
                </a:highlight>
                <a:latin typeface="Consolas"/>
                <a:ea typeface="Consolas"/>
                <a:cs typeface="Consolas"/>
                <a:sym typeface="Consolas"/>
              </a:rPr>
              <a:t>double</a:t>
            </a:r>
            <a:r>
              <a:rPr lang="en">
                <a:solidFill>
                  <a:srgbClr val="000000"/>
                </a:solidFill>
                <a:highlight>
                  <a:srgbClr val="FFFFFF"/>
                </a:highlight>
                <a:latin typeface="Consolas"/>
                <a:ea typeface="Consolas"/>
                <a:cs typeface="Consolas"/>
                <a:sym typeface="Consolas"/>
              </a:rPr>
              <a:t> </a:t>
            </a:r>
            <a:r>
              <a:rPr lang="en">
                <a:solidFill>
                  <a:srgbClr val="001080"/>
                </a:solidFill>
                <a:highlight>
                  <a:srgbClr val="FFFFFF"/>
                </a:highlight>
                <a:latin typeface="Consolas"/>
                <a:ea typeface="Consolas"/>
                <a:cs typeface="Consolas"/>
                <a:sym typeface="Consolas"/>
              </a:rPr>
              <a:t>length</a:t>
            </a:r>
            <a:r>
              <a:rPr lang="en">
                <a:solidFill>
                  <a:srgbClr val="000000"/>
                </a:solidFill>
                <a:highlight>
                  <a:srgbClr val="FFFFFF"/>
                </a:highlight>
                <a:latin typeface="Consolas"/>
                <a:ea typeface="Consolas"/>
                <a:cs typeface="Consolas"/>
                <a:sym typeface="Consolas"/>
              </a:rPr>
              <a:t>);</a:t>
            </a:r>
            <a:endParaRPr>
              <a:solidFill>
                <a:srgbClr val="000000"/>
              </a:solidFill>
              <a:highlight>
                <a:srgbClr val="FFFFFF"/>
              </a:highlight>
              <a:latin typeface="Consolas"/>
              <a:ea typeface="Consolas"/>
              <a:cs typeface="Consolas"/>
              <a:sym typeface="Consolas"/>
            </a:endParaRPr>
          </a:p>
          <a:p>
            <a:pPr marL="0" lvl="0" indent="0" algn="l" rtl="0">
              <a:lnSpc>
                <a:spcPct val="130434"/>
              </a:lnSpc>
              <a:spcBef>
                <a:spcPts val="0"/>
              </a:spcBef>
              <a:spcAft>
                <a:spcPts val="0"/>
              </a:spcAft>
              <a:buNone/>
            </a:pPr>
            <a:r>
              <a:rPr lang="en">
                <a:solidFill>
                  <a:srgbClr val="000000"/>
                </a:solidFill>
                <a:highlight>
                  <a:srgbClr val="FFFFFF"/>
                </a:highlight>
                <a:latin typeface="Consolas"/>
                <a:ea typeface="Consolas"/>
                <a:cs typeface="Consolas"/>
                <a:sym typeface="Consolas"/>
              </a:rPr>
              <a:t> }</a:t>
            </a:r>
            <a:endParaRPr>
              <a:solidFill>
                <a:srgbClr val="000000"/>
              </a:solidFill>
              <a:highlight>
                <a:srgbClr val="FFFFFF"/>
              </a:highlight>
              <a:latin typeface="Consolas"/>
              <a:ea typeface="Consolas"/>
              <a:cs typeface="Consolas"/>
              <a:sym typeface="Consolas"/>
            </a:endParaRPr>
          </a:p>
          <a:p>
            <a:pPr marL="0" lvl="0" indent="0" algn="l" rtl="0">
              <a:lnSpc>
                <a:spcPct val="90000"/>
              </a:lnSpc>
              <a:spcBef>
                <a:spcPts val="0"/>
              </a:spcBef>
              <a:spcAft>
                <a:spcPts val="1600"/>
              </a:spcAft>
              <a:buClr>
                <a:schemeClr val="dk2"/>
              </a:buClr>
              <a:buSzPts val="2000"/>
              <a:buNone/>
            </a:pPr>
            <a:endParaRPr/>
          </a:p>
        </p:txBody>
      </p:sp>
      <p:sp>
        <p:nvSpPr>
          <p:cNvPr id="1467" name="Google Shape;1467;p14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64</a:t>
            </a:fld>
            <a:endParaRPr/>
          </a:p>
        </p:txBody>
      </p:sp>
      <p:sp>
        <p:nvSpPr>
          <p:cNvPr id="1468" name="Google Shape;1468;p142"/>
          <p:cNvSpPr txBox="1">
            <a:spLocks noGrp="1"/>
          </p:cNvSpPr>
          <p:nvPr>
            <p:ph type="body" idx="3"/>
          </p:nvPr>
        </p:nvSpPr>
        <p:spPr>
          <a:xfrm>
            <a:off x="311725" y="2322458"/>
            <a:ext cx="3706500" cy="714300"/>
          </a:xfrm>
          <a:prstGeom prst="rect">
            <a:avLst/>
          </a:prstGeom>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a:t>A </a:t>
            </a:r>
            <a:r>
              <a:rPr lang="en" b="1" i="1">
                <a:solidFill>
                  <a:srgbClr val="FF0000"/>
                </a:solidFill>
              </a:rPr>
              <a:t>functional interface</a:t>
            </a:r>
            <a:r>
              <a:rPr lang="en"/>
              <a:t> is an interface that only contains a single method.</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6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6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6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6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6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6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6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46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468"/>
                                        </p:tgtEl>
                                        <p:attrNameLst>
                                          <p:attrName>style.visibility</p:attrName>
                                        </p:attrNameLst>
                                      </p:cBhvr>
                                      <p:to>
                                        <p:strVal val="visible"/>
                                      </p:to>
                                    </p:set>
                                    <p:animEffect transition="in" filter="fade">
                                      <p:cBhvr>
                                        <p:cTn id="39" dur="1000"/>
                                        <p:tgtEl>
                                          <p:spTgt spid="14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472"/>
        <p:cNvGrpSpPr/>
        <p:nvPr/>
      </p:nvGrpSpPr>
      <p:grpSpPr>
        <a:xfrm>
          <a:off x="0" y="0"/>
          <a:ext cx="0" cy="0"/>
          <a:chOff x="0" y="0"/>
          <a:chExt cx="0" cy="0"/>
        </a:xfrm>
      </p:grpSpPr>
      <p:sp>
        <p:nvSpPr>
          <p:cNvPr id="1473" name="Google Shape;1473;p143"/>
          <p:cNvSpPr txBox="1">
            <a:spLocks noGrp="1"/>
          </p:cNvSpPr>
          <p:nvPr>
            <p:ph type="title"/>
          </p:nvPr>
        </p:nvSpPr>
        <p:spPr>
          <a:xfrm>
            <a:off x="5188525" y="119925"/>
            <a:ext cx="3706500" cy="6381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2"/>
              </a:buClr>
              <a:buSzPts val="3300"/>
              <a:buFont typeface="Calibri"/>
              <a:buNone/>
            </a:pPr>
            <a:r>
              <a:rPr lang="en"/>
              <a:t>Basic Lambdas</a:t>
            </a:r>
            <a:endParaRPr/>
          </a:p>
        </p:txBody>
      </p:sp>
      <p:sp>
        <p:nvSpPr>
          <p:cNvPr id="1474" name="Google Shape;1474;p143"/>
          <p:cNvSpPr txBox="1">
            <a:spLocks noGrp="1"/>
          </p:cNvSpPr>
          <p:nvPr>
            <p:ph type="body" idx="1"/>
          </p:nvPr>
        </p:nvSpPr>
        <p:spPr>
          <a:xfrm>
            <a:off x="329425" y="271500"/>
            <a:ext cx="4347300" cy="4645800"/>
          </a:xfrm>
          <a:prstGeom prst="rect">
            <a:avLst/>
          </a:prstGeom>
          <a:noFill/>
          <a:ln>
            <a:noFill/>
          </a:ln>
        </p:spPr>
        <p:txBody>
          <a:bodyPr spcFirstLastPara="1" wrap="square" lIns="68575" tIns="34275" rIns="68575" bIns="34275" anchor="t" anchorCtr="0">
            <a:spAutoFit/>
          </a:bodyPr>
          <a:lstStyle/>
          <a:p>
            <a:pPr marL="457200" lvl="0" indent="-311150" algn="l" rtl="0">
              <a:lnSpc>
                <a:spcPct val="115000"/>
              </a:lnSpc>
              <a:spcBef>
                <a:spcPts val="0"/>
              </a:spcBef>
              <a:spcAft>
                <a:spcPts val="0"/>
              </a:spcAft>
              <a:buSzPts val="1300"/>
              <a:buChar char="●"/>
            </a:pPr>
            <a:r>
              <a:rPr lang="en"/>
              <a:t>Since functional interfaces only have a single method there is a lot of information that the compiler can </a:t>
            </a:r>
            <a:r>
              <a:rPr lang="en" b="1" i="1">
                <a:solidFill>
                  <a:srgbClr val="FF0000"/>
                </a:solidFill>
              </a:rPr>
              <a:t>infer</a:t>
            </a:r>
            <a:r>
              <a:rPr lang="en"/>
              <a:t> about them.</a:t>
            </a:r>
            <a:endParaRPr/>
          </a:p>
          <a:p>
            <a:pPr marL="457200" lvl="0" indent="-311150" algn="l" rtl="0">
              <a:lnSpc>
                <a:spcPct val="115000"/>
              </a:lnSpc>
              <a:spcBef>
                <a:spcPts val="1000"/>
              </a:spcBef>
              <a:spcAft>
                <a:spcPts val="0"/>
              </a:spcAft>
              <a:buSzPts val="1300"/>
              <a:buChar char="●"/>
            </a:pPr>
            <a:r>
              <a:rPr lang="en"/>
              <a:t>This is exploited by </a:t>
            </a:r>
            <a:r>
              <a:rPr lang="en" b="1">
                <a:solidFill>
                  <a:srgbClr val="FF0000"/>
                </a:solidFill>
              </a:rPr>
              <a:t>lambda</a:t>
            </a:r>
            <a:r>
              <a:rPr lang="en"/>
              <a:t> expressions which are a syntactic shortcut for implementing a functional interface.</a:t>
            </a:r>
            <a:endParaRPr/>
          </a:p>
          <a:p>
            <a:pPr marL="457200" lvl="0" indent="-311150" algn="l" rtl="0">
              <a:lnSpc>
                <a:spcPct val="115000"/>
              </a:lnSpc>
              <a:spcBef>
                <a:spcPts val="1000"/>
              </a:spcBef>
              <a:spcAft>
                <a:spcPts val="0"/>
              </a:spcAft>
              <a:buSzPts val="1300"/>
              <a:buChar char="●"/>
            </a:pPr>
            <a:r>
              <a:rPr lang="en"/>
              <a:t>The easiest information to infer is the </a:t>
            </a:r>
            <a:r>
              <a:rPr lang="en" b="1" i="1">
                <a:solidFill>
                  <a:srgbClr val="FF0000"/>
                </a:solidFill>
              </a:rPr>
              <a:t>name of the method</a:t>
            </a:r>
            <a:r>
              <a:rPr lang="en"/>
              <a:t> in the functional interface.</a:t>
            </a:r>
            <a:endParaRPr/>
          </a:p>
          <a:p>
            <a:pPr marL="914400" lvl="1" indent="-298450" algn="l" rtl="0">
              <a:lnSpc>
                <a:spcPct val="115000"/>
              </a:lnSpc>
              <a:spcBef>
                <a:spcPts val="0"/>
              </a:spcBef>
              <a:spcAft>
                <a:spcPts val="0"/>
              </a:spcAft>
              <a:buSzPts val="1100"/>
              <a:buChar char="○"/>
            </a:pPr>
            <a:r>
              <a:rPr lang="en"/>
              <a:t>There is only one method in a functional interface, so there won't be any confusion about which method you are trying to implement using the lambda.</a:t>
            </a:r>
            <a:endParaRPr/>
          </a:p>
          <a:p>
            <a:pPr marL="457200" lvl="0" indent="-311150" algn="l" rtl="0">
              <a:lnSpc>
                <a:spcPct val="115000"/>
              </a:lnSpc>
              <a:spcBef>
                <a:spcPts val="1000"/>
              </a:spcBef>
              <a:spcAft>
                <a:spcPts val="0"/>
              </a:spcAft>
              <a:buSzPts val="1300"/>
              <a:buChar char="●"/>
            </a:pPr>
            <a:r>
              <a:rPr lang="en"/>
              <a:t>When using lambda expressions the inferred information will not be typed explicitly.</a:t>
            </a:r>
            <a:endParaRPr/>
          </a:p>
          <a:p>
            <a:pPr marL="914400" lvl="1" indent="-298450" algn="l" rtl="0">
              <a:lnSpc>
                <a:spcPct val="115000"/>
              </a:lnSpc>
              <a:spcBef>
                <a:spcPts val="0"/>
              </a:spcBef>
              <a:spcAft>
                <a:spcPts val="0"/>
              </a:spcAft>
              <a:buSzPts val="1100"/>
              <a:buChar char="○"/>
            </a:pPr>
            <a:r>
              <a:rPr lang="en"/>
              <a:t>The compiler can figure it out without requiring you to type it explicitly into your code.</a:t>
            </a:r>
            <a:endParaRPr/>
          </a:p>
          <a:p>
            <a:pPr marL="457200" lvl="0" indent="-311150" algn="l" rtl="0">
              <a:lnSpc>
                <a:spcPct val="115000"/>
              </a:lnSpc>
              <a:spcBef>
                <a:spcPts val="1000"/>
              </a:spcBef>
              <a:spcAft>
                <a:spcPts val="0"/>
              </a:spcAft>
              <a:buSzPts val="1300"/>
              <a:buChar char="●"/>
            </a:pPr>
            <a:r>
              <a:rPr lang="en"/>
              <a:t>The basic lambda syntax includes:</a:t>
            </a:r>
            <a:endParaRPr/>
          </a:p>
          <a:p>
            <a:pPr marL="914400" lvl="1" indent="-298450" algn="l" rtl="0">
              <a:lnSpc>
                <a:spcPct val="115000"/>
              </a:lnSpc>
              <a:spcBef>
                <a:spcPts val="0"/>
              </a:spcBef>
              <a:spcAft>
                <a:spcPts val="0"/>
              </a:spcAft>
              <a:buSzPts val="1100"/>
              <a:buChar char="○"/>
            </a:pPr>
            <a:r>
              <a:rPr lang="en"/>
              <a:t>The parameter list in parentheses.</a:t>
            </a:r>
            <a:endParaRPr/>
          </a:p>
          <a:p>
            <a:pPr marL="914400" lvl="1" indent="-298450" algn="l" rtl="0">
              <a:lnSpc>
                <a:spcPct val="115000"/>
              </a:lnSpc>
              <a:spcBef>
                <a:spcPts val="0"/>
              </a:spcBef>
              <a:spcAft>
                <a:spcPts val="0"/>
              </a:spcAft>
              <a:buSzPts val="1100"/>
              <a:buChar char="○"/>
            </a:pPr>
            <a:r>
              <a:rPr lang="en"/>
              <a:t>The </a:t>
            </a:r>
            <a:r>
              <a:rPr lang="en" b="1" i="1">
                <a:solidFill>
                  <a:srgbClr val="FF0000"/>
                </a:solidFill>
              </a:rPr>
              <a:t>arrow operator</a:t>
            </a:r>
            <a:r>
              <a:rPr lang="en"/>
              <a:t> (</a:t>
            </a:r>
            <a:r>
              <a:rPr lang="en">
                <a:solidFill>
                  <a:srgbClr val="FF0000"/>
                </a:solidFill>
                <a:latin typeface="Courier New"/>
                <a:ea typeface="Courier New"/>
                <a:cs typeface="Courier New"/>
                <a:sym typeface="Courier New"/>
              </a:rPr>
              <a:t>-&gt;</a:t>
            </a:r>
            <a:r>
              <a:rPr lang="en">
                <a:latin typeface="Courier New"/>
                <a:ea typeface="Courier New"/>
                <a:cs typeface="Courier New"/>
                <a:sym typeface="Courier New"/>
              </a:rPr>
              <a:t>).</a:t>
            </a:r>
            <a:endParaRPr>
              <a:latin typeface="Courier New"/>
              <a:ea typeface="Courier New"/>
              <a:cs typeface="Courier New"/>
              <a:sym typeface="Courier New"/>
            </a:endParaRPr>
          </a:p>
          <a:p>
            <a:pPr marL="914400" lvl="1" indent="-298450" algn="l" rtl="0">
              <a:lnSpc>
                <a:spcPct val="115000"/>
              </a:lnSpc>
              <a:spcBef>
                <a:spcPts val="0"/>
              </a:spcBef>
              <a:spcAft>
                <a:spcPts val="1000"/>
              </a:spcAft>
              <a:buSzPts val="1100"/>
              <a:buChar char="○"/>
            </a:pPr>
            <a:r>
              <a:rPr lang="en"/>
              <a:t>The body of the function in curly braces ({}).</a:t>
            </a:r>
            <a:endParaRPr/>
          </a:p>
        </p:txBody>
      </p:sp>
      <p:sp>
        <p:nvSpPr>
          <p:cNvPr id="1475" name="Google Shape;1475;p143"/>
          <p:cNvSpPr txBox="1">
            <a:spLocks noGrp="1"/>
          </p:cNvSpPr>
          <p:nvPr>
            <p:ph type="body" idx="2"/>
          </p:nvPr>
        </p:nvSpPr>
        <p:spPr>
          <a:xfrm>
            <a:off x="5188525" y="2384600"/>
            <a:ext cx="3706500" cy="15237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68575" tIns="34275" rIns="68575" bIns="34275" anchor="t" anchorCtr="0">
            <a:spAutoFit/>
          </a:bodyPr>
          <a:lstStyle/>
          <a:p>
            <a:pPr marL="0" lvl="0" indent="0" algn="l" rtl="0">
              <a:lnSpc>
                <a:spcPct val="100000"/>
              </a:lnSpc>
              <a:spcBef>
                <a:spcPts val="0"/>
              </a:spcBef>
              <a:spcAft>
                <a:spcPts val="0"/>
              </a:spcAft>
              <a:buNone/>
            </a:pPr>
            <a:r>
              <a:rPr lang="en" sz="1050">
                <a:solidFill>
                  <a:srgbClr val="008000"/>
                </a:solidFill>
                <a:latin typeface="Consolas"/>
                <a:ea typeface="Consolas"/>
                <a:cs typeface="Consolas"/>
                <a:sym typeface="Consolas"/>
              </a:rPr>
              <a:t>1  </a:t>
            </a:r>
            <a:r>
              <a:rPr lang="en" sz="1050">
                <a:solidFill>
                  <a:srgbClr val="0000FF"/>
                </a:solidFill>
                <a:latin typeface="Consolas"/>
                <a:ea typeface="Consolas"/>
                <a:cs typeface="Consolas"/>
                <a:sym typeface="Consolas"/>
              </a:rPr>
              <a:t>public</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static</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void</a:t>
            </a:r>
            <a:r>
              <a:rPr lang="en" sz="1050">
                <a:solidFill>
                  <a:srgbClr val="000000"/>
                </a:solidFill>
                <a:latin typeface="Consolas"/>
                <a:ea typeface="Consolas"/>
                <a:cs typeface="Consolas"/>
                <a:sym typeface="Consolas"/>
              </a:rPr>
              <a:t> </a:t>
            </a:r>
            <a:r>
              <a:rPr lang="en" sz="1050">
                <a:solidFill>
                  <a:srgbClr val="795E26"/>
                </a:solidFill>
                <a:latin typeface="Consolas"/>
                <a:ea typeface="Consolas"/>
                <a:cs typeface="Consolas"/>
                <a:sym typeface="Consolas"/>
              </a:rPr>
              <a:t>main</a:t>
            </a:r>
            <a:r>
              <a:rPr lang="en" sz="1050">
                <a:solidFill>
                  <a:srgbClr val="000000"/>
                </a:solidFill>
                <a:latin typeface="Consolas"/>
                <a:ea typeface="Consolas"/>
                <a:cs typeface="Consolas"/>
                <a:sym typeface="Consolas"/>
              </a:rPr>
              <a:t>(</a:t>
            </a:r>
            <a:r>
              <a:rPr lang="en" sz="1050">
                <a:solidFill>
                  <a:srgbClr val="267F99"/>
                </a:solidFill>
                <a:latin typeface="Consolas"/>
                <a:ea typeface="Consolas"/>
                <a:cs typeface="Consolas"/>
                <a:sym typeface="Consolas"/>
              </a:rPr>
              <a:t>String</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args</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8000"/>
                </a:solidFill>
                <a:latin typeface="Consolas"/>
                <a:ea typeface="Consolas"/>
                <a:cs typeface="Consolas"/>
                <a:sym typeface="Consolas"/>
              </a:rPr>
              <a:t>2  </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int</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x</a:t>
            </a:r>
            <a:r>
              <a:rPr lang="en" sz="1050">
                <a:solidFill>
                  <a:srgbClr val="000000"/>
                </a:solidFill>
                <a:latin typeface="Consolas"/>
                <a:ea typeface="Consolas"/>
                <a:cs typeface="Consolas"/>
                <a:sym typeface="Consolas"/>
              </a:rPr>
              <a:t> = </a:t>
            </a:r>
            <a:r>
              <a:rPr lang="en" sz="1050">
                <a:solidFill>
                  <a:srgbClr val="098658"/>
                </a:solidFill>
                <a:latin typeface="Consolas"/>
                <a:ea typeface="Consolas"/>
                <a:cs typeface="Consolas"/>
                <a:sym typeface="Consolas"/>
              </a:rPr>
              <a:t>5</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8000"/>
                </a:solidFill>
                <a:latin typeface="Consolas"/>
                <a:ea typeface="Consolas"/>
                <a:cs typeface="Consolas"/>
                <a:sym typeface="Consolas"/>
              </a:rPr>
              <a:t>3  </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8000"/>
                </a:solidFill>
                <a:latin typeface="Consolas"/>
                <a:ea typeface="Consolas"/>
                <a:cs typeface="Consolas"/>
                <a:sym typeface="Consolas"/>
              </a:rPr>
              <a:t>4  </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Shape</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circle</a:t>
            </a:r>
            <a:r>
              <a:rPr lang="en" sz="1050">
                <a:solidFill>
                  <a:srgbClr val="000000"/>
                </a:solidFill>
                <a:latin typeface="Consolas"/>
                <a:ea typeface="Consolas"/>
                <a:cs typeface="Consolas"/>
                <a:sym typeface="Consolas"/>
              </a:rPr>
              <a:t> = (</a:t>
            </a:r>
            <a:r>
              <a:rPr lang="en" sz="1050">
                <a:solidFill>
                  <a:srgbClr val="267F99"/>
                </a:solidFill>
                <a:latin typeface="Consolas"/>
                <a:ea typeface="Consolas"/>
                <a:cs typeface="Consolas"/>
                <a:sym typeface="Consolas"/>
              </a:rPr>
              <a:t>double</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radius</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-&gt;</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8000"/>
                </a:solidFill>
                <a:latin typeface="Consolas"/>
                <a:ea typeface="Consolas"/>
                <a:cs typeface="Consolas"/>
                <a:sym typeface="Consolas"/>
              </a:rPr>
              <a:t>5  </a:t>
            </a:r>
            <a:r>
              <a:rPr lang="en" sz="1050">
                <a:solidFill>
                  <a:srgbClr val="000000"/>
                </a:solidFill>
                <a:latin typeface="Consolas"/>
                <a:ea typeface="Consolas"/>
                <a:cs typeface="Consolas"/>
                <a:sym typeface="Consolas"/>
              </a:rPr>
              <a:t>      </a:t>
            </a:r>
            <a:r>
              <a:rPr lang="en" sz="1050">
                <a:solidFill>
                  <a:srgbClr val="AF00DB"/>
                </a:solidFill>
                <a:latin typeface="Consolas"/>
                <a:ea typeface="Consolas"/>
                <a:cs typeface="Consolas"/>
                <a:sym typeface="Consolas"/>
              </a:rPr>
              <a:t>return</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Math</a:t>
            </a:r>
            <a:r>
              <a:rPr lang="en" sz="1050">
                <a:solidFill>
                  <a:srgbClr val="000000"/>
                </a:solidFill>
                <a:latin typeface="Consolas"/>
                <a:ea typeface="Consolas"/>
                <a:cs typeface="Consolas"/>
                <a:sym typeface="Consolas"/>
              </a:rPr>
              <a:t>.</a:t>
            </a:r>
            <a:r>
              <a:rPr lang="en" sz="1050">
                <a:solidFill>
                  <a:srgbClr val="0070C1"/>
                </a:solidFill>
                <a:latin typeface="Consolas"/>
                <a:ea typeface="Consolas"/>
                <a:cs typeface="Consolas"/>
                <a:sym typeface="Consolas"/>
              </a:rPr>
              <a:t>PI</a:t>
            </a:r>
            <a:r>
              <a:rPr lang="en" sz="1050">
                <a:solidFill>
                  <a:srgbClr val="000000"/>
                </a:solidFill>
                <a:latin typeface="Consolas"/>
                <a:ea typeface="Consolas"/>
                <a:cs typeface="Consolas"/>
                <a:sym typeface="Consolas"/>
              </a:rPr>
              <a:t> * </a:t>
            </a:r>
            <a:r>
              <a:rPr lang="en" sz="1050">
                <a:solidFill>
                  <a:srgbClr val="267F99"/>
                </a:solidFill>
                <a:latin typeface="Consolas"/>
                <a:ea typeface="Consolas"/>
                <a:cs typeface="Consolas"/>
                <a:sym typeface="Consolas"/>
              </a:rPr>
              <a:t>Math</a:t>
            </a:r>
            <a:r>
              <a:rPr lang="en" sz="1050">
                <a:solidFill>
                  <a:srgbClr val="000000"/>
                </a:solidFill>
                <a:latin typeface="Consolas"/>
                <a:ea typeface="Consolas"/>
                <a:cs typeface="Consolas"/>
                <a:sym typeface="Consolas"/>
              </a:rPr>
              <a:t>.</a:t>
            </a:r>
            <a:r>
              <a:rPr lang="en" sz="1050">
                <a:solidFill>
                  <a:srgbClr val="795E26"/>
                </a:solidFill>
                <a:latin typeface="Consolas"/>
                <a:ea typeface="Consolas"/>
                <a:cs typeface="Consolas"/>
                <a:sym typeface="Consolas"/>
              </a:rPr>
              <a:t>pow</a:t>
            </a:r>
            <a:r>
              <a:rPr lang="en" sz="1050">
                <a:solidFill>
                  <a:srgbClr val="000000"/>
                </a:solidFill>
                <a:latin typeface="Consolas"/>
                <a:ea typeface="Consolas"/>
                <a:cs typeface="Consolas"/>
                <a:sym typeface="Consolas"/>
              </a:rPr>
              <a:t>(</a:t>
            </a:r>
            <a:r>
              <a:rPr lang="en" sz="1050">
                <a:solidFill>
                  <a:srgbClr val="001080"/>
                </a:solidFill>
                <a:latin typeface="Consolas"/>
                <a:ea typeface="Consolas"/>
                <a:cs typeface="Consolas"/>
                <a:sym typeface="Consolas"/>
              </a:rPr>
              <a:t>radius</a:t>
            </a:r>
            <a:r>
              <a:rPr lang="en" sz="1050">
                <a:solidFill>
                  <a:srgbClr val="000000"/>
                </a:solidFill>
                <a:latin typeface="Consolas"/>
                <a:ea typeface="Consolas"/>
                <a:cs typeface="Consolas"/>
                <a:sym typeface="Consolas"/>
              </a:rPr>
              <a:t>, </a:t>
            </a:r>
            <a:r>
              <a:rPr lang="en" sz="1050">
                <a:solidFill>
                  <a:srgbClr val="098658"/>
                </a:solidFill>
                <a:latin typeface="Consolas"/>
                <a:ea typeface="Consolas"/>
                <a:cs typeface="Consolas"/>
                <a:sym typeface="Consolas"/>
              </a:rPr>
              <a:t>2</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8000"/>
                </a:solidFill>
                <a:latin typeface="Consolas"/>
                <a:ea typeface="Consolas"/>
                <a:cs typeface="Consolas"/>
                <a:sym typeface="Consolas"/>
              </a:rPr>
              <a:t>6  </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8000"/>
                </a:solidFill>
                <a:latin typeface="Consolas"/>
                <a:ea typeface="Consolas"/>
                <a:cs typeface="Consolas"/>
                <a:sym typeface="Consolas"/>
              </a:rPr>
              <a:t>7  </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8000"/>
                </a:solidFill>
                <a:latin typeface="Consolas"/>
                <a:ea typeface="Consolas"/>
                <a:cs typeface="Consolas"/>
                <a:sym typeface="Consolas"/>
              </a:rPr>
              <a:t>8  </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System</a:t>
            </a:r>
            <a:r>
              <a:rPr lang="en" sz="1050">
                <a:solidFill>
                  <a:srgbClr val="000000"/>
                </a:solidFill>
                <a:latin typeface="Consolas"/>
                <a:ea typeface="Consolas"/>
                <a:cs typeface="Consolas"/>
                <a:sym typeface="Consolas"/>
              </a:rPr>
              <a:t>.</a:t>
            </a:r>
            <a:r>
              <a:rPr lang="en" sz="1050">
                <a:solidFill>
                  <a:srgbClr val="0070C1"/>
                </a:solidFill>
                <a:latin typeface="Consolas"/>
                <a:ea typeface="Consolas"/>
                <a:cs typeface="Consolas"/>
                <a:sym typeface="Consolas"/>
              </a:rPr>
              <a:t>out</a:t>
            </a:r>
            <a:r>
              <a:rPr lang="en" sz="1050">
                <a:solidFill>
                  <a:srgbClr val="000000"/>
                </a:solidFill>
                <a:latin typeface="Consolas"/>
                <a:ea typeface="Consolas"/>
                <a:cs typeface="Consolas"/>
                <a:sym typeface="Consolas"/>
              </a:rPr>
              <a:t>.</a:t>
            </a:r>
            <a:r>
              <a:rPr lang="en" sz="1050">
                <a:solidFill>
                  <a:srgbClr val="795E26"/>
                </a:solidFill>
                <a:latin typeface="Consolas"/>
                <a:ea typeface="Consolas"/>
                <a:cs typeface="Consolas"/>
                <a:sym typeface="Consolas"/>
              </a:rPr>
              <a:t>println</a:t>
            </a:r>
            <a:r>
              <a:rPr lang="en" sz="1050">
                <a:solidFill>
                  <a:srgbClr val="000000"/>
                </a:solidFill>
                <a:latin typeface="Consolas"/>
                <a:ea typeface="Consolas"/>
                <a:cs typeface="Consolas"/>
                <a:sym typeface="Consolas"/>
              </a:rPr>
              <a:t>(</a:t>
            </a:r>
            <a:r>
              <a:rPr lang="en" sz="1050">
                <a:solidFill>
                  <a:srgbClr val="001080"/>
                </a:solidFill>
                <a:latin typeface="Consolas"/>
                <a:ea typeface="Consolas"/>
                <a:cs typeface="Consolas"/>
                <a:sym typeface="Consolas"/>
              </a:rPr>
              <a:t>circle</a:t>
            </a:r>
            <a:r>
              <a:rPr lang="en" sz="1050">
                <a:solidFill>
                  <a:srgbClr val="000000"/>
                </a:solidFill>
                <a:latin typeface="Consolas"/>
                <a:ea typeface="Consolas"/>
                <a:cs typeface="Consolas"/>
                <a:sym typeface="Consolas"/>
              </a:rPr>
              <a:t>.</a:t>
            </a:r>
            <a:r>
              <a:rPr lang="en" sz="1050">
                <a:solidFill>
                  <a:srgbClr val="795E26"/>
                </a:solidFill>
                <a:latin typeface="Consolas"/>
                <a:ea typeface="Consolas"/>
                <a:cs typeface="Consolas"/>
                <a:sym typeface="Consolas"/>
              </a:rPr>
              <a:t>area</a:t>
            </a:r>
            <a:r>
              <a:rPr lang="en" sz="1050">
                <a:solidFill>
                  <a:srgbClr val="000000"/>
                </a:solidFill>
                <a:latin typeface="Consolas"/>
                <a:ea typeface="Consolas"/>
                <a:cs typeface="Consolas"/>
                <a:sym typeface="Consolas"/>
              </a:rPr>
              <a:t>(</a:t>
            </a:r>
            <a:r>
              <a:rPr lang="en" sz="1050">
                <a:solidFill>
                  <a:srgbClr val="001080"/>
                </a:solidFill>
                <a:latin typeface="Consolas"/>
                <a:ea typeface="Consolas"/>
                <a:cs typeface="Consolas"/>
                <a:sym typeface="Consolas"/>
              </a:rPr>
              <a:t>x</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8000"/>
                </a:solidFill>
                <a:latin typeface="Consolas"/>
                <a:ea typeface="Consolas"/>
                <a:cs typeface="Consolas"/>
                <a:sym typeface="Consolas"/>
              </a:rPr>
              <a:t>9  </a:t>
            </a:r>
            <a:r>
              <a:rPr lang="en" sz="1050">
                <a:solidFill>
                  <a:srgbClr val="000000"/>
                </a:solidFill>
                <a:latin typeface="Consolas"/>
                <a:ea typeface="Consolas"/>
                <a:cs typeface="Consolas"/>
                <a:sym typeface="Consolas"/>
              </a:rPr>
              <a:t>}</a:t>
            </a:r>
            <a:endParaRPr sz="1200">
              <a:latin typeface="Consolas"/>
              <a:ea typeface="Consolas"/>
              <a:cs typeface="Consolas"/>
              <a:sym typeface="Consolas"/>
            </a:endParaRPr>
          </a:p>
        </p:txBody>
      </p:sp>
      <p:sp>
        <p:nvSpPr>
          <p:cNvPr id="1476" name="Google Shape;1476;p143"/>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65</a:t>
            </a:fld>
            <a:endParaRPr/>
          </a:p>
        </p:txBody>
      </p:sp>
      <p:sp>
        <p:nvSpPr>
          <p:cNvPr id="1477" name="Google Shape;1477;p143"/>
          <p:cNvSpPr txBox="1">
            <a:spLocks noGrp="1"/>
          </p:cNvSpPr>
          <p:nvPr>
            <p:ph type="body" idx="3"/>
          </p:nvPr>
        </p:nvSpPr>
        <p:spPr>
          <a:xfrm>
            <a:off x="5188525" y="4049533"/>
            <a:ext cx="3706500" cy="7389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a:t>The arrow operator (</a:t>
            </a:r>
            <a:r>
              <a:rPr lang="en">
                <a:solidFill>
                  <a:srgbClr val="FF0000"/>
                </a:solidFill>
                <a:latin typeface="Courier New"/>
                <a:ea typeface="Courier New"/>
                <a:cs typeface="Courier New"/>
                <a:sym typeface="Courier New"/>
              </a:rPr>
              <a:t>-&gt;</a:t>
            </a:r>
            <a:r>
              <a:rPr lang="en"/>
              <a:t>) is used to separate the parameters and the method body in a </a:t>
            </a:r>
            <a:r>
              <a:rPr lang="en" b="1" i="1">
                <a:solidFill>
                  <a:srgbClr val="FF0000"/>
                </a:solidFill>
              </a:rPr>
              <a:t>lambda expression</a:t>
            </a:r>
            <a:r>
              <a:rPr lang="en"/>
              <a:t>.</a:t>
            </a:r>
            <a:endParaRPr sz="1200"/>
          </a:p>
        </p:txBody>
      </p:sp>
      <p:sp>
        <p:nvSpPr>
          <p:cNvPr id="1478" name="Google Shape;1478;p143"/>
          <p:cNvSpPr txBox="1">
            <a:spLocks noGrp="1"/>
          </p:cNvSpPr>
          <p:nvPr>
            <p:ph type="body" idx="2"/>
          </p:nvPr>
        </p:nvSpPr>
        <p:spPr>
          <a:xfrm>
            <a:off x="5192225" y="1609338"/>
            <a:ext cx="3706500" cy="6234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68575" tIns="34275" rIns="68575" bIns="34275" anchor="t" anchorCtr="0">
            <a:spAutoFit/>
          </a:bodyPr>
          <a:lstStyle/>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1  </a:t>
            </a:r>
            <a:r>
              <a:rPr lang="en" sz="1200">
                <a:solidFill>
                  <a:srgbClr val="0000FF"/>
                </a:solidFill>
                <a:latin typeface="Consolas"/>
                <a:ea typeface="Consolas"/>
                <a:cs typeface="Consolas"/>
                <a:sym typeface="Consolas"/>
              </a:rPr>
              <a:t>public</a:t>
            </a:r>
            <a:r>
              <a:rPr lang="en" sz="1200">
                <a:solidFill>
                  <a:srgbClr val="000000"/>
                </a:solidFill>
                <a:latin typeface="Consolas"/>
                <a:ea typeface="Consolas"/>
                <a:cs typeface="Consolas"/>
                <a:sym typeface="Consolas"/>
              </a:rPr>
              <a:t> </a:t>
            </a:r>
            <a:r>
              <a:rPr lang="en" sz="1200">
                <a:solidFill>
                  <a:srgbClr val="0000FF"/>
                </a:solidFill>
                <a:latin typeface="Consolas"/>
                <a:ea typeface="Consolas"/>
                <a:cs typeface="Consolas"/>
                <a:sym typeface="Consolas"/>
              </a:rPr>
              <a:t>interface</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Shape</a:t>
            </a:r>
            <a:r>
              <a:rPr lang="en" sz="1200">
                <a:solidFill>
                  <a:srgbClr val="000000"/>
                </a:solidFill>
                <a:latin typeface="Consolas"/>
                <a:ea typeface="Consolas"/>
                <a:cs typeface="Consolas"/>
                <a:sym typeface="Consolas"/>
              </a:rPr>
              <a:t> {</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2  </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double</a:t>
            </a:r>
            <a:r>
              <a:rPr lang="en" sz="1200">
                <a:solidFill>
                  <a:srgbClr val="000000"/>
                </a:solidFill>
                <a:latin typeface="Consolas"/>
                <a:ea typeface="Consolas"/>
                <a:cs typeface="Consolas"/>
                <a:sym typeface="Consolas"/>
              </a:rPr>
              <a:t> </a:t>
            </a:r>
            <a:r>
              <a:rPr lang="en" sz="1200">
                <a:solidFill>
                  <a:srgbClr val="795E26"/>
                </a:solidFill>
                <a:latin typeface="Consolas"/>
                <a:ea typeface="Consolas"/>
                <a:cs typeface="Consolas"/>
                <a:sym typeface="Consolas"/>
              </a:rPr>
              <a:t>area</a:t>
            </a:r>
            <a:r>
              <a:rPr lang="en" sz="1200">
                <a:solidFill>
                  <a:srgbClr val="000000"/>
                </a:solidFill>
                <a:latin typeface="Consolas"/>
                <a:ea typeface="Consolas"/>
                <a:cs typeface="Consolas"/>
                <a:sym typeface="Consolas"/>
              </a:rPr>
              <a:t>(</a:t>
            </a:r>
            <a:r>
              <a:rPr lang="en" sz="1200">
                <a:solidFill>
                  <a:srgbClr val="267F99"/>
                </a:solidFill>
                <a:latin typeface="Consolas"/>
                <a:ea typeface="Consolas"/>
                <a:cs typeface="Consolas"/>
                <a:sym typeface="Consolas"/>
              </a:rPr>
              <a:t>double</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length</a:t>
            </a:r>
            <a:r>
              <a:rPr lang="en" sz="1200">
                <a:solidFill>
                  <a:srgbClr val="000000"/>
                </a:solidFill>
                <a:latin typeface="Consolas"/>
                <a:ea typeface="Consolas"/>
                <a:cs typeface="Consolas"/>
                <a:sym typeface="Consolas"/>
              </a:rPr>
              <a:t>);</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3  </a:t>
            </a:r>
            <a:r>
              <a:rPr lang="en" sz="1200">
                <a:solidFill>
                  <a:srgbClr val="000000"/>
                </a:solidFill>
                <a:latin typeface="Consolas"/>
                <a:ea typeface="Consolas"/>
                <a:cs typeface="Consolas"/>
                <a:sym typeface="Consolas"/>
              </a:rPr>
              <a:t>}</a:t>
            </a:r>
            <a:endParaRPr>
              <a:latin typeface="Consolas"/>
              <a:ea typeface="Consolas"/>
              <a:cs typeface="Consolas"/>
              <a:sym typeface="Consolas"/>
            </a:endParaRPr>
          </a:p>
        </p:txBody>
      </p:sp>
      <p:sp>
        <p:nvSpPr>
          <p:cNvPr id="1479" name="Google Shape;1479;p143"/>
          <p:cNvSpPr txBox="1">
            <a:spLocks noGrp="1"/>
          </p:cNvSpPr>
          <p:nvPr>
            <p:ph type="body" idx="3"/>
          </p:nvPr>
        </p:nvSpPr>
        <p:spPr>
          <a:xfrm>
            <a:off x="5188525" y="718608"/>
            <a:ext cx="3706500" cy="7389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a:t>The compiler needs to </a:t>
            </a:r>
            <a:r>
              <a:rPr lang="en" b="1" i="1">
                <a:solidFill>
                  <a:srgbClr val="FF0000"/>
                </a:solidFill>
              </a:rPr>
              <a:t>infer</a:t>
            </a:r>
            <a:r>
              <a:rPr lang="en">
                <a:solidFill>
                  <a:srgbClr val="FF0000"/>
                </a:solidFill>
              </a:rPr>
              <a:t> </a:t>
            </a:r>
            <a:r>
              <a:rPr lang="en"/>
              <a:t>the name of the method implemented with a lambda, so lambdas will only work with </a:t>
            </a:r>
            <a:r>
              <a:rPr lang="en" b="1" i="1">
                <a:solidFill>
                  <a:srgbClr val="FF0000"/>
                </a:solidFill>
              </a:rPr>
              <a:t>functional interfaces</a:t>
            </a:r>
            <a:r>
              <a:rPr lang="en"/>
              <a:t>.</a:t>
            </a:r>
            <a:endParaRPr sz="1200"/>
          </a:p>
        </p:txBody>
      </p:sp>
      <p:sp>
        <p:nvSpPr>
          <p:cNvPr id="1480" name="Google Shape;1480;p143"/>
          <p:cNvSpPr/>
          <p:nvPr/>
        </p:nvSpPr>
        <p:spPr>
          <a:xfrm>
            <a:off x="8130775" y="2526375"/>
            <a:ext cx="719250" cy="1523688"/>
          </a:xfrm>
          <a:custGeom>
            <a:avLst/>
            <a:gdLst/>
            <a:ahLst/>
            <a:cxnLst/>
            <a:rect l="l" t="t" r="r" b="b"/>
            <a:pathLst>
              <a:path w="28770" h="72042" extrusionOk="0">
                <a:moveTo>
                  <a:pt x="25156" y="72042"/>
                </a:moveTo>
                <a:cubicBezTo>
                  <a:pt x="25505" y="60412"/>
                  <a:pt x="31445" y="11398"/>
                  <a:pt x="27252" y="2264"/>
                </a:cubicBezTo>
                <a:cubicBezTo>
                  <a:pt x="23059" y="-6870"/>
                  <a:pt x="4542" y="14742"/>
                  <a:pt x="0" y="17238"/>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7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7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7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7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7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7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7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47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47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47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479"/>
                                        </p:tgtEl>
                                        <p:attrNameLst>
                                          <p:attrName>style.visibility</p:attrName>
                                        </p:attrNameLst>
                                      </p:cBhvr>
                                      <p:to>
                                        <p:strVal val="visible"/>
                                      </p:to>
                                    </p:set>
                                    <p:animEffect transition="in" filter="fade">
                                      <p:cBhvr>
                                        <p:cTn id="47" dur="1000"/>
                                        <p:tgtEl>
                                          <p:spTgt spid="1479"/>
                                        </p:tgtEl>
                                      </p:cBhvr>
                                    </p:animEffect>
                                  </p:childTnLst>
                                </p:cTn>
                              </p:par>
                              <p:par>
                                <p:cTn id="48" presetID="10" presetClass="entr" presetSubtype="0" fill="hold" nodeType="withEffect">
                                  <p:stCondLst>
                                    <p:cond delay="0"/>
                                  </p:stCondLst>
                                  <p:childTnLst>
                                    <p:set>
                                      <p:cBhvr>
                                        <p:cTn id="49" dur="1" fill="hold">
                                          <p:stCondLst>
                                            <p:cond delay="0"/>
                                          </p:stCondLst>
                                        </p:cTn>
                                        <p:tgtEl>
                                          <p:spTgt spid="1478"/>
                                        </p:tgtEl>
                                        <p:attrNameLst>
                                          <p:attrName>style.visibility</p:attrName>
                                        </p:attrNameLst>
                                      </p:cBhvr>
                                      <p:to>
                                        <p:strVal val="visible"/>
                                      </p:to>
                                    </p:set>
                                    <p:animEffect transition="in" filter="fade">
                                      <p:cBhvr>
                                        <p:cTn id="50" dur="1000"/>
                                        <p:tgtEl>
                                          <p:spTgt spid="1478"/>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77"/>
                                        </p:tgtEl>
                                        <p:attrNameLst>
                                          <p:attrName>style.visibility</p:attrName>
                                        </p:attrNameLst>
                                      </p:cBhvr>
                                      <p:to>
                                        <p:strVal val="visible"/>
                                      </p:to>
                                    </p:set>
                                    <p:animEffect transition="in" filter="fade">
                                      <p:cBhvr>
                                        <p:cTn id="55" dur="1000"/>
                                        <p:tgtEl>
                                          <p:spTgt spid="1477"/>
                                        </p:tgtEl>
                                      </p:cBhvr>
                                    </p:animEffect>
                                  </p:childTnLst>
                                </p:cTn>
                              </p:par>
                              <p:par>
                                <p:cTn id="56" presetID="10" presetClass="entr" presetSubtype="0" fill="hold" nodeType="withEffect">
                                  <p:stCondLst>
                                    <p:cond delay="0"/>
                                  </p:stCondLst>
                                  <p:childTnLst>
                                    <p:set>
                                      <p:cBhvr>
                                        <p:cTn id="57" dur="1" fill="hold">
                                          <p:stCondLst>
                                            <p:cond delay="0"/>
                                          </p:stCondLst>
                                        </p:cTn>
                                        <p:tgtEl>
                                          <p:spTgt spid="1475"/>
                                        </p:tgtEl>
                                        <p:attrNameLst>
                                          <p:attrName>style.visibility</p:attrName>
                                        </p:attrNameLst>
                                      </p:cBhvr>
                                      <p:to>
                                        <p:strVal val="visible"/>
                                      </p:to>
                                    </p:set>
                                    <p:animEffect transition="in" filter="fade">
                                      <p:cBhvr>
                                        <p:cTn id="58" dur="1000"/>
                                        <p:tgtEl>
                                          <p:spTgt spid="1475"/>
                                        </p:tgtEl>
                                      </p:cBhvr>
                                    </p:animEffect>
                                  </p:childTnLst>
                                </p:cTn>
                              </p:par>
                            </p:childTnLst>
                          </p:cTn>
                        </p:par>
                        <p:par>
                          <p:cTn id="59" fill="hold">
                            <p:stCondLst>
                              <p:cond delay="1000"/>
                            </p:stCondLst>
                            <p:childTnLst>
                              <p:par>
                                <p:cTn id="60" presetID="10" presetClass="entr" presetSubtype="0" fill="hold" nodeType="afterEffect">
                                  <p:stCondLst>
                                    <p:cond delay="0"/>
                                  </p:stCondLst>
                                  <p:childTnLst>
                                    <p:set>
                                      <p:cBhvr>
                                        <p:cTn id="61" dur="1" fill="hold">
                                          <p:stCondLst>
                                            <p:cond delay="0"/>
                                          </p:stCondLst>
                                        </p:cTn>
                                        <p:tgtEl>
                                          <p:spTgt spid="1480"/>
                                        </p:tgtEl>
                                        <p:attrNameLst>
                                          <p:attrName>style.visibility</p:attrName>
                                        </p:attrNameLst>
                                      </p:cBhvr>
                                      <p:to>
                                        <p:strVal val="visible"/>
                                      </p:to>
                                    </p:set>
                                    <p:animEffect transition="in" filter="fade">
                                      <p:cBhvr>
                                        <p:cTn id="62" dur="1000"/>
                                        <p:tgtEl>
                                          <p:spTgt spid="14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484"/>
        <p:cNvGrpSpPr/>
        <p:nvPr/>
      </p:nvGrpSpPr>
      <p:grpSpPr>
        <a:xfrm>
          <a:off x="0" y="0"/>
          <a:ext cx="0" cy="0"/>
          <a:chOff x="0" y="0"/>
          <a:chExt cx="0" cy="0"/>
        </a:xfrm>
      </p:grpSpPr>
      <p:sp>
        <p:nvSpPr>
          <p:cNvPr id="1485" name="Google Shape;1485;p144"/>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66</a:t>
            </a:fld>
            <a:endParaRPr/>
          </a:p>
        </p:txBody>
      </p:sp>
      <p:sp>
        <p:nvSpPr>
          <p:cNvPr id="1486" name="Google Shape;1486;p144"/>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Closer Look at Lambdas</a:t>
            </a:r>
            <a:endParaRPr/>
          </a:p>
        </p:txBody>
      </p:sp>
      <p:sp>
        <p:nvSpPr>
          <p:cNvPr id="1487" name="Google Shape;1487;p144"/>
          <p:cNvSpPr txBox="1">
            <a:spLocks noGrp="1"/>
          </p:cNvSpPr>
          <p:nvPr>
            <p:ph type="body" idx="4294967295"/>
          </p:nvPr>
        </p:nvSpPr>
        <p:spPr>
          <a:xfrm>
            <a:off x="2569200" y="2324461"/>
            <a:ext cx="4005600" cy="17316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68575" tIns="34275" rIns="68575" bIns="34275" anchor="t" anchorCtr="0">
            <a:spAutoFit/>
          </a:bodyPr>
          <a:lstStyle/>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1  </a:t>
            </a:r>
            <a:r>
              <a:rPr lang="en" sz="1200">
                <a:solidFill>
                  <a:srgbClr val="0000FF"/>
                </a:solidFill>
                <a:latin typeface="Consolas"/>
                <a:ea typeface="Consolas"/>
                <a:cs typeface="Consolas"/>
                <a:sym typeface="Consolas"/>
              </a:rPr>
              <a:t>public</a:t>
            </a:r>
            <a:r>
              <a:rPr lang="en" sz="1200">
                <a:solidFill>
                  <a:srgbClr val="000000"/>
                </a:solidFill>
                <a:latin typeface="Consolas"/>
                <a:ea typeface="Consolas"/>
                <a:cs typeface="Consolas"/>
                <a:sym typeface="Consolas"/>
              </a:rPr>
              <a:t> </a:t>
            </a:r>
            <a:r>
              <a:rPr lang="en" sz="1200">
                <a:solidFill>
                  <a:srgbClr val="0000FF"/>
                </a:solidFill>
                <a:latin typeface="Consolas"/>
                <a:ea typeface="Consolas"/>
                <a:cs typeface="Consolas"/>
                <a:sym typeface="Consolas"/>
              </a:rPr>
              <a:t>static</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void</a:t>
            </a:r>
            <a:r>
              <a:rPr lang="en" sz="1200">
                <a:solidFill>
                  <a:srgbClr val="000000"/>
                </a:solidFill>
                <a:latin typeface="Consolas"/>
                <a:ea typeface="Consolas"/>
                <a:cs typeface="Consolas"/>
                <a:sym typeface="Consolas"/>
              </a:rPr>
              <a:t> </a:t>
            </a:r>
            <a:r>
              <a:rPr lang="en" sz="1200">
                <a:solidFill>
                  <a:srgbClr val="795E26"/>
                </a:solidFill>
                <a:latin typeface="Consolas"/>
                <a:ea typeface="Consolas"/>
                <a:cs typeface="Consolas"/>
                <a:sym typeface="Consolas"/>
              </a:rPr>
              <a:t>main</a:t>
            </a:r>
            <a:r>
              <a:rPr lang="en" sz="1200">
                <a:solidFill>
                  <a:srgbClr val="000000"/>
                </a:solidFill>
                <a:latin typeface="Consolas"/>
                <a:ea typeface="Consolas"/>
                <a:cs typeface="Consolas"/>
                <a:sym typeface="Consolas"/>
              </a:rPr>
              <a:t>(</a:t>
            </a:r>
            <a:r>
              <a:rPr lang="en" sz="1200">
                <a:solidFill>
                  <a:srgbClr val="267F99"/>
                </a:solidFill>
                <a:latin typeface="Consolas"/>
                <a:ea typeface="Consolas"/>
                <a:cs typeface="Consolas"/>
                <a:sym typeface="Consolas"/>
              </a:rPr>
              <a:t>String</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args</a:t>
            </a:r>
            <a:r>
              <a:rPr lang="en" sz="1200">
                <a:solidFill>
                  <a:srgbClr val="000000"/>
                </a:solidFill>
                <a:latin typeface="Consolas"/>
                <a:ea typeface="Consolas"/>
                <a:cs typeface="Consolas"/>
                <a:sym typeface="Consolas"/>
              </a:rPr>
              <a:t>) {</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2  </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int</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x</a:t>
            </a:r>
            <a:r>
              <a:rPr lang="en" sz="1200">
                <a:solidFill>
                  <a:srgbClr val="000000"/>
                </a:solidFill>
                <a:latin typeface="Consolas"/>
                <a:ea typeface="Consolas"/>
                <a:cs typeface="Consolas"/>
                <a:sym typeface="Consolas"/>
              </a:rPr>
              <a:t> = </a:t>
            </a:r>
            <a:r>
              <a:rPr lang="en" sz="1200">
                <a:solidFill>
                  <a:srgbClr val="098658"/>
                </a:solidFill>
                <a:latin typeface="Consolas"/>
                <a:ea typeface="Consolas"/>
                <a:cs typeface="Consolas"/>
                <a:sym typeface="Consolas"/>
              </a:rPr>
              <a:t>5</a:t>
            </a:r>
            <a:r>
              <a:rPr lang="en" sz="1200">
                <a:solidFill>
                  <a:srgbClr val="000000"/>
                </a:solidFill>
                <a:latin typeface="Consolas"/>
                <a:ea typeface="Consolas"/>
                <a:cs typeface="Consolas"/>
                <a:sym typeface="Consolas"/>
              </a:rPr>
              <a:t>;</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3  </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4  </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Shape</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circle</a:t>
            </a:r>
            <a:r>
              <a:rPr lang="en" sz="1200">
                <a:solidFill>
                  <a:srgbClr val="000000"/>
                </a:solidFill>
                <a:latin typeface="Consolas"/>
                <a:ea typeface="Consolas"/>
                <a:cs typeface="Consolas"/>
                <a:sym typeface="Consolas"/>
              </a:rPr>
              <a:t> = (</a:t>
            </a:r>
            <a:r>
              <a:rPr lang="en" sz="1200">
                <a:solidFill>
                  <a:srgbClr val="267F99"/>
                </a:solidFill>
                <a:latin typeface="Consolas"/>
                <a:ea typeface="Consolas"/>
                <a:cs typeface="Consolas"/>
                <a:sym typeface="Consolas"/>
              </a:rPr>
              <a:t>double</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radius</a:t>
            </a:r>
            <a:r>
              <a:rPr lang="en" sz="1200">
                <a:solidFill>
                  <a:srgbClr val="000000"/>
                </a:solidFill>
                <a:latin typeface="Consolas"/>
                <a:ea typeface="Consolas"/>
                <a:cs typeface="Consolas"/>
                <a:sym typeface="Consolas"/>
              </a:rPr>
              <a:t>) </a:t>
            </a:r>
            <a:r>
              <a:rPr lang="en" sz="1200">
                <a:solidFill>
                  <a:srgbClr val="0000FF"/>
                </a:solidFill>
                <a:latin typeface="Consolas"/>
                <a:ea typeface="Consolas"/>
                <a:cs typeface="Consolas"/>
                <a:sym typeface="Consolas"/>
              </a:rPr>
              <a:t>-&gt;</a:t>
            </a:r>
            <a:r>
              <a:rPr lang="en" sz="1200">
                <a:solidFill>
                  <a:srgbClr val="000000"/>
                </a:solidFill>
                <a:latin typeface="Consolas"/>
                <a:ea typeface="Consolas"/>
                <a:cs typeface="Consolas"/>
                <a:sym typeface="Consolas"/>
              </a:rPr>
              <a:t> {</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5  </a:t>
            </a:r>
            <a:r>
              <a:rPr lang="en" sz="1200">
                <a:solidFill>
                  <a:srgbClr val="000000"/>
                </a:solidFill>
                <a:latin typeface="Consolas"/>
                <a:ea typeface="Consolas"/>
                <a:cs typeface="Consolas"/>
                <a:sym typeface="Consolas"/>
              </a:rPr>
              <a:t>      </a:t>
            </a:r>
            <a:r>
              <a:rPr lang="en" sz="1200">
                <a:solidFill>
                  <a:srgbClr val="AF00DB"/>
                </a:solidFill>
                <a:latin typeface="Consolas"/>
                <a:ea typeface="Consolas"/>
                <a:cs typeface="Consolas"/>
                <a:sym typeface="Consolas"/>
              </a:rPr>
              <a:t>return</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Math</a:t>
            </a:r>
            <a:r>
              <a:rPr lang="en" sz="1200">
                <a:solidFill>
                  <a:srgbClr val="000000"/>
                </a:solidFill>
                <a:latin typeface="Consolas"/>
                <a:ea typeface="Consolas"/>
                <a:cs typeface="Consolas"/>
                <a:sym typeface="Consolas"/>
              </a:rPr>
              <a:t>.</a:t>
            </a:r>
            <a:r>
              <a:rPr lang="en" sz="1200">
                <a:solidFill>
                  <a:srgbClr val="0070C1"/>
                </a:solidFill>
                <a:latin typeface="Consolas"/>
                <a:ea typeface="Consolas"/>
                <a:cs typeface="Consolas"/>
                <a:sym typeface="Consolas"/>
              </a:rPr>
              <a:t>PI</a:t>
            </a:r>
            <a:r>
              <a:rPr lang="en" sz="1200">
                <a:solidFill>
                  <a:srgbClr val="000000"/>
                </a:solidFill>
                <a:latin typeface="Consolas"/>
                <a:ea typeface="Consolas"/>
                <a:cs typeface="Consolas"/>
                <a:sym typeface="Consolas"/>
              </a:rPr>
              <a:t> * </a:t>
            </a:r>
            <a:r>
              <a:rPr lang="en" sz="1200">
                <a:solidFill>
                  <a:srgbClr val="267F99"/>
                </a:solidFill>
                <a:latin typeface="Consolas"/>
                <a:ea typeface="Consolas"/>
                <a:cs typeface="Consolas"/>
                <a:sym typeface="Consolas"/>
              </a:rPr>
              <a:t>Math</a:t>
            </a:r>
            <a:r>
              <a:rPr lang="en" sz="1200">
                <a:solidFill>
                  <a:srgbClr val="000000"/>
                </a:solidFill>
                <a:latin typeface="Consolas"/>
                <a:ea typeface="Consolas"/>
                <a:cs typeface="Consolas"/>
                <a:sym typeface="Consolas"/>
              </a:rPr>
              <a:t>.</a:t>
            </a:r>
            <a:r>
              <a:rPr lang="en" sz="1200">
                <a:solidFill>
                  <a:srgbClr val="795E26"/>
                </a:solidFill>
                <a:latin typeface="Consolas"/>
                <a:ea typeface="Consolas"/>
                <a:cs typeface="Consolas"/>
                <a:sym typeface="Consolas"/>
              </a:rPr>
              <a:t>pow</a:t>
            </a:r>
            <a:r>
              <a:rPr lang="en" sz="1200">
                <a:solidFill>
                  <a:srgbClr val="000000"/>
                </a:solidFill>
                <a:latin typeface="Consolas"/>
                <a:ea typeface="Consolas"/>
                <a:cs typeface="Consolas"/>
                <a:sym typeface="Consolas"/>
              </a:rPr>
              <a:t>(</a:t>
            </a:r>
            <a:r>
              <a:rPr lang="en" sz="1200">
                <a:solidFill>
                  <a:srgbClr val="001080"/>
                </a:solidFill>
                <a:latin typeface="Consolas"/>
                <a:ea typeface="Consolas"/>
                <a:cs typeface="Consolas"/>
                <a:sym typeface="Consolas"/>
              </a:rPr>
              <a:t>radius</a:t>
            </a:r>
            <a:r>
              <a:rPr lang="en" sz="1200">
                <a:solidFill>
                  <a:srgbClr val="000000"/>
                </a:solidFill>
                <a:latin typeface="Consolas"/>
                <a:ea typeface="Consolas"/>
                <a:cs typeface="Consolas"/>
                <a:sym typeface="Consolas"/>
              </a:rPr>
              <a:t>, </a:t>
            </a:r>
            <a:r>
              <a:rPr lang="en" sz="1200">
                <a:solidFill>
                  <a:srgbClr val="098658"/>
                </a:solidFill>
                <a:latin typeface="Consolas"/>
                <a:ea typeface="Consolas"/>
                <a:cs typeface="Consolas"/>
                <a:sym typeface="Consolas"/>
              </a:rPr>
              <a:t>2</a:t>
            </a:r>
            <a:r>
              <a:rPr lang="en" sz="1200">
                <a:solidFill>
                  <a:srgbClr val="000000"/>
                </a:solidFill>
                <a:latin typeface="Consolas"/>
                <a:ea typeface="Consolas"/>
                <a:cs typeface="Consolas"/>
                <a:sym typeface="Consolas"/>
              </a:rPr>
              <a:t>);</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6  </a:t>
            </a:r>
            <a:r>
              <a:rPr lang="en" sz="1200">
                <a:solidFill>
                  <a:srgbClr val="000000"/>
                </a:solidFill>
                <a:latin typeface="Consolas"/>
                <a:ea typeface="Consolas"/>
                <a:cs typeface="Consolas"/>
                <a:sym typeface="Consolas"/>
              </a:rPr>
              <a:t>   };</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7  </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8  </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System</a:t>
            </a:r>
            <a:r>
              <a:rPr lang="en" sz="1200">
                <a:solidFill>
                  <a:srgbClr val="000000"/>
                </a:solidFill>
                <a:latin typeface="Consolas"/>
                <a:ea typeface="Consolas"/>
                <a:cs typeface="Consolas"/>
                <a:sym typeface="Consolas"/>
              </a:rPr>
              <a:t>.</a:t>
            </a:r>
            <a:r>
              <a:rPr lang="en" sz="1200">
                <a:solidFill>
                  <a:srgbClr val="0070C1"/>
                </a:solidFill>
                <a:latin typeface="Consolas"/>
                <a:ea typeface="Consolas"/>
                <a:cs typeface="Consolas"/>
                <a:sym typeface="Consolas"/>
              </a:rPr>
              <a:t>out</a:t>
            </a:r>
            <a:r>
              <a:rPr lang="en" sz="1200">
                <a:solidFill>
                  <a:srgbClr val="000000"/>
                </a:solidFill>
                <a:latin typeface="Consolas"/>
                <a:ea typeface="Consolas"/>
                <a:cs typeface="Consolas"/>
                <a:sym typeface="Consolas"/>
              </a:rPr>
              <a:t>.</a:t>
            </a:r>
            <a:r>
              <a:rPr lang="en" sz="1200">
                <a:solidFill>
                  <a:srgbClr val="795E26"/>
                </a:solidFill>
                <a:latin typeface="Consolas"/>
                <a:ea typeface="Consolas"/>
                <a:cs typeface="Consolas"/>
                <a:sym typeface="Consolas"/>
              </a:rPr>
              <a:t>println</a:t>
            </a:r>
            <a:r>
              <a:rPr lang="en" sz="1200">
                <a:solidFill>
                  <a:srgbClr val="000000"/>
                </a:solidFill>
                <a:latin typeface="Consolas"/>
                <a:ea typeface="Consolas"/>
                <a:cs typeface="Consolas"/>
                <a:sym typeface="Consolas"/>
              </a:rPr>
              <a:t>(</a:t>
            </a:r>
            <a:r>
              <a:rPr lang="en" sz="1200">
                <a:solidFill>
                  <a:srgbClr val="001080"/>
                </a:solidFill>
                <a:latin typeface="Consolas"/>
                <a:ea typeface="Consolas"/>
                <a:cs typeface="Consolas"/>
                <a:sym typeface="Consolas"/>
              </a:rPr>
              <a:t>circle</a:t>
            </a:r>
            <a:r>
              <a:rPr lang="en" sz="1200">
                <a:solidFill>
                  <a:srgbClr val="000000"/>
                </a:solidFill>
                <a:latin typeface="Consolas"/>
                <a:ea typeface="Consolas"/>
                <a:cs typeface="Consolas"/>
                <a:sym typeface="Consolas"/>
              </a:rPr>
              <a:t>.</a:t>
            </a:r>
            <a:r>
              <a:rPr lang="en" sz="1200">
                <a:solidFill>
                  <a:srgbClr val="795E26"/>
                </a:solidFill>
                <a:latin typeface="Consolas"/>
                <a:ea typeface="Consolas"/>
                <a:cs typeface="Consolas"/>
                <a:sym typeface="Consolas"/>
              </a:rPr>
              <a:t>area</a:t>
            </a:r>
            <a:r>
              <a:rPr lang="en" sz="1200">
                <a:solidFill>
                  <a:srgbClr val="000000"/>
                </a:solidFill>
                <a:latin typeface="Consolas"/>
                <a:ea typeface="Consolas"/>
                <a:cs typeface="Consolas"/>
                <a:sym typeface="Consolas"/>
              </a:rPr>
              <a:t>(</a:t>
            </a:r>
            <a:r>
              <a:rPr lang="en" sz="1200">
                <a:solidFill>
                  <a:srgbClr val="001080"/>
                </a:solidFill>
                <a:latin typeface="Consolas"/>
                <a:ea typeface="Consolas"/>
                <a:cs typeface="Consolas"/>
                <a:sym typeface="Consolas"/>
              </a:rPr>
              <a:t>x</a:t>
            </a:r>
            <a:r>
              <a:rPr lang="en" sz="1200">
                <a:solidFill>
                  <a:srgbClr val="000000"/>
                </a:solidFill>
                <a:latin typeface="Consolas"/>
                <a:ea typeface="Consolas"/>
                <a:cs typeface="Consolas"/>
                <a:sym typeface="Consolas"/>
              </a:rPr>
              <a:t>));</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9  </a:t>
            </a:r>
            <a:r>
              <a:rPr lang="en" sz="1200">
                <a:solidFill>
                  <a:srgbClr val="000000"/>
                </a:solidFill>
                <a:latin typeface="Consolas"/>
                <a:ea typeface="Consolas"/>
                <a:cs typeface="Consolas"/>
                <a:sym typeface="Consolas"/>
              </a:rPr>
              <a:t>}</a:t>
            </a:r>
            <a:endParaRPr sz="1200">
              <a:latin typeface="Consolas"/>
              <a:ea typeface="Consolas"/>
              <a:cs typeface="Consolas"/>
              <a:sym typeface="Consolas"/>
            </a:endParaRPr>
          </a:p>
        </p:txBody>
      </p:sp>
      <p:sp>
        <p:nvSpPr>
          <p:cNvPr id="1488" name="Google Shape;1488;p144"/>
          <p:cNvSpPr txBox="1">
            <a:spLocks noGrp="1"/>
          </p:cNvSpPr>
          <p:nvPr>
            <p:ph type="body" idx="4294967295"/>
          </p:nvPr>
        </p:nvSpPr>
        <p:spPr>
          <a:xfrm>
            <a:off x="2569200" y="1519525"/>
            <a:ext cx="4005600" cy="6234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68575" tIns="34275" rIns="68575" bIns="34275" anchor="t" anchorCtr="0">
            <a:spAutoFit/>
          </a:bodyPr>
          <a:lstStyle/>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1  </a:t>
            </a:r>
            <a:r>
              <a:rPr lang="en" sz="1200">
                <a:solidFill>
                  <a:srgbClr val="0000FF"/>
                </a:solidFill>
                <a:latin typeface="Consolas"/>
                <a:ea typeface="Consolas"/>
                <a:cs typeface="Consolas"/>
                <a:sym typeface="Consolas"/>
              </a:rPr>
              <a:t>public</a:t>
            </a:r>
            <a:r>
              <a:rPr lang="en" sz="1200">
                <a:solidFill>
                  <a:srgbClr val="000000"/>
                </a:solidFill>
                <a:latin typeface="Consolas"/>
                <a:ea typeface="Consolas"/>
                <a:cs typeface="Consolas"/>
                <a:sym typeface="Consolas"/>
              </a:rPr>
              <a:t> </a:t>
            </a:r>
            <a:r>
              <a:rPr lang="en" sz="1200">
                <a:solidFill>
                  <a:srgbClr val="0000FF"/>
                </a:solidFill>
                <a:latin typeface="Consolas"/>
                <a:ea typeface="Consolas"/>
                <a:cs typeface="Consolas"/>
                <a:sym typeface="Consolas"/>
              </a:rPr>
              <a:t>interface</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Shape</a:t>
            </a:r>
            <a:r>
              <a:rPr lang="en" sz="1200">
                <a:solidFill>
                  <a:srgbClr val="000000"/>
                </a:solidFill>
                <a:latin typeface="Consolas"/>
                <a:ea typeface="Consolas"/>
                <a:cs typeface="Consolas"/>
                <a:sym typeface="Consolas"/>
              </a:rPr>
              <a:t> {</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2  </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double</a:t>
            </a:r>
            <a:r>
              <a:rPr lang="en" sz="1200">
                <a:solidFill>
                  <a:srgbClr val="000000"/>
                </a:solidFill>
                <a:latin typeface="Consolas"/>
                <a:ea typeface="Consolas"/>
                <a:cs typeface="Consolas"/>
                <a:sym typeface="Consolas"/>
              </a:rPr>
              <a:t> </a:t>
            </a:r>
            <a:r>
              <a:rPr lang="en" sz="1200">
                <a:solidFill>
                  <a:srgbClr val="795E26"/>
                </a:solidFill>
                <a:latin typeface="Consolas"/>
                <a:ea typeface="Consolas"/>
                <a:cs typeface="Consolas"/>
                <a:sym typeface="Consolas"/>
              </a:rPr>
              <a:t>area</a:t>
            </a:r>
            <a:r>
              <a:rPr lang="en" sz="1200">
                <a:solidFill>
                  <a:srgbClr val="000000"/>
                </a:solidFill>
                <a:latin typeface="Consolas"/>
                <a:ea typeface="Consolas"/>
                <a:cs typeface="Consolas"/>
                <a:sym typeface="Consolas"/>
              </a:rPr>
              <a:t>(</a:t>
            </a:r>
            <a:r>
              <a:rPr lang="en" sz="1200">
                <a:solidFill>
                  <a:srgbClr val="267F99"/>
                </a:solidFill>
                <a:latin typeface="Consolas"/>
                <a:ea typeface="Consolas"/>
                <a:cs typeface="Consolas"/>
                <a:sym typeface="Consolas"/>
              </a:rPr>
              <a:t>double</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length</a:t>
            </a:r>
            <a:r>
              <a:rPr lang="en" sz="1200">
                <a:solidFill>
                  <a:srgbClr val="000000"/>
                </a:solidFill>
                <a:latin typeface="Consolas"/>
                <a:ea typeface="Consolas"/>
                <a:cs typeface="Consolas"/>
                <a:sym typeface="Consolas"/>
              </a:rPr>
              <a:t>);</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3  </a:t>
            </a:r>
            <a:r>
              <a:rPr lang="en" sz="1200">
                <a:solidFill>
                  <a:srgbClr val="000000"/>
                </a:solidFill>
                <a:latin typeface="Consolas"/>
                <a:ea typeface="Consolas"/>
                <a:cs typeface="Consolas"/>
                <a:sym typeface="Consolas"/>
              </a:rPr>
              <a:t>}</a:t>
            </a:r>
            <a:endParaRPr>
              <a:latin typeface="Consolas"/>
              <a:ea typeface="Consolas"/>
              <a:cs typeface="Consolas"/>
              <a:sym typeface="Consolas"/>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492"/>
        <p:cNvGrpSpPr/>
        <p:nvPr/>
      </p:nvGrpSpPr>
      <p:grpSpPr>
        <a:xfrm>
          <a:off x="0" y="0"/>
          <a:ext cx="0" cy="0"/>
          <a:chOff x="0" y="0"/>
          <a:chExt cx="0" cy="0"/>
        </a:xfrm>
      </p:grpSpPr>
      <p:sp>
        <p:nvSpPr>
          <p:cNvPr id="1493" name="Google Shape;1493;p145"/>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67</a:t>
            </a:fld>
            <a:endParaRPr/>
          </a:p>
        </p:txBody>
      </p:sp>
      <p:sp>
        <p:nvSpPr>
          <p:cNvPr id="1494" name="Google Shape;1494;p14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Closer Look at Lambdas</a:t>
            </a:r>
            <a:endParaRPr/>
          </a:p>
        </p:txBody>
      </p:sp>
      <p:sp>
        <p:nvSpPr>
          <p:cNvPr id="1495" name="Google Shape;1495;p145"/>
          <p:cNvSpPr txBox="1">
            <a:spLocks noGrp="1"/>
          </p:cNvSpPr>
          <p:nvPr>
            <p:ph type="body" idx="4294967295"/>
          </p:nvPr>
        </p:nvSpPr>
        <p:spPr>
          <a:xfrm>
            <a:off x="2569200" y="2324461"/>
            <a:ext cx="4005600" cy="17316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68575" tIns="34275" rIns="68575" bIns="34275" anchor="t" anchorCtr="0">
            <a:spAutoFit/>
          </a:bodyPr>
          <a:lstStyle/>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1  </a:t>
            </a:r>
            <a:r>
              <a:rPr lang="en" sz="1200">
                <a:solidFill>
                  <a:srgbClr val="0000FF"/>
                </a:solidFill>
                <a:latin typeface="Consolas"/>
                <a:ea typeface="Consolas"/>
                <a:cs typeface="Consolas"/>
                <a:sym typeface="Consolas"/>
              </a:rPr>
              <a:t>public</a:t>
            </a:r>
            <a:r>
              <a:rPr lang="en" sz="1200">
                <a:solidFill>
                  <a:srgbClr val="000000"/>
                </a:solidFill>
                <a:latin typeface="Consolas"/>
                <a:ea typeface="Consolas"/>
                <a:cs typeface="Consolas"/>
                <a:sym typeface="Consolas"/>
              </a:rPr>
              <a:t> </a:t>
            </a:r>
            <a:r>
              <a:rPr lang="en" sz="1200">
                <a:solidFill>
                  <a:srgbClr val="0000FF"/>
                </a:solidFill>
                <a:latin typeface="Consolas"/>
                <a:ea typeface="Consolas"/>
                <a:cs typeface="Consolas"/>
                <a:sym typeface="Consolas"/>
              </a:rPr>
              <a:t>static</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void</a:t>
            </a:r>
            <a:r>
              <a:rPr lang="en" sz="1200">
                <a:solidFill>
                  <a:srgbClr val="000000"/>
                </a:solidFill>
                <a:latin typeface="Consolas"/>
                <a:ea typeface="Consolas"/>
                <a:cs typeface="Consolas"/>
                <a:sym typeface="Consolas"/>
              </a:rPr>
              <a:t> </a:t>
            </a:r>
            <a:r>
              <a:rPr lang="en" sz="1200">
                <a:solidFill>
                  <a:srgbClr val="795E26"/>
                </a:solidFill>
                <a:latin typeface="Consolas"/>
                <a:ea typeface="Consolas"/>
                <a:cs typeface="Consolas"/>
                <a:sym typeface="Consolas"/>
              </a:rPr>
              <a:t>main</a:t>
            </a:r>
            <a:r>
              <a:rPr lang="en" sz="1200">
                <a:solidFill>
                  <a:srgbClr val="000000"/>
                </a:solidFill>
                <a:latin typeface="Consolas"/>
                <a:ea typeface="Consolas"/>
                <a:cs typeface="Consolas"/>
                <a:sym typeface="Consolas"/>
              </a:rPr>
              <a:t>(</a:t>
            </a:r>
            <a:r>
              <a:rPr lang="en" sz="1200">
                <a:solidFill>
                  <a:srgbClr val="267F99"/>
                </a:solidFill>
                <a:latin typeface="Consolas"/>
                <a:ea typeface="Consolas"/>
                <a:cs typeface="Consolas"/>
                <a:sym typeface="Consolas"/>
              </a:rPr>
              <a:t>String</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args</a:t>
            </a:r>
            <a:r>
              <a:rPr lang="en" sz="1200">
                <a:solidFill>
                  <a:srgbClr val="000000"/>
                </a:solidFill>
                <a:latin typeface="Consolas"/>
                <a:ea typeface="Consolas"/>
                <a:cs typeface="Consolas"/>
                <a:sym typeface="Consolas"/>
              </a:rPr>
              <a:t>) {</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2  </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int</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x</a:t>
            </a:r>
            <a:r>
              <a:rPr lang="en" sz="1200">
                <a:solidFill>
                  <a:srgbClr val="000000"/>
                </a:solidFill>
                <a:latin typeface="Consolas"/>
                <a:ea typeface="Consolas"/>
                <a:cs typeface="Consolas"/>
                <a:sym typeface="Consolas"/>
              </a:rPr>
              <a:t> = </a:t>
            </a:r>
            <a:r>
              <a:rPr lang="en" sz="1200">
                <a:solidFill>
                  <a:srgbClr val="098658"/>
                </a:solidFill>
                <a:latin typeface="Consolas"/>
                <a:ea typeface="Consolas"/>
                <a:cs typeface="Consolas"/>
                <a:sym typeface="Consolas"/>
              </a:rPr>
              <a:t>5</a:t>
            </a:r>
            <a:r>
              <a:rPr lang="en" sz="1200">
                <a:solidFill>
                  <a:srgbClr val="000000"/>
                </a:solidFill>
                <a:latin typeface="Consolas"/>
                <a:ea typeface="Consolas"/>
                <a:cs typeface="Consolas"/>
                <a:sym typeface="Consolas"/>
              </a:rPr>
              <a:t>;</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3  </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4  </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Shape</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circle</a:t>
            </a:r>
            <a:r>
              <a:rPr lang="en" sz="1200">
                <a:solidFill>
                  <a:srgbClr val="000000"/>
                </a:solidFill>
                <a:latin typeface="Consolas"/>
                <a:ea typeface="Consolas"/>
                <a:cs typeface="Consolas"/>
                <a:sym typeface="Consolas"/>
              </a:rPr>
              <a:t> = (</a:t>
            </a:r>
            <a:r>
              <a:rPr lang="en" sz="1200">
                <a:solidFill>
                  <a:srgbClr val="267F99"/>
                </a:solidFill>
                <a:latin typeface="Consolas"/>
                <a:ea typeface="Consolas"/>
                <a:cs typeface="Consolas"/>
                <a:sym typeface="Consolas"/>
              </a:rPr>
              <a:t>double</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radius</a:t>
            </a:r>
            <a:r>
              <a:rPr lang="en" sz="1200">
                <a:solidFill>
                  <a:srgbClr val="000000"/>
                </a:solidFill>
                <a:latin typeface="Consolas"/>
                <a:ea typeface="Consolas"/>
                <a:cs typeface="Consolas"/>
                <a:sym typeface="Consolas"/>
              </a:rPr>
              <a:t>) </a:t>
            </a:r>
            <a:r>
              <a:rPr lang="en" sz="1200">
                <a:solidFill>
                  <a:srgbClr val="0000FF"/>
                </a:solidFill>
                <a:latin typeface="Consolas"/>
                <a:ea typeface="Consolas"/>
                <a:cs typeface="Consolas"/>
                <a:sym typeface="Consolas"/>
              </a:rPr>
              <a:t>-&gt;</a:t>
            </a:r>
            <a:r>
              <a:rPr lang="en" sz="1200">
                <a:solidFill>
                  <a:srgbClr val="000000"/>
                </a:solidFill>
                <a:latin typeface="Consolas"/>
                <a:ea typeface="Consolas"/>
                <a:cs typeface="Consolas"/>
                <a:sym typeface="Consolas"/>
              </a:rPr>
              <a:t> {</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5  </a:t>
            </a:r>
            <a:r>
              <a:rPr lang="en" sz="1200">
                <a:solidFill>
                  <a:srgbClr val="000000"/>
                </a:solidFill>
                <a:latin typeface="Consolas"/>
                <a:ea typeface="Consolas"/>
                <a:cs typeface="Consolas"/>
                <a:sym typeface="Consolas"/>
              </a:rPr>
              <a:t>      </a:t>
            </a:r>
            <a:r>
              <a:rPr lang="en" sz="1200">
                <a:solidFill>
                  <a:srgbClr val="AF00DB"/>
                </a:solidFill>
                <a:latin typeface="Consolas"/>
                <a:ea typeface="Consolas"/>
                <a:cs typeface="Consolas"/>
                <a:sym typeface="Consolas"/>
              </a:rPr>
              <a:t>return</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Math</a:t>
            </a:r>
            <a:r>
              <a:rPr lang="en" sz="1200">
                <a:solidFill>
                  <a:srgbClr val="000000"/>
                </a:solidFill>
                <a:latin typeface="Consolas"/>
                <a:ea typeface="Consolas"/>
                <a:cs typeface="Consolas"/>
                <a:sym typeface="Consolas"/>
              </a:rPr>
              <a:t>.</a:t>
            </a:r>
            <a:r>
              <a:rPr lang="en" sz="1200">
                <a:solidFill>
                  <a:srgbClr val="0070C1"/>
                </a:solidFill>
                <a:latin typeface="Consolas"/>
                <a:ea typeface="Consolas"/>
                <a:cs typeface="Consolas"/>
                <a:sym typeface="Consolas"/>
              </a:rPr>
              <a:t>PI</a:t>
            </a:r>
            <a:r>
              <a:rPr lang="en" sz="1200">
                <a:solidFill>
                  <a:srgbClr val="000000"/>
                </a:solidFill>
                <a:latin typeface="Consolas"/>
                <a:ea typeface="Consolas"/>
                <a:cs typeface="Consolas"/>
                <a:sym typeface="Consolas"/>
              </a:rPr>
              <a:t> * </a:t>
            </a:r>
            <a:r>
              <a:rPr lang="en" sz="1200">
                <a:solidFill>
                  <a:srgbClr val="267F99"/>
                </a:solidFill>
                <a:latin typeface="Consolas"/>
                <a:ea typeface="Consolas"/>
                <a:cs typeface="Consolas"/>
                <a:sym typeface="Consolas"/>
              </a:rPr>
              <a:t>Math</a:t>
            </a:r>
            <a:r>
              <a:rPr lang="en" sz="1200">
                <a:solidFill>
                  <a:srgbClr val="000000"/>
                </a:solidFill>
                <a:latin typeface="Consolas"/>
                <a:ea typeface="Consolas"/>
                <a:cs typeface="Consolas"/>
                <a:sym typeface="Consolas"/>
              </a:rPr>
              <a:t>.</a:t>
            </a:r>
            <a:r>
              <a:rPr lang="en" sz="1200">
                <a:solidFill>
                  <a:srgbClr val="795E26"/>
                </a:solidFill>
                <a:latin typeface="Consolas"/>
                <a:ea typeface="Consolas"/>
                <a:cs typeface="Consolas"/>
                <a:sym typeface="Consolas"/>
              </a:rPr>
              <a:t>pow</a:t>
            </a:r>
            <a:r>
              <a:rPr lang="en" sz="1200">
                <a:solidFill>
                  <a:srgbClr val="000000"/>
                </a:solidFill>
                <a:latin typeface="Consolas"/>
                <a:ea typeface="Consolas"/>
                <a:cs typeface="Consolas"/>
                <a:sym typeface="Consolas"/>
              </a:rPr>
              <a:t>(</a:t>
            </a:r>
            <a:r>
              <a:rPr lang="en" sz="1200">
                <a:solidFill>
                  <a:srgbClr val="001080"/>
                </a:solidFill>
                <a:latin typeface="Consolas"/>
                <a:ea typeface="Consolas"/>
                <a:cs typeface="Consolas"/>
                <a:sym typeface="Consolas"/>
              </a:rPr>
              <a:t>radius</a:t>
            </a:r>
            <a:r>
              <a:rPr lang="en" sz="1200">
                <a:solidFill>
                  <a:srgbClr val="000000"/>
                </a:solidFill>
                <a:latin typeface="Consolas"/>
                <a:ea typeface="Consolas"/>
                <a:cs typeface="Consolas"/>
                <a:sym typeface="Consolas"/>
              </a:rPr>
              <a:t>, </a:t>
            </a:r>
            <a:r>
              <a:rPr lang="en" sz="1200">
                <a:solidFill>
                  <a:srgbClr val="098658"/>
                </a:solidFill>
                <a:latin typeface="Consolas"/>
                <a:ea typeface="Consolas"/>
                <a:cs typeface="Consolas"/>
                <a:sym typeface="Consolas"/>
              </a:rPr>
              <a:t>2</a:t>
            </a:r>
            <a:r>
              <a:rPr lang="en" sz="1200">
                <a:solidFill>
                  <a:srgbClr val="000000"/>
                </a:solidFill>
                <a:latin typeface="Consolas"/>
                <a:ea typeface="Consolas"/>
                <a:cs typeface="Consolas"/>
                <a:sym typeface="Consolas"/>
              </a:rPr>
              <a:t>);</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6  </a:t>
            </a:r>
            <a:r>
              <a:rPr lang="en" sz="1200">
                <a:solidFill>
                  <a:srgbClr val="000000"/>
                </a:solidFill>
                <a:latin typeface="Consolas"/>
                <a:ea typeface="Consolas"/>
                <a:cs typeface="Consolas"/>
                <a:sym typeface="Consolas"/>
              </a:rPr>
              <a:t>   };</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7  </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8  </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System</a:t>
            </a:r>
            <a:r>
              <a:rPr lang="en" sz="1200">
                <a:solidFill>
                  <a:srgbClr val="000000"/>
                </a:solidFill>
                <a:latin typeface="Consolas"/>
                <a:ea typeface="Consolas"/>
                <a:cs typeface="Consolas"/>
                <a:sym typeface="Consolas"/>
              </a:rPr>
              <a:t>.</a:t>
            </a:r>
            <a:r>
              <a:rPr lang="en" sz="1200">
                <a:solidFill>
                  <a:srgbClr val="0070C1"/>
                </a:solidFill>
                <a:latin typeface="Consolas"/>
                <a:ea typeface="Consolas"/>
                <a:cs typeface="Consolas"/>
                <a:sym typeface="Consolas"/>
              </a:rPr>
              <a:t>out</a:t>
            </a:r>
            <a:r>
              <a:rPr lang="en" sz="1200">
                <a:solidFill>
                  <a:srgbClr val="000000"/>
                </a:solidFill>
                <a:latin typeface="Consolas"/>
                <a:ea typeface="Consolas"/>
                <a:cs typeface="Consolas"/>
                <a:sym typeface="Consolas"/>
              </a:rPr>
              <a:t>.</a:t>
            </a:r>
            <a:r>
              <a:rPr lang="en" sz="1200">
                <a:solidFill>
                  <a:srgbClr val="795E26"/>
                </a:solidFill>
                <a:latin typeface="Consolas"/>
                <a:ea typeface="Consolas"/>
                <a:cs typeface="Consolas"/>
                <a:sym typeface="Consolas"/>
              </a:rPr>
              <a:t>println</a:t>
            </a:r>
            <a:r>
              <a:rPr lang="en" sz="1200">
                <a:solidFill>
                  <a:srgbClr val="000000"/>
                </a:solidFill>
                <a:latin typeface="Consolas"/>
                <a:ea typeface="Consolas"/>
                <a:cs typeface="Consolas"/>
                <a:sym typeface="Consolas"/>
              </a:rPr>
              <a:t>(</a:t>
            </a:r>
            <a:r>
              <a:rPr lang="en" sz="1200">
                <a:solidFill>
                  <a:srgbClr val="001080"/>
                </a:solidFill>
                <a:latin typeface="Consolas"/>
                <a:ea typeface="Consolas"/>
                <a:cs typeface="Consolas"/>
                <a:sym typeface="Consolas"/>
              </a:rPr>
              <a:t>circle</a:t>
            </a:r>
            <a:r>
              <a:rPr lang="en" sz="1200">
                <a:solidFill>
                  <a:srgbClr val="000000"/>
                </a:solidFill>
                <a:latin typeface="Consolas"/>
                <a:ea typeface="Consolas"/>
                <a:cs typeface="Consolas"/>
                <a:sym typeface="Consolas"/>
              </a:rPr>
              <a:t>.</a:t>
            </a:r>
            <a:r>
              <a:rPr lang="en" sz="1200">
                <a:solidFill>
                  <a:srgbClr val="795E26"/>
                </a:solidFill>
                <a:latin typeface="Consolas"/>
                <a:ea typeface="Consolas"/>
                <a:cs typeface="Consolas"/>
                <a:sym typeface="Consolas"/>
              </a:rPr>
              <a:t>area</a:t>
            </a:r>
            <a:r>
              <a:rPr lang="en" sz="1200">
                <a:solidFill>
                  <a:srgbClr val="000000"/>
                </a:solidFill>
                <a:latin typeface="Consolas"/>
                <a:ea typeface="Consolas"/>
                <a:cs typeface="Consolas"/>
                <a:sym typeface="Consolas"/>
              </a:rPr>
              <a:t>(</a:t>
            </a:r>
            <a:r>
              <a:rPr lang="en" sz="1200">
                <a:solidFill>
                  <a:srgbClr val="001080"/>
                </a:solidFill>
                <a:latin typeface="Consolas"/>
                <a:ea typeface="Consolas"/>
                <a:cs typeface="Consolas"/>
                <a:sym typeface="Consolas"/>
              </a:rPr>
              <a:t>x</a:t>
            </a:r>
            <a:r>
              <a:rPr lang="en" sz="1200">
                <a:solidFill>
                  <a:srgbClr val="000000"/>
                </a:solidFill>
                <a:latin typeface="Consolas"/>
                <a:ea typeface="Consolas"/>
                <a:cs typeface="Consolas"/>
                <a:sym typeface="Consolas"/>
              </a:rPr>
              <a:t>));</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9  </a:t>
            </a:r>
            <a:r>
              <a:rPr lang="en" sz="1200">
                <a:solidFill>
                  <a:srgbClr val="000000"/>
                </a:solidFill>
                <a:latin typeface="Consolas"/>
                <a:ea typeface="Consolas"/>
                <a:cs typeface="Consolas"/>
                <a:sym typeface="Consolas"/>
              </a:rPr>
              <a:t>}</a:t>
            </a:r>
            <a:endParaRPr sz="1200">
              <a:latin typeface="Consolas"/>
              <a:ea typeface="Consolas"/>
              <a:cs typeface="Consolas"/>
              <a:sym typeface="Consolas"/>
            </a:endParaRPr>
          </a:p>
        </p:txBody>
      </p:sp>
      <p:sp>
        <p:nvSpPr>
          <p:cNvPr id="1496" name="Google Shape;1496;p145"/>
          <p:cNvSpPr txBox="1">
            <a:spLocks noGrp="1"/>
          </p:cNvSpPr>
          <p:nvPr>
            <p:ph type="body" idx="4294967295"/>
          </p:nvPr>
        </p:nvSpPr>
        <p:spPr>
          <a:xfrm>
            <a:off x="2569200" y="1519525"/>
            <a:ext cx="4005600" cy="6234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68575" tIns="34275" rIns="68575" bIns="34275" anchor="t" anchorCtr="0">
            <a:spAutoFit/>
          </a:bodyPr>
          <a:lstStyle/>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1  </a:t>
            </a:r>
            <a:r>
              <a:rPr lang="en" sz="1200">
                <a:solidFill>
                  <a:srgbClr val="0000FF"/>
                </a:solidFill>
                <a:latin typeface="Consolas"/>
                <a:ea typeface="Consolas"/>
                <a:cs typeface="Consolas"/>
                <a:sym typeface="Consolas"/>
              </a:rPr>
              <a:t>public</a:t>
            </a:r>
            <a:r>
              <a:rPr lang="en" sz="1200">
                <a:solidFill>
                  <a:srgbClr val="000000"/>
                </a:solidFill>
                <a:latin typeface="Consolas"/>
                <a:ea typeface="Consolas"/>
                <a:cs typeface="Consolas"/>
                <a:sym typeface="Consolas"/>
              </a:rPr>
              <a:t> </a:t>
            </a:r>
            <a:r>
              <a:rPr lang="en" sz="1200">
                <a:solidFill>
                  <a:srgbClr val="0000FF"/>
                </a:solidFill>
                <a:latin typeface="Consolas"/>
                <a:ea typeface="Consolas"/>
                <a:cs typeface="Consolas"/>
                <a:sym typeface="Consolas"/>
              </a:rPr>
              <a:t>interface</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Shape</a:t>
            </a:r>
            <a:r>
              <a:rPr lang="en" sz="1200">
                <a:solidFill>
                  <a:srgbClr val="000000"/>
                </a:solidFill>
                <a:latin typeface="Consolas"/>
                <a:ea typeface="Consolas"/>
                <a:cs typeface="Consolas"/>
                <a:sym typeface="Consolas"/>
              </a:rPr>
              <a:t> {</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2  </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double</a:t>
            </a:r>
            <a:r>
              <a:rPr lang="en" sz="1200">
                <a:solidFill>
                  <a:srgbClr val="000000"/>
                </a:solidFill>
                <a:latin typeface="Consolas"/>
                <a:ea typeface="Consolas"/>
                <a:cs typeface="Consolas"/>
                <a:sym typeface="Consolas"/>
              </a:rPr>
              <a:t> </a:t>
            </a:r>
            <a:r>
              <a:rPr lang="en" sz="1200">
                <a:solidFill>
                  <a:srgbClr val="795E26"/>
                </a:solidFill>
                <a:latin typeface="Consolas"/>
                <a:ea typeface="Consolas"/>
                <a:cs typeface="Consolas"/>
                <a:sym typeface="Consolas"/>
              </a:rPr>
              <a:t>area</a:t>
            </a:r>
            <a:r>
              <a:rPr lang="en" sz="1200">
                <a:solidFill>
                  <a:srgbClr val="000000"/>
                </a:solidFill>
                <a:latin typeface="Consolas"/>
                <a:ea typeface="Consolas"/>
                <a:cs typeface="Consolas"/>
                <a:sym typeface="Consolas"/>
              </a:rPr>
              <a:t>(</a:t>
            </a:r>
            <a:r>
              <a:rPr lang="en" sz="1200">
                <a:solidFill>
                  <a:srgbClr val="267F99"/>
                </a:solidFill>
                <a:latin typeface="Consolas"/>
                <a:ea typeface="Consolas"/>
                <a:cs typeface="Consolas"/>
                <a:sym typeface="Consolas"/>
              </a:rPr>
              <a:t>double</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length</a:t>
            </a:r>
            <a:r>
              <a:rPr lang="en" sz="1200">
                <a:solidFill>
                  <a:srgbClr val="000000"/>
                </a:solidFill>
                <a:latin typeface="Consolas"/>
                <a:ea typeface="Consolas"/>
                <a:cs typeface="Consolas"/>
                <a:sym typeface="Consolas"/>
              </a:rPr>
              <a:t>);</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3  </a:t>
            </a:r>
            <a:r>
              <a:rPr lang="en" sz="1200">
                <a:solidFill>
                  <a:srgbClr val="000000"/>
                </a:solidFill>
                <a:latin typeface="Consolas"/>
                <a:ea typeface="Consolas"/>
                <a:cs typeface="Consolas"/>
                <a:sym typeface="Consolas"/>
              </a:rPr>
              <a:t>}</a:t>
            </a:r>
            <a:endParaRPr>
              <a:latin typeface="Consolas"/>
              <a:ea typeface="Consolas"/>
              <a:cs typeface="Consolas"/>
              <a:sym typeface="Consolas"/>
            </a:endParaRPr>
          </a:p>
        </p:txBody>
      </p:sp>
      <p:sp>
        <p:nvSpPr>
          <p:cNvPr id="1497" name="Google Shape;1497;p145"/>
          <p:cNvSpPr txBox="1"/>
          <p:nvPr/>
        </p:nvSpPr>
        <p:spPr>
          <a:xfrm>
            <a:off x="149750" y="1519525"/>
            <a:ext cx="2306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Roboto"/>
                <a:ea typeface="Roboto"/>
                <a:cs typeface="Roboto"/>
                <a:sym typeface="Roboto"/>
              </a:rPr>
              <a:t>A </a:t>
            </a:r>
            <a:r>
              <a:rPr lang="en" sz="1200" b="1" i="1">
                <a:solidFill>
                  <a:srgbClr val="FF0000"/>
                </a:solidFill>
                <a:latin typeface="Roboto"/>
                <a:ea typeface="Roboto"/>
                <a:cs typeface="Roboto"/>
                <a:sym typeface="Roboto"/>
              </a:rPr>
              <a:t>lambda</a:t>
            </a:r>
            <a:r>
              <a:rPr lang="en" sz="1200">
                <a:solidFill>
                  <a:srgbClr val="FF0000"/>
                </a:solidFill>
                <a:latin typeface="Roboto"/>
                <a:ea typeface="Roboto"/>
                <a:cs typeface="Roboto"/>
                <a:sym typeface="Roboto"/>
              </a:rPr>
              <a:t> </a:t>
            </a:r>
            <a:r>
              <a:rPr lang="en" sz="1200">
                <a:latin typeface="Roboto"/>
                <a:ea typeface="Roboto"/>
                <a:cs typeface="Roboto"/>
                <a:sym typeface="Roboto"/>
              </a:rPr>
              <a:t>is a syntactic shortcut that can be used in place of a </a:t>
            </a:r>
            <a:r>
              <a:rPr lang="en" sz="1200" b="1" i="1">
                <a:solidFill>
                  <a:srgbClr val="FF0000"/>
                </a:solidFill>
                <a:latin typeface="Roboto"/>
                <a:ea typeface="Roboto"/>
                <a:cs typeface="Roboto"/>
                <a:sym typeface="Roboto"/>
              </a:rPr>
              <a:t>functional interface</a:t>
            </a:r>
            <a:r>
              <a:rPr lang="en" sz="1200">
                <a:latin typeface="Roboto"/>
                <a:ea typeface="Roboto"/>
                <a:cs typeface="Roboto"/>
                <a:sym typeface="Roboto"/>
              </a:rPr>
              <a:t>.</a:t>
            </a:r>
            <a:endParaRPr sz="1200">
              <a:latin typeface="Roboto"/>
              <a:ea typeface="Roboto"/>
              <a:cs typeface="Roboto"/>
              <a:sym typeface="Roboto"/>
            </a:endParaRPr>
          </a:p>
        </p:txBody>
      </p:sp>
      <p:sp>
        <p:nvSpPr>
          <p:cNvPr id="1498" name="Google Shape;1498;p145"/>
          <p:cNvSpPr txBox="1"/>
          <p:nvPr/>
        </p:nvSpPr>
        <p:spPr>
          <a:xfrm>
            <a:off x="149750" y="3159875"/>
            <a:ext cx="2306100" cy="11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Roboto"/>
                <a:ea typeface="Roboto"/>
                <a:cs typeface="Roboto"/>
                <a:sym typeface="Roboto"/>
              </a:rPr>
              <a:t>Because of this, the compiler must be able to </a:t>
            </a:r>
            <a:r>
              <a:rPr lang="en" sz="1200" b="1" i="1">
                <a:solidFill>
                  <a:srgbClr val="FF0000"/>
                </a:solidFill>
                <a:latin typeface="Roboto"/>
                <a:ea typeface="Roboto"/>
                <a:cs typeface="Roboto"/>
                <a:sym typeface="Roboto"/>
              </a:rPr>
              <a:t>infer</a:t>
            </a:r>
            <a:r>
              <a:rPr lang="en" sz="1200">
                <a:solidFill>
                  <a:srgbClr val="FF0000"/>
                </a:solidFill>
                <a:latin typeface="Roboto"/>
                <a:ea typeface="Roboto"/>
                <a:cs typeface="Roboto"/>
                <a:sym typeface="Roboto"/>
              </a:rPr>
              <a:t> </a:t>
            </a:r>
            <a:r>
              <a:rPr lang="en" sz="1200">
                <a:latin typeface="Roboto"/>
                <a:ea typeface="Roboto"/>
                <a:cs typeface="Roboto"/>
                <a:sym typeface="Roboto"/>
              </a:rPr>
              <a:t>which method is being implemented by the lambda - only </a:t>
            </a:r>
            <a:r>
              <a:rPr lang="en" sz="1200" b="1" i="1">
                <a:solidFill>
                  <a:srgbClr val="FF0000"/>
                </a:solidFill>
                <a:latin typeface="Roboto"/>
                <a:ea typeface="Roboto"/>
                <a:cs typeface="Roboto"/>
                <a:sym typeface="Roboto"/>
              </a:rPr>
              <a:t>functional interfaces</a:t>
            </a:r>
            <a:r>
              <a:rPr lang="en" sz="1200">
                <a:latin typeface="Roboto"/>
                <a:ea typeface="Roboto"/>
                <a:cs typeface="Roboto"/>
                <a:sym typeface="Roboto"/>
              </a:rPr>
              <a:t> can be used.</a:t>
            </a:r>
            <a:endParaRPr sz="1200">
              <a:latin typeface="Roboto"/>
              <a:ea typeface="Roboto"/>
              <a:cs typeface="Roboto"/>
              <a:sym typeface="Roboto"/>
            </a:endParaRPr>
          </a:p>
        </p:txBody>
      </p:sp>
      <p:sp>
        <p:nvSpPr>
          <p:cNvPr id="1499" name="Google Shape;1499;p145"/>
          <p:cNvSpPr/>
          <p:nvPr/>
        </p:nvSpPr>
        <p:spPr>
          <a:xfrm>
            <a:off x="3421525" y="2043925"/>
            <a:ext cx="3301744" cy="928375"/>
          </a:xfrm>
          <a:custGeom>
            <a:avLst/>
            <a:gdLst/>
            <a:ahLst/>
            <a:cxnLst/>
            <a:rect l="l" t="t" r="r" b="b"/>
            <a:pathLst>
              <a:path w="105715" h="37135" extrusionOk="0">
                <a:moveTo>
                  <a:pt x="105715" y="0"/>
                </a:moveTo>
                <a:cubicBezTo>
                  <a:pt x="101223" y="4592"/>
                  <a:pt x="93936" y="23859"/>
                  <a:pt x="78763" y="27552"/>
                </a:cubicBezTo>
                <a:cubicBezTo>
                  <a:pt x="63590" y="31246"/>
                  <a:pt x="27802" y="20564"/>
                  <a:pt x="14675" y="22161"/>
                </a:cubicBezTo>
                <a:cubicBezTo>
                  <a:pt x="1548" y="23758"/>
                  <a:pt x="2446" y="34639"/>
                  <a:pt x="0" y="37135"/>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1500" name="Google Shape;1500;p145"/>
          <p:cNvSpPr txBox="1"/>
          <p:nvPr/>
        </p:nvSpPr>
        <p:spPr>
          <a:xfrm>
            <a:off x="6715050" y="1519525"/>
            <a:ext cx="23061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Roboto"/>
                <a:ea typeface="Roboto"/>
                <a:cs typeface="Roboto"/>
                <a:sym typeface="Roboto"/>
              </a:rPr>
              <a:t>The lambda creates a new instance that can be assigned to a variable of the interface's type.</a:t>
            </a:r>
            <a:endParaRPr sz="1200">
              <a:latin typeface="Roboto"/>
              <a:ea typeface="Roboto"/>
              <a:cs typeface="Roboto"/>
              <a:sym typeface="Roboto"/>
            </a:endParaRPr>
          </a:p>
        </p:txBody>
      </p:sp>
      <p:sp>
        <p:nvSpPr>
          <p:cNvPr id="1501" name="Google Shape;1501;p145"/>
          <p:cNvSpPr txBox="1"/>
          <p:nvPr/>
        </p:nvSpPr>
        <p:spPr>
          <a:xfrm>
            <a:off x="149750" y="2339700"/>
            <a:ext cx="2306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Roboto"/>
                <a:ea typeface="Roboto"/>
                <a:cs typeface="Roboto"/>
                <a:sym typeface="Roboto"/>
              </a:rPr>
              <a:t>The name of the method is </a:t>
            </a:r>
            <a:r>
              <a:rPr lang="en" sz="1200" b="1" i="1">
                <a:solidFill>
                  <a:srgbClr val="FF0000"/>
                </a:solidFill>
                <a:latin typeface="Roboto"/>
                <a:ea typeface="Roboto"/>
                <a:cs typeface="Roboto"/>
                <a:sym typeface="Roboto"/>
              </a:rPr>
              <a:t>omitted </a:t>
            </a:r>
            <a:r>
              <a:rPr lang="en" sz="1200">
                <a:latin typeface="Roboto"/>
                <a:ea typeface="Roboto"/>
                <a:cs typeface="Roboto"/>
                <a:sym typeface="Roboto"/>
              </a:rPr>
              <a:t>when creating a lambda.</a:t>
            </a:r>
            <a:endParaRPr sz="1200">
              <a:latin typeface="Roboto"/>
              <a:ea typeface="Roboto"/>
              <a:cs typeface="Roboto"/>
              <a:sym typeface="Roboto"/>
            </a:endParaRPr>
          </a:p>
        </p:txBody>
      </p:sp>
      <p:sp>
        <p:nvSpPr>
          <p:cNvPr id="1502" name="Google Shape;1502;p145"/>
          <p:cNvSpPr txBox="1"/>
          <p:nvPr/>
        </p:nvSpPr>
        <p:spPr>
          <a:xfrm>
            <a:off x="6723275" y="2540400"/>
            <a:ext cx="2306100" cy="11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Roboto"/>
                <a:ea typeface="Roboto"/>
                <a:cs typeface="Roboto"/>
                <a:sym typeface="Roboto"/>
              </a:rPr>
              <a:t>The most basic form of lambda includes a </a:t>
            </a:r>
            <a:r>
              <a:rPr lang="en" sz="1200" b="1" i="1">
                <a:solidFill>
                  <a:srgbClr val="FF0000"/>
                </a:solidFill>
                <a:latin typeface="Roboto"/>
                <a:ea typeface="Roboto"/>
                <a:cs typeface="Roboto"/>
                <a:sym typeface="Roboto"/>
              </a:rPr>
              <a:t>parameter list</a:t>
            </a:r>
            <a:r>
              <a:rPr lang="en" sz="1200">
                <a:latin typeface="Roboto"/>
                <a:ea typeface="Roboto"/>
                <a:cs typeface="Roboto"/>
                <a:sym typeface="Roboto"/>
              </a:rPr>
              <a:t> followed by the </a:t>
            </a:r>
            <a:r>
              <a:rPr lang="en" sz="1200">
                <a:solidFill>
                  <a:srgbClr val="FF0000"/>
                </a:solidFill>
                <a:latin typeface="Courier New"/>
                <a:ea typeface="Courier New"/>
                <a:cs typeface="Courier New"/>
                <a:sym typeface="Courier New"/>
              </a:rPr>
              <a:t>-&gt;</a:t>
            </a:r>
            <a:r>
              <a:rPr lang="en" sz="1200">
                <a:latin typeface="Roboto"/>
                <a:ea typeface="Roboto"/>
                <a:cs typeface="Roboto"/>
                <a:sym typeface="Roboto"/>
              </a:rPr>
              <a:t> operator and the curly braces defining the </a:t>
            </a:r>
            <a:r>
              <a:rPr lang="en" sz="1200" b="1" i="1">
                <a:solidFill>
                  <a:srgbClr val="FF0000"/>
                </a:solidFill>
                <a:latin typeface="Roboto"/>
                <a:ea typeface="Roboto"/>
                <a:cs typeface="Roboto"/>
                <a:sym typeface="Roboto"/>
              </a:rPr>
              <a:t>method body</a:t>
            </a:r>
            <a:r>
              <a:rPr lang="en" sz="1200">
                <a:latin typeface="Roboto"/>
                <a:ea typeface="Roboto"/>
                <a:cs typeface="Roboto"/>
                <a:sym typeface="Roboto"/>
              </a:rPr>
              <a:t>.</a:t>
            </a:r>
            <a:endParaRPr sz="1200">
              <a:latin typeface="Roboto"/>
              <a:ea typeface="Roboto"/>
              <a:cs typeface="Roboto"/>
              <a:sym typeface="Roboto"/>
            </a:endParaRPr>
          </a:p>
        </p:txBody>
      </p:sp>
      <p:grpSp>
        <p:nvGrpSpPr>
          <p:cNvPr id="1503" name="Google Shape;1503;p145"/>
          <p:cNvGrpSpPr/>
          <p:nvPr/>
        </p:nvGrpSpPr>
        <p:grpSpPr>
          <a:xfrm>
            <a:off x="3114550" y="2897425"/>
            <a:ext cx="3616162" cy="628912"/>
            <a:chOff x="3114550" y="2897425"/>
            <a:chExt cx="3616162" cy="628912"/>
          </a:xfrm>
        </p:grpSpPr>
        <p:grpSp>
          <p:nvGrpSpPr>
            <p:cNvPr id="1504" name="Google Shape;1504;p145"/>
            <p:cNvGrpSpPr/>
            <p:nvPr/>
          </p:nvGrpSpPr>
          <p:grpSpPr>
            <a:xfrm>
              <a:off x="3114550" y="2897425"/>
              <a:ext cx="3399050" cy="628912"/>
              <a:chOff x="3114550" y="2889938"/>
              <a:chExt cx="3399050" cy="628912"/>
            </a:xfrm>
          </p:grpSpPr>
          <p:sp>
            <p:nvSpPr>
              <p:cNvPr id="1505" name="Google Shape;1505;p145"/>
              <p:cNvSpPr/>
              <p:nvPr/>
            </p:nvSpPr>
            <p:spPr>
              <a:xfrm>
                <a:off x="3114550" y="2897425"/>
                <a:ext cx="3399050" cy="621425"/>
              </a:xfrm>
              <a:custGeom>
                <a:avLst/>
                <a:gdLst/>
                <a:ahLst/>
                <a:cxnLst/>
                <a:rect l="l" t="t" r="r" b="b"/>
                <a:pathLst>
                  <a:path w="135962" h="24857" extrusionOk="0">
                    <a:moveTo>
                      <a:pt x="50012" y="8086"/>
                    </a:moveTo>
                    <a:lnTo>
                      <a:pt x="0" y="8086"/>
                    </a:lnTo>
                    <a:lnTo>
                      <a:pt x="0" y="24857"/>
                    </a:lnTo>
                    <a:lnTo>
                      <a:pt x="135962" y="24857"/>
                    </a:lnTo>
                    <a:lnTo>
                      <a:pt x="135962" y="0"/>
                    </a:lnTo>
                    <a:lnTo>
                      <a:pt x="50312" y="0"/>
                    </a:lnTo>
                  </a:path>
                </a:pathLst>
              </a:custGeom>
              <a:noFill/>
              <a:ln w="19050" cap="flat" cmpd="sng">
                <a:solidFill>
                  <a:srgbClr val="FF0000"/>
                </a:solidFill>
                <a:prstDash val="solid"/>
                <a:round/>
                <a:headEnd type="none" w="med" len="med"/>
                <a:tailEnd type="none" w="med" len="med"/>
              </a:ln>
            </p:spPr>
            <p:txBody>
              <a:bodyPr/>
              <a:lstStyle/>
              <a:p>
                <a:endParaRPr lang="en-US"/>
              </a:p>
            </p:txBody>
          </p:sp>
          <p:cxnSp>
            <p:nvCxnSpPr>
              <p:cNvPr id="1506" name="Google Shape;1506;p145"/>
              <p:cNvCxnSpPr/>
              <p:nvPr/>
            </p:nvCxnSpPr>
            <p:spPr>
              <a:xfrm>
                <a:off x="4372350" y="2889938"/>
                <a:ext cx="0" cy="217200"/>
              </a:xfrm>
              <a:prstGeom prst="straightConnector1">
                <a:avLst/>
              </a:prstGeom>
              <a:noFill/>
              <a:ln w="19050" cap="flat" cmpd="sng">
                <a:solidFill>
                  <a:srgbClr val="FF0000"/>
                </a:solidFill>
                <a:prstDash val="solid"/>
                <a:round/>
                <a:headEnd type="none" w="med" len="med"/>
                <a:tailEnd type="none" w="med" len="med"/>
              </a:ln>
            </p:spPr>
          </p:cxnSp>
        </p:grpSp>
        <p:cxnSp>
          <p:nvCxnSpPr>
            <p:cNvPr id="1507" name="Google Shape;1507;p145"/>
            <p:cNvCxnSpPr/>
            <p:nvPr/>
          </p:nvCxnSpPr>
          <p:spPr>
            <a:xfrm rot="10800000">
              <a:off x="6506012" y="3092100"/>
              <a:ext cx="224700" cy="0"/>
            </a:xfrm>
            <a:prstGeom prst="straightConnector1">
              <a:avLst/>
            </a:prstGeom>
            <a:noFill/>
            <a:ln w="19050" cap="flat" cmpd="sng">
              <a:solidFill>
                <a:srgbClr val="FF0000"/>
              </a:solidFill>
              <a:prstDash val="solid"/>
              <a:round/>
              <a:headEnd type="none" w="med" len="med"/>
              <a:tailEnd type="non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497"/>
                                        </p:tgtEl>
                                        <p:attrNameLst>
                                          <p:attrName>style.visibility</p:attrName>
                                        </p:attrNameLst>
                                      </p:cBhvr>
                                      <p:to>
                                        <p:strVal val="visible"/>
                                      </p:to>
                                    </p:set>
                                    <p:animEffect transition="in" filter="fade">
                                      <p:cBhvr>
                                        <p:cTn id="7" dur="1000"/>
                                        <p:tgtEl>
                                          <p:spTgt spid="149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01"/>
                                        </p:tgtEl>
                                        <p:attrNameLst>
                                          <p:attrName>style.visibility</p:attrName>
                                        </p:attrNameLst>
                                      </p:cBhvr>
                                      <p:to>
                                        <p:strVal val="visible"/>
                                      </p:to>
                                    </p:set>
                                    <p:animEffect transition="in" filter="fade">
                                      <p:cBhvr>
                                        <p:cTn id="12" dur="1000"/>
                                        <p:tgtEl>
                                          <p:spTgt spid="150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98"/>
                                        </p:tgtEl>
                                        <p:attrNameLst>
                                          <p:attrName>style.visibility</p:attrName>
                                        </p:attrNameLst>
                                      </p:cBhvr>
                                      <p:to>
                                        <p:strVal val="visible"/>
                                      </p:to>
                                    </p:set>
                                    <p:animEffect transition="in" filter="fade">
                                      <p:cBhvr>
                                        <p:cTn id="17" dur="1000"/>
                                        <p:tgtEl>
                                          <p:spTgt spid="149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00"/>
                                        </p:tgtEl>
                                        <p:attrNameLst>
                                          <p:attrName>style.visibility</p:attrName>
                                        </p:attrNameLst>
                                      </p:cBhvr>
                                      <p:to>
                                        <p:strVal val="visible"/>
                                      </p:to>
                                    </p:set>
                                    <p:animEffect transition="in" filter="fade">
                                      <p:cBhvr>
                                        <p:cTn id="22" dur="1000"/>
                                        <p:tgtEl>
                                          <p:spTgt spid="150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99"/>
                                        </p:tgtEl>
                                        <p:attrNameLst>
                                          <p:attrName>style.visibility</p:attrName>
                                        </p:attrNameLst>
                                      </p:cBhvr>
                                      <p:to>
                                        <p:strVal val="visible"/>
                                      </p:to>
                                    </p:set>
                                    <p:animEffect transition="in" filter="fade">
                                      <p:cBhvr>
                                        <p:cTn id="27" dur="1000"/>
                                        <p:tgtEl>
                                          <p:spTgt spid="149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502"/>
                                        </p:tgtEl>
                                        <p:attrNameLst>
                                          <p:attrName>style.visibility</p:attrName>
                                        </p:attrNameLst>
                                      </p:cBhvr>
                                      <p:to>
                                        <p:strVal val="visible"/>
                                      </p:to>
                                    </p:set>
                                    <p:animEffect transition="in" filter="fade">
                                      <p:cBhvr>
                                        <p:cTn id="32" dur="1000"/>
                                        <p:tgtEl>
                                          <p:spTgt spid="1502"/>
                                        </p:tgtEl>
                                      </p:cBhvr>
                                    </p:animEffect>
                                  </p:childTnLst>
                                </p:cTn>
                              </p:par>
                            </p:childTnLst>
                          </p:cTn>
                        </p:par>
                        <p:par>
                          <p:cTn id="33" fill="hold">
                            <p:stCondLst>
                              <p:cond delay="1000"/>
                            </p:stCondLst>
                            <p:childTnLst>
                              <p:par>
                                <p:cTn id="34" presetID="10" presetClass="entr" presetSubtype="0" fill="hold" nodeType="afterEffect">
                                  <p:stCondLst>
                                    <p:cond delay="0"/>
                                  </p:stCondLst>
                                  <p:childTnLst>
                                    <p:set>
                                      <p:cBhvr>
                                        <p:cTn id="35" dur="1" fill="hold">
                                          <p:stCondLst>
                                            <p:cond delay="0"/>
                                          </p:stCondLst>
                                        </p:cTn>
                                        <p:tgtEl>
                                          <p:spTgt spid="1503"/>
                                        </p:tgtEl>
                                        <p:attrNameLst>
                                          <p:attrName>style.visibility</p:attrName>
                                        </p:attrNameLst>
                                      </p:cBhvr>
                                      <p:to>
                                        <p:strVal val="visible"/>
                                      </p:to>
                                    </p:set>
                                    <p:animEffect transition="in" filter="fade">
                                      <p:cBhvr>
                                        <p:cTn id="36" dur="1000"/>
                                        <p:tgtEl>
                                          <p:spTgt spid="15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511"/>
        <p:cNvGrpSpPr/>
        <p:nvPr/>
      </p:nvGrpSpPr>
      <p:grpSpPr>
        <a:xfrm>
          <a:off x="0" y="0"/>
          <a:ext cx="0" cy="0"/>
          <a:chOff x="0" y="0"/>
          <a:chExt cx="0" cy="0"/>
        </a:xfrm>
      </p:grpSpPr>
      <p:sp>
        <p:nvSpPr>
          <p:cNvPr id="1512" name="Google Shape;1512;p146"/>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Let's practice using lambda expressions to implement, well, an </a:t>
            </a:r>
            <a:r>
              <a:rPr lang="en" i="1">
                <a:latin typeface="Courier New"/>
                <a:ea typeface="Courier New"/>
                <a:cs typeface="Courier New"/>
                <a:sym typeface="Courier New"/>
              </a:rPr>
              <a:t>Expression</a:t>
            </a:r>
            <a:r>
              <a:rPr lang="en"/>
              <a:t>! Because Expression is a functional interface Java is able to infer lots of information about its one and only method. We can leverage this to create a lambda expression.</a:t>
            </a:r>
            <a:endParaRPr/>
          </a:p>
        </p:txBody>
      </p:sp>
      <p:sp>
        <p:nvSpPr>
          <p:cNvPr id="1513" name="Google Shape;1513;p14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68</a:t>
            </a:fld>
            <a:endParaRPr/>
          </a:p>
        </p:txBody>
      </p:sp>
      <p:sp>
        <p:nvSpPr>
          <p:cNvPr id="1514" name="Google Shape;1514;p146"/>
          <p:cNvSpPr txBox="1">
            <a:spLocks noGrp="1"/>
          </p:cNvSpPr>
          <p:nvPr>
            <p:ph type="body" idx="2"/>
          </p:nvPr>
        </p:nvSpPr>
        <p:spPr>
          <a:xfrm>
            <a:off x="4034225" y="1862425"/>
            <a:ext cx="4861500" cy="25797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Create a new Java class named "</a:t>
            </a:r>
            <a:r>
              <a:rPr lang="en">
                <a:latin typeface="Courier New"/>
                <a:ea typeface="Courier New"/>
                <a:cs typeface="Courier New"/>
                <a:sym typeface="Courier New"/>
              </a:rPr>
              <a:t>ExpressionTree</a:t>
            </a:r>
            <a:r>
              <a:rPr lang="en"/>
              <a:t>" in the "</a:t>
            </a:r>
            <a:r>
              <a:rPr lang="en">
                <a:latin typeface="Courier New"/>
                <a:ea typeface="Courier New"/>
                <a:cs typeface="Courier New"/>
                <a:sym typeface="Courier New"/>
              </a:rPr>
              <a:t>tree</a:t>
            </a:r>
            <a:r>
              <a:rPr lang="en"/>
              <a:t>" package of your project.</a:t>
            </a:r>
            <a:endParaRPr/>
          </a:p>
          <a:p>
            <a:pPr marL="457200" lvl="0" indent="-311150" algn="l" rtl="0">
              <a:spcBef>
                <a:spcPts val="0"/>
              </a:spcBef>
              <a:spcAft>
                <a:spcPts val="0"/>
              </a:spcAft>
              <a:buSzPts val="1300"/>
              <a:buChar char="●"/>
            </a:pPr>
            <a:r>
              <a:rPr lang="en"/>
              <a:t>Define a </a:t>
            </a:r>
            <a:r>
              <a:rPr lang="en">
                <a:latin typeface="Courier New"/>
                <a:ea typeface="Courier New"/>
                <a:cs typeface="Courier New"/>
                <a:sym typeface="Courier New"/>
              </a:rPr>
              <a:t>main</a:t>
            </a:r>
            <a:r>
              <a:rPr lang="en"/>
              <a:t> method with the appropriate signature and use it to build a tree to represent the following expression:</a:t>
            </a:r>
            <a:endParaRPr/>
          </a:p>
          <a:p>
            <a:pPr marL="914400" lvl="1" indent="-298450" algn="l" rtl="0">
              <a:spcBef>
                <a:spcPts val="0"/>
              </a:spcBef>
              <a:spcAft>
                <a:spcPts val="0"/>
              </a:spcAft>
              <a:buSzPts val="1100"/>
              <a:buChar char="○"/>
            </a:pPr>
            <a:r>
              <a:rPr lang="en">
                <a:solidFill>
                  <a:srgbClr val="FF0000"/>
                </a:solidFill>
                <a:latin typeface="Courier New"/>
                <a:ea typeface="Courier New"/>
                <a:cs typeface="Courier New"/>
                <a:sym typeface="Courier New"/>
              </a:rPr>
              <a:t>+ - ++ 3 -- 5 √ 16</a:t>
            </a:r>
            <a:endParaRPr>
              <a:solidFill>
                <a:srgbClr val="FF0000"/>
              </a:solidFill>
              <a:latin typeface="Courier New"/>
              <a:ea typeface="Courier New"/>
              <a:cs typeface="Courier New"/>
              <a:sym typeface="Courier New"/>
            </a:endParaRPr>
          </a:p>
          <a:p>
            <a:pPr marL="457200" lvl="0" indent="-311150" algn="l" rtl="0">
              <a:spcBef>
                <a:spcPts val="0"/>
              </a:spcBef>
              <a:spcAft>
                <a:spcPts val="0"/>
              </a:spcAft>
              <a:buSzPts val="1300"/>
              <a:buChar char="●"/>
            </a:pPr>
            <a:r>
              <a:rPr lang="en"/>
              <a:t>We do not currently have an expression class to implement the square root operation.</a:t>
            </a:r>
            <a:endParaRPr/>
          </a:p>
          <a:p>
            <a:pPr marL="914400" lvl="1" indent="-298450" algn="l" rtl="0">
              <a:spcBef>
                <a:spcPts val="0"/>
              </a:spcBef>
              <a:spcAft>
                <a:spcPts val="0"/>
              </a:spcAft>
              <a:buSzPts val="1100"/>
              <a:buChar char="○"/>
            </a:pPr>
            <a:r>
              <a:rPr lang="en"/>
              <a:t>Use a lambda expression to implement the square root operation and add it to the tree.</a:t>
            </a:r>
            <a:endParaRPr/>
          </a:p>
          <a:p>
            <a:pPr marL="457200" lvl="0" indent="-311150" algn="l" rtl="0">
              <a:spcBef>
                <a:spcPts val="0"/>
              </a:spcBef>
              <a:spcAft>
                <a:spcPts val="0"/>
              </a:spcAft>
              <a:buSzPts val="1300"/>
              <a:buChar char="●"/>
            </a:pPr>
            <a:r>
              <a:rPr lang="en"/>
              <a:t>Evaluate the expression and print the result.</a:t>
            </a:r>
            <a:endParaRPr/>
          </a:p>
        </p:txBody>
      </p:sp>
      <p:sp>
        <p:nvSpPr>
          <p:cNvPr id="1515" name="Google Shape;1515;p146"/>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 Lambda Expression</a:t>
            </a:r>
            <a:endParaRPr/>
          </a:p>
        </p:txBody>
      </p:sp>
      <p:sp>
        <p:nvSpPr>
          <p:cNvPr id="1516" name="Google Shape;1516;p146"/>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3.26</a:t>
            </a:r>
            <a:endParaRPr/>
          </a:p>
        </p:txBody>
      </p:sp>
      <p:sp>
        <p:nvSpPr>
          <p:cNvPr id="1517" name="Google Shape;1517;p146"/>
          <p:cNvSpPr txBox="1">
            <a:spLocks noGrp="1"/>
          </p:cNvSpPr>
          <p:nvPr>
            <p:ph type="body" idx="4"/>
          </p:nvPr>
        </p:nvSpPr>
        <p:spPr>
          <a:xfrm>
            <a:off x="134704" y="3597634"/>
            <a:ext cx="37407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A </a:t>
            </a:r>
            <a:r>
              <a:rPr lang="en" b="1" i="1">
                <a:solidFill>
                  <a:srgbClr val="FF0000"/>
                </a:solidFill>
              </a:rPr>
              <a:t>lambda expression</a:t>
            </a:r>
            <a:r>
              <a:rPr lang="en"/>
              <a:t> can be used to implement a </a:t>
            </a:r>
            <a:r>
              <a:rPr lang="en" b="1" i="1">
                <a:solidFill>
                  <a:srgbClr val="FF0000"/>
                </a:solidFill>
              </a:rPr>
              <a:t>functional interface</a:t>
            </a:r>
            <a:r>
              <a:rPr lang="en"/>
              <a:t> like </a:t>
            </a:r>
            <a:r>
              <a:rPr lang="en">
                <a:latin typeface="Courier New"/>
                <a:ea typeface="Courier New"/>
                <a:cs typeface="Courier New"/>
                <a:sym typeface="Courier New"/>
              </a:rPr>
              <a:t>Expression</a:t>
            </a:r>
            <a:r>
              <a:rPr lang="en"/>
              <a:t>.</a:t>
            </a:r>
            <a:endParaRPr/>
          </a:p>
        </p:txBody>
      </p:sp>
      <p:sp>
        <p:nvSpPr>
          <p:cNvPr id="1518" name="Google Shape;1518;p146"/>
          <p:cNvSpPr txBox="1">
            <a:spLocks noGrp="1"/>
          </p:cNvSpPr>
          <p:nvPr>
            <p:ph type="body" idx="4"/>
          </p:nvPr>
        </p:nvSpPr>
        <p:spPr>
          <a:xfrm>
            <a:off x="134704" y="1737609"/>
            <a:ext cx="3740700" cy="17316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68575" tIns="34275" rIns="68575" bIns="34275" anchor="t" anchorCtr="0">
            <a:spAutoFit/>
          </a:bodyPr>
          <a:lstStyle/>
          <a:p>
            <a:pPr marL="0" lvl="0" indent="0" algn="l" rtl="0">
              <a:lnSpc>
                <a:spcPct val="100000"/>
              </a:lnSpc>
              <a:spcBef>
                <a:spcPts val="0"/>
              </a:spcBef>
              <a:spcAft>
                <a:spcPts val="0"/>
              </a:spcAft>
              <a:buNone/>
            </a:pPr>
            <a:r>
              <a:rPr lang="en" sz="1200">
                <a:solidFill>
                  <a:srgbClr val="0000FF"/>
                </a:solidFill>
                <a:latin typeface="Consolas"/>
                <a:ea typeface="Consolas"/>
                <a:cs typeface="Consolas"/>
                <a:sym typeface="Consolas"/>
              </a:rPr>
              <a:t>public</a:t>
            </a:r>
            <a:r>
              <a:rPr lang="en" sz="1200">
                <a:solidFill>
                  <a:srgbClr val="000000"/>
                </a:solidFill>
                <a:latin typeface="Consolas"/>
                <a:ea typeface="Consolas"/>
                <a:cs typeface="Consolas"/>
                <a:sym typeface="Consolas"/>
              </a:rPr>
              <a:t> </a:t>
            </a:r>
            <a:r>
              <a:rPr lang="en" sz="1200">
                <a:solidFill>
                  <a:srgbClr val="0000FF"/>
                </a:solidFill>
                <a:latin typeface="Consolas"/>
                <a:ea typeface="Consolas"/>
                <a:cs typeface="Consolas"/>
                <a:sym typeface="Consolas"/>
              </a:rPr>
              <a:t>static</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void</a:t>
            </a:r>
            <a:r>
              <a:rPr lang="en" sz="1200">
                <a:solidFill>
                  <a:srgbClr val="000000"/>
                </a:solidFill>
                <a:latin typeface="Consolas"/>
                <a:ea typeface="Consolas"/>
                <a:cs typeface="Consolas"/>
                <a:sym typeface="Consolas"/>
              </a:rPr>
              <a:t> </a:t>
            </a:r>
            <a:r>
              <a:rPr lang="en" sz="1200">
                <a:solidFill>
                  <a:srgbClr val="795E26"/>
                </a:solidFill>
                <a:latin typeface="Consolas"/>
                <a:ea typeface="Consolas"/>
                <a:cs typeface="Consolas"/>
                <a:sym typeface="Consolas"/>
              </a:rPr>
              <a:t>main</a:t>
            </a:r>
            <a:r>
              <a:rPr lang="en" sz="1200">
                <a:solidFill>
                  <a:srgbClr val="000000"/>
                </a:solidFill>
                <a:latin typeface="Consolas"/>
                <a:ea typeface="Consolas"/>
                <a:cs typeface="Consolas"/>
                <a:sym typeface="Consolas"/>
              </a:rPr>
              <a:t>(</a:t>
            </a:r>
            <a:r>
              <a:rPr lang="en" sz="1200">
                <a:solidFill>
                  <a:srgbClr val="267F99"/>
                </a:solidFill>
                <a:latin typeface="Consolas"/>
                <a:ea typeface="Consolas"/>
                <a:cs typeface="Consolas"/>
                <a:sym typeface="Consolas"/>
              </a:rPr>
              <a:t>String</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args</a:t>
            </a:r>
            <a:r>
              <a:rPr lang="en" sz="1200">
                <a:solidFill>
                  <a:srgbClr val="000000"/>
                </a:solidFill>
                <a:latin typeface="Consolas"/>
                <a:ea typeface="Consolas"/>
                <a:cs typeface="Consolas"/>
                <a:sym typeface="Consolas"/>
              </a:rPr>
              <a:t>) {</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int</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x</a:t>
            </a:r>
            <a:r>
              <a:rPr lang="en" sz="1200">
                <a:solidFill>
                  <a:srgbClr val="000000"/>
                </a:solidFill>
                <a:latin typeface="Consolas"/>
                <a:ea typeface="Consolas"/>
                <a:cs typeface="Consolas"/>
                <a:sym typeface="Consolas"/>
              </a:rPr>
              <a:t> = </a:t>
            </a:r>
            <a:r>
              <a:rPr lang="en" sz="1200">
                <a:solidFill>
                  <a:srgbClr val="098658"/>
                </a:solidFill>
                <a:latin typeface="Consolas"/>
                <a:ea typeface="Consolas"/>
                <a:cs typeface="Consolas"/>
                <a:sym typeface="Consolas"/>
              </a:rPr>
              <a:t>5</a:t>
            </a:r>
            <a:r>
              <a:rPr lang="en" sz="1200">
                <a:solidFill>
                  <a:srgbClr val="000000"/>
                </a:solidFill>
                <a:latin typeface="Consolas"/>
                <a:ea typeface="Consolas"/>
                <a:cs typeface="Consolas"/>
                <a:sym typeface="Consolas"/>
              </a:rPr>
              <a:t>;</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  </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Shape</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circle</a:t>
            </a:r>
            <a:r>
              <a:rPr lang="en" sz="1200">
                <a:solidFill>
                  <a:srgbClr val="000000"/>
                </a:solidFill>
                <a:latin typeface="Consolas"/>
                <a:ea typeface="Consolas"/>
                <a:cs typeface="Consolas"/>
                <a:sym typeface="Consolas"/>
              </a:rPr>
              <a:t> = (</a:t>
            </a:r>
            <a:r>
              <a:rPr lang="en" sz="1200">
                <a:solidFill>
                  <a:srgbClr val="267F99"/>
                </a:solidFill>
                <a:latin typeface="Consolas"/>
                <a:ea typeface="Consolas"/>
                <a:cs typeface="Consolas"/>
                <a:sym typeface="Consolas"/>
              </a:rPr>
              <a:t>double</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radius</a:t>
            </a:r>
            <a:r>
              <a:rPr lang="en" sz="1200">
                <a:solidFill>
                  <a:srgbClr val="000000"/>
                </a:solidFill>
                <a:latin typeface="Consolas"/>
                <a:ea typeface="Consolas"/>
                <a:cs typeface="Consolas"/>
                <a:sym typeface="Consolas"/>
              </a:rPr>
              <a:t>) </a:t>
            </a:r>
            <a:r>
              <a:rPr lang="en" sz="1200">
                <a:solidFill>
                  <a:srgbClr val="0000FF"/>
                </a:solidFill>
                <a:latin typeface="Consolas"/>
                <a:ea typeface="Consolas"/>
                <a:cs typeface="Consolas"/>
                <a:sym typeface="Consolas"/>
              </a:rPr>
              <a:t>-&gt;</a:t>
            </a:r>
            <a:r>
              <a:rPr lang="en" sz="1200">
                <a:solidFill>
                  <a:srgbClr val="000000"/>
                </a:solidFill>
                <a:latin typeface="Consolas"/>
                <a:ea typeface="Consolas"/>
                <a:cs typeface="Consolas"/>
                <a:sym typeface="Consolas"/>
              </a:rPr>
              <a:t> {</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0000"/>
                </a:solidFill>
                <a:latin typeface="Consolas"/>
                <a:ea typeface="Consolas"/>
                <a:cs typeface="Consolas"/>
                <a:sym typeface="Consolas"/>
              </a:rPr>
              <a:t>     </a:t>
            </a:r>
            <a:r>
              <a:rPr lang="en" sz="1200">
                <a:solidFill>
                  <a:srgbClr val="AF00DB"/>
                </a:solidFill>
                <a:latin typeface="Consolas"/>
                <a:ea typeface="Consolas"/>
                <a:cs typeface="Consolas"/>
                <a:sym typeface="Consolas"/>
              </a:rPr>
              <a:t>return</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Math</a:t>
            </a:r>
            <a:r>
              <a:rPr lang="en" sz="1200">
                <a:solidFill>
                  <a:srgbClr val="000000"/>
                </a:solidFill>
                <a:latin typeface="Consolas"/>
                <a:ea typeface="Consolas"/>
                <a:cs typeface="Consolas"/>
                <a:sym typeface="Consolas"/>
              </a:rPr>
              <a:t>.</a:t>
            </a:r>
            <a:r>
              <a:rPr lang="en" sz="1200">
                <a:solidFill>
                  <a:srgbClr val="0070C1"/>
                </a:solidFill>
                <a:latin typeface="Consolas"/>
                <a:ea typeface="Consolas"/>
                <a:cs typeface="Consolas"/>
                <a:sym typeface="Consolas"/>
              </a:rPr>
              <a:t>PI</a:t>
            </a:r>
            <a:r>
              <a:rPr lang="en" sz="1200">
                <a:solidFill>
                  <a:srgbClr val="000000"/>
                </a:solidFill>
                <a:latin typeface="Consolas"/>
                <a:ea typeface="Consolas"/>
                <a:cs typeface="Consolas"/>
                <a:sym typeface="Consolas"/>
              </a:rPr>
              <a:t> * </a:t>
            </a:r>
            <a:r>
              <a:rPr lang="en" sz="1200">
                <a:solidFill>
                  <a:srgbClr val="267F99"/>
                </a:solidFill>
                <a:latin typeface="Consolas"/>
                <a:ea typeface="Consolas"/>
                <a:cs typeface="Consolas"/>
                <a:sym typeface="Consolas"/>
              </a:rPr>
              <a:t>Math</a:t>
            </a:r>
            <a:r>
              <a:rPr lang="en" sz="1200">
                <a:solidFill>
                  <a:srgbClr val="000000"/>
                </a:solidFill>
                <a:latin typeface="Consolas"/>
                <a:ea typeface="Consolas"/>
                <a:cs typeface="Consolas"/>
                <a:sym typeface="Consolas"/>
              </a:rPr>
              <a:t>.</a:t>
            </a:r>
            <a:r>
              <a:rPr lang="en" sz="1200">
                <a:solidFill>
                  <a:srgbClr val="795E26"/>
                </a:solidFill>
                <a:latin typeface="Consolas"/>
                <a:ea typeface="Consolas"/>
                <a:cs typeface="Consolas"/>
                <a:sym typeface="Consolas"/>
              </a:rPr>
              <a:t>pow</a:t>
            </a:r>
            <a:r>
              <a:rPr lang="en" sz="1200">
                <a:solidFill>
                  <a:srgbClr val="000000"/>
                </a:solidFill>
                <a:latin typeface="Consolas"/>
                <a:ea typeface="Consolas"/>
                <a:cs typeface="Consolas"/>
                <a:sym typeface="Consolas"/>
              </a:rPr>
              <a:t>(</a:t>
            </a:r>
            <a:r>
              <a:rPr lang="en" sz="1200">
                <a:solidFill>
                  <a:srgbClr val="001080"/>
                </a:solidFill>
                <a:latin typeface="Consolas"/>
                <a:ea typeface="Consolas"/>
                <a:cs typeface="Consolas"/>
                <a:sym typeface="Consolas"/>
              </a:rPr>
              <a:t>radius</a:t>
            </a:r>
            <a:r>
              <a:rPr lang="en" sz="1200">
                <a:solidFill>
                  <a:srgbClr val="000000"/>
                </a:solidFill>
                <a:latin typeface="Consolas"/>
                <a:ea typeface="Consolas"/>
                <a:cs typeface="Consolas"/>
                <a:sym typeface="Consolas"/>
              </a:rPr>
              <a:t>, </a:t>
            </a:r>
            <a:r>
              <a:rPr lang="en" sz="1200">
                <a:solidFill>
                  <a:srgbClr val="098658"/>
                </a:solidFill>
                <a:latin typeface="Consolas"/>
                <a:ea typeface="Consolas"/>
                <a:cs typeface="Consolas"/>
                <a:sym typeface="Consolas"/>
              </a:rPr>
              <a:t>2</a:t>
            </a:r>
            <a:r>
              <a:rPr lang="en" sz="1200">
                <a:solidFill>
                  <a:srgbClr val="000000"/>
                </a:solidFill>
                <a:latin typeface="Consolas"/>
                <a:ea typeface="Consolas"/>
                <a:cs typeface="Consolas"/>
                <a:sym typeface="Consolas"/>
              </a:rPr>
              <a:t>);</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0000"/>
                </a:solidFill>
                <a:latin typeface="Consolas"/>
                <a:ea typeface="Consolas"/>
                <a:cs typeface="Consolas"/>
                <a:sym typeface="Consolas"/>
              </a:rPr>
              <a:t>  };</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  </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System</a:t>
            </a:r>
            <a:r>
              <a:rPr lang="en" sz="1200">
                <a:solidFill>
                  <a:srgbClr val="000000"/>
                </a:solidFill>
                <a:latin typeface="Consolas"/>
                <a:ea typeface="Consolas"/>
                <a:cs typeface="Consolas"/>
                <a:sym typeface="Consolas"/>
              </a:rPr>
              <a:t>.</a:t>
            </a:r>
            <a:r>
              <a:rPr lang="en" sz="1200">
                <a:solidFill>
                  <a:srgbClr val="0070C1"/>
                </a:solidFill>
                <a:latin typeface="Consolas"/>
                <a:ea typeface="Consolas"/>
                <a:cs typeface="Consolas"/>
                <a:sym typeface="Consolas"/>
              </a:rPr>
              <a:t>out</a:t>
            </a:r>
            <a:r>
              <a:rPr lang="en" sz="1200">
                <a:solidFill>
                  <a:srgbClr val="000000"/>
                </a:solidFill>
                <a:latin typeface="Consolas"/>
                <a:ea typeface="Consolas"/>
                <a:cs typeface="Consolas"/>
                <a:sym typeface="Consolas"/>
              </a:rPr>
              <a:t>.</a:t>
            </a:r>
            <a:r>
              <a:rPr lang="en" sz="1200">
                <a:solidFill>
                  <a:srgbClr val="795E26"/>
                </a:solidFill>
                <a:latin typeface="Consolas"/>
                <a:ea typeface="Consolas"/>
                <a:cs typeface="Consolas"/>
                <a:sym typeface="Consolas"/>
              </a:rPr>
              <a:t>println</a:t>
            </a:r>
            <a:r>
              <a:rPr lang="en" sz="1200">
                <a:solidFill>
                  <a:srgbClr val="000000"/>
                </a:solidFill>
                <a:latin typeface="Consolas"/>
                <a:ea typeface="Consolas"/>
                <a:cs typeface="Consolas"/>
                <a:sym typeface="Consolas"/>
              </a:rPr>
              <a:t>(</a:t>
            </a:r>
            <a:r>
              <a:rPr lang="en" sz="1200">
                <a:solidFill>
                  <a:srgbClr val="001080"/>
                </a:solidFill>
                <a:latin typeface="Consolas"/>
                <a:ea typeface="Consolas"/>
                <a:cs typeface="Consolas"/>
                <a:sym typeface="Consolas"/>
              </a:rPr>
              <a:t>circle</a:t>
            </a:r>
            <a:r>
              <a:rPr lang="en" sz="1200">
                <a:solidFill>
                  <a:srgbClr val="000000"/>
                </a:solidFill>
                <a:latin typeface="Consolas"/>
                <a:ea typeface="Consolas"/>
                <a:cs typeface="Consolas"/>
                <a:sym typeface="Consolas"/>
              </a:rPr>
              <a:t>.</a:t>
            </a:r>
            <a:r>
              <a:rPr lang="en" sz="1200">
                <a:solidFill>
                  <a:srgbClr val="795E26"/>
                </a:solidFill>
                <a:latin typeface="Consolas"/>
                <a:ea typeface="Consolas"/>
                <a:cs typeface="Consolas"/>
                <a:sym typeface="Consolas"/>
              </a:rPr>
              <a:t>area</a:t>
            </a:r>
            <a:r>
              <a:rPr lang="en" sz="1200">
                <a:solidFill>
                  <a:srgbClr val="000000"/>
                </a:solidFill>
                <a:latin typeface="Consolas"/>
                <a:ea typeface="Consolas"/>
                <a:cs typeface="Consolas"/>
                <a:sym typeface="Consolas"/>
              </a:rPr>
              <a:t>(</a:t>
            </a:r>
            <a:r>
              <a:rPr lang="en" sz="1200">
                <a:solidFill>
                  <a:srgbClr val="001080"/>
                </a:solidFill>
                <a:latin typeface="Consolas"/>
                <a:ea typeface="Consolas"/>
                <a:cs typeface="Consolas"/>
                <a:sym typeface="Consolas"/>
              </a:rPr>
              <a:t>x</a:t>
            </a:r>
            <a:r>
              <a:rPr lang="en" sz="1200">
                <a:solidFill>
                  <a:srgbClr val="000000"/>
                </a:solidFill>
                <a:latin typeface="Consolas"/>
                <a:ea typeface="Consolas"/>
                <a:cs typeface="Consolas"/>
                <a:sym typeface="Consolas"/>
              </a:rPr>
              <a:t>));</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0000"/>
                </a:solidFill>
                <a:latin typeface="Consolas"/>
                <a:ea typeface="Consolas"/>
                <a:cs typeface="Consolas"/>
                <a:sym typeface="Consolas"/>
              </a:rPr>
              <a:t>}</a:t>
            </a:r>
            <a:endParaRPr sz="1200">
              <a:latin typeface="Consolas"/>
              <a:ea typeface="Consolas"/>
              <a:cs typeface="Consolas"/>
              <a:sym typeface="Consolas"/>
            </a:endParaRPr>
          </a:p>
        </p:txBody>
      </p:sp>
      <p:sp>
        <p:nvSpPr>
          <p:cNvPr id="1519" name="Google Shape;1519;p146"/>
          <p:cNvSpPr txBox="1">
            <a:spLocks noGrp="1"/>
          </p:cNvSpPr>
          <p:nvPr>
            <p:ph type="body" idx="4"/>
          </p:nvPr>
        </p:nvSpPr>
        <p:spPr>
          <a:xfrm>
            <a:off x="134704" y="4280159"/>
            <a:ext cx="3740700" cy="738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Lambdas should be used sparingly, and only when the implementation is needed in exactly one place in your program.</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523"/>
        <p:cNvGrpSpPr/>
        <p:nvPr/>
      </p:nvGrpSpPr>
      <p:grpSpPr>
        <a:xfrm>
          <a:off x="0" y="0"/>
          <a:ext cx="0" cy="0"/>
          <a:chOff x="0" y="0"/>
          <a:chExt cx="0" cy="0"/>
        </a:xfrm>
      </p:grpSpPr>
      <p:sp>
        <p:nvSpPr>
          <p:cNvPr id="1524" name="Google Shape;1524;p147"/>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fld id="{00000000-1234-1234-1234-123412341234}" type="slidenum">
              <a:rPr lang="en"/>
              <a:t>69</a:t>
            </a:fld>
            <a:endParaRPr/>
          </a:p>
        </p:txBody>
      </p:sp>
      <p:sp>
        <p:nvSpPr>
          <p:cNvPr id="1525" name="Google Shape;1525;p147"/>
          <p:cNvSpPr txBox="1">
            <a:spLocks noGrp="1"/>
          </p:cNvSpPr>
          <p:nvPr>
            <p:ph type="title"/>
          </p:nvPr>
        </p:nvSpPr>
        <p:spPr>
          <a:xfrm>
            <a:off x="311725" y="500925"/>
            <a:ext cx="85206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Class or Abstract or Interface?</a:t>
            </a:r>
            <a:endParaRPr/>
          </a:p>
        </p:txBody>
      </p:sp>
      <p:pic>
        <p:nvPicPr>
          <p:cNvPr id="1526" name="Google Shape;1526;p147"/>
          <p:cNvPicPr preferRelativeResize="0"/>
          <p:nvPr/>
        </p:nvPicPr>
        <p:blipFill>
          <a:blip r:embed="rId3">
            <a:alphaModFix/>
          </a:blip>
          <a:stretch>
            <a:fillRect/>
          </a:stretch>
        </p:blipFill>
        <p:spPr>
          <a:xfrm>
            <a:off x="3254000" y="1421325"/>
            <a:ext cx="5767148" cy="3201775"/>
          </a:xfrm>
          <a:prstGeom prst="rect">
            <a:avLst/>
          </a:prstGeom>
          <a:noFill/>
          <a:ln>
            <a:noFill/>
          </a:ln>
        </p:spPr>
      </p:pic>
      <p:graphicFrame>
        <p:nvGraphicFramePr>
          <p:cNvPr id="1527" name="Google Shape;1527;p147"/>
          <p:cNvGraphicFramePr/>
          <p:nvPr/>
        </p:nvGraphicFramePr>
        <p:xfrm>
          <a:off x="126055" y="3376025"/>
          <a:ext cx="3000000" cy="3000000"/>
        </p:xfrm>
        <a:graphic>
          <a:graphicData uri="http://schemas.openxmlformats.org/drawingml/2006/table">
            <a:tbl>
              <a:tblPr>
                <a:noFill/>
                <a:tableStyleId>{DA43B600-DA8F-4E08-BC77-38C480222EBA}</a:tableStyleId>
              </a:tblPr>
              <a:tblGrid>
                <a:gridCol w="1792650">
                  <a:extLst>
                    <a:ext uri="{9D8B030D-6E8A-4147-A177-3AD203B41FA5}">
                      <a16:colId xmlns:a16="http://schemas.microsoft.com/office/drawing/2014/main" val="20000"/>
                    </a:ext>
                  </a:extLst>
                </a:gridCol>
                <a:gridCol w="908025">
                  <a:extLst>
                    <a:ext uri="{9D8B030D-6E8A-4147-A177-3AD203B41FA5}">
                      <a16:colId xmlns:a16="http://schemas.microsoft.com/office/drawing/2014/main" val="20001"/>
                    </a:ext>
                  </a:extLst>
                </a:gridCol>
                <a:gridCol w="908025">
                  <a:extLst>
                    <a:ext uri="{9D8B030D-6E8A-4147-A177-3AD203B41FA5}">
                      <a16:colId xmlns:a16="http://schemas.microsoft.com/office/drawing/2014/main" val="20002"/>
                    </a:ext>
                  </a:extLst>
                </a:gridCol>
                <a:gridCol w="908025">
                  <a:extLst>
                    <a:ext uri="{9D8B030D-6E8A-4147-A177-3AD203B41FA5}">
                      <a16:colId xmlns:a16="http://schemas.microsoft.com/office/drawing/2014/main" val="20003"/>
                    </a:ext>
                  </a:extLst>
                </a:gridCol>
              </a:tblGrid>
              <a:tr h="381000">
                <a:tc>
                  <a:txBody>
                    <a:bodyPr/>
                    <a:lstStyle/>
                    <a:p>
                      <a:pPr marL="0" lvl="0" indent="0" algn="l" rtl="0">
                        <a:spcBef>
                          <a:spcPts val="0"/>
                        </a:spcBef>
                        <a:spcAft>
                          <a:spcPts val="0"/>
                        </a:spcAft>
                        <a:buNone/>
                      </a:pPr>
                      <a:r>
                        <a:rPr lang="en">
                          <a:solidFill>
                            <a:srgbClr val="FFFFFF"/>
                          </a:solidFill>
                        </a:rPr>
                        <a:t>Do you need…?</a:t>
                      </a:r>
                      <a:endParaRPr>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a:solidFill>
                            <a:srgbClr val="FFFFFF"/>
                          </a:solidFill>
                        </a:rPr>
                        <a:t>Class</a:t>
                      </a:r>
                      <a:endParaRPr>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a:solidFill>
                            <a:srgbClr val="FFFFFF"/>
                          </a:solidFill>
                        </a:rPr>
                        <a:t>Abstract</a:t>
                      </a:r>
                      <a:endParaRPr>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a:solidFill>
                            <a:srgbClr val="FFFFFF"/>
                          </a:solidFill>
                        </a:rPr>
                        <a:t>Interface</a:t>
                      </a:r>
                      <a:endParaRPr>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a:t>Non-Static Fields</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ctr" rtl="0">
                        <a:spcBef>
                          <a:spcPts val="0"/>
                        </a:spcBef>
                        <a:spcAft>
                          <a:spcPts val="0"/>
                        </a:spcAft>
                        <a:buNone/>
                      </a:pPr>
                      <a:r>
                        <a:rPr lang="en">
                          <a:solidFill>
                            <a:srgbClr val="6AA84F"/>
                          </a:solidFill>
                          <a:latin typeface="Impact"/>
                          <a:ea typeface="Impact"/>
                          <a:cs typeface="Impact"/>
                          <a:sym typeface="Impact"/>
                        </a:rPr>
                        <a:t>Yes</a:t>
                      </a:r>
                      <a:endParaRPr>
                        <a:solidFill>
                          <a:srgbClr val="6AA84F"/>
                        </a:solidFill>
                        <a:latin typeface="Impact"/>
                        <a:ea typeface="Impact"/>
                        <a:cs typeface="Impact"/>
                        <a:sym typeface="Impact"/>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ctr" rtl="0">
                        <a:spcBef>
                          <a:spcPts val="0"/>
                        </a:spcBef>
                        <a:spcAft>
                          <a:spcPts val="0"/>
                        </a:spcAft>
                        <a:buNone/>
                      </a:pPr>
                      <a:r>
                        <a:rPr lang="en">
                          <a:solidFill>
                            <a:srgbClr val="6AA84F"/>
                          </a:solidFill>
                          <a:latin typeface="Impact"/>
                          <a:ea typeface="Impact"/>
                          <a:cs typeface="Impact"/>
                          <a:sym typeface="Impact"/>
                        </a:rPr>
                        <a:t>Yes</a:t>
                      </a:r>
                      <a:endParaRPr>
                        <a:solidFill>
                          <a:srgbClr val="6AA84F"/>
                        </a:solidFill>
                        <a:latin typeface="Impact"/>
                        <a:ea typeface="Impact"/>
                        <a:cs typeface="Impact"/>
                        <a:sym typeface="Impact"/>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ctr" rtl="0">
                        <a:spcBef>
                          <a:spcPts val="0"/>
                        </a:spcBef>
                        <a:spcAft>
                          <a:spcPts val="0"/>
                        </a:spcAft>
                        <a:buNone/>
                      </a:pPr>
                      <a:r>
                        <a:rPr lang="en">
                          <a:solidFill>
                            <a:srgbClr val="FF0000"/>
                          </a:solidFill>
                          <a:latin typeface="Impact"/>
                          <a:ea typeface="Impact"/>
                          <a:cs typeface="Impact"/>
                          <a:sym typeface="Impact"/>
                        </a:rPr>
                        <a:t>No</a:t>
                      </a:r>
                      <a:endParaRPr>
                        <a:solidFill>
                          <a:srgbClr val="FF0000"/>
                        </a:solidFill>
                        <a:latin typeface="Impact"/>
                        <a:ea typeface="Impact"/>
                        <a:cs typeface="Impact"/>
                        <a:sym typeface="Impact"/>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a:t>Concrete Methods</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ctr" rtl="0">
                        <a:spcBef>
                          <a:spcPts val="0"/>
                        </a:spcBef>
                        <a:spcAft>
                          <a:spcPts val="0"/>
                        </a:spcAft>
                        <a:buNone/>
                      </a:pPr>
                      <a:r>
                        <a:rPr lang="en">
                          <a:solidFill>
                            <a:srgbClr val="6AA84F"/>
                          </a:solidFill>
                          <a:latin typeface="Impact"/>
                          <a:ea typeface="Impact"/>
                          <a:cs typeface="Impact"/>
                          <a:sym typeface="Impact"/>
                        </a:rPr>
                        <a:t>Yes</a:t>
                      </a:r>
                      <a:endParaRPr>
                        <a:solidFill>
                          <a:srgbClr val="6AA84F"/>
                        </a:solidFill>
                        <a:latin typeface="Impact"/>
                        <a:ea typeface="Impact"/>
                        <a:cs typeface="Impact"/>
                        <a:sym typeface="Impact"/>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ctr" rtl="0">
                        <a:spcBef>
                          <a:spcPts val="0"/>
                        </a:spcBef>
                        <a:spcAft>
                          <a:spcPts val="0"/>
                        </a:spcAft>
                        <a:buNone/>
                      </a:pPr>
                      <a:r>
                        <a:rPr lang="en">
                          <a:solidFill>
                            <a:srgbClr val="6AA84F"/>
                          </a:solidFill>
                          <a:latin typeface="Impact"/>
                          <a:ea typeface="Impact"/>
                          <a:cs typeface="Impact"/>
                          <a:sym typeface="Impact"/>
                        </a:rPr>
                        <a:t>Yes</a:t>
                      </a:r>
                      <a:endParaRPr>
                        <a:solidFill>
                          <a:srgbClr val="6AA84F"/>
                        </a:solidFill>
                        <a:latin typeface="Impact"/>
                        <a:ea typeface="Impact"/>
                        <a:cs typeface="Impact"/>
                        <a:sym typeface="Impact"/>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ctr" rtl="0">
                        <a:spcBef>
                          <a:spcPts val="0"/>
                        </a:spcBef>
                        <a:spcAft>
                          <a:spcPts val="0"/>
                        </a:spcAft>
                        <a:buNone/>
                      </a:pPr>
                      <a:r>
                        <a:rPr lang="en">
                          <a:solidFill>
                            <a:srgbClr val="FF0000"/>
                          </a:solidFill>
                          <a:latin typeface="Impact"/>
                          <a:ea typeface="Impact"/>
                          <a:cs typeface="Impact"/>
                          <a:sym typeface="Impact"/>
                        </a:rPr>
                        <a:t>No</a:t>
                      </a:r>
                      <a:endParaRPr>
                        <a:solidFill>
                          <a:srgbClr val="FF0000"/>
                        </a:solidFill>
                        <a:latin typeface="Impact"/>
                        <a:ea typeface="Impact"/>
                        <a:cs typeface="Impact"/>
                        <a:sym typeface="Impact"/>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a:t>Abstract Methods</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ctr" rtl="0">
                        <a:spcBef>
                          <a:spcPts val="0"/>
                        </a:spcBef>
                        <a:spcAft>
                          <a:spcPts val="0"/>
                        </a:spcAft>
                        <a:buNone/>
                      </a:pPr>
                      <a:r>
                        <a:rPr lang="en">
                          <a:solidFill>
                            <a:srgbClr val="FF0000"/>
                          </a:solidFill>
                          <a:latin typeface="Impact"/>
                          <a:ea typeface="Impact"/>
                          <a:cs typeface="Impact"/>
                          <a:sym typeface="Impact"/>
                        </a:rPr>
                        <a:t>No</a:t>
                      </a:r>
                      <a:endParaRPr>
                        <a:solidFill>
                          <a:srgbClr val="FF0000"/>
                        </a:solidFill>
                        <a:latin typeface="Impact"/>
                        <a:ea typeface="Impact"/>
                        <a:cs typeface="Impact"/>
                        <a:sym typeface="Impact"/>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ctr" rtl="0">
                        <a:spcBef>
                          <a:spcPts val="0"/>
                        </a:spcBef>
                        <a:spcAft>
                          <a:spcPts val="0"/>
                        </a:spcAft>
                        <a:buNone/>
                      </a:pPr>
                      <a:r>
                        <a:rPr lang="en">
                          <a:solidFill>
                            <a:srgbClr val="6AA84F"/>
                          </a:solidFill>
                          <a:latin typeface="Impact"/>
                          <a:ea typeface="Impact"/>
                          <a:cs typeface="Impact"/>
                          <a:sym typeface="Impact"/>
                        </a:rPr>
                        <a:t>Yes</a:t>
                      </a:r>
                      <a:endParaRPr>
                        <a:solidFill>
                          <a:srgbClr val="6AA84F"/>
                        </a:solidFill>
                        <a:latin typeface="Impact"/>
                        <a:ea typeface="Impact"/>
                        <a:cs typeface="Impact"/>
                        <a:sym typeface="Impact"/>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ctr" rtl="0">
                        <a:spcBef>
                          <a:spcPts val="0"/>
                        </a:spcBef>
                        <a:spcAft>
                          <a:spcPts val="0"/>
                        </a:spcAft>
                        <a:buNone/>
                      </a:pPr>
                      <a:r>
                        <a:rPr lang="en">
                          <a:solidFill>
                            <a:srgbClr val="6AA84F"/>
                          </a:solidFill>
                          <a:latin typeface="Impact"/>
                          <a:ea typeface="Impact"/>
                          <a:cs typeface="Impact"/>
                          <a:sym typeface="Impact"/>
                        </a:rPr>
                        <a:t>Yes</a:t>
                      </a:r>
                      <a:endParaRPr>
                        <a:solidFill>
                          <a:srgbClr val="6AA84F"/>
                        </a:solidFill>
                        <a:latin typeface="Impact"/>
                        <a:ea typeface="Impact"/>
                        <a:cs typeface="Impact"/>
                        <a:sym typeface="Impact"/>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531"/>
        <p:cNvGrpSpPr/>
        <p:nvPr/>
      </p:nvGrpSpPr>
      <p:grpSpPr>
        <a:xfrm>
          <a:off x="0" y="0"/>
          <a:ext cx="0" cy="0"/>
          <a:chOff x="0" y="0"/>
          <a:chExt cx="0" cy="0"/>
        </a:xfrm>
      </p:grpSpPr>
      <p:graphicFrame>
        <p:nvGraphicFramePr>
          <p:cNvPr id="1532" name="Google Shape;1532;p148"/>
          <p:cNvGraphicFramePr/>
          <p:nvPr/>
        </p:nvGraphicFramePr>
        <p:xfrm>
          <a:off x="-10" y="13438"/>
          <a:ext cx="3000000" cy="3000000"/>
        </p:xfrm>
        <a:graphic>
          <a:graphicData uri="http://schemas.openxmlformats.org/drawingml/2006/table">
            <a:tbl>
              <a:tblPr>
                <a:noFill/>
                <a:tableStyleId>{DA43B600-DA8F-4E08-BC77-38C480222EBA}</a:tableStyleId>
              </a:tblPr>
              <a:tblGrid>
                <a:gridCol w="388675">
                  <a:extLst>
                    <a:ext uri="{9D8B030D-6E8A-4147-A177-3AD203B41FA5}">
                      <a16:colId xmlns:a16="http://schemas.microsoft.com/office/drawing/2014/main" val="20000"/>
                    </a:ext>
                  </a:extLst>
                </a:gridCol>
                <a:gridCol w="4377650">
                  <a:extLst>
                    <a:ext uri="{9D8B030D-6E8A-4147-A177-3AD203B41FA5}">
                      <a16:colId xmlns:a16="http://schemas.microsoft.com/office/drawing/2014/main" val="20001"/>
                    </a:ext>
                  </a:extLst>
                </a:gridCol>
                <a:gridCol w="4377650">
                  <a:extLst>
                    <a:ext uri="{9D8B030D-6E8A-4147-A177-3AD203B41FA5}">
                      <a16:colId xmlns:a16="http://schemas.microsoft.com/office/drawing/2014/main" val="20002"/>
                    </a:ext>
                  </a:extLst>
                </a:gridCol>
              </a:tblGrid>
              <a:tr h="0">
                <a:tc rowSpan="7">
                  <a:txBody>
                    <a:bodyPr/>
                    <a:lstStyle/>
                    <a:p>
                      <a:pPr marL="0" lvl="0" indent="0" algn="l" rtl="0">
                        <a:spcBef>
                          <a:spcPts val="0"/>
                        </a:spcBef>
                        <a:spcAft>
                          <a:spcPts val="0"/>
                        </a:spcAft>
                        <a:buNone/>
                      </a:pP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073763"/>
                    </a:solidFill>
                  </a:tcPr>
                </a:tc>
                <a:tc>
                  <a:txBody>
                    <a:bodyPr/>
                    <a:lstStyle/>
                    <a:p>
                      <a:pPr marL="0" lvl="0" indent="0" algn="l" rtl="0">
                        <a:spcBef>
                          <a:spcPts val="0"/>
                        </a:spcBef>
                        <a:spcAft>
                          <a:spcPts val="0"/>
                        </a:spcAft>
                        <a:buNone/>
                      </a:pPr>
                      <a:r>
                        <a:rPr lang="en" sz="1000" u="sng">
                          <a:solidFill>
                            <a:schemeClr val="hlink"/>
                          </a:solidFill>
                          <a:hlinkClick r:id="rId3"/>
                        </a:rPr>
                        <a:t>Inheritance</a:t>
                      </a:r>
                      <a:r>
                        <a:rPr lang="en" sz="1000"/>
                        <a:t>.</a:t>
                      </a:r>
                      <a:endParaRPr sz="1000"/>
                    </a:p>
                    <a:p>
                      <a:pPr marL="0" lvl="0" indent="0" algn="l" rtl="0">
                        <a:spcBef>
                          <a:spcPts val="0"/>
                        </a:spcBef>
                        <a:spcAft>
                          <a:spcPts val="0"/>
                        </a:spcAft>
                        <a:buNone/>
                      </a:pPr>
                      <a:r>
                        <a:rPr lang="en" sz="1000">
                          <a:latin typeface="Courier New"/>
                          <a:ea typeface="Courier New"/>
                          <a:cs typeface="Courier New"/>
                          <a:sym typeface="Courier New"/>
                        </a:rPr>
                        <a:t>public class Child extends Parent { .. }</a:t>
                      </a: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rowSpan="2">
                  <a:txBody>
                    <a:bodyPr/>
                    <a:lstStyle/>
                    <a:p>
                      <a:pPr marL="0" lvl="0" indent="0" algn="l" rtl="0">
                        <a:spcBef>
                          <a:spcPts val="0"/>
                        </a:spcBef>
                        <a:spcAft>
                          <a:spcPts val="0"/>
                        </a:spcAft>
                        <a:buNone/>
                      </a:pPr>
                      <a:r>
                        <a:rPr lang="en" sz="1000" u="sng">
                          <a:solidFill>
                            <a:schemeClr val="hlink"/>
                          </a:solidFill>
                          <a:hlinkClick r:id="rId4"/>
                        </a:rPr>
                        <a:t>super &amp; Java Access Modifiers</a:t>
                      </a:r>
                      <a:r>
                        <a:rPr lang="en" sz="1000"/>
                        <a:t>.</a:t>
                      </a:r>
                      <a:endParaRPr sz="1000"/>
                    </a:p>
                    <a:p>
                      <a:pPr marL="0" lvl="0" indent="0" algn="l" rtl="0">
                        <a:spcBef>
                          <a:spcPts val="0"/>
                        </a:spcBef>
                        <a:spcAft>
                          <a:spcPts val="0"/>
                        </a:spcAft>
                        <a:buNone/>
                      </a:pPr>
                      <a:r>
                        <a:rPr lang="en" sz="1000">
                          <a:latin typeface="Courier New"/>
                          <a:ea typeface="Courier New"/>
                          <a:cs typeface="Courier New"/>
                          <a:sym typeface="Courier New"/>
                        </a:rPr>
                        <a:t>public</a:t>
                      </a:r>
                      <a:r>
                        <a:rPr lang="en" sz="1000"/>
                        <a:t>, </a:t>
                      </a:r>
                      <a:r>
                        <a:rPr lang="en" sz="1000">
                          <a:latin typeface="Courier New"/>
                          <a:ea typeface="Courier New"/>
                          <a:cs typeface="Courier New"/>
                          <a:sym typeface="Courier New"/>
                        </a:rPr>
                        <a:t>private</a:t>
                      </a:r>
                      <a:r>
                        <a:rPr lang="en" sz="1000"/>
                        <a:t>, </a:t>
                      </a:r>
                      <a:r>
                        <a:rPr lang="en" sz="1000">
                          <a:latin typeface="Courier New"/>
                          <a:ea typeface="Courier New"/>
                          <a:cs typeface="Courier New"/>
                          <a:sym typeface="Courier New"/>
                        </a:rPr>
                        <a:t>protected</a:t>
                      </a:r>
                      <a:r>
                        <a:rPr lang="en" sz="1000"/>
                        <a:t>, </a:t>
                      </a:r>
                      <a:r>
                        <a:rPr lang="en" sz="1000" i="1"/>
                        <a:t>package-private</a:t>
                      </a:r>
                      <a:r>
                        <a:rPr lang="en" sz="1000"/>
                        <a:t> (none)</a:t>
                      </a:r>
                      <a:endParaRPr sz="1000"/>
                    </a:p>
                    <a:p>
                      <a:pPr marL="0" lvl="0" indent="0" algn="l" rtl="0">
                        <a:spcBef>
                          <a:spcPts val="0"/>
                        </a:spcBef>
                        <a:spcAft>
                          <a:spcPts val="0"/>
                        </a:spcAft>
                        <a:buNone/>
                      </a:pPr>
                      <a:r>
                        <a:rPr lang="en" sz="1000"/>
                        <a:t>super constructor: </a:t>
                      </a:r>
                      <a:r>
                        <a:rPr lang="en" sz="1000">
                          <a:latin typeface="Courier New"/>
                          <a:ea typeface="Courier New"/>
                          <a:cs typeface="Courier New"/>
                          <a:sym typeface="Courier New"/>
                        </a:rPr>
                        <a:t>super(a, b, c);</a:t>
                      </a:r>
                      <a:endParaRPr sz="1000">
                        <a:latin typeface="Courier New"/>
                        <a:ea typeface="Courier New"/>
                        <a:cs typeface="Courier New"/>
                        <a:sym typeface="Courier New"/>
                      </a:endParaRPr>
                    </a:p>
                    <a:p>
                      <a:pPr marL="0" lvl="0" indent="0" algn="l" rtl="0">
                        <a:spcBef>
                          <a:spcPts val="0"/>
                        </a:spcBef>
                        <a:spcAft>
                          <a:spcPts val="0"/>
                        </a:spcAft>
                        <a:buNone/>
                      </a:pPr>
                      <a:r>
                        <a:rPr lang="en" sz="1000"/>
                        <a:t>super field: </a:t>
                      </a:r>
                      <a:r>
                        <a:rPr lang="en" sz="1000">
                          <a:latin typeface="Courier New"/>
                          <a:ea typeface="Courier New"/>
                          <a:cs typeface="Courier New"/>
                          <a:sym typeface="Courier New"/>
                        </a:rPr>
                        <a:t>int x = super.someField;</a:t>
                      </a:r>
                      <a:br>
                        <a:rPr lang="en" sz="1000"/>
                      </a:br>
                      <a:r>
                        <a:rPr lang="en" sz="1000"/>
                        <a:t>super method: </a:t>
                      </a:r>
                      <a:r>
                        <a:rPr lang="en" sz="1000">
                          <a:latin typeface="Courier New"/>
                          <a:ea typeface="Courier New"/>
                          <a:cs typeface="Courier New"/>
                          <a:sym typeface="Courier New"/>
                        </a:rPr>
                        <a:t>super.someMethod();</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0"/>
                  </a:ext>
                </a:extLst>
              </a:tr>
              <a:tr h="0">
                <a:tc vMerge="1">
                  <a:txBody>
                    <a:bodyPr/>
                    <a:lstStyle/>
                    <a:p>
                      <a:endParaRPr lang="en-US"/>
                    </a:p>
                  </a:txBody>
                  <a:tcPr/>
                </a:tc>
                <a:tc rowSpan="2">
                  <a:txBody>
                    <a:bodyPr/>
                    <a:lstStyle/>
                    <a:p>
                      <a:pPr marL="0" lvl="0" indent="0" algn="l" rtl="0">
                        <a:spcBef>
                          <a:spcPts val="0"/>
                        </a:spcBef>
                        <a:spcAft>
                          <a:spcPts val="0"/>
                        </a:spcAft>
                        <a:buNone/>
                      </a:pPr>
                      <a:r>
                        <a:rPr lang="en" sz="1000" u="sng">
                          <a:solidFill>
                            <a:schemeClr val="hlink"/>
                          </a:solidFill>
                          <a:hlinkClick r:id="rId5"/>
                        </a:rPr>
                        <a:t>Overriding Methods</a:t>
                      </a:r>
                      <a:r>
                        <a:rPr lang="en" sz="1000"/>
                        <a:t>.</a:t>
                      </a:r>
                      <a:endParaRPr sz="1000"/>
                    </a:p>
                    <a:p>
                      <a:pPr marL="0" lvl="0" indent="0" algn="l" rtl="0">
                        <a:spcBef>
                          <a:spcPts val="0"/>
                        </a:spcBef>
                        <a:spcAft>
                          <a:spcPts val="0"/>
                        </a:spcAft>
                        <a:buNone/>
                      </a:pPr>
                      <a:r>
                        <a:rPr lang="en" sz="1000">
                          <a:latin typeface="Courier New"/>
                          <a:ea typeface="Courier New"/>
                          <a:cs typeface="Courier New"/>
                          <a:sym typeface="Courier New"/>
                        </a:rPr>
                        <a:t>@Override</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public String toString()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return "Override this!";</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vMerge="1">
                  <a:txBody>
                    <a:bodyPr/>
                    <a:lstStyle/>
                    <a:p>
                      <a:endParaRPr lang="en-US"/>
                    </a:p>
                  </a:txBody>
                  <a:tcPr/>
                </a:tc>
                <a:extLst>
                  <a:ext uri="{0D108BD9-81ED-4DB2-BD59-A6C34878D82A}">
                    <a16:rowId xmlns:a16="http://schemas.microsoft.com/office/drawing/2014/main" val="10001"/>
                  </a:ext>
                </a:extLst>
              </a:tr>
              <a:tr h="0">
                <a:tc vMerge="1">
                  <a:txBody>
                    <a:bodyPr/>
                    <a:lstStyle/>
                    <a:p>
                      <a:endParaRPr lang="en-US"/>
                    </a:p>
                  </a:txBody>
                  <a:tcPr/>
                </a:tc>
                <a:tc vMerge="1">
                  <a:txBody>
                    <a:bodyPr/>
                    <a:lstStyle/>
                    <a:p>
                      <a:endParaRPr lang="en-US"/>
                    </a:p>
                  </a:txBody>
                  <a:tcPr/>
                </a:tc>
                <a:tc>
                  <a:txBody>
                    <a:bodyPr/>
                    <a:lstStyle/>
                    <a:p>
                      <a:pPr marL="0" lvl="0" indent="0" algn="l" rtl="0">
                        <a:spcBef>
                          <a:spcPts val="0"/>
                        </a:spcBef>
                        <a:spcAft>
                          <a:spcPts val="0"/>
                        </a:spcAft>
                        <a:buNone/>
                      </a:pPr>
                      <a:r>
                        <a:rPr lang="en" sz="1000" u="sng">
                          <a:solidFill>
                            <a:schemeClr val="hlink"/>
                          </a:solidFill>
                          <a:hlinkClick r:id="rId6"/>
                        </a:rPr>
                        <a:t>Polymorphism</a:t>
                      </a:r>
                      <a:r>
                        <a:rPr lang="en" sz="1000"/>
                        <a:t>.</a:t>
                      </a:r>
                      <a:endParaRPr sz="1000"/>
                    </a:p>
                    <a:p>
                      <a:pPr marL="0" lvl="0" indent="0" algn="l" rtl="0">
                        <a:spcBef>
                          <a:spcPts val="0"/>
                        </a:spcBef>
                        <a:spcAft>
                          <a:spcPts val="0"/>
                        </a:spcAft>
                        <a:buNone/>
                      </a:pPr>
                      <a:r>
                        <a:rPr lang="en" sz="1000">
                          <a:latin typeface="Courier New"/>
                          <a:ea typeface="Courier New"/>
                          <a:cs typeface="Courier New"/>
                          <a:sym typeface="Courier New"/>
                        </a:rPr>
                        <a:t>Parent p = new Child();</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r h="0">
                <a:tc vMerge="1">
                  <a:txBody>
                    <a:bodyPr/>
                    <a:lstStyle/>
                    <a:p>
                      <a:endParaRPr lang="en-US"/>
                    </a:p>
                  </a:txBody>
                  <a:tcPr/>
                </a:tc>
                <a:tc>
                  <a:txBody>
                    <a:bodyPr/>
                    <a:lstStyle/>
                    <a:p>
                      <a:pPr marL="0" lvl="0" indent="0" algn="l" rtl="0">
                        <a:spcBef>
                          <a:spcPts val="0"/>
                        </a:spcBef>
                        <a:spcAft>
                          <a:spcPts val="0"/>
                        </a:spcAft>
                        <a:buNone/>
                      </a:pPr>
                      <a:r>
                        <a:rPr lang="en" sz="1000" u="sng">
                          <a:solidFill>
                            <a:schemeClr val="hlink"/>
                          </a:solidFill>
                          <a:hlinkClick r:id="rId7"/>
                        </a:rPr>
                        <a:t>Abstract classes.</a:t>
                      </a:r>
                      <a:endParaRPr sz="1000"/>
                    </a:p>
                    <a:p>
                      <a:pPr marL="0" lvl="0" indent="0" algn="l" rtl="0">
                        <a:spcBef>
                          <a:spcPts val="0"/>
                        </a:spcBef>
                        <a:spcAft>
                          <a:spcPts val="0"/>
                        </a:spcAft>
                        <a:buNone/>
                      </a:pPr>
                      <a:r>
                        <a:rPr lang="en" sz="1000">
                          <a:latin typeface="Courier New"/>
                          <a:ea typeface="Courier New"/>
                          <a:cs typeface="Courier New"/>
                          <a:sym typeface="Courier New"/>
                        </a:rPr>
                        <a:t>public abstract class A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private int x;</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public int getX()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return x;</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public abstract int methodB();</a:t>
                      </a:r>
                      <a:br>
                        <a:rPr lang="en" sz="1000">
                          <a:latin typeface="Courier New"/>
                          <a:ea typeface="Courier New"/>
                          <a:cs typeface="Courier New"/>
                          <a:sym typeface="Courier New"/>
                        </a:rPr>
                      </a:br>
                      <a:r>
                        <a:rPr lang="en" sz="1000">
                          <a:latin typeface="Courier New"/>
                          <a:ea typeface="Courier New"/>
                          <a:cs typeface="Courier New"/>
                          <a:sym typeface="Courier New"/>
                        </a:rPr>
                        <a:t>}</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u="sng">
                          <a:solidFill>
                            <a:schemeClr val="hlink"/>
                          </a:solidFill>
                          <a:hlinkClick r:id="rId8"/>
                        </a:rPr>
                        <a:t>Subclassing an Abstract Class.</a:t>
                      </a:r>
                      <a:endParaRPr sz="1000"/>
                    </a:p>
                    <a:p>
                      <a:pPr marL="0" lvl="0" indent="0" algn="l" rtl="0">
                        <a:spcBef>
                          <a:spcPts val="0"/>
                        </a:spcBef>
                        <a:spcAft>
                          <a:spcPts val="0"/>
                        </a:spcAft>
                        <a:buNone/>
                      </a:pPr>
                      <a:r>
                        <a:rPr lang="en" sz="1000">
                          <a:latin typeface="Courier New"/>
                          <a:ea typeface="Courier New"/>
                          <a:cs typeface="Courier New"/>
                          <a:sym typeface="Courier New"/>
                        </a:rPr>
                        <a:t>public class B extends A {</a:t>
                      </a:r>
                      <a:br>
                        <a:rPr lang="en" sz="1000">
                          <a:latin typeface="Courier New"/>
                          <a:ea typeface="Courier New"/>
                          <a:cs typeface="Courier New"/>
                          <a:sym typeface="Courier New"/>
                        </a:rPr>
                      </a:br>
                      <a:r>
                        <a:rPr lang="en" sz="1000">
                          <a:latin typeface="Courier New"/>
                          <a:ea typeface="Courier New"/>
                          <a:cs typeface="Courier New"/>
                          <a:sym typeface="Courier New"/>
                        </a:rPr>
                        <a:t>  @Override</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public int methodB()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return getX() + 5;</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3"/>
                  </a:ext>
                </a:extLst>
              </a:tr>
              <a:tr h="0">
                <a:tc vMerge="1">
                  <a:txBody>
                    <a:bodyPr/>
                    <a:lstStyle/>
                    <a:p>
                      <a:endParaRPr lang="en-US"/>
                    </a:p>
                  </a:txBody>
                  <a:tcPr/>
                </a:tc>
                <a:tc>
                  <a:txBody>
                    <a:bodyPr/>
                    <a:lstStyle/>
                    <a:p>
                      <a:pPr marL="0" lvl="0" indent="0" algn="l" rtl="0">
                        <a:spcBef>
                          <a:spcPts val="0"/>
                        </a:spcBef>
                        <a:spcAft>
                          <a:spcPts val="0"/>
                        </a:spcAft>
                        <a:buNone/>
                      </a:pPr>
                      <a:r>
                        <a:rPr lang="en" sz="1000" u="sng">
                          <a:solidFill>
                            <a:schemeClr val="hlink"/>
                          </a:solidFill>
                          <a:hlinkClick r:id="rId9"/>
                        </a:rPr>
                        <a:t>Abstract Classes in UML.</a:t>
                      </a: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rowSpan="2">
                  <a:txBody>
                    <a:bodyPr/>
                    <a:lstStyle/>
                    <a:p>
                      <a:pPr marL="0" lvl="0" indent="0" algn="l" rtl="0">
                        <a:spcBef>
                          <a:spcPts val="0"/>
                        </a:spcBef>
                        <a:spcAft>
                          <a:spcPts val="0"/>
                        </a:spcAft>
                        <a:buNone/>
                      </a:pPr>
                      <a:r>
                        <a:rPr lang="en" sz="1000" u="sng">
                          <a:solidFill>
                            <a:schemeClr val="hlink"/>
                          </a:solidFill>
                          <a:hlinkClick r:id="rId10"/>
                        </a:rPr>
                        <a:t>Interfaces.</a:t>
                      </a:r>
                      <a:endParaRPr sz="1000"/>
                    </a:p>
                    <a:p>
                      <a:pPr marL="0" lvl="0" indent="0" algn="l" rtl="0">
                        <a:spcBef>
                          <a:spcPts val="0"/>
                        </a:spcBef>
                        <a:spcAft>
                          <a:spcPts val="0"/>
                        </a:spcAft>
                        <a:buNone/>
                      </a:pPr>
                      <a:r>
                        <a:rPr lang="en" sz="1000">
                          <a:latin typeface="Courier New"/>
                          <a:ea typeface="Courier New"/>
                          <a:cs typeface="Courier New"/>
                          <a:sym typeface="Courier New"/>
                        </a:rPr>
                        <a:t>public interface C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public abstract int methodD();</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String methodE(); // public + abstract automatically</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4"/>
                  </a:ext>
                </a:extLst>
              </a:tr>
              <a:tr h="0">
                <a:tc vMerge="1">
                  <a:txBody>
                    <a:bodyPr/>
                    <a:lstStyle/>
                    <a:p>
                      <a:endParaRPr lang="en-US"/>
                    </a:p>
                  </a:txBody>
                  <a:tcPr/>
                </a:tc>
                <a:tc>
                  <a:txBody>
                    <a:bodyPr/>
                    <a:lstStyle/>
                    <a:p>
                      <a:pPr marL="0" lvl="0" indent="0" algn="l" rtl="0">
                        <a:spcBef>
                          <a:spcPts val="0"/>
                        </a:spcBef>
                        <a:spcAft>
                          <a:spcPts val="0"/>
                        </a:spcAft>
                        <a:buNone/>
                      </a:pPr>
                      <a:r>
                        <a:rPr lang="en" sz="1000" u="sng">
                          <a:solidFill>
                            <a:schemeClr val="hlink"/>
                          </a:solidFill>
                          <a:hlinkClick r:id="rId11"/>
                        </a:rPr>
                        <a:t>class vs. abstract class vs. interface</a:t>
                      </a:r>
                      <a:r>
                        <a:rPr lang="en" sz="1000"/>
                        <a:t>.</a:t>
                      </a: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vMerge="1">
                  <a:txBody>
                    <a:bodyPr/>
                    <a:lstStyle/>
                    <a:p>
                      <a:endParaRPr lang="en-US"/>
                    </a:p>
                  </a:txBody>
                  <a:tcPr/>
                </a:tc>
                <a:extLst>
                  <a:ext uri="{0D108BD9-81ED-4DB2-BD59-A6C34878D82A}">
                    <a16:rowId xmlns:a16="http://schemas.microsoft.com/office/drawing/2014/main" val="10005"/>
                  </a:ext>
                </a:extLst>
              </a:tr>
              <a:tr h="0">
                <a:tc vMerge="1">
                  <a:txBody>
                    <a:bodyPr/>
                    <a:lstStyle/>
                    <a:p>
                      <a:endParaRPr lang="en-US"/>
                    </a:p>
                  </a:txBody>
                  <a:tcPr/>
                </a:tc>
                <a:tc>
                  <a:txBody>
                    <a:bodyPr/>
                    <a:lstStyle/>
                    <a:p>
                      <a:pPr marL="0" lvl="0" indent="0" algn="l" rtl="0">
                        <a:spcBef>
                          <a:spcPts val="0"/>
                        </a:spcBef>
                        <a:spcAft>
                          <a:spcPts val="0"/>
                        </a:spcAft>
                        <a:buNone/>
                      </a:pPr>
                      <a:r>
                        <a:rPr lang="en" sz="1000" u="sng">
                          <a:solidFill>
                            <a:schemeClr val="hlink"/>
                          </a:solidFill>
                          <a:hlinkClick r:id="rId12"/>
                        </a:rPr>
                        <a:t>UML (with Interfaces).</a:t>
                      </a: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u="sng">
                          <a:solidFill>
                            <a:schemeClr val="hlink"/>
                          </a:solidFill>
                          <a:hlinkClick r:id="rId13"/>
                        </a:rPr>
                        <a:t>Functional Interfaces &amp; Basic Lambdas.</a:t>
                      </a:r>
                      <a:endParaRPr sz="1000"/>
                    </a:p>
                    <a:p>
                      <a:pPr marL="0" lvl="0" indent="0" algn="l" rtl="0">
                        <a:spcBef>
                          <a:spcPts val="0"/>
                        </a:spcBef>
                        <a:spcAft>
                          <a:spcPts val="0"/>
                        </a:spcAft>
                        <a:buNone/>
                      </a:pPr>
                      <a:r>
                        <a:rPr lang="en" sz="1000">
                          <a:latin typeface="Courier New"/>
                          <a:ea typeface="Courier New"/>
                          <a:cs typeface="Courier New"/>
                          <a:sym typeface="Courier New"/>
                        </a:rPr>
                        <a:t>public interface Shape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double area(double length);</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Shape circle = (double radius) -&gt;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return Math.PI * radius * radius;</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6"/>
                  </a:ext>
                </a:extLst>
              </a:tr>
            </a:tbl>
          </a:graphicData>
        </a:graphic>
      </p:graphicFrame>
      <p:sp>
        <p:nvSpPr>
          <p:cNvPr id="1533" name="Google Shape;1533;p148"/>
          <p:cNvSpPr txBox="1"/>
          <p:nvPr/>
        </p:nvSpPr>
        <p:spPr>
          <a:xfrm rot="-5400000">
            <a:off x="-2322100" y="2334900"/>
            <a:ext cx="5038800" cy="384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a:solidFill>
                  <a:schemeClr val="lt1"/>
                </a:solidFill>
                <a:latin typeface="Merriweather"/>
                <a:ea typeface="Merriweather"/>
                <a:cs typeface="Merriweather"/>
                <a:sym typeface="Merriweather"/>
              </a:rPr>
              <a:t>Unit 3: Inheritance</a:t>
            </a:r>
            <a:endParaRPr sz="1300">
              <a:solidFill>
                <a:schemeClr val="lt1"/>
              </a:solidFill>
              <a:latin typeface="Merriweather"/>
              <a:ea typeface="Merriweather"/>
              <a:cs typeface="Merriweather"/>
              <a:sym typeface="Merriweather"/>
            </a:endParaRPr>
          </a:p>
        </p:txBody>
      </p:sp>
      <p:pic>
        <p:nvPicPr>
          <p:cNvPr id="1534" name="Google Shape;1534;p148"/>
          <p:cNvPicPr preferRelativeResize="0"/>
          <p:nvPr/>
        </p:nvPicPr>
        <p:blipFill>
          <a:blip r:embed="rId14">
            <a:alphaModFix/>
          </a:blip>
          <a:stretch>
            <a:fillRect/>
          </a:stretch>
        </p:blipFill>
        <p:spPr>
          <a:xfrm>
            <a:off x="2685376" y="3854145"/>
            <a:ext cx="1984474" cy="1118651"/>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538"/>
        <p:cNvGrpSpPr/>
        <p:nvPr/>
      </p:nvGrpSpPr>
      <p:grpSpPr>
        <a:xfrm>
          <a:off x="0" y="0"/>
          <a:ext cx="0" cy="0"/>
          <a:chOff x="0" y="0"/>
          <a:chExt cx="0" cy="0"/>
        </a:xfrm>
      </p:grpSpPr>
      <p:sp>
        <p:nvSpPr>
          <p:cNvPr id="1539" name="Google Shape;1539;p149"/>
          <p:cNvSpPr txBox="1">
            <a:spLocks noGrp="1"/>
          </p:cNvSpPr>
          <p:nvPr>
            <p:ph type="title"/>
          </p:nvPr>
        </p:nvSpPr>
        <p:spPr>
          <a:xfrm>
            <a:off x="311725" y="196125"/>
            <a:ext cx="8520600" cy="623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900"/>
              <a:t>Summary &amp; Reflection</a:t>
            </a:r>
            <a:endParaRPr sz="3900"/>
          </a:p>
        </p:txBody>
      </p:sp>
      <p:sp>
        <p:nvSpPr>
          <p:cNvPr id="1540" name="Google Shape;1540;p149"/>
          <p:cNvSpPr/>
          <p:nvPr/>
        </p:nvSpPr>
        <p:spPr>
          <a:xfrm>
            <a:off x="3934950" y="1656500"/>
            <a:ext cx="1905000" cy="1233000"/>
          </a:xfrm>
          <a:prstGeom prst="cloudCallout">
            <a:avLst>
              <a:gd name="adj1" fmla="val 60382"/>
              <a:gd name="adj2" fmla="val 60947"/>
            </a:avLst>
          </a:prstGeom>
          <a:solidFill>
            <a:srgbClr val="C9DAF8"/>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What is one new thing that you learned today?</a:t>
            </a:r>
            <a:endParaRPr sz="1200"/>
          </a:p>
        </p:txBody>
      </p:sp>
      <p:pic>
        <p:nvPicPr>
          <p:cNvPr id="1541" name="Google Shape;1541;p149"/>
          <p:cNvPicPr preferRelativeResize="0"/>
          <p:nvPr/>
        </p:nvPicPr>
        <p:blipFill>
          <a:blip r:embed="rId3">
            <a:alphaModFix/>
          </a:blip>
          <a:stretch>
            <a:fillRect/>
          </a:stretch>
        </p:blipFill>
        <p:spPr>
          <a:xfrm>
            <a:off x="5651400" y="3077250"/>
            <a:ext cx="1504525" cy="1504525"/>
          </a:xfrm>
          <a:prstGeom prst="rect">
            <a:avLst/>
          </a:prstGeom>
          <a:noFill/>
          <a:ln>
            <a:noFill/>
          </a:ln>
        </p:spPr>
      </p:pic>
      <p:sp>
        <p:nvSpPr>
          <p:cNvPr id="1542" name="Google Shape;1542;p149"/>
          <p:cNvSpPr/>
          <p:nvPr/>
        </p:nvSpPr>
        <p:spPr>
          <a:xfrm>
            <a:off x="5992350" y="1351700"/>
            <a:ext cx="1905000" cy="1233000"/>
          </a:xfrm>
          <a:prstGeom prst="cloudCallout">
            <a:avLst>
              <a:gd name="adj1" fmla="val -15427"/>
              <a:gd name="adj2" fmla="val 82691"/>
            </a:avLst>
          </a:prstGeom>
          <a:solidFill>
            <a:srgbClr val="D9EAD3"/>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What is one thing that you wish you knew more about as we move forward?</a:t>
            </a:r>
            <a:endParaRPr sz="1000"/>
          </a:p>
        </p:txBody>
      </p:sp>
      <p:sp>
        <p:nvSpPr>
          <p:cNvPr id="1543" name="Google Shape;1543;p149"/>
          <p:cNvSpPr/>
          <p:nvPr/>
        </p:nvSpPr>
        <p:spPr>
          <a:xfrm>
            <a:off x="7003525" y="2549050"/>
            <a:ext cx="1905000" cy="1233000"/>
          </a:xfrm>
          <a:prstGeom prst="cloudCallout">
            <a:avLst>
              <a:gd name="adj1" fmla="val -66241"/>
              <a:gd name="adj2" fmla="val 20639"/>
            </a:avLst>
          </a:prstGeom>
          <a:solidFill>
            <a:srgbClr val="FCE5CD"/>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What one question do you have about today’s class?</a:t>
            </a:r>
            <a:endParaRPr sz="1200"/>
          </a:p>
        </p:txBody>
      </p:sp>
      <p:sp>
        <p:nvSpPr>
          <p:cNvPr id="1544" name="Google Shape;1544;p149"/>
          <p:cNvSpPr txBox="1"/>
          <p:nvPr/>
        </p:nvSpPr>
        <p:spPr>
          <a:xfrm>
            <a:off x="4107225" y="4689650"/>
            <a:ext cx="4667100" cy="234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2"/>
                </a:solidFill>
                <a:latin typeface="Roboto"/>
                <a:ea typeface="Roboto"/>
                <a:cs typeface="Roboto"/>
                <a:sym typeface="Roboto"/>
              </a:rPr>
              <a:t>Please answer the questions above in your notes for today.</a:t>
            </a:r>
            <a:endParaRPr sz="1200">
              <a:solidFill>
                <a:schemeClr val="dk2"/>
              </a:solidFill>
              <a:latin typeface="Roboto"/>
              <a:ea typeface="Roboto"/>
              <a:cs typeface="Roboto"/>
              <a:sym typeface="Roboto"/>
            </a:endParaRPr>
          </a:p>
        </p:txBody>
      </p:sp>
      <p:pic>
        <p:nvPicPr>
          <p:cNvPr id="1545" name="Google Shape;1545;p149"/>
          <p:cNvPicPr preferRelativeResize="0"/>
          <p:nvPr/>
        </p:nvPicPr>
        <p:blipFill>
          <a:blip r:embed="rId4">
            <a:alphaModFix/>
          </a:blip>
          <a:stretch>
            <a:fillRect/>
          </a:stretch>
        </p:blipFill>
        <p:spPr>
          <a:xfrm rot="-1172163">
            <a:off x="798432" y="944685"/>
            <a:ext cx="2945835" cy="3808755"/>
          </a:xfrm>
          <a:prstGeom prst="rect">
            <a:avLst/>
          </a:prstGeom>
          <a:noFill/>
          <a:ln>
            <a:noFill/>
          </a:ln>
        </p:spPr>
      </p:pic>
      <p:sp>
        <p:nvSpPr>
          <p:cNvPr id="1546" name="Google Shape;1546;p149"/>
          <p:cNvSpPr txBox="1">
            <a:spLocks noGrp="1"/>
          </p:cNvSpPr>
          <p:nvPr>
            <p:ph type="body" idx="1"/>
          </p:nvPr>
        </p:nvSpPr>
        <p:spPr>
          <a:xfrm rot="-1168295">
            <a:off x="1011648" y="1531349"/>
            <a:ext cx="2569455" cy="2929916"/>
          </a:xfrm>
          <a:prstGeom prst="rect">
            <a:avLst/>
          </a:prstGeom>
        </p:spPr>
        <p:txBody>
          <a:bodyPr spcFirstLastPara="1" wrap="square" lIns="91425" tIns="91425" rIns="91425" bIns="91425" anchor="ctr" anchorCtr="0">
            <a:noAutofit/>
          </a:bodyPr>
          <a:lstStyle/>
          <a:p>
            <a:pPr marL="457200" lvl="0"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Simple Domain Analysis</a:t>
            </a:r>
            <a:endParaRPr sz="1500">
              <a:solidFill>
                <a:srgbClr val="FF0000"/>
              </a:solidFill>
              <a:latin typeface="Shadows Into Light"/>
              <a:ea typeface="Shadows Into Light"/>
              <a:cs typeface="Shadows Into Light"/>
              <a:sym typeface="Shadows Into Light"/>
            </a:endParaRPr>
          </a:p>
          <a:p>
            <a:pPr marL="457200" lvl="0"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Basic Inheritance</a:t>
            </a:r>
            <a:endParaRPr sz="1500">
              <a:solidFill>
                <a:srgbClr val="FF0000"/>
              </a:solidFill>
              <a:latin typeface="Shadows Into Light"/>
              <a:ea typeface="Shadows Into Light"/>
              <a:cs typeface="Shadows Into Light"/>
              <a:sym typeface="Shadows Into Light"/>
            </a:endParaRPr>
          </a:p>
          <a:p>
            <a:pPr marL="914400" lvl="1"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extends</a:t>
            </a:r>
            <a:endParaRPr sz="1500">
              <a:solidFill>
                <a:srgbClr val="FF0000"/>
              </a:solidFill>
              <a:latin typeface="Shadows Into Light"/>
              <a:ea typeface="Shadows Into Light"/>
              <a:cs typeface="Shadows Into Light"/>
              <a:sym typeface="Shadows Into Light"/>
            </a:endParaRPr>
          </a:p>
          <a:p>
            <a:pPr marL="914400" lvl="1"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overriding</a:t>
            </a:r>
            <a:endParaRPr sz="1500">
              <a:solidFill>
                <a:srgbClr val="FF0000"/>
              </a:solidFill>
              <a:latin typeface="Shadows Into Light"/>
              <a:ea typeface="Shadows Into Light"/>
              <a:cs typeface="Shadows Into Light"/>
              <a:sym typeface="Shadows Into Light"/>
            </a:endParaRPr>
          </a:p>
          <a:p>
            <a:pPr marL="457200" lvl="0"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Polymorphism</a:t>
            </a:r>
            <a:endParaRPr sz="1500">
              <a:solidFill>
                <a:srgbClr val="FF0000"/>
              </a:solidFill>
              <a:latin typeface="Shadows Into Light"/>
              <a:ea typeface="Shadows Into Light"/>
              <a:cs typeface="Shadows Into Light"/>
              <a:sym typeface="Shadows Into Light"/>
            </a:endParaRPr>
          </a:p>
          <a:p>
            <a:pPr marL="457200" lvl="0"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Abstract Classes</a:t>
            </a:r>
            <a:endParaRPr sz="1500">
              <a:solidFill>
                <a:srgbClr val="FF0000"/>
              </a:solidFill>
              <a:latin typeface="Shadows Into Light"/>
              <a:ea typeface="Shadows Into Light"/>
              <a:cs typeface="Shadows Into Light"/>
              <a:sym typeface="Shadows Into Light"/>
            </a:endParaRPr>
          </a:p>
          <a:p>
            <a:pPr marL="914400" lvl="1"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abstract methods</a:t>
            </a:r>
            <a:endParaRPr sz="1500">
              <a:solidFill>
                <a:srgbClr val="FF0000"/>
              </a:solidFill>
              <a:latin typeface="Shadows Into Light"/>
              <a:ea typeface="Shadows Into Light"/>
              <a:cs typeface="Shadows Into Light"/>
              <a:sym typeface="Shadows Into Light"/>
            </a:endParaRPr>
          </a:p>
          <a:p>
            <a:pPr marL="914400" lvl="1"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extending</a:t>
            </a:r>
            <a:endParaRPr sz="1500">
              <a:solidFill>
                <a:srgbClr val="FF0000"/>
              </a:solidFill>
              <a:latin typeface="Shadows Into Light"/>
              <a:ea typeface="Shadows Into Light"/>
              <a:cs typeface="Shadows Into Light"/>
              <a:sym typeface="Shadows Into Light"/>
            </a:endParaRPr>
          </a:p>
          <a:p>
            <a:pPr marL="457200" lvl="0"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UML Class Diagrams</a:t>
            </a:r>
            <a:endParaRPr sz="1500">
              <a:solidFill>
                <a:srgbClr val="FF0000"/>
              </a:solidFill>
              <a:latin typeface="Shadows Into Light"/>
              <a:ea typeface="Shadows Into Light"/>
              <a:cs typeface="Shadows Into Light"/>
              <a:sym typeface="Shadows Into Light"/>
            </a:endParaRPr>
          </a:p>
          <a:p>
            <a:pPr marL="457200" lvl="0"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Interface Inheritance</a:t>
            </a:r>
            <a:endParaRPr sz="1500">
              <a:solidFill>
                <a:srgbClr val="FF0000"/>
              </a:solidFill>
              <a:latin typeface="Shadows Into Light"/>
              <a:ea typeface="Shadows Into Light"/>
              <a:cs typeface="Shadows Into Light"/>
              <a:sym typeface="Shadows Into Light"/>
            </a:endParaRPr>
          </a:p>
          <a:p>
            <a:pPr marL="914400" lvl="1"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implements</a:t>
            </a:r>
            <a:endParaRPr sz="1500">
              <a:solidFill>
                <a:srgbClr val="FF0000"/>
              </a:solidFill>
              <a:latin typeface="Shadows Into Light"/>
              <a:ea typeface="Shadows Into Light"/>
              <a:cs typeface="Shadows Into Light"/>
              <a:sym typeface="Shadows Into Light"/>
            </a:endParaRPr>
          </a:p>
          <a:p>
            <a:pPr marL="457200" lvl="0"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Functional Interfaces</a:t>
            </a:r>
            <a:endParaRPr sz="1500">
              <a:solidFill>
                <a:srgbClr val="FF0000"/>
              </a:solidFill>
              <a:latin typeface="Shadows Into Light"/>
              <a:ea typeface="Shadows Into Light"/>
              <a:cs typeface="Shadows Into Light"/>
              <a:sym typeface="Shadows Into Light"/>
            </a:endParaRPr>
          </a:p>
          <a:p>
            <a:pPr marL="914400" lvl="1"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Lambdas</a:t>
            </a:r>
            <a:endParaRPr sz="1500">
              <a:solidFill>
                <a:srgbClr val="FF0000"/>
              </a:solidFill>
              <a:latin typeface="Shadows Into Light"/>
              <a:ea typeface="Shadows Into Light"/>
              <a:cs typeface="Shadows Into Light"/>
              <a:sym typeface="Shadows Into Light"/>
            </a:endParaRPr>
          </a:p>
        </p:txBody>
      </p:sp>
      <p:sp>
        <p:nvSpPr>
          <p:cNvPr id="1547" name="Google Shape;1547;p14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71</a:t>
            </a:fld>
            <a:endParaRPr/>
          </a:p>
        </p:txBody>
      </p:sp>
    </p:spTree>
  </p:cSld>
  <p:clrMapOvr>
    <a:masterClrMapping/>
  </p:clrMapOvr>
</p:sld>
</file>

<file path=ppt/theme/theme1.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11321</Words>
  <Application>Microsoft Office PowerPoint</Application>
  <PresentationFormat>On-screen Show (16:9)</PresentationFormat>
  <Paragraphs>1443</Paragraphs>
  <Slides>71</Slides>
  <Notes>71</Notes>
  <HiddenSlides>2</HiddenSlides>
  <MMClips>0</MMClips>
  <ScaleCrop>false</ScaleCrop>
  <HeadingPairs>
    <vt:vector size="6" baseType="variant">
      <vt:variant>
        <vt:lpstr>Fonts Used</vt:lpstr>
      </vt:variant>
      <vt:variant>
        <vt:i4>10</vt:i4>
      </vt:variant>
      <vt:variant>
        <vt:lpstr>Theme</vt:lpstr>
      </vt:variant>
      <vt:variant>
        <vt:i4>5</vt:i4>
      </vt:variant>
      <vt:variant>
        <vt:lpstr>Slide Titles</vt:lpstr>
      </vt:variant>
      <vt:variant>
        <vt:i4>71</vt:i4>
      </vt:variant>
    </vt:vector>
  </HeadingPairs>
  <TitlesOfParts>
    <vt:vector size="86" baseType="lpstr">
      <vt:lpstr>Shadows Into Light</vt:lpstr>
      <vt:lpstr>Consolas</vt:lpstr>
      <vt:lpstr>Lato</vt:lpstr>
      <vt:lpstr>Noto Sans Symbols</vt:lpstr>
      <vt:lpstr>Courier New</vt:lpstr>
      <vt:lpstr>Impact</vt:lpstr>
      <vt:lpstr>Calibri</vt:lpstr>
      <vt:lpstr>Arial</vt:lpstr>
      <vt:lpstr>Merriweather</vt:lpstr>
      <vt:lpstr>Roboto</vt:lpstr>
      <vt:lpstr>Paradigm</vt:lpstr>
      <vt:lpstr>Paradigm</vt:lpstr>
      <vt:lpstr>Paradigm</vt:lpstr>
      <vt:lpstr>Paradigm</vt:lpstr>
      <vt:lpstr>Paradigm</vt:lpstr>
      <vt:lpstr>GCIS-124 Software Development &amp; Problem Solving</vt:lpstr>
      <vt:lpstr>Inheritance</vt:lpstr>
      <vt:lpstr>Goats vs. Trolls V: The Trolls Strike Back  </vt:lpstr>
      <vt:lpstr>Simple Domain Analysis</vt:lpstr>
      <vt:lpstr>Simple Domain Analysis</vt:lpstr>
      <vt:lpstr>Damage Types</vt:lpstr>
      <vt:lpstr>Plan of Attack</vt:lpstr>
      <vt:lpstr>A Goat Mage</vt:lpstr>
      <vt:lpstr>The Goat Mage (continued)</vt:lpstr>
      <vt:lpstr>The Goat Fighter</vt:lpstr>
      <vt:lpstr>PowerPoint Presentation</vt:lpstr>
      <vt:lpstr>Goat Fight Club</vt:lpstr>
      <vt:lpstr>Mage Fight?</vt:lpstr>
      <vt:lpstr>Reuse </vt:lpstr>
      <vt:lpstr>Identifying Common Attributes</vt:lpstr>
      <vt:lpstr>Identifying Common Attributes</vt:lpstr>
      <vt:lpstr>A Common Goat </vt:lpstr>
      <vt:lpstr>A Common Goat</vt:lpstr>
      <vt:lpstr>Inheritance</vt:lpstr>
      <vt:lpstr>super &amp; Access Modifiers</vt:lpstr>
      <vt:lpstr>Inheritance Example</vt:lpstr>
      <vt:lpstr>Inheritance Example</vt:lpstr>
      <vt:lpstr>Begin Refactoring Mage</vt:lpstr>
      <vt:lpstr>What's Going On?</vt:lpstr>
      <vt:lpstr>Overriding Methods</vt:lpstr>
      <vt:lpstr>Finish Refactoring Mage</vt:lpstr>
      <vt:lpstr>Refactor Fighter</vt:lpstr>
      <vt:lpstr>Polymorphism</vt:lpstr>
      <vt:lpstr>Goat Fight?</vt:lpstr>
      <vt:lpstr>A Closer Look</vt:lpstr>
      <vt:lpstr>A Closer Look</vt:lpstr>
      <vt:lpstr>Goat Fight Part 2</vt:lpstr>
      <vt:lpstr>New Goat Classes!</vt:lpstr>
      <vt:lpstr>A New Goat</vt:lpstr>
      <vt:lpstr>GOAT RUMBLE!</vt:lpstr>
      <vt:lpstr>Abstract Classes</vt:lpstr>
      <vt:lpstr>A Closer Look at Abstract Classes</vt:lpstr>
      <vt:lpstr>A Closer Look at Abstract Classes</vt:lpstr>
      <vt:lpstr>Subclassing an Abstract Class</vt:lpstr>
      <vt:lpstr>Subclassing an Abstract Class</vt:lpstr>
      <vt:lpstr>An Abstract Goat</vt:lpstr>
      <vt:lpstr>Abstract Classes in UML</vt:lpstr>
      <vt:lpstr>Abstract Classes in UML</vt:lpstr>
      <vt:lpstr>Diagramming Goats</vt:lpstr>
      <vt:lpstr>An Expression Tree</vt:lpstr>
      <vt:lpstr>Expressions</vt:lpstr>
      <vt:lpstr>Expression Practice</vt:lpstr>
      <vt:lpstr>Expression Practice</vt:lpstr>
      <vt:lpstr>Another Simple Domain Analysis</vt:lpstr>
      <vt:lpstr>Another Simple Domain Analysis</vt:lpstr>
      <vt:lpstr>A World Without Polymorphism</vt:lpstr>
      <vt:lpstr>An Expression Class</vt:lpstr>
      <vt:lpstr>A Constant Expression</vt:lpstr>
      <vt:lpstr>Increment &amp; Decrement</vt:lpstr>
      <vt:lpstr>Addition &amp; Subtraction</vt:lpstr>
      <vt:lpstr>Interfaces</vt:lpstr>
      <vt:lpstr>Java Interfaces</vt:lpstr>
      <vt:lpstr>A Closer Look at Interfaces</vt:lpstr>
      <vt:lpstr>A Closer Look at Interfaces</vt:lpstr>
      <vt:lpstr>An Expression Interface</vt:lpstr>
      <vt:lpstr>class vs. abstract class vs. interface</vt:lpstr>
      <vt:lpstr>UML (with Interfaces)</vt:lpstr>
      <vt:lpstr>UML (with Interfaces)</vt:lpstr>
      <vt:lpstr>Functional Interfaces</vt:lpstr>
      <vt:lpstr>Basic Lambdas</vt:lpstr>
      <vt:lpstr>A Closer Look at Lambdas</vt:lpstr>
      <vt:lpstr>A Closer Look at Lambdas</vt:lpstr>
      <vt:lpstr>A Lambda Expression</vt:lpstr>
      <vt:lpstr>Class or Abstract or Interface?</vt:lpstr>
      <vt:lpstr>PowerPoint Presentation</vt:lpstr>
      <vt:lpstr>Summary &amp; 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Tanweer Alam</cp:lastModifiedBy>
  <cp:revision>2</cp:revision>
  <dcterms:modified xsi:type="dcterms:W3CDTF">2026-01-25T18:27:26Z</dcterms:modified>
</cp:coreProperties>
</file>